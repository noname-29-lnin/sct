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98" r:id="rId7"/>
    <p:sldId id="299" r:id="rId8"/>
    <p:sldId id="304" r:id="rId9"/>
    <p:sldId id="300" r:id="rId10"/>
    <p:sldId id="301" r:id="rId11"/>
    <p:sldId id="305" r:id="rId12"/>
    <p:sldId id="302" r:id="rId13"/>
    <p:sldId id="303" r:id="rId14"/>
    <p:sldId id="306" r:id="rId15"/>
    <p:sldId id="263" r:id="rId16"/>
    <p:sldId id="267" r:id="rId17"/>
    <p:sldId id="269" r:id="rId18"/>
    <p:sldId id="270" r:id="rId19"/>
    <p:sldId id="272" r:id="rId20"/>
  </p:sldIdLst>
  <p:sldSz cx="9144000" cy="5143500" type="screen16x9"/>
  <p:notesSz cx="6858000" cy="9144000"/>
  <p:embeddedFontLs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DM Sans ExtraBold" panose="020B0604020202020204" charset="0"/>
      <p:bold r:id="rId26"/>
      <p:boldItalic r:id="rId27"/>
    </p:embeddedFon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Nunito Light" pitchFamily="2" charset="0"/>
      <p:regular r:id="rId32"/>
      <p: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A4B85B-C6BC-4E5F-98F4-0400EEE86A36}">
  <a:tblStyle styleId="{BBA4B85B-C6BC-4E5F-98F4-0400EEE86A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vi-V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292" name="Google Shape;292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299" name="Google Shape;299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08" name="Google Shape;30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1" name="Google Shape;331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8" name="Google Shape;338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CBD0945-4089-8C29-22DE-6F1CD0921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431007ba2_0_215:notes">
            <a:extLst>
              <a:ext uri="{FF2B5EF4-FFF2-40B4-BE49-F238E27FC236}">
                <a16:creationId xmlns:a16="http://schemas.microsoft.com/office/drawing/2014/main" id="{D490E3E8-AE5E-6B94-0A4F-4E175C0E7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08" name="Google Shape;308;gd431007ba2_0_215:notes">
            <a:extLst>
              <a:ext uri="{FF2B5EF4-FFF2-40B4-BE49-F238E27FC236}">
                <a16:creationId xmlns:a16="http://schemas.microsoft.com/office/drawing/2014/main" id="{2CB2A995-A54B-3ED5-C80E-686A4A59D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535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A9CFAFBC-C660-DCDE-D24B-566035AE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>
            <a:extLst>
              <a:ext uri="{FF2B5EF4-FFF2-40B4-BE49-F238E27FC236}">
                <a16:creationId xmlns:a16="http://schemas.microsoft.com/office/drawing/2014/main" id="{F35829D5-3B2A-4DE8-10BE-2CE8B3C6F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1" name="Google Shape;331;g2161ca7da69_2_7:notes">
            <a:extLst>
              <a:ext uri="{FF2B5EF4-FFF2-40B4-BE49-F238E27FC236}">
                <a16:creationId xmlns:a16="http://schemas.microsoft.com/office/drawing/2014/main" id="{7668424F-30CE-8C04-B2FB-EB424A2E8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212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82A2C33-F0D5-6C21-A4BA-F0535CD9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>
            <a:extLst>
              <a:ext uri="{FF2B5EF4-FFF2-40B4-BE49-F238E27FC236}">
                <a16:creationId xmlns:a16="http://schemas.microsoft.com/office/drawing/2014/main" id="{82D25669-F132-107D-DB58-57C0E208D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17E927FA-67D6-7FC4-4CA8-1C15D5C4D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559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C128880-219F-D83F-C2AA-EA225DD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431007ba2_0_215:notes">
            <a:extLst>
              <a:ext uri="{FF2B5EF4-FFF2-40B4-BE49-F238E27FC236}">
                <a16:creationId xmlns:a16="http://schemas.microsoft.com/office/drawing/2014/main" id="{A0A11DA4-A073-9B01-500C-29BF5F2C5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08" name="Google Shape;308;gd431007ba2_0_215:notes">
            <a:extLst>
              <a:ext uri="{FF2B5EF4-FFF2-40B4-BE49-F238E27FC236}">
                <a16:creationId xmlns:a16="http://schemas.microsoft.com/office/drawing/2014/main" id="{25E5A4FA-5127-4954-B589-99616EC96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8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960782E3-52F7-35DC-29DF-B43A8B47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>
            <a:extLst>
              <a:ext uri="{FF2B5EF4-FFF2-40B4-BE49-F238E27FC236}">
                <a16:creationId xmlns:a16="http://schemas.microsoft.com/office/drawing/2014/main" id="{7E5C4742-823D-60CC-D5FE-974A193459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1" name="Google Shape;331;g2161ca7da69_2_7:notes">
            <a:extLst>
              <a:ext uri="{FF2B5EF4-FFF2-40B4-BE49-F238E27FC236}">
                <a16:creationId xmlns:a16="http://schemas.microsoft.com/office/drawing/2014/main" id="{3F60F0B3-0B66-BADD-10E7-D60D5834B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334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0FC445A-2A8C-2D0D-8E20-61DA25F28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>
            <a:extLst>
              <a:ext uri="{FF2B5EF4-FFF2-40B4-BE49-F238E27FC236}">
                <a16:creationId xmlns:a16="http://schemas.microsoft.com/office/drawing/2014/main" id="{F4956A05-53FF-B458-3394-822C199D6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65881A6A-EE7B-F7B9-7C9C-9EBB19357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162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45C5FC33-7759-798F-CDA3-1AAC36EB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431007ba2_0_215:notes">
            <a:extLst>
              <a:ext uri="{FF2B5EF4-FFF2-40B4-BE49-F238E27FC236}">
                <a16:creationId xmlns:a16="http://schemas.microsoft.com/office/drawing/2014/main" id="{079720C4-FF24-914C-E271-F660744E8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08" name="Google Shape;308;gd431007ba2_0_215:notes">
            <a:extLst>
              <a:ext uri="{FF2B5EF4-FFF2-40B4-BE49-F238E27FC236}">
                <a16:creationId xmlns:a16="http://schemas.microsoft.com/office/drawing/2014/main" id="{688101C8-0F1A-2335-D10F-B9F085FD8E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281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20E7D075-984A-522C-9FE4-5590FA240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161ca7da69_2_7:notes">
            <a:extLst>
              <a:ext uri="{FF2B5EF4-FFF2-40B4-BE49-F238E27FC236}">
                <a16:creationId xmlns:a16="http://schemas.microsoft.com/office/drawing/2014/main" id="{04F91328-FE2A-EF55-687E-C0BD1EC7D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1" name="Google Shape;331;g2161ca7da69_2_7:notes">
            <a:extLst>
              <a:ext uri="{FF2B5EF4-FFF2-40B4-BE49-F238E27FC236}">
                <a16:creationId xmlns:a16="http://schemas.microsoft.com/office/drawing/2014/main" id="{CA33B14B-1B53-29C8-60C9-6905CD30C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306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D379A199-1F3D-F963-4EFF-0961A3FF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33f6155f6d_0_30:notes">
            <a:extLst>
              <a:ext uri="{FF2B5EF4-FFF2-40B4-BE49-F238E27FC236}">
                <a16:creationId xmlns:a16="http://schemas.microsoft.com/office/drawing/2014/main" id="{1AD1DB17-7FDC-8CC6-0927-074645C7A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E3DFB0D7-8790-57F6-98E3-B41A2BF66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1121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161ca7da6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363" name="Google Shape;363;g2161ca7da6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17b8719ec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442" name="Google Shape;442;g117b8719ec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479" name="Google Shape;479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340135a08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525" name="Google Shape;525;g1340135a08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vi-VN"/>
          </a:p>
        </p:txBody>
      </p:sp>
      <p:sp>
        <p:nvSpPr>
          <p:cNvPr id="563" name="Google Shape;563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98300" y="1523100"/>
            <a:ext cx="6957000" cy="221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98450" y="3732200"/>
            <a:ext cx="6957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078028" y="-1391669"/>
            <a:ext cx="11666207" cy="8151541"/>
            <a:chOff x="-2078028" y="-1391669"/>
            <a:chExt cx="11666207" cy="8151541"/>
          </a:xfrm>
        </p:grpSpPr>
        <p:sp>
          <p:nvSpPr>
            <p:cNvPr id="13" name="Google Shape;13;p2"/>
            <p:cNvSpPr/>
            <p:nvPr/>
          </p:nvSpPr>
          <p:spPr>
            <a:xfrm rot="5400000">
              <a:off x="-1065597" y="-2404099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02464" y="3686094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-182925" y="-535943"/>
            <a:ext cx="8085408" cy="5144509"/>
            <a:chOff x="-182925" y="-535943"/>
            <a:chExt cx="8085408" cy="514450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-182925" y="4544171"/>
              <a:ext cx="8085408" cy="64395"/>
              <a:chOff x="-182925" y="4544171"/>
              <a:chExt cx="8085408" cy="64395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-182925" y="4569918"/>
                <a:ext cx="79896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789434" y="4544171"/>
                <a:ext cx="113049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911949" y="-535943"/>
              <a:ext cx="64395" cy="1596993"/>
              <a:chOff x="911949" y="-535943"/>
              <a:chExt cx="64395" cy="1596993"/>
            </a:xfrm>
          </p:grpSpPr>
          <p:sp>
            <p:nvSpPr>
              <p:cNvPr id="20" name="Google Shape;20;p2"/>
              <p:cNvSpPr/>
              <p:nvPr/>
            </p:nvSpPr>
            <p:spPr>
              <a:xfrm rot="5400000">
                <a:off x="184246" y="217507"/>
                <a:ext cx="15198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5400000">
                <a:off x="888337" y="973043"/>
                <a:ext cx="111618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20000" y="2909475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600"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244925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3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720000" y="3734775"/>
            <a:ext cx="5067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7" name="Google Shape;27;p3"/>
          <p:cNvGrpSpPr/>
          <p:nvPr/>
        </p:nvGrpSpPr>
        <p:grpSpPr>
          <a:xfrm>
            <a:off x="-965711" y="-828856"/>
            <a:ext cx="11369546" cy="7608064"/>
            <a:chOff x="-965711" y="-828856"/>
            <a:chExt cx="11369546" cy="7608064"/>
          </a:xfrm>
        </p:grpSpPr>
        <p:sp>
          <p:nvSpPr>
            <p:cNvPr id="28" name="Google Shape;28;p3"/>
            <p:cNvSpPr/>
            <p:nvPr/>
          </p:nvSpPr>
          <p:spPr>
            <a:xfrm rot="5400000">
              <a:off x="6938678" y="3314051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-965711" y="-828856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30;p3"/>
          <p:cNvGrpSpPr/>
          <p:nvPr/>
        </p:nvGrpSpPr>
        <p:grpSpPr>
          <a:xfrm rot="10800000">
            <a:off x="7257199" y="4338732"/>
            <a:ext cx="64395" cy="1596993"/>
            <a:chOff x="911949" y="-535943"/>
            <a:chExt cx="64395" cy="1596993"/>
          </a:xfrm>
        </p:grpSpPr>
        <p:sp>
          <p:nvSpPr>
            <p:cNvPr id="31" name="Google Shape;31;p3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33;p3"/>
          <p:cNvGrpSpPr/>
          <p:nvPr/>
        </p:nvGrpSpPr>
        <p:grpSpPr>
          <a:xfrm rot="10800000">
            <a:off x="712974" y="769648"/>
            <a:ext cx="8695857" cy="64402"/>
            <a:chOff x="-182925" y="4544171"/>
            <a:chExt cx="8085408" cy="64395"/>
          </a:xfrm>
        </p:grpSpPr>
        <p:sp>
          <p:nvSpPr>
            <p:cNvPr id="34" name="Google Shape;34;p3"/>
            <p:cNvSpPr/>
            <p:nvPr/>
          </p:nvSpPr>
          <p:spPr>
            <a:xfrm>
              <a:off x="-182925" y="4569918"/>
              <a:ext cx="79896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2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720000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4725900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-1495975" y="-4262043"/>
            <a:ext cx="11107963" cy="10356802"/>
            <a:chOff x="-1495975" y="-4262043"/>
            <a:chExt cx="11107963" cy="10356802"/>
          </a:xfrm>
        </p:grpSpPr>
        <p:sp>
          <p:nvSpPr>
            <p:cNvPr id="54" name="Google Shape;54;p5"/>
            <p:cNvSpPr/>
            <p:nvPr/>
          </p:nvSpPr>
          <p:spPr>
            <a:xfrm>
              <a:off x="-1495975" y="2684808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8121325" y="-4262043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5"/>
          <p:cNvGrpSpPr/>
          <p:nvPr/>
        </p:nvGrpSpPr>
        <p:grpSpPr>
          <a:xfrm>
            <a:off x="-1397550" y="705258"/>
            <a:ext cx="10299913" cy="5634038"/>
            <a:chOff x="-1397550" y="705258"/>
            <a:chExt cx="10299913" cy="5634038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-1397550" y="4613783"/>
              <a:ext cx="1771650" cy="71438"/>
              <a:chOff x="1150025" y="4460558"/>
              <a:chExt cx="1771650" cy="71438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" name="Google Shape;60;p5"/>
            <p:cNvGrpSpPr/>
            <p:nvPr/>
          </p:nvGrpSpPr>
          <p:grpSpPr>
            <a:xfrm rot="-5400000">
              <a:off x="6049625" y="3486558"/>
              <a:ext cx="5634038" cy="71438"/>
              <a:chOff x="969625" y="4766808"/>
              <a:chExt cx="5634038" cy="71438"/>
            </a:xfrm>
          </p:grpSpPr>
          <p:sp>
            <p:nvSpPr>
              <p:cNvPr id="61" name="Google Shape;61;p5"/>
              <p:cNvSpPr/>
              <p:nvPr/>
            </p:nvSpPr>
            <p:spPr>
              <a:xfrm>
                <a:off x="969625" y="4795327"/>
                <a:ext cx="55278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6478250" y="4766808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6478250" y="4766808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8676293" y="-2041474"/>
            <a:ext cx="1343707" cy="4477588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 rot="5400000">
            <a:off x="9454499" y="154132"/>
            <a:ext cx="64395" cy="1596993"/>
            <a:chOff x="911949" y="-535943"/>
            <a:chExt cx="64395" cy="1596993"/>
          </a:xfrm>
        </p:grpSpPr>
        <p:sp>
          <p:nvSpPr>
            <p:cNvPr id="70" name="Google Shape;70;p6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720000" y="637700"/>
            <a:ext cx="626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7324500" cy="31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6" name="Google Shape;76;p7"/>
          <p:cNvGrpSpPr/>
          <p:nvPr/>
        </p:nvGrpSpPr>
        <p:grpSpPr>
          <a:xfrm>
            <a:off x="-965711" y="-1913219"/>
            <a:ext cx="11369546" cy="8152491"/>
            <a:chOff x="-965711" y="-1913219"/>
            <a:chExt cx="11369546" cy="8152491"/>
          </a:xfrm>
        </p:grpSpPr>
        <p:sp>
          <p:nvSpPr>
            <p:cNvPr id="77" name="Google Shape;77;p7"/>
            <p:cNvSpPr/>
            <p:nvPr/>
          </p:nvSpPr>
          <p:spPr>
            <a:xfrm rot="5400000">
              <a:off x="6938678" y="-2925649"/>
              <a:ext cx="2452727" cy="4477588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-965711" y="3165494"/>
              <a:ext cx="1685715" cy="3073779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>
            <a:off x="712974" y="-1057493"/>
            <a:ext cx="8695857" cy="5875668"/>
            <a:chOff x="712974" y="-1057493"/>
            <a:chExt cx="8695857" cy="5875668"/>
          </a:xfrm>
        </p:grpSpPr>
        <p:grpSp>
          <p:nvGrpSpPr>
            <p:cNvPr id="80" name="Google Shape;80;p7"/>
            <p:cNvGrpSpPr/>
            <p:nvPr/>
          </p:nvGrpSpPr>
          <p:grpSpPr>
            <a:xfrm>
              <a:off x="7257199" y="-1057493"/>
              <a:ext cx="64395" cy="1596993"/>
              <a:chOff x="911949" y="-535943"/>
              <a:chExt cx="64395" cy="1596993"/>
            </a:xfrm>
          </p:grpSpPr>
          <p:sp>
            <p:nvSpPr>
              <p:cNvPr id="81" name="Google Shape;81;p7"/>
              <p:cNvSpPr/>
              <p:nvPr/>
            </p:nvSpPr>
            <p:spPr>
              <a:xfrm rot="5400000">
                <a:off x="184246" y="217507"/>
                <a:ext cx="15198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 rot="5400000">
                <a:off x="888337" y="973043"/>
                <a:ext cx="111618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7"/>
            <p:cNvGrpSpPr/>
            <p:nvPr/>
          </p:nvGrpSpPr>
          <p:grpSpPr>
            <a:xfrm rot="10800000">
              <a:off x="712974" y="4753773"/>
              <a:ext cx="8695857" cy="64402"/>
              <a:chOff x="-182925" y="4544171"/>
              <a:chExt cx="8085408" cy="64395"/>
            </a:xfrm>
          </p:grpSpPr>
          <p:sp>
            <p:nvSpPr>
              <p:cNvPr id="84" name="Google Shape;84;p7"/>
              <p:cNvSpPr/>
              <p:nvPr/>
            </p:nvSpPr>
            <p:spPr>
              <a:xfrm>
                <a:off x="-182925" y="4569918"/>
                <a:ext cx="7989600" cy="12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7"/>
              <p:cNvSpPr/>
              <p:nvPr/>
            </p:nvSpPr>
            <p:spPr>
              <a:xfrm>
                <a:off x="7789434" y="4544171"/>
                <a:ext cx="113049" cy="64395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996150" y="2474600"/>
            <a:ext cx="4699200" cy="17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9" name="Google Shape;89;p8"/>
          <p:cNvGrpSpPr/>
          <p:nvPr/>
        </p:nvGrpSpPr>
        <p:grpSpPr>
          <a:xfrm rot="-5400000">
            <a:off x="5613750" y="5901708"/>
            <a:ext cx="5634038" cy="71438"/>
            <a:chOff x="969625" y="4766808"/>
            <a:chExt cx="5634038" cy="71438"/>
          </a:xfrm>
        </p:grpSpPr>
        <p:sp>
          <p:nvSpPr>
            <p:cNvPr id="90" name="Google Shape;90;p8"/>
            <p:cNvSpPr/>
            <p:nvPr/>
          </p:nvSpPr>
          <p:spPr>
            <a:xfrm>
              <a:off x="969625" y="4795327"/>
              <a:ext cx="55278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4135975" y="539500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4135975" y="2634775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 rot="10800000">
            <a:off x="3697875" y="4456796"/>
            <a:ext cx="5634038" cy="71438"/>
            <a:chOff x="969625" y="4766808"/>
            <a:chExt cx="5634038" cy="71438"/>
          </a:xfrm>
        </p:grpSpPr>
        <p:sp>
          <p:nvSpPr>
            <p:cNvPr id="98" name="Google Shape;98;p9"/>
            <p:cNvSpPr/>
            <p:nvPr/>
          </p:nvSpPr>
          <p:spPr>
            <a:xfrm>
              <a:off x="969625" y="4795327"/>
              <a:ext cx="55278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6478250" y="4766808"/>
              <a:ext cx="125413" cy="71438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-1269421" y="-1539067"/>
            <a:ext cx="4967292" cy="7392058"/>
            <a:chOff x="-1269421" y="-1539067"/>
            <a:chExt cx="4967292" cy="7392058"/>
          </a:xfrm>
        </p:grpSpPr>
        <p:sp>
          <p:nvSpPr>
            <p:cNvPr id="102" name="Google Shape;102;p9"/>
            <p:cNvSpPr/>
            <p:nvPr/>
          </p:nvSpPr>
          <p:spPr>
            <a:xfrm>
              <a:off x="-1156850" y="-1539067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9"/>
            <p:cNvSpPr/>
            <p:nvPr/>
          </p:nvSpPr>
          <p:spPr>
            <a:xfrm rot="5400000">
              <a:off x="-146263" y="2008857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35400" cy="1143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"/>
          </p:nvPr>
        </p:nvSpPr>
        <p:spPr>
          <a:xfrm>
            <a:off x="713225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2"/>
          </p:nvPr>
        </p:nvSpPr>
        <p:spPr>
          <a:xfrm>
            <a:off x="713225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3"/>
          </p:nvPr>
        </p:nvSpPr>
        <p:spPr>
          <a:xfrm>
            <a:off x="3419250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4"/>
          </p:nvPr>
        </p:nvSpPr>
        <p:spPr>
          <a:xfrm>
            <a:off x="3419250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5" hasCustomPrompt="1"/>
          </p:nvPr>
        </p:nvSpPr>
        <p:spPr>
          <a:xfrm>
            <a:off x="1415375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6" hasCustomPrompt="1"/>
          </p:nvPr>
        </p:nvSpPr>
        <p:spPr>
          <a:xfrm>
            <a:off x="4121400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7" hasCustomPrompt="1"/>
          </p:nvPr>
        </p:nvSpPr>
        <p:spPr>
          <a:xfrm>
            <a:off x="1415375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8" hasCustomPrompt="1"/>
          </p:nvPr>
        </p:nvSpPr>
        <p:spPr>
          <a:xfrm>
            <a:off x="4121400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6125275" y="360330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6125275" y="20570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14" hasCustomPrompt="1"/>
          </p:nvPr>
        </p:nvSpPr>
        <p:spPr>
          <a:xfrm>
            <a:off x="6827425" y="2738100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15" hasCustomPrompt="1"/>
          </p:nvPr>
        </p:nvSpPr>
        <p:spPr>
          <a:xfrm>
            <a:off x="6827425" y="1191725"/>
            <a:ext cx="9012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 b="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6"/>
          </p:nvPr>
        </p:nvSpPr>
        <p:spPr>
          <a:xfrm>
            <a:off x="713225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7"/>
          </p:nvPr>
        </p:nvSpPr>
        <p:spPr>
          <a:xfrm>
            <a:off x="713225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8"/>
          </p:nvPr>
        </p:nvSpPr>
        <p:spPr>
          <a:xfrm>
            <a:off x="3419250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9"/>
          </p:nvPr>
        </p:nvSpPr>
        <p:spPr>
          <a:xfrm>
            <a:off x="3419250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20"/>
          </p:nvPr>
        </p:nvSpPr>
        <p:spPr>
          <a:xfrm>
            <a:off x="6125275" y="3321898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21"/>
          </p:nvPr>
        </p:nvSpPr>
        <p:spPr>
          <a:xfrm>
            <a:off x="6125275" y="17756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42" name="Google Shape;142;p13"/>
          <p:cNvGrpSpPr/>
          <p:nvPr/>
        </p:nvGrpSpPr>
        <p:grpSpPr>
          <a:xfrm rot="5400000">
            <a:off x="-2432457" y="1770414"/>
            <a:ext cx="5611922" cy="64395"/>
            <a:chOff x="2290561" y="4544171"/>
            <a:chExt cx="5611922" cy="64395"/>
          </a:xfrm>
        </p:grpSpPr>
        <p:sp>
          <p:nvSpPr>
            <p:cNvPr id="143" name="Google Shape;143;p13"/>
            <p:cNvSpPr/>
            <p:nvPr/>
          </p:nvSpPr>
          <p:spPr>
            <a:xfrm>
              <a:off x="2290561" y="4569922"/>
              <a:ext cx="55161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7789434" y="4544171"/>
              <a:ext cx="113049" cy="64395"/>
            </a:xfrm>
            <a:custGeom>
              <a:avLst/>
              <a:gdLst/>
              <a:ahLst/>
              <a:cxnLst/>
              <a:rect l="l" t="t" r="r" b="b"/>
              <a:pathLst>
                <a:path w="79" h="45" extrusionOk="0">
                  <a:moveTo>
                    <a:pt x="0" y="23"/>
                  </a:moveTo>
                  <a:lnTo>
                    <a:pt x="39" y="0"/>
                  </a:lnTo>
                  <a:lnTo>
                    <a:pt x="79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13"/>
          <p:cNvSpPr/>
          <p:nvPr/>
        </p:nvSpPr>
        <p:spPr>
          <a:xfrm rot="5400000">
            <a:off x="-370272" y="3596151"/>
            <a:ext cx="2452727" cy="4477588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CUSTOM_6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subTitle" idx="1"/>
          </p:nvPr>
        </p:nvSpPr>
        <p:spPr>
          <a:xfrm>
            <a:off x="720025" y="1645617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ubTitle" idx="2"/>
          </p:nvPr>
        </p:nvSpPr>
        <p:spPr>
          <a:xfrm>
            <a:off x="720025" y="2767309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subTitle" idx="3"/>
          </p:nvPr>
        </p:nvSpPr>
        <p:spPr>
          <a:xfrm>
            <a:off x="720025" y="38863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subTitle" idx="4"/>
          </p:nvPr>
        </p:nvSpPr>
        <p:spPr>
          <a:xfrm>
            <a:off x="720025" y="123282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subTitle" idx="5"/>
          </p:nvPr>
        </p:nvSpPr>
        <p:spPr>
          <a:xfrm>
            <a:off x="720025" y="235307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8676293" y="2237651"/>
            <a:ext cx="1343707" cy="4477588"/>
          </a:xfrm>
          <a:custGeom>
            <a:avLst/>
            <a:gdLst/>
            <a:ahLst/>
            <a:cxnLst/>
            <a:rect l="l" t="t" r="r" b="b"/>
            <a:pathLst>
              <a:path w="1255" h="4183" extrusionOk="0">
                <a:moveTo>
                  <a:pt x="627" y="4183"/>
                </a:moveTo>
                <a:cubicBezTo>
                  <a:pt x="281" y="4183"/>
                  <a:pt x="0" y="3901"/>
                  <a:pt x="0" y="3555"/>
                </a:cubicBezTo>
                <a:cubicBezTo>
                  <a:pt x="0" y="627"/>
                  <a:pt x="0" y="627"/>
                  <a:pt x="0" y="627"/>
                </a:cubicBezTo>
                <a:cubicBezTo>
                  <a:pt x="0" y="281"/>
                  <a:pt x="281" y="0"/>
                  <a:pt x="627" y="0"/>
                </a:cubicBezTo>
                <a:cubicBezTo>
                  <a:pt x="973" y="0"/>
                  <a:pt x="1255" y="281"/>
                  <a:pt x="1255" y="627"/>
                </a:cubicBezTo>
                <a:cubicBezTo>
                  <a:pt x="1255" y="3555"/>
                  <a:pt x="1255" y="3555"/>
                  <a:pt x="1255" y="3555"/>
                </a:cubicBezTo>
                <a:cubicBezTo>
                  <a:pt x="1255" y="3901"/>
                  <a:pt x="973" y="4183"/>
                  <a:pt x="627" y="4183"/>
                </a:cubicBezTo>
                <a:close/>
                <a:moveTo>
                  <a:pt x="627" y="12"/>
                </a:moveTo>
                <a:cubicBezTo>
                  <a:pt x="288" y="12"/>
                  <a:pt x="12" y="288"/>
                  <a:pt x="12" y="627"/>
                </a:cubicBezTo>
                <a:cubicBezTo>
                  <a:pt x="12" y="3555"/>
                  <a:pt x="12" y="3555"/>
                  <a:pt x="12" y="3555"/>
                </a:cubicBezTo>
                <a:cubicBezTo>
                  <a:pt x="12" y="3895"/>
                  <a:pt x="288" y="4171"/>
                  <a:pt x="627" y="4171"/>
                </a:cubicBezTo>
                <a:cubicBezTo>
                  <a:pt x="967" y="4171"/>
                  <a:pt x="1243" y="3895"/>
                  <a:pt x="1243" y="3555"/>
                </a:cubicBezTo>
                <a:cubicBezTo>
                  <a:pt x="1243" y="627"/>
                  <a:pt x="1243" y="627"/>
                  <a:pt x="1243" y="627"/>
                </a:cubicBezTo>
                <a:cubicBezTo>
                  <a:pt x="1243" y="288"/>
                  <a:pt x="967" y="12"/>
                  <a:pt x="627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7"/>
          <p:cNvGrpSpPr/>
          <p:nvPr/>
        </p:nvGrpSpPr>
        <p:grpSpPr>
          <a:xfrm rot="5400000">
            <a:off x="9454499" y="3167632"/>
            <a:ext cx="64395" cy="1596993"/>
            <a:chOff x="911949" y="-535943"/>
            <a:chExt cx="64395" cy="1596993"/>
          </a:xfrm>
        </p:grpSpPr>
        <p:sp>
          <p:nvSpPr>
            <p:cNvPr id="187" name="Google Shape;187;p17"/>
            <p:cNvSpPr/>
            <p:nvPr/>
          </p:nvSpPr>
          <p:spPr>
            <a:xfrm rot="5400000">
              <a:off x="184246" y="217507"/>
              <a:ext cx="1519800" cy="1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7"/>
            <p:cNvSpPr/>
            <p:nvPr/>
          </p:nvSpPr>
          <p:spPr>
            <a:xfrm rot="5400000">
              <a:off x="888337" y="973043"/>
              <a:ext cx="111618" cy="64395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20"/>
          <p:cNvGrpSpPr/>
          <p:nvPr/>
        </p:nvGrpSpPr>
        <p:grpSpPr>
          <a:xfrm>
            <a:off x="-1116563" y="-1944143"/>
            <a:ext cx="11645964" cy="8999027"/>
            <a:chOff x="-1116563" y="-1944143"/>
            <a:chExt cx="11645964" cy="8999027"/>
          </a:xfrm>
        </p:grpSpPr>
        <p:sp>
          <p:nvSpPr>
            <p:cNvPr id="226" name="Google Shape;226;p20"/>
            <p:cNvSpPr/>
            <p:nvPr/>
          </p:nvSpPr>
          <p:spPr>
            <a:xfrm>
              <a:off x="8659325" y="3644933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-1116563" y="-1944143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20"/>
          <p:cNvGrpSpPr/>
          <p:nvPr/>
        </p:nvGrpSpPr>
        <p:grpSpPr>
          <a:xfrm>
            <a:off x="-1397550" y="695658"/>
            <a:ext cx="11828525" cy="3967588"/>
            <a:chOff x="-1397550" y="695658"/>
            <a:chExt cx="11828525" cy="3967588"/>
          </a:xfrm>
        </p:grpSpPr>
        <p:grpSp>
          <p:nvGrpSpPr>
            <p:cNvPr id="229" name="Google Shape;229;p20"/>
            <p:cNvGrpSpPr/>
            <p:nvPr/>
          </p:nvGrpSpPr>
          <p:grpSpPr>
            <a:xfrm>
              <a:off x="-1397550" y="695658"/>
              <a:ext cx="1771650" cy="71438"/>
              <a:chOff x="1150025" y="4460558"/>
              <a:chExt cx="1771650" cy="71438"/>
            </a:xfrm>
          </p:grpSpPr>
          <p:sp>
            <p:nvSpPr>
              <p:cNvPr id="230" name="Google Shape;230;p20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20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2" name="Google Shape;232;p20"/>
            <p:cNvGrpSpPr/>
            <p:nvPr/>
          </p:nvGrpSpPr>
          <p:grpSpPr>
            <a:xfrm rot="10800000">
              <a:off x="8659325" y="4591808"/>
              <a:ext cx="1771650" cy="71438"/>
              <a:chOff x="1150025" y="4460558"/>
              <a:chExt cx="1771650" cy="71438"/>
            </a:xfrm>
          </p:grpSpPr>
          <p:sp>
            <p:nvSpPr>
              <p:cNvPr id="233" name="Google Shape;233;p20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20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8" name="Google Shape;238;p21"/>
          <p:cNvGrpSpPr/>
          <p:nvPr/>
        </p:nvGrpSpPr>
        <p:grpSpPr>
          <a:xfrm>
            <a:off x="-4247302" y="-3550068"/>
            <a:ext cx="14441353" cy="9176065"/>
            <a:chOff x="-4247302" y="-3550068"/>
            <a:chExt cx="14441353" cy="9176065"/>
          </a:xfrm>
        </p:grpSpPr>
        <p:sp>
          <p:nvSpPr>
            <p:cNvPr id="239" name="Google Shape;239;p21"/>
            <p:cNvSpPr/>
            <p:nvPr/>
          </p:nvSpPr>
          <p:spPr>
            <a:xfrm rot="-5400000">
              <a:off x="-2508988" y="2397020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 rot="10800000">
              <a:off x="8703387" y="-3550068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720000" y="308483"/>
            <a:ext cx="9755025" cy="4607901"/>
            <a:chOff x="720000" y="308483"/>
            <a:chExt cx="9755025" cy="4607901"/>
          </a:xfrm>
        </p:grpSpPr>
        <p:grpSp>
          <p:nvGrpSpPr>
            <p:cNvPr id="242" name="Google Shape;242;p21"/>
            <p:cNvGrpSpPr/>
            <p:nvPr/>
          </p:nvGrpSpPr>
          <p:grpSpPr>
            <a:xfrm rot="10800000">
              <a:off x="8703375" y="308483"/>
              <a:ext cx="1771650" cy="71438"/>
              <a:chOff x="1150025" y="4460558"/>
              <a:chExt cx="1771650" cy="71438"/>
            </a:xfrm>
          </p:grpSpPr>
          <p:sp>
            <p:nvSpPr>
              <p:cNvPr id="243" name="Google Shape;243;p21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21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21"/>
            <p:cNvGrpSpPr/>
            <p:nvPr/>
          </p:nvGrpSpPr>
          <p:grpSpPr>
            <a:xfrm rot="10800000">
              <a:off x="720000" y="4844946"/>
              <a:ext cx="8912413" cy="71438"/>
              <a:chOff x="-2308750" y="4879233"/>
              <a:chExt cx="8912413" cy="71438"/>
            </a:xfrm>
          </p:grpSpPr>
          <p:sp>
            <p:nvSpPr>
              <p:cNvPr id="246" name="Google Shape;246;p21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2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1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23"/>
          <p:cNvGrpSpPr/>
          <p:nvPr/>
        </p:nvGrpSpPr>
        <p:grpSpPr>
          <a:xfrm>
            <a:off x="-1353152" y="-951167"/>
            <a:ext cx="11547203" cy="7961265"/>
            <a:chOff x="-1353152" y="-951167"/>
            <a:chExt cx="11547203" cy="7961265"/>
          </a:xfrm>
        </p:grpSpPr>
        <p:sp>
          <p:nvSpPr>
            <p:cNvPr id="266" name="Google Shape;266;p23"/>
            <p:cNvSpPr/>
            <p:nvPr/>
          </p:nvSpPr>
          <p:spPr>
            <a:xfrm rot="-5400000">
              <a:off x="385162" y="-2689480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 rot="10800000">
              <a:off x="8703387" y="2042807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 rot="5400000">
            <a:off x="985675" y="-382042"/>
            <a:ext cx="1771650" cy="71438"/>
            <a:chOff x="1150025" y="4460558"/>
            <a:chExt cx="1771650" cy="71438"/>
          </a:xfrm>
        </p:grpSpPr>
        <p:sp>
          <p:nvSpPr>
            <p:cNvPr id="269" name="Google Shape;269;p23"/>
            <p:cNvSpPr/>
            <p:nvPr/>
          </p:nvSpPr>
          <p:spPr>
            <a:xfrm>
              <a:off x="1150025" y="4489077"/>
              <a:ext cx="1686000" cy="14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2797850" y="4460558"/>
              <a:ext cx="123825" cy="71438"/>
            </a:xfrm>
            <a:custGeom>
              <a:avLst/>
              <a:gdLst/>
              <a:ahLst/>
              <a:cxnLst/>
              <a:rect l="l" t="t" r="r" b="b"/>
              <a:pathLst>
                <a:path w="78" h="45" extrusionOk="0">
                  <a:moveTo>
                    <a:pt x="0" y="23"/>
                  </a:moveTo>
                  <a:lnTo>
                    <a:pt x="39" y="0"/>
                  </a:lnTo>
                  <a:lnTo>
                    <a:pt x="78" y="23"/>
                  </a:lnTo>
                  <a:lnTo>
                    <a:pt x="39" y="45"/>
                  </a:lnTo>
                  <a:lnTo>
                    <a:pt x="0" y="23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4"/>
          <p:cNvGrpSpPr/>
          <p:nvPr/>
        </p:nvGrpSpPr>
        <p:grpSpPr>
          <a:xfrm>
            <a:off x="-481650" y="795633"/>
            <a:ext cx="8912413" cy="4500744"/>
            <a:chOff x="-481650" y="795633"/>
            <a:chExt cx="8912413" cy="4500744"/>
          </a:xfrm>
        </p:grpSpPr>
        <p:grpSp>
          <p:nvGrpSpPr>
            <p:cNvPr id="274" name="Google Shape;274;p24"/>
            <p:cNvGrpSpPr/>
            <p:nvPr/>
          </p:nvGrpSpPr>
          <p:grpSpPr>
            <a:xfrm rot="-5400000">
              <a:off x="1013950" y="4374833"/>
              <a:ext cx="1771650" cy="71438"/>
              <a:chOff x="1150025" y="4460558"/>
              <a:chExt cx="1771650" cy="71438"/>
            </a:xfrm>
          </p:grpSpPr>
          <p:sp>
            <p:nvSpPr>
              <p:cNvPr id="275" name="Google Shape;275;p24"/>
              <p:cNvSpPr/>
              <p:nvPr/>
            </p:nvSpPr>
            <p:spPr>
              <a:xfrm>
                <a:off x="1150025" y="4489077"/>
                <a:ext cx="16860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2797850" y="4460558"/>
                <a:ext cx="1238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8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8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24"/>
            <p:cNvGrpSpPr/>
            <p:nvPr/>
          </p:nvGrpSpPr>
          <p:grpSpPr>
            <a:xfrm>
              <a:off x="-481650" y="795633"/>
              <a:ext cx="8912413" cy="71438"/>
              <a:chOff x="-2308750" y="4879233"/>
              <a:chExt cx="8912413" cy="71438"/>
            </a:xfrm>
          </p:grpSpPr>
          <p:sp>
            <p:nvSpPr>
              <p:cNvPr id="278" name="Google Shape;278;p24"/>
              <p:cNvSpPr/>
              <p:nvPr/>
            </p:nvSpPr>
            <p:spPr>
              <a:xfrm>
                <a:off x="-2308750" y="4907750"/>
                <a:ext cx="88761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6478250" y="4879233"/>
                <a:ext cx="1254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9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1" name="Google Shape;281;p24"/>
          <p:cNvGrpSpPr/>
          <p:nvPr/>
        </p:nvGrpSpPr>
        <p:grpSpPr>
          <a:xfrm>
            <a:off x="539287" y="-1724343"/>
            <a:ext cx="9382164" cy="10216367"/>
            <a:chOff x="539287" y="-1724343"/>
            <a:chExt cx="9382164" cy="10216367"/>
          </a:xfrm>
        </p:grpSpPr>
        <p:sp>
          <p:nvSpPr>
            <p:cNvPr id="282" name="Google Shape;282;p24"/>
            <p:cNvSpPr/>
            <p:nvPr/>
          </p:nvSpPr>
          <p:spPr>
            <a:xfrm>
              <a:off x="8430787" y="-1724343"/>
              <a:ext cx="1490664" cy="4967292"/>
            </a:xfrm>
            <a:custGeom>
              <a:avLst/>
              <a:gdLst/>
              <a:ahLst/>
              <a:cxnLst/>
              <a:rect l="l" t="t" r="r" b="b"/>
              <a:pathLst>
                <a:path w="1255" h="4183" extrusionOk="0">
                  <a:moveTo>
                    <a:pt x="627" y="4183"/>
                  </a:moveTo>
                  <a:cubicBezTo>
                    <a:pt x="281" y="4183"/>
                    <a:pt x="0" y="3901"/>
                    <a:pt x="0" y="3555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281"/>
                    <a:pt x="281" y="0"/>
                    <a:pt x="627" y="0"/>
                  </a:cubicBezTo>
                  <a:cubicBezTo>
                    <a:pt x="973" y="0"/>
                    <a:pt x="1255" y="281"/>
                    <a:pt x="1255" y="627"/>
                  </a:cubicBezTo>
                  <a:cubicBezTo>
                    <a:pt x="1255" y="3555"/>
                    <a:pt x="1255" y="3555"/>
                    <a:pt x="1255" y="3555"/>
                  </a:cubicBezTo>
                  <a:cubicBezTo>
                    <a:pt x="1255" y="3901"/>
                    <a:pt x="973" y="4183"/>
                    <a:pt x="627" y="4183"/>
                  </a:cubicBezTo>
                  <a:close/>
                  <a:moveTo>
                    <a:pt x="627" y="12"/>
                  </a:moveTo>
                  <a:cubicBezTo>
                    <a:pt x="288" y="12"/>
                    <a:pt x="12" y="288"/>
                    <a:pt x="12" y="627"/>
                  </a:cubicBezTo>
                  <a:cubicBezTo>
                    <a:pt x="12" y="3555"/>
                    <a:pt x="12" y="3555"/>
                    <a:pt x="12" y="3555"/>
                  </a:cubicBezTo>
                  <a:cubicBezTo>
                    <a:pt x="12" y="3895"/>
                    <a:pt x="288" y="4171"/>
                    <a:pt x="627" y="4171"/>
                  </a:cubicBezTo>
                  <a:cubicBezTo>
                    <a:pt x="967" y="4171"/>
                    <a:pt x="1243" y="3895"/>
                    <a:pt x="1243" y="3555"/>
                  </a:cubicBezTo>
                  <a:cubicBezTo>
                    <a:pt x="1243" y="627"/>
                    <a:pt x="1243" y="627"/>
                    <a:pt x="1243" y="627"/>
                  </a:cubicBezTo>
                  <a:cubicBezTo>
                    <a:pt x="1243" y="288"/>
                    <a:pt x="967" y="12"/>
                    <a:pt x="62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539287" y="3524732"/>
              <a:ext cx="2720976" cy="4967292"/>
            </a:xfrm>
            <a:custGeom>
              <a:avLst/>
              <a:gdLst/>
              <a:ahLst/>
              <a:cxnLst/>
              <a:rect l="l" t="t" r="r" b="b"/>
              <a:pathLst>
                <a:path w="2292" h="4183" extrusionOk="0">
                  <a:moveTo>
                    <a:pt x="1146" y="4183"/>
                  </a:moveTo>
                  <a:cubicBezTo>
                    <a:pt x="840" y="4183"/>
                    <a:pt x="552" y="4064"/>
                    <a:pt x="336" y="3847"/>
                  </a:cubicBezTo>
                  <a:cubicBezTo>
                    <a:pt x="119" y="3631"/>
                    <a:pt x="0" y="3343"/>
                    <a:pt x="0" y="3037"/>
                  </a:cubicBezTo>
                  <a:cubicBezTo>
                    <a:pt x="0" y="1145"/>
                    <a:pt x="0" y="1145"/>
                    <a:pt x="0" y="1145"/>
                  </a:cubicBezTo>
                  <a:cubicBezTo>
                    <a:pt x="0" y="839"/>
                    <a:pt x="119" y="552"/>
                    <a:pt x="336" y="335"/>
                  </a:cubicBezTo>
                  <a:cubicBezTo>
                    <a:pt x="552" y="119"/>
                    <a:pt x="840" y="0"/>
                    <a:pt x="1146" y="0"/>
                  </a:cubicBezTo>
                  <a:cubicBezTo>
                    <a:pt x="1452" y="0"/>
                    <a:pt x="1740" y="119"/>
                    <a:pt x="1956" y="335"/>
                  </a:cubicBezTo>
                  <a:cubicBezTo>
                    <a:pt x="2173" y="552"/>
                    <a:pt x="2292" y="839"/>
                    <a:pt x="2292" y="1145"/>
                  </a:cubicBezTo>
                  <a:cubicBezTo>
                    <a:pt x="2292" y="3037"/>
                    <a:pt x="2292" y="3037"/>
                    <a:pt x="2292" y="3037"/>
                  </a:cubicBezTo>
                  <a:cubicBezTo>
                    <a:pt x="2292" y="3343"/>
                    <a:pt x="2173" y="3631"/>
                    <a:pt x="1956" y="3847"/>
                  </a:cubicBezTo>
                  <a:cubicBezTo>
                    <a:pt x="1740" y="4064"/>
                    <a:pt x="1452" y="4183"/>
                    <a:pt x="1146" y="4183"/>
                  </a:cubicBezTo>
                  <a:close/>
                  <a:moveTo>
                    <a:pt x="1146" y="12"/>
                  </a:moveTo>
                  <a:cubicBezTo>
                    <a:pt x="521" y="12"/>
                    <a:pt x="12" y="520"/>
                    <a:pt x="12" y="1145"/>
                  </a:cubicBezTo>
                  <a:cubicBezTo>
                    <a:pt x="12" y="3037"/>
                    <a:pt x="12" y="3037"/>
                    <a:pt x="12" y="3037"/>
                  </a:cubicBezTo>
                  <a:cubicBezTo>
                    <a:pt x="12" y="3662"/>
                    <a:pt x="521" y="4171"/>
                    <a:pt x="1146" y="4171"/>
                  </a:cubicBezTo>
                  <a:cubicBezTo>
                    <a:pt x="1146" y="4171"/>
                    <a:pt x="1146" y="4171"/>
                    <a:pt x="1146" y="4171"/>
                  </a:cubicBezTo>
                  <a:cubicBezTo>
                    <a:pt x="1771" y="4171"/>
                    <a:pt x="2280" y="3662"/>
                    <a:pt x="2280" y="3037"/>
                  </a:cubicBezTo>
                  <a:cubicBezTo>
                    <a:pt x="2280" y="1145"/>
                    <a:pt x="2280" y="1145"/>
                    <a:pt x="2280" y="1145"/>
                  </a:cubicBezTo>
                  <a:cubicBezTo>
                    <a:pt x="2280" y="520"/>
                    <a:pt x="1771" y="12"/>
                    <a:pt x="1146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3" r:id="rId11"/>
    <p:sldLayoutId id="2147483666" r:id="rId12"/>
    <p:sldLayoutId id="2147483667" r:id="rId13"/>
    <p:sldLayoutId id="2147483669" r:id="rId14"/>
    <p:sldLayoutId id="214748367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hyperlink" Target="https://docs.google.com/spreadsheets/d/1bDvj9wPPDFKkBm-T2_Z7-7vravsiUbziEjrayV42iKM/copy#gid=10514214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ctrTitle"/>
          </p:nvPr>
        </p:nvSpPr>
        <p:spPr>
          <a:xfrm>
            <a:off x="1991833" y="586415"/>
            <a:ext cx="5160335" cy="9492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DM Sans ExtraBold"/>
                <a:ea typeface="DM Sans ExtraBold"/>
                <a:cs typeface="DM Sans ExtraBold"/>
                <a:sym typeface="DM Sans ExtraBold"/>
              </a:rPr>
              <a:t>BigProject Report</a:t>
            </a:r>
            <a:endParaRPr b="0" dirty="0"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1"/>
          </p:nvPr>
        </p:nvSpPr>
        <p:spPr>
          <a:xfrm>
            <a:off x="198473" y="3067486"/>
            <a:ext cx="5769935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Supervisor: 	Dr.NGUYEN Van Hieu</a:t>
            </a:r>
            <a:endParaRPr sz="1600" dirty="0"/>
          </a:p>
        </p:txBody>
      </p:sp>
      <p:sp>
        <p:nvSpPr>
          <p:cNvPr id="296" name="Google Shape;296;p28"/>
          <p:cNvSpPr/>
          <p:nvPr/>
        </p:nvSpPr>
        <p:spPr>
          <a:xfrm rot="5400000">
            <a:off x="625212" y="973043"/>
            <a:ext cx="111618" cy="64395"/>
          </a:xfrm>
          <a:custGeom>
            <a:avLst/>
            <a:gdLst/>
            <a:ahLst/>
            <a:cxnLst/>
            <a:rect l="l" t="t" r="r" b="b"/>
            <a:pathLst>
              <a:path w="78" h="45" extrusionOk="0">
                <a:moveTo>
                  <a:pt x="0" y="23"/>
                </a:moveTo>
                <a:lnTo>
                  <a:pt x="39" y="0"/>
                </a:lnTo>
                <a:lnTo>
                  <a:pt x="78" y="23"/>
                </a:lnTo>
                <a:lnTo>
                  <a:pt x="39" y="45"/>
                </a:lnTo>
                <a:lnTo>
                  <a:pt x="0" y="23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94;p28">
            <a:extLst>
              <a:ext uri="{FF2B5EF4-FFF2-40B4-BE49-F238E27FC236}">
                <a16:creationId xmlns:a16="http://schemas.microsoft.com/office/drawing/2014/main" id="{D3C0003B-3146-0528-35CC-BA80C9071506}"/>
              </a:ext>
            </a:extLst>
          </p:cNvPr>
          <p:cNvSpPr txBox="1">
            <a:spLocks/>
          </p:cNvSpPr>
          <p:nvPr/>
        </p:nvSpPr>
        <p:spPr>
          <a:xfrm>
            <a:off x="198474" y="1622480"/>
            <a:ext cx="8747051" cy="94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48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DM Sans"/>
              <a:buNone/>
              <a:defRPr sz="5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ctr"/>
            <a:r>
              <a:rPr lang="en-US" sz="3200" b="0" i="1" dirty="0">
                <a:latin typeface="DM Sans ExtraBold"/>
                <a:ea typeface="DM Sans ExtraBold"/>
                <a:cs typeface="DM Sans ExtraBold"/>
                <a:sym typeface="DM Sans ExtraBold"/>
              </a:rPr>
              <a:t>Design of 2.4 GHz BLE Transmitter with Wake-Up Receiver (WuRx)</a:t>
            </a:r>
          </a:p>
        </p:txBody>
      </p:sp>
      <p:sp>
        <p:nvSpPr>
          <p:cNvPr id="3" name="Google Shape;295;p28">
            <a:extLst>
              <a:ext uri="{FF2B5EF4-FFF2-40B4-BE49-F238E27FC236}">
                <a16:creationId xmlns:a16="http://schemas.microsoft.com/office/drawing/2014/main" id="{460CE7CF-28D9-E9D5-99F5-9A9C84CECEB1}"/>
              </a:ext>
            </a:extLst>
          </p:cNvPr>
          <p:cNvSpPr txBox="1">
            <a:spLocks/>
          </p:cNvSpPr>
          <p:nvPr/>
        </p:nvSpPr>
        <p:spPr>
          <a:xfrm>
            <a:off x="198474" y="2591686"/>
            <a:ext cx="657801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2000" b="1" dirty="0"/>
              <a:t>Project 4: </a:t>
            </a:r>
            <a:r>
              <a:rPr lang="en-US" sz="2000" b="1" i="1" dirty="0"/>
              <a:t>Sensor node BLE and Directional coupler</a:t>
            </a:r>
            <a:endParaRPr lang="nl-NL" sz="2000" b="1" i="1" dirty="0"/>
          </a:p>
        </p:txBody>
      </p:sp>
      <p:sp>
        <p:nvSpPr>
          <p:cNvPr id="4" name="Google Shape;295;p28">
            <a:extLst>
              <a:ext uri="{FF2B5EF4-FFF2-40B4-BE49-F238E27FC236}">
                <a16:creationId xmlns:a16="http://schemas.microsoft.com/office/drawing/2014/main" id="{E87D0B8F-1977-54FC-E2EB-09ABBABE119D}"/>
              </a:ext>
            </a:extLst>
          </p:cNvPr>
          <p:cNvSpPr txBox="1">
            <a:spLocks/>
          </p:cNvSpPr>
          <p:nvPr/>
        </p:nvSpPr>
        <p:spPr>
          <a:xfrm>
            <a:off x="198473" y="3543286"/>
            <a:ext cx="5840819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nl-NL" sz="1600" dirty="0"/>
              <a:t>Subject: 		Microwave Engineering</a:t>
            </a:r>
          </a:p>
        </p:txBody>
      </p:sp>
      <p:sp>
        <p:nvSpPr>
          <p:cNvPr id="5" name="Google Shape;295;p28">
            <a:extLst>
              <a:ext uri="{FF2B5EF4-FFF2-40B4-BE49-F238E27FC236}">
                <a16:creationId xmlns:a16="http://schemas.microsoft.com/office/drawing/2014/main" id="{A4775ADB-C95E-3452-85B6-6C86CFE6A229}"/>
              </a:ext>
            </a:extLst>
          </p:cNvPr>
          <p:cNvSpPr txBox="1">
            <a:spLocks/>
          </p:cNvSpPr>
          <p:nvPr/>
        </p:nvSpPr>
        <p:spPr>
          <a:xfrm>
            <a:off x="198474" y="4019086"/>
            <a:ext cx="3375838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nl-NL" sz="1600" dirty="0"/>
              <a:t>Group: 		N_04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DM Sans ExtraBold"/>
                <a:ea typeface="DM Sans ExtraBold"/>
                <a:cs typeface="DM Sans ExtraBold"/>
                <a:sym typeface="DM Sans ExtraBold"/>
              </a:rPr>
              <a:t>Thành viên của nhóm</a:t>
            </a:r>
            <a:endParaRPr sz="3000" dirty="0">
              <a:latin typeface="DM Sans ExtraBold"/>
              <a:ea typeface="DM Sans ExtraBold"/>
              <a:cs typeface="DM Sans ExtraBold"/>
              <a:sym typeface="DM Sans ExtraBold"/>
            </a:endParaRPr>
          </a:p>
        </p:txBody>
      </p:sp>
      <p:graphicFrame>
        <p:nvGraphicFramePr>
          <p:cNvPr id="305" name="Google Shape;305;p29"/>
          <p:cNvGraphicFramePr/>
          <p:nvPr>
            <p:extLst>
              <p:ext uri="{D42A27DB-BD31-4B8C-83A1-F6EECF244321}">
                <p14:modId xmlns:p14="http://schemas.microsoft.com/office/powerpoint/2010/main" val="2748341742"/>
              </p:ext>
            </p:extLst>
          </p:nvPr>
        </p:nvGraphicFramePr>
        <p:xfrm>
          <a:off x="76200" y="1185365"/>
          <a:ext cx="8991601" cy="3870690"/>
        </p:xfrm>
        <a:graphic>
          <a:graphicData uri="http://schemas.openxmlformats.org/drawingml/2006/table">
            <a:tbl>
              <a:tblPr>
                <a:noFill/>
                <a:tableStyleId>{BBA4B85B-C6BC-4E5F-98F4-0400EEE86A36}</a:tableStyleId>
              </a:tblPr>
              <a:tblGrid>
                <a:gridCol w="655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820">
                  <a:extLst>
                    <a:ext uri="{9D8B030D-6E8A-4147-A177-3AD203B41FA5}">
                      <a16:colId xmlns:a16="http://schemas.microsoft.com/office/drawing/2014/main" val="2101878698"/>
                    </a:ext>
                  </a:extLst>
                </a:gridCol>
                <a:gridCol w="3558540">
                  <a:extLst>
                    <a:ext uri="{9D8B030D-6E8A-4147-A177-3AD203B41FA5}">
                      <a16:colId xmlns:a16="http://schemas.microsoft.com/office/drawing/2014/main" val="1448912266"/>
                    </a:ext>
                  </a:extLst>
                </a:gridCol>
                <a:gridCol w="1066801">
                  <a:extLst>
                    <a:ext uri="{9D8B030D-6E8A-4147-A177-3AD203B41FA5}">
                      <a16:colId xmlns:a16="http://schemas.microsoft.com/office/drawing/2014/main" val="981829279"/>
                    </a:ext>
                  </a:extLst>
                </a:gridCol>
              </a:tblGrid>
              <a:tr h="368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u="sng" dirty="0">
                          <a:solidFill>
                            <a:schemeClr val="hlink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STT</a:t>
                      </a:r>
                      <a:endParaRPr sz="18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800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Họ và Tên</a:t>
                      </a:r>
                      <a:endParaRPr sz="1800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MSSV</a:t>
                      </a:r>
                      <a:endParaRPr sz="1800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Nhiệm vụ</a:t>
                      </a:r>
                      <a:endParaRPr sz="1800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800" u="sng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Tiến độ</a:t>
                      </a:r>
                      <a:endParaRPr sz="1800" u="sng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 dirty="0">
                          <a:solidFill>
                            <a:schemeClr val="hlink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1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Lâm Gia Bảo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2210214</a:t>
                      </a:r>
                      <a:endParaRPr sz="14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Viết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chương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trình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cho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Node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 dirty="0">
                          <a:solidFill>
                            <a:schemeClr val="hlink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2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Trần Quốc Bảo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2210278</a:t>
                      </a:r>
                      <a:endParaRPr sz="14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Thực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hiện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làm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mạch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PCB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 dirty="0">
                          <a:solidFill>
                            <a:schemeClr val="hlink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3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Hà Xuân Cát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2210342</a:t>
                      </a:r>
                      <a:endParaRPr sz="14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Thực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hiện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thiết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kế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kiểm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định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Schematic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 dirty="0">
                          <a:solidFill>
                            <a:schemeClr val="hlink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4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Lý Đoàn Dự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2210631</a:t>
                      </a:r>
                      <a:endParaRPr sz="14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Thực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hiện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thiết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kế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kiểm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định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Schematic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u="sng" dirty="0">
                          <a:solidFill>
                            <a:schemeClr val="dk1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5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Võ Phát Đạt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2210725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Thực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hiện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làm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mạch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PCB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dirty="0">
                          <a:solidFill>
                            <a:schemeClr val="dk1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6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Trương Nguyễn Nhật Đông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2210779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Thực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hiện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làm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mạch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PCB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913672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dirty="0">
                          <a:solidFill>
                            <a:schemeClr val="dk1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7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Nguyễn Đại Đồng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2210780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Viết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chương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trình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cho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Node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259541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sng" dirty="0">
                          <a:solidFill>
                            <a:schemeClr val="dk1"/>
                          </a:solidFill>
                          <a:latin typeface="DM Sans ExtraBold"/>
                          <a:ea typeface="DM Sans ExtraBold"/>
                          <a:cs typeface="DM Sans ExtraBold"/>
                          <a:sym typeface="DM Sans ExtraBold"/>
                        </a:rPr>
                        <a:t>8</a:t>
                      </a:r>
                      <a:endParaRPr sz="1600" u="sng" dirty="0">
                        <a:solidFill>
                          <a:schemeClr val="dk1"/>
                        </a:solidFill>
                        <a:latin typeface="DM Sans ExtraBold"/>
                        <a:ea typeface="DM Sans ExtraBold"/>
                        <a:cs typeface="DM Sans ExtraBold"/>
                        <a:sym typeface="DM Sans ExtraBold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Đỗ Tiến Giáp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2210838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Thực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hiện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mô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400" b="0" u="none" dirty="0" err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phỏng</a:t>
                      </a: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Directional Coupler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400" b="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sz="1400" b="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97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12" name="Google Shape;312;p30"/>
          <p:cNvSpPr txBox="1">
            <a:spLocks noGrp="1"/>
          </p:cNvSpPr>
          <p:nvPr>
            <p:ph type="subTitle" idx="1"/>
          </p:nvPr>
        </p:nvSpPr>
        <p:spPr>
          <a:xfrm>
            <a:off x="1364086" y="202416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1.1 Nhiệm vụ của nhóm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1.2 Cấu trúc bài báo cáo</a:t>
            </a:r>
            <a:endParaRPr sz="1000" dirty="0"/>
          </a:p>
        </p:txBody>
      </p:sp>
      <p:sp>
        <p:nvSpPr>
          <p:cNvPr id="313" name="Google Shape;313;p30"/>
          <p:cNvSpPr txBox="1">
            <a:spLocks noGrp="1"/>
          </p:cNvSpPr>
          <p:nvPr>
            <p:ph type="subTitle" idx="2"/>
          </p:nvPr>
        </p:nvSpPr>
        <p:spPr>
          <a:xfrm>
            <a:off x="1174555" y="3839951"/>
            <a:ext cx="26395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3.1 Thiết kế BLE node từ chip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3.2 Thiết kế Directional Coupler</a:t>
            </a:r>
            <a:endParaRPr sz="1000" dirty="0"/>
          </a:p>
        </p:txBody>
      </p:sp>
      <p:sp>
        <p:nvSpPr>
          <p:cNvPr id="315" name="Google Shape;315;p30"/>
          <p:cNvSpPr txBox="1">
            <a:spLocks noGrp="1"/>
          </p:cNvSpPr>
          <p:nvPr>
            <p:ph type="title" idx="5"/>
          </p:nvPr>
        </p:nvSpPr>
        <p:spPr>
          <a:xfrm>
            <a:off x="1815293" y="1326426"/>
            <a:ext cx="1403087" cy="469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1</a:t>
            </a:r>
            <a:endParaRPr dirty="0"/>
          </a:p>
        </p:txBody>
      </p:sp>
      <p:sp>
        <p:nvSpPr>
          <p:cNvPr id="317" name="Google Shape;317;p30"/>
          <p:cNvSpPr txBox="1">
            <a:spLocks noGrp="1"/>
          </p:cNvSpPr>
          <p:nvPr>
            <p:ph type="title" idx="7"/>
          </p:nvPr>
        </p:nvSpPr>
        <p:spPr>
          <a:xfrm>
            <a:off x="1568194" y="2952326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3</a:t>
            </a:r>
            <a:endParaRPr dirty="0"/>
          </a:p>
        </p:txBody>
      </p:sp>
      <p:sp>
        <p:nvSpPr>
          <p:cNvPr id="320" name="Google Shape;320;p30"/>
          <p:cNvSpPr txBox="1">
            <a:spLocks noGrp="1"/>
          </p:cNvSpPr>
          <p:nvPr>
            <p:ph type="subTitle" idx="13"/>
          </p:nvPr>
        </p:nvSpPr>
        <p:spPr>
          <a:xfrm>
            <a:off x="5474414" y="2019418"/>
            <a:ext cx="3039910" cy="932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2.1 Tổng quan về công nghệ 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2.2 Kiến trúc và đặc điểm kỹ thuật của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2.3 Quản lý năng lượng trên BLE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2.4 Lý thuyết về Directional Coupler</a:t>
            </a:r>
            <a:endParaRPr sz="1000" dirty="0"/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14"/>
          </p:nvPr>
        </p:nvSpPr>
        <p:spPr>
          <a:xfrm>
            <a:off x="5846525" y="2971014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4</a:t>
            </a:r>
            <a:endParaRPr dirty="0"/>
          </a:p>
        </p:txBody>
      </p:sp>
      <p:sp>
        <p:nvSpPr>
          <p:cNvPr id="323" name="Google Shape;323;p30"/>
          <p:cNvSpPr txBox="1">
            <a:spLocks noGrp="1"/>
          </p:cNvSpPr>
          <p:nvPr>
            <p:ph type="subTitle" idx="16"/>
          </p:nvPr>
        </p:nvSpPr>
        <p:spPr>
          <a:xfrm>
            <a:off x="1174555" y="173914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Giới thiệu tổng quan</a:t>
            </a:r>
            <a:endParaRPr dirty="0"/>
          </a:p>
        </p:txBody>
      </p:sp>
      <p:sp>
        <p:nvSpPr>
          <p:cNvPr id="324" name="Google Shape;324;p30"/>
          <p:cNvSpPr txBox="1">
            <a:spLocks noGrp="1"/>
          </p:cNvSpPr>
          <p:nvPr>
            <p:ph type="subTitle" idx="17"/>
          </p:nvPr>
        </p:nvSpPr>
        <p:spPr>
          <a:xfrm>
            <a:off x="1174555" y="351945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Thiết kế và thực hiện</a:t>
            </a:r>
            <a:endParaRPr dirty="0"/>
          </a:p>
        </p:txBody>
      </p:sp>
      <p:sp>
        <p:nvSpPr>
          <p:cNvPr id="327" name="Google Shape;327;p30"/>
          <p:cNvSpPr txBox="1">
            <a:spLocks noGrp="1"/>
          </p:cNvSpPr>
          <p:nvPr>
            <p:ph type="subTitle" idx="20"/>
          </p:nvPr>
        </p:nvSpPr>
        <p:spPr>
          <a:xfrm>
            <a:off x="4791295" y="3557427"/>
            <a:ext cx="3671739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</a:t>
            </a:r>
            <a:r>
              <a:rPr lang="en" dirty="0"/>
              <a:t>ết quả đo đặc và phân tích</a:t>
            </a:r>
            <a:endParaRPr dirty="0"/>
          </a:p>
        </p:txBody>
      </p:sp>
      <p:sp>
        <p:nvSpPr>
          <p:cNvPr id="328" name="Google Shape;328;p30"/>
          <p:cNvSpPr txBox="1">
            <a:spLocks noGrp="1"/>
          </p:cNvSpPr>
          <p:nvPr>
            <p:ph type="subTitle" idx="21"/>
          </p:nvPr>
        </p:nvSpPr>
        <p:spPr>
          <a:xfrm>
            <a:off x="5474414" y="1739144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Cơ sở lý thuyết</a:t>
            </a:r>
            <a:endParaRPr dirty="0"/>
          </a:p>
        </p:txBody>
      </p:sp>
      <p:sp>
        <p:nvSpPr>
          <p:cNvPr id="16" name="Google Shape;313;p30">
            <a:extLst>
              <a:ext uri="{FF2B5EF4-FFF2-40B4-BE49-F238E27FC236}">
                <a16:creationId xmlns:a16="http://schemas.microsoft.com/office/drawing/2014/main" id="{812508E8-1C9C-B9DE-169F-8D749D527083}"/>
              </a:ext>
            </a:extLst>
          </p:cNvPr>
          <p:cNvSpPr txBox="1">
            <a:spLocks/>
          </p:cNvSpPr>
          <p:nvPr/>
        </p:nvSpPr>
        <p:spPr>
          <a:xfrm>
            <a:off x="5442155" y="3839951"/>
            <a:ext cx="26395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/>
            <a:r>
              <a:rPr lang="en-US" sz="1000" dirty="0"/>
              <a:t>4.1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Sensor Node BLE</a:t>
            </a:r>
          </a:p>
          <a:p>
            <a:pPr marL="0" indent="0" algn="l"/>
            <a:r>
              <a:rPr lang="en-US" sz="1000" dirty="0"/>
              <a:t>4.2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Directional Coupler</a:t>
            </a:r>
          </a:p>
        </p:txBody>
      </p:sp>
      <p:sp>
        <p:nvSpPr>
          <p:cNvPr id="17" name="Google Shape;315;p30">
            <a:extLst>
              <a:ext uri="{FF2B5EF4-FFF2-40B4-BE49-F238E27FC236}">
                <a16:creationId xmlns:a16="http://schemas.microsoft.com/office/drawing/2014/main" id="{73ADC453-D93C-C9CB-F239-431596A30548}"/>
              </a:ext>
            </a:extLst>
          </p:cNvPr>
          <p:cNvSpPr txBox="1">
            <a:spLocks/>
          </p:cNvSpPr>
          <p:nvPr/>
        </p:nvSpPr>
        <p:spPr>
          <a:xfrm>
            <a:off x="5879898" y="1326426"/>
            <a:ext cx="1403087" cy="46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2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/>
              <a:t>Section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>
            <a:spLocks noGrp="1"/>
          </p:cNvSpPr>
          <p:nvPr>
            <p:ph type="title"/>
          </p:nvPr>
        </p:nvSpPr>
        <p:spPr>
          <a:xfrm>
            <a:off x="719999" y="2909475"/>
            <a:ext cx="614863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35" name="Google Shape;335;p31"/>
          <p:cNvSpPr txBox="1">
            <a:spLocks noGrp="1"/>
          </p:cNvSpPr>
          <p:nvPr>
            <p:ph type="title" idx="2"/>
          </p:nvPr>
        </p:nvSpPr>
        <p:spPr>
          <a:xfrm>
            <a:off x="719999" y="2244925"/>
            <a:ext cx="2646977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1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0">
            <a:extLst>
              <a:ext uri="{FF2B5EF4-FFF2-40B4-BE49-F238E27FC236}">
                <a16:creationId xmlns:a16="http://schemas.microsoft.com/office/drawing/2014/main" id="{30FCF6E9-F38B-8AB9-C25C-F227F2C08C66}"/>
              </a:ext>
            </a:extLst>
          </p:cNvPr>
          <p:cNvSpPr txBox="1">
            <a:spLocks/>
          </p:cNvSpPr>
          <p:nvPr/>
        </p:nvSpPr>
        <p:spPr>
          <a:xfrm>
            <a:off x="-146399" y="20781"/>
            <a:ext cx="3068782" cy="86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/>
            <a:r>
              <a:rPr lang="en-US" sz="4000" dirty="0">
                <a:solidFill>
                  <a:schemeClr val="lt1"/>
                </a:solidFill>
              </a:rPr>
              <a:t>Section 1</a:t>
            </a:r>
            <a:endParaRPr lang="en-US" sz="4000" dirty="0"/>
          </a:p>
        </p:txBody>
      </p:sp>
      <p:sp>
        <p:nvSpPr>
          <p:cNvPr id="22" name="Google Shape;323;p30">
            <a:extLst>
              <a:ext uri="{FF2B5EF4-FFF2-40B4-BE49-F238E27FC236}">
                <a16:creationId xmlns:a16="http://schemas.microsoft.com/office/drawing/2014/main" id="{21DB869C-D59C-B108-59D1-AEA88FB49999}"/>
              </a:ext>
            </a:extLst>
          </p:cNvPr>
          <p:cNvSpPr txBox="1">
            <a:spLocks/>
          </p:cNvSpPr>
          <p:nvPr/>
        </p:nvSpPr>
        <p:spPr>
          <a:xfrm>
            <a:off x="2733191" y="72993"/>
            <a:ext cx="7249009" cy="7943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600"/>
            </a:pP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Giới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thiệu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tổng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quan</a:t>
            </a:r>
            <a:endParaRPr lang="en-US" sz="3600" dirty="0">
              <a:solidFill>
                <a:schemeClr val="dk1"/>
              </a:solidFill>
              <a:latin typeface="DM Sans ExtraBold"/>
              <a:sym typeface="DM Sans ExtraBold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3A92FC-3D72-8BD8-F6FF-802327C6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03" y="1081320"/>
            <a:ext cx="7799194" cy="35142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BAEB1D8A-91D4-3979-C3B1-60E60CAC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>
            <a:extLst>
              <a:ext uri="{FF2B5EF4-FFF2-40B4-BE49-F238E27FC236}">
                <a16:creationId xmlns:a16="http://schemas.microsoft.com/office/drawing/2014/main" id="{7B9FE55F-DAF0-D4BE-C392-A1EDB8D54A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12" name="Google Shape;312;p30">
            <a:extLst>
              <a:ext uri="{FF2B5EF4-FFF2-40B4-BE49-F238E27FC236}">
                <a16:creationId xmlns:a16="http://schemas.microsoft.com/office/drawing/2014/main" id="{3EFA7A12-13C8-B84E-3314-252B63D9FF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64086" y="202416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1.1 Nhiệm vụ của nhóm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1.2 Cấu trúc bài báo cáo</a:t>
            </a:r>
            <a:endParaRPr sz="1000" dirty="0"/>
          </a:p>
        </p:txBody>
      </p:sp>
      <p:sp>
        <p:nvSpPr>
          <p:cNvPr id="313" name="Google Shape;313;p30">
            <a:extLst>
              <a:ext uri="{FF2B5EF4-FFF2-40B4-BE49-F238E27FC236}">
                <a16:creationId xmlns:a16="http://schemas.microsoft.com/office/drawing/2014/main" id="{8D636224-3CA6-3241-D177-8B0EC7EC219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4555" y="3839951"/>
            <a:ext cx="26395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3.1 Thiết kế BLE node từ chip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3.2 Thiết kế Directional Coupler</a:t>
            </a:r>
            <a:endParaRPr sz="1000" dirty="0"/>
          </a:p>
        </p:txBody>
      </p:sp>
      <p:sp>
        <p:nvSpPr>
          <p:cNvPr id="315" name="Google Shape;315;p30">
            <a:extLst>
              <a:ext uri="{FF2B5EF4-FFF2-40B4-BE49-F238E27FC236}">
                <a16:creationId xmlns:a16="http://schemas.microsoft.com/office/drawing/2014/main" id="{C538A24D-C512-7F62-2C5A-19369C6E7544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815293" y="1326426"/>
            <a:ext cx="1403087" cy="469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1</a:t>
            </a:r>
            <a:endParaRPr dirty="0"/>
          </a:p>
        </p:txBody>
      </p:sp>
      <p:sp>
        <p:nvSpPr>
          <p:cNvPr id="317" name="Google Shape;317;p30">
            <a:extLst>
              <a:ext uri="{FF2B5EF4-FFF2-40B4-BE49-F238E27FC236}">
                <a16:creationId xmlns:a16="http://schemas.microsoft.com/office/drawing/2014/main" id="{C841B501-DE00-CEE1-308D-85C06DF60540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68194" y="2952326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3</a:t>
            </a:r>
            <a:endParaRPr dirty="0"/>
          </a:p>
        </p:txBody>
      </p:sp>
      <p:sp>
        <p:nvSpPr>
          <p:cNvPr id="320" name="Google Shape;320;p30">
            <a:extLst>
              <a:ext uri="{FF2B5EF4-FFF2-40B4-BE49-F238E27FC236}">
                <a16:creationId xmlns:a16="http://schemas.microsoft.com/office/drawing/2014/main" id="{579FE888-5896-51D9-22C2-6008FEE0DAC0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474414" y="2019418"/>
            <a:ext cx="3039910" cy="932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2.1 Tổng quan về công nghệ 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2.2 Kiến trúc và đặc điểm kỹ thuật của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2.3 Quản lý năng lượng trên BLE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2.4 Lý thuyết về Directional Coupler</a:t>
            </a:r>
            <a:endParaRPr sz="1000" dirty="0"/>
          </a:p>
        </p:txBody>
      </p:sp>
      <p:sp>
        <p:nvSpPr>
          <p:cNvPr id="321" name="Google Shape;321;p30">
            <a:extLst>
              <a:ext uri="{FF2B5EF4-FFF2-40B4-BE49-F238E27FC236}">
                <a16:creationId xmlns:a16="http://schemas.microsoft.com/office/drawing/2014/main" id="{8165950A-466F-D6BB-DC28-F7927121B9CB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846525" y="2971014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4</a:t>
            </a:r>
            <a:endParaRPr dirty="0"/>
          </a:p>
        </p:txBody>
      </p:sp>
      <p:sp>
        <p:nvSpPr>
          <p:cNvPr id="323" name="Google Shape;323;p30">
            <a:extLst>
              <a:ext uri="{FF2B5EF4-FFF2-40B4-BE49-F238E27FC236}">
                <a16:creationId xmlns:a16="http://schemas.microsoft.com/office/drawing/2014/main" id="{AB6EE187-5AD2-A5CC-8237-1DCDA5F31D30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1174555" y="173914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Giới thiệu tổng quan</a:t>
            </a:r>
            <a:endParaRPr dirty="0"/>
          </a:p>
        </p:txBody>
      </p:sp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9D960394-A0E1-5C3F-1371-54CE4D9313B1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1174555" y="351945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Thiết kế và thực hiện</a:t>
            </a:r>
            <a:endParaRPr dirty="0"/>
          </a:p>
        </p:txBody>
      </p:sp>
      <p:sp>
        <p:nvSpPr>
          <p:cNvPr id="327" name="Google Shape;327;p30">
            <a:extLst>
              <a:ext uri="{FF2B5EF4-FFF2-40B4-BE49-F238E27FC236}">
                <a16:creationId xmlns:a16="http://schemas.microsoft.com/office/drawing/2014/main" id="{89209FCC-6E33-16D1-AE8C-554B15FD6186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4791295" y="3557427"/>
            <a:ext cx="3671739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</a:t>
            </a:r>
            <a:r>
              <a:rPr lang="en" dirty="0"/>
              <a:t>ết quả đo đặc và phân tích</a:t>
            </a:r>
            <a:endParaRPr dirty="0"/>
          </a:p>
        </p:txBody>
      </p:sp>
      <p:sp>
        <p:nvSpPr>
          <p:cNvPr id="328" name="Google Shape;328;p30">
            <a:extLst>
              <a:ext uri="{FF2B5EF4-FFF2-40B4-BE49-F238E27FC236}">
                <a16:creationId xmlns:a16="http://schemas.microsoft.com/office/drawing/2014/main" id="{34F5023D-F178-5A63-FFFD-FFAEEA3C8563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5474414" y="1739144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Cơ sở lý thuyết</a:t>
            </a:r>
            <a:endParaRPr dirty="0"/>
          </a:p>
        </p:txBody>
      </p:sp>
      <p:sp>
        <p:nvSpPr>
          <p:cNvPr id="16" name="Google Shape;313;p30">
            <a:extLst>
              <a:ext uri="{FF2B5EF4-FFF2-40B4-BE49-F238E27FC236}">
                <a16:creationId xmlns:a16="http://schemas.microsoft.com/office/drawing/2014/main" id="{05F059FE-B232-2112-9995-C7939C10EBFB}"/>
              </a:ext>
            </a:extLst>
          </p:cNvPr>
          <p:cNvSpPr txBox="1">
            <a:spLocks/>
          </p:cNvSpPr>
          <p:nvPr/>
        </p:nvSpPr>
        <p:spPr>
          <a:xfrm>
            <a:off x="5442155" y="3839951"/>
            <a:ext cx="26395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/>
            <a:r>
              <a:rPr lang="en-US" sz="1000" dirty="0"/>
              <a:t>4.1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Sensor Node BLE</a:t>
            </a:r>
          </a:p>
          <a:p>
            <a:pPr marL="0" indent="0" algn="l"/>
            <a:r>
              <a:rPr lang="en-US" sz="1000" dirty="0"/>
              <a:t>4.2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Directional Coupler</a:t>
            </a:r>
          </a:p>
        </p:txBody>
      </p:sp>
      <p:sp>
        <p:nvSpPr>
          <p:cNvPr id="17" name="Google Shape;315;p30">
            <a:extLst>
              <a:ext uri="{FF2B5EF4-FFF2-40B4-BE49-F238E27FC236}">
                <a16:creationId xmlns:a16="http://schemas.microsoft.com/office/drawing/2014/main" id="{4AD72297-5DA1-6E9F-B8EB-58A02D7A659E}"/>
              </a:ext>
            </a:extLst>
          </p:cNvPr>
          <p:cNvSpPr txBox="1">
            <a:spLocks/>
          </p:cNvSpPr>
          <p:nvPr/>
        </p:nvSpPr>
        <p:spPr>
          <a:xfrm>
            <a:off x="5879898" y="1326426"/>
            <a:ext cx="1403087" cy="46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2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/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3453988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">
        <p159:morph option="byObject"/>
      </p:transition>
    </mc:Choice>
    <mc:Fallback>
      <p:transition spd="slow" advClick="0" advTm="2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E507A1AB-C3F3-A556-5DF4-C2A947A2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1BB846BE-1B43-DC15-1B1C-B31B6AE673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2909475"/>
            <a:ext cx="614863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endParaRPr lang="en-US" dirty="0"/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4AEE2FAE-2F43-A061-DF12-E5504EF24A6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2244925"/>
            <a:ext cx="2646977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5979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108EC53-1EC8-115A-4A45-EB4BF2597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0">
            <a:extLst>
              <a:ext uri="{FF2B5EF4-FFF2-40B4-BE49-F238E27FC236}">
                <a16:creationId xmlns:a16="http://schemas.microsoft.com/office/drawing/2014/main" id="{38EDF717-925B-B545-9232-4B1CEA5E2E94}"/>
              </a:ext>
            </a:extLst>
          </p:cNvPr>
          <p:cNvSpPr txBox="1">
            <a:spLocks/>
          </p:cNvSpPr>
          <p:nvPr/>
        </p:nvSpPr>
        <p:spPr>
          <a:xfrm>
            <a:off x="-146399" y="27708"/>
            <a:ext cx="3068782" cy="86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/>
            <a:r>
              <a:rPr lang="en-US" sz="4000" dirty="0">
                <a:solidFill>
                  <a:schemeClr val="lt1"/>
                </a:solidFill>
              </a:rPr>
              <a:t>Section 2</a:t>
            </a:r>
            <a:endParaRPr lang="en-US" sz="4000" dirty="0"/>
          </a:p>
        </p:txBody>
      </p:sp>
      <p:sp>
        <p:nvSpPr>
          <p:cNvPr id="22" name="Google Shape;323;p30">
            <a:extLst>
              <a:ext uri="{FF2B5EF4-FFF2-40B4-BE49-F238E27FC236}">
                <a16:creationId xmlns:a16="http://schemas.microsoft.com/office/drawing/2014/main" id="{FFFB3FDB-1302-7014-74A2-CA151DA20ADC}"/>
              </a:ext>
            </a:extLst>
          </p:cNvPr>
          <p:cNvSpPr txBox="1">
            <a:spLocks/>
          </p:cNvSpPr>
          <p:nvPr/>
        </p:nvSpPr>
        <p:spPr>
          <a:xfrm>
            <a:off x="2733191" y="72993"/>
            <a:ext cx="7249009" cy="7943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600"/>
            </a:pP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Cơ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sở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lý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thuyết</a:t>
            </a:r>
            <a:endParaRPr lang="en-US" sz="3600" dirty="0">
              <a:solidFill>
                <a:schemeClr val="dk1"/>
              </a:solidFill>
              <a:latin typeface="DM Sans ExtraBold"/>
              <a:sym typeface="DM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971267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ADEDEFD5-8DC8-8F1A-5FC5-E995C8C0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>
            <a:extLst>
              <a:ext uri="{FF2B5EF4-FFF2-40B4-BE49-F238E27FC236}">
                <a16:creationId xmlns:a16="http://schemas.microsoft.com/office/drawing/2014/main" id="{8F08DC3C-7620-A080-EAC1-8F8938D39E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12" name="Google Shape;312;p30">
            <a:extLst>
              <a:ext uri="{FF2B5EF4-FFF2-40B4-BE49-F238E27FC236}">
                <a16:creationId xmlns:a16="http://schemas.microsoft.com/office/drawing/2014/main" id="{F416C67D-D23F-8729-B51F-76B22D553C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64086" y="202416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1.1 Nhiệm vụ của nhóm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1.2 Cấu trúc bài báo cáo</a:t>
            </a:r>
            <a:endParaRPr sz="1000" dirty="0"/>
          </a:p>
        </p:txBody>
      </p:sp>
      <p:sp>
        <p:nvSpPr>
          <p:cNvPr id="313" name="Google Shape;313;p30">
            <a:extLst>
              <a:ext uri="{FF2B5EF4-FFF2-40B4-BE49-F238E27FC236}">
                <a16:creationId xmlns:a16="http://schemas.microsoft.com/office/drawing/2014/main" id="{C78E8716-089F-12F6-D7D1-83DDE544A39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4555" y="3839951"/>
            <a:ext cx="26395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3.1 Thiết kế BLE node từ chip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3.2 Thiết kế Directional Coupler</a:t>
            </a:r>
            <a:endParaRPr sz="1000" dirty="0"/>
          </a:p>
        </p:txBody>
      </p:sp>
      <p:sp>
        <p:nvSpPr>
          <p:cNvPr id="315" name="Google Shape;315;p30">
            <a:extLst>
              <a:ext uri="{FF2B5EF4-FFF2-40B4-BE49-F238E27FC236}">
                <a16:creationId xmlns:a16="http://schemas.microsoft.com/office/drawing/2014/main" id="{5CEB0683-3B11-1717-6898-889A569CABA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815293" y="1326426"/>
            <a:ext cx="1403087" cy="469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1</a:t>
            </a:r>
            <a:endParaRPr dirty="0"/>
          </a:p>
        </p:txBody>
      </p:sp>
      <p:sp>
        <p:nvSpPr>
          <p:cNvPr id="317" name="Google Shape;317;p30">
            <a:extLst>
              <a:ext uri="{FF2B5EF4-FFF2-40B4-BE49-F238E27FC236}">
                <a16:creationId xmlns:a16="http://schemas.microsoft.com/office/drawing/2014/main" id="{C3AA14D9-E9BE-8591-E314-5D5A61AC3FFA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68194" y="2952326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3</a:t>
            </a:r>
            <a:endParaRPr dirty="0"/>
          </a:p>
        </p:txBody>
      </p:sp>
      <p:sp>
        <p:nvSpPr>
          <p:cNvPr id="320" name="Google Shape;320;p30">
            <a:extLst>
              <a:ext uri="{FF2B5EF4-FFF2-40B4-BE49-F238E27FC236}">
                <a16:creationId xmlns:a16="http://schemas.microsoft.com/office/drawing/2014/main" id="{0BAE3A7A-F244-7C87-DA2D-03DB9D011B7A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474414" y="2019418"/>
            <a:ext cx="3039910" cy="932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2.1 Tổng quan về công nghệ 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2.2 Kiến trúc và đặc điểm kỹ thuật của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2.3 Quản lý năng lượng trên BLE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2.4 Lý thuyết về Directional Coupler</a:t>
            </a:r>
            <a:endParaRPr sz="1000" dirty="0"/>
          </a:p>
        </p:txBody>
      </p:sp>
      <p:sp>
        <p:nvSpPr>
          <p:cNvPr id="321" name="Google Shape;321;p30">
            <a:extLst>
              <a:ext uri="{FF2B5EF4-FFF2-40B4-BE49-F238E27FC236}">
                <a16:creationId xmlns:a16="http://schemas.microsoft.com/office/drawing/2014/main" id="{5B8591F1-5E76-D9EA-70B3-859F6574A037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846525" y="2971014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4</a:t>
            </a:r>
            <a:endParaRPr dirty="0"/>
          </a:p>
        </p:txBody>
      </p:sp>
      <p:sp>
        <p:nvSpPr>
          <p:cNvPr id="323" name="Google Shape;323;p30">
            <a:extLst>
              <a:ext uri="{FF2B5EF4-FFF2-40B4-BE49-F238E27FC236}">
                <a16:creationId xmlns:a16="http://schemas.microsoft.com/office/drawing/2014/main" id="{6FB88D90-5925-A8D0-53C4-35F03B1D179D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1174555" y="173914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Giới thiệu tổng quan</a:t>
            </a:r>
            <a:endParaRPr dirty="0"/>
          </a:p>
        </p:txBody>
      </p:sp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126DA930-3F51-01F4-DC1B-A3E494FAE913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1174555" y="351945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Thiết kế và thực hiện</a:t>
            </a:r>
            <a:endParaRPr dirty="0"/>
          </a:p>
        </p:txBody>
      </p:sp>
      <p:sp>
        <p:nvSpPr>
          <p:cNvPr id="327" name="Google Shape;327;p30">
            <a:extLst>
              <a:ext uri="{FF2B5EF4-FFF2-40B4-BE49-F238E27FC236}">
                <a16:creationId xmlns:a16="http://schemas.microsoft.com/office/drawing/2014/main" id="{0452ADEC-E163-D8BC-2FDC-2DDE62073D52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4791295" y="3557427"/>
            <a:ext cx="3671739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</a:t>
            </a:r>
            <a:r>
              <a:rPr lang="en" dirty="0"/>
              <a:t>ết quả đo đặc và phân tích</a:t>
            </a:r>
            <a:endParaRPr dirty="0"/>
          </a:p>
        </p:txBody>
      </p:sp>
      <p:sp>
        <p:nvSpPr>
          <p:cNvPr id="328" name="Google Shape;328;p30">
            <a:extLst>
              <a:ext uri="{FF2B5EF4-FFF2-40B4-BE49-F238E27FC236}">
                <a16:creationId xmlns:a16="http://schemas.microsoft.com/office/drawing/2014/main" id="{C3731780-2744-0C59-C8B0-1B81F9C5C1F6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5474414" y="1739144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Cơ sở lý thuyết</a:t>
            </a:r>
            <a:endParaRPr dirty="0"/>
          </a:p>
        </p:txBody>
      </p:sp>
      <p:sp>
        <p:nvSpPr>
          <p:cNvPr id="16" name="Google Shape;313;p30">
            <a:extLst>
              <a:ext uri="{FF2B5EF4-FFF2-40B4-BE49-F238E27FC236}">
                <a16:creationId xmlns:a16="http://schemas.microsoft.com/office/drawing/2014/main" id="{F1101ED9-C4F0-AE9A-BB9D-5DA23477923F}"/>
              </a:ext>
            </a:extLst>
          </p:cNvPr>
          <p:cNvSpPr txBox="1">
            <a:spLocks/>
          </p:cNvSpPr>
          <p:nvPr/>
        </p:nvSpPr>
        <p:spPr>
          <a:xfrm>
            <a:off x="5442155" y="3839951"/>
            <a:ext cx="26395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/>
            <a:r>
              <a:rPr lang="en-US" sz="1000" dirty="0"/>
              <a:t>4.1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Sensor Node BLE</a:t>
            </a:r>
          </a:p>
          <a:p>
            <a:pPr marL="0" indent="0" algn="l"/>
            <a:r>
              <a:rPr lang="en-US" sz="1000" dirty="0"/>
              <a:t>4.2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Directional Coupler</a:t>
            </a:r>
          </a:p>
        </p:txBody>
      </p:sp>
      <p:sp>
        <p:nvSpPr>
          <p:cNvPr id="17" name="Google Shape;315;p30">
            <a:extLst>
              <a:ext uri="{FF2B5EF4-FFF2-40B4-BE49-F238E27FC236}">
                <a16:creationId xmlns:a16="http://schemas.microsoft.com/office/drawing/2014/main" id="{D9E9DA7D-1938-B595-486A-5C1638874F5A}"/>
              </a:ext>
            </a:extLst>
          </p:cNvPr>
          <p:cNvSpPr txBox="1">
            <a:spLocks/>
          </p:cNvSpPr>
          <p:nvPr/>
        </p:nvSpPr>
        <p:spPr>
          <a:xfrm>
            <a:off x="5879898" y="1326426"/>
            <a:ext cx="1403087" cy="46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2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/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2383408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">
        <p159:morph option="byObject"/>
      </p:transition>
    </mc:Choice>
    <mc:Fallback>
      <p:transition spd="slow" advClick="0" advTm="2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A8BBA557-EAD6-1514-BFA5-3DB6286A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DBF24CD2-92F7-CB1B-9015-40F046011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2909475"/>
            <a:ext cx="6148633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A5DF699E-DE61-99B5-28CB-C6DD5EC8C6E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2244925"/>
            <a:ext cx="2646977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9521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1EF25DAE-B68B-C0AC-B86D-0688BF0A8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0">
            <a:extLst>
              <a:ext uri="{FF2B5EF4-FFF2-40B4-BE49-F238E27FC236}">
                <a16:creationId xmlns:a16="http://schemas.microsoft.com/office/drawing/2014/main" id="{5A0CC45E-8042-1820-3CEE-5A0534A76634}"/>
              </a:ext>
            </a:extLst>
          </p:cNvPr>
          <p:cNvSpPr txBox="1">
            <a:spLocks/>
          </p:cNvSpPr>
          <p:nvPr/>
        </p:nvSpPr>
        <p:spPr>
          <a:xfrm>
            <a:off x="-146399" y="20781"/>
            <a:ext cx="3068782" cy="86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/>
            <a:r>
              <a:rPr lang="en-US" sz="4000" dirty="0">
                <a:solidFill>
                  <a:schemeClr val="lt1"/>
                </a:solidFill>
              </a:rPr>
              <a:t>Section 3</a:t>
            </a:r>
            <a:endParaRPr lang="en-US" sz="4000" dirty="0"/>
          </a:p>
        </p:txBody>
      </p:sp>
      <p:sp>
        <p:nvSpPr>
          <p:cNvPr id="22" name="Google Shape;323;p30">
            <a:extLst>
              <a:ext uri="{FF2B5EF4-FFF2-40B4-BE49-F238E27FC236}">
                <a16:creationId xmlns:a16="http://schemas.microsoft.com/office/drawing/2014/main" id="{E553DE26-5AF3-CC97-EDFA-34C8AFFD0BEB}"/>
              </a:ext>
            </a:extLst>
          </p:cNvPr>
          <p:cNvSpPr txBox="1">
            <a:spLocks/>
          </p:cNvSpPr>
          <p:nvPr/>
        </p:nvSpPr>
        <p:spPr>
          <a:xfrm>
            <a:off x="2733191" y="72993"/>
            <a:ext cx="7249009" cy="7943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600"/>
            </a:pP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Thiết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kế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và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thực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hiện</a:t>
            </a:r>
            <a:endParaRPr lang="en-US" sz="3600" dirty="0">
              <a:solidFill>
                <a:schemeClr val="dk1"/>
              </a:solidFill>
              <a:latin typeface="DM Sans ExtraBold"/>
              <a:sym typeface="DM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27775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F7F3E9C-F815-BFD9-E4C5-2AEA9FCB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>
            <a:extLst>
              <a:ext uri="{FF2B5EF4-FFF2-40B4-BE49-F238E27FC236}">
                <a16:creationId xmlns:a16="http://schemas.microsoft.com/office/drawing/2014/main" id="{5EBE8553-E3C7-536C-8A04-EF76D0DCA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12" name="Google Shape;312;p30">
            <a:extLst>
              <a:ext uri="{FF2B5EF4-FFF2-40B4-BE49-F238E27FC236}">
                <a16:creationId xmlns:a16="http://schemas.microsoft.com/office/drawing/2014/main" id="{37BE96D7-79AF-099F-9A97-D4B92F451F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64086" y="202416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1.1 Nhiệm vụ của nhóm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1.2 Cấu trúc bài báo cáo</a:t>
            </a:r>
            <a:endParaRPr sz="1000" dirty="0"/>
          </a:p>
        </p:txBody>
      </p:sp>
      <p:sp>
        <p:nvSpPr>
          <p:cNvPr id="313" name="Google Shape;313;p30">
            <a:extLst>
              <a:ext uri="{FF2B5EF4-FFF2-40B4-BE49-F238E27FC236}">
                <a16:creationId xmlns:a16="http://schemas.microsoft.com/office/drawing/2014/main" id="{43C56E17-9E3C-C6AE-A271-3AB79E1D578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4555" y="3839951"/>
            <a:ext cx="26395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3.1 Thiết kế BLE node từ chip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3.2 Thiết kế Directional Coupler</a:t>
            </a:r>
            <a:endParaRPr sz="1000" dirty="0"/>
          </a:p>
        </p:txBody>
      </p:sp>
      <p:sp>
        <p:nvSpPr>
          <p:cNvPr id="315" name="Google Shape;315;p30">
            <a:extLst>
              <a:ext uri="{FF2B5EF4-FFF2-40B4-BE49-F238E27FC236}">
                <a16:creationId xmlns:a16="http://schemas.microsoft.com/office/drawing/2014/main" id="{E6CF9AF0-38BA-2BE2-F5F3-A50F44E78E7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815293" y="1326426"/>
            <a:ext cx="1403087" cy="469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1</a:t>
            </a:r>
            <a:endParaRPr dirty="0"/>
          </a:p>
        </p:txBody>
      </p:sp>
      <p:sp>
        <p:nvSpPr>
          <p:cNvPr id="317" name="Google Shape;317;p30">
            <a:extLst>
              <a:ext uri="{FF2B5EF4-FFF2-40B4-BE49-F238E27FC236}">
                <a16:creationId xmlns:a16="http://schemas.microsoft.com/office/drawing/2014/main" id="{3AFDA740-6F94-DCB7-BAC7-612E8F960334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1568194" y="2952326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3</a:t>
            </a:r>
            <a:endParaRPr dirty="0"/>
          </a:p>
        </p:txBody>
      </p:sp>
      <p:sp>
        <p:nvSpPr>
          <p:cNvPr id="320" name="Google Shape;320;p30">
            <a:extLst>
              <a:ext uri="{FF2B5EF4-FFF2-40B4-BE49-F238E27FC236}">
                <a16:creationId xmlns:a16="http://schemas.microsoft.com/office/drawing/2014/main" id="{0A3A00E2-652B-80F9-E06A-C50D38734000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5474414" y="2019418"/>
            <a:ext cx="3039910" cy="932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2.1 Tổng quan về công nghệ BLE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2.2 Kiến trúc và đặc điểm kỹ thuật của ESP32-C3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2.3 Quản lý năng lượng trên BLE node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2.4 Lý thuyết về Directional Coupler</a:t>
            </a:r>
            <a:endParaRPr sz="1000" dirty="0"/>
          </a:p>
        </p:txBody>
      </p:sp>
      <p:sp>
        <p:nvSpPr>
          <p:cNvPr id="321" name="Google Shape;321;p30">
            <a:extLst>
              <a:ext uri="{FF2B5EF4-FFF2-40B4-BE49-F238E27FC236}">
                <a16:creationId xmlns:a16="http://schemas.microsoft.com/office/drawing/2014/main" id="{0B258A79-ADAB-FF7F-7CDC-4AADB03EC7A7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846525" y="2971014"/>
            <a:ext cx="1496760" cy="6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4</a:t>
            </a:r>
            <a:endParaRPr dirty="0"/>
          </a:p>
        </p:txBody>
      </p:sp>
      <p:sp>
        <p:nvSpPr>
          <p:cNvPr id="323" name="Google Shape;323;p30">
            <a:extLst>
              <a:ext uri="{FF2B5EF4-FFF2-40B4-BE49-F238E27FC236}">
                <a16:creationId xmlns:a16="http://schemas.microsoft.com/office/drawing/2014/main" id="{B8BA6449-E52E-0412-B47C-73C10309DBA7}"/>
              </a:ext>
            </a:extLst>
          </p:cNvPr>
          <p:cNvSpPr txBox="1">
            <a:spLocks noGrp="1"/>
          </p:cNvSpPr>
          <p:nvPr>
            <p:ph type="subTitle" idx="16"/>
          </p:nvPr>
        </p:nvSpPr>
        <p:spPr>
          <a:xfrm>
            <a:off x="1174555" y="173914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Giới thiệu tổng quan</a:t>
            </a:r>
            <a:endParaRPr dirty="0"/>
          </a:p>
        </p:txBody>
      </p:sp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AFF7C0F2-B198-08F4-5C05-1DC235A0F564}"/>
              </a:ext>
            </a:extLst>
          </p:cNvPr>
          <p:cNvSpPr txBox="1">
            <a:spLocks noGrp="1"/>
          </p:cNvSpPr>
          <p:nvPr>
            <p:ph type="subTitle" idx="17"/>
          </p:nvPr>
        </p:nvSpPr>
        <p:spPr>
          <a:xfrm>
            <a:off x="1174555" y="3519454"/>
            <a:ext cx="2706026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Thiết kế và thực hiện</a:t>
            </a:r>
            <a:endParaRPr dirty="0"/>
          </a:p>
        </p:txBody>
      </p:sp>
      <p:sp>
        <p:nvSpPr>
          <p:cNvPr id="327" name="Google Shape;327;p30">
            <a:extLst>
              <a:ext uri="{FF2B5EF4-FFF2-40B4-BE49-F238E27FC236}">
                <a16:creationId xmlns:a16="http://schemas.microsoft.com/office/drawing/2014/main" id="{AD6F1F20-B129-E5C3-7D72-13A4DA7F8369}"/>
              </a:ext>
            </a:extLst>
          </p:cNvPr>
          <p:cNvSpPr txBox="1">
            <a:spLocks noGrp="1"/>
          </p:cNvSpPr>
          <p:nvPr>
            <p:ph type="subTitle" idx="20"/>
          </p:nvPr>
        </p:nvSpPr>
        <p:spPr>
          <a:xfrm>
            <a:off x="4791295" y="3557427"/>
            <a:ext cx="3671739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</a:t>
            </a:r>
            <a:r>
              <a:rPr lang="en" dirty="0"/>
              <a:t>ết quả đo đặc và phân tích</a:t>
            </a:r>
            <a:endParaRPr dirty="0"/>
          </a:p>
        </p:txBody>
      </p:sp>
      <p:sp>
        <p:nvSpPr>
          <p:cNvPr id="328" name="Google Shape;328;p30">
            <a:extLst>
              <a:ext uri="{FF2B5EF4-FFF2-40B4-BE49-F238E27FC236}">
                <a16:creationId xmlns:a16="http://schemas.microsoft.com/office/drawing/2014/main" id="{8696089D-1103-6048-AABB-E578F1293921}"/>
              </a:ext>
            </a:extLst>
          </p:cNvPr>
          <p:cNvSpPr txBox="1">
            <a:spLocks noGrp="1"/>
          </p:cNvSpPr>
          <p:nvPr>
            <p:ph type="subTitle" idx="21"/>
          </p:nvPr>
        </p:nvSpPr>
        <p:spPr>
          <a:xfrm>
            <a:off x="5474414" y="1739144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Cơ sở lý thuyết</a:t>
            </a:r>
            <a:endParaRPr dirty="0"/>
          </a:p>
        </p:txBody>
      </p:sp>
      <p:sp>
        <p:nvSpPr>
          <p:cNvPr id="16" name="Google Shape;313;p30">
            <a:extLst>
              <a:ext uri="{FF2B5EF4-FFF2-40B4-BE49-F238E27FC236}">
                <a16:creationId xmlns:a16="http://schemas.microsoft.com/office/drawing/2014/main" id="{8A242CF8-C6CE-DB46-DBD6-3DC36E764483}"/>
              </a:ext>
            </a:extLst>
          </p:cNvPr>
          <p:cNvSpPr txBox="1">
            <a:spLocks/>
          </p:cNvSpPr>
          <p:nvPr/>
        </p:nvSpPr>
        <p:spPr>
          <a:xfrm>
            <a:off x="5442155" y="3839951"/>
            <a:ext cx="26395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/>
            <a:r>
              <a:rPr lang="en-US" sz="1000" dirty="0"/>
              <a:t>4.1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Sensor Node BLE</a:t>
            </a:r>
          </a:p>
          <a:p>
            <a:pPr marL="0" indent="0" algn="l"/>
            <a:r>
              <a:rPr lang="en-US" sz="1000" dirty="0"/>
              <a:t>4.2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r>
              <a:rPr lang="en-US" sz="1000" dirty="0"/>
              <a:t> </a:t>
            </a:r>
            <a:r>
              <a:rPr lang="en-US" sz="1000" dirty="0" err="1"/>
              <a:t>của</a:t>
            </a:r>
            <a:r>
              <a:rPr lang="en-US" sz="1000" dirty="0"/>
              <a:t> Directional Coupler</a:t>
            </a:r>
          </a:p>
        </p:txBody>
      </p:sp>
      <p:sp>
        <p:nvSpPr>
          <p:cNvPr id="17" name="Google Shape;315;p30">
            <a:extLst>
              <a:ext uri="{FF2B5EF4-FFF2-40B4-BE49-F238E27FC236}">
                <a16:creationId xmlns:a16="http://schemas.microsoft.com/office/drawing/2014/main" id="{A57E428D-00C2-C04E-19F6-3E632ECDF68E}"/>
              </a:ext>
            </a:extLst>
          </p:cNvPr>
          <p:cNvSpPr txBox="1">
            <a:spLocks/>
          </p:cNvSpPr>
          <p:nvPr/>
        </p:nvSpPr>
        <p:spPr>
          <a:xfrm>
            <a:off x="5879898" y="1326426"/>
            <a:ext cx="1403087" cy="469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22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/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3597040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200">
        <p159:morph option="byObject"/>
      </p:transition>
    </mc:Choice>
    <mc:Fallback>
      <p:transition spd="slow" advClick="0" advTm="2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C4771B18-FAC3-EA67-2C14-6AC25F1B5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>
            <a:extLst>
              <a:ext uri="{FF2B5EF4-FFF2-40B4-BE49-F238E27FC236}">
                <a16:creationId xmlns:a16="http://schemas.microsoft.com/office/drawing/2014/main" id="{6045DAD6-FC8E-0D7C-0520-9162B3A46A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2909475"/>
            <a:ext cx="7956168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endParaRPr lang="en-US" dirty="0"/>
          </a:p>
        </p:txBody>
      </p:sp>
      <p:sp>
        <p:nvSpPr>
          <p:cNvPr id="335" name="Google Shape;335;p31">
            <a:extLst>
              <a:ext uri="{FF2B5EF4-FFF2-40B4-BE49-F238E27FC236}">
                <a16:creationId xmlns:a16="http://schemas.microsoft.com/office/drawing/2014/main" id="{37E3400E-D222-65AB-D390-209DAF00D82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9999" y="2244925"/>
            <a:ext cx="2646977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8540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1000">
        <p159:morph option="byObject"/>
      </p:transition>
    </mc:Choice>
    <mc:Fallback>
      <p:transition spd="slow" advClick="0" advTm="1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58CE4ED-D849-F38E-C68A-0944CFC5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315;p30">
            <a:extLst>
              <a:ext uri="{FF2B5EF4-FFF2-40B4-BE49-F238E27FC236}">
                <a16:creationId xmlns:a16="http://schemas.microsoft.com/office/drawing/2014/main" id="{352F60FC-AEF4-1A72-3604-E19F3C232199}"/>
              </a:ext>
            </a:extLst>
          </p:cNvPr>
          <p:cNvSpPr txBox="1">
            <a:spLocks/>
          </p:cNvSpPr>
          <p:nvPr/>
        </p:nvSpPr>
        <p:spPr>
          <a:xfrm>
            <a:off x="-146399" y="34635"/>
            <a:ext cx="3068782" cy="867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0" i="0" u="none" strike="noStrike" cap="none">
                <a:solidFill>
                  <a:schemeClr val="dk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algn="ctr"/>
            <a:r>
              <a:rPr lang="en-US" sz="4000" dirty="0">
                <a:solidFill>
                  <a:schemeClr val="lt1"/>
                </a:solidFill>
              </a:rPr>
              <a:t>Section 4</a:t>
            </a:r>
            <a:endParaRPr lang="en-US" sz="4000" dirty="0"/>
          </a:p>
        </p:txBody>
      </p:sp>
      <p:sp>
        <p:nvSpPr>
          <p:cNvPr id="22" name="Google Shape;323;p30">
            <a:extLst>
              <a:ext uri="{FF2B5EF4-FFF2-40B4-BE49-F238E27FC236}">
                <a16:creationId xmlns:a16="http://schemas.microsoft.com/office/drawing/2014/main" id="{B446703A-9890-0D31-01A3-31B54BD108A6}"/>
              </a:ext>
            </a:extLst>
          </p:cNvPr>
          <p:cNvSpPr txBox="1">
            <a:spLocks/>
          </p:cNvSpPr>
          <p:nvPr/>
        </p:nvSpPr>
        <p:spPr>
          <a:xfrm>
            <a:off x="2733191" y="72993"/>
            <a:ext cx="7249009" cy="7943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3600"/>
            </a:pP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Kết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quả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đo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đặc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và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phân</a:t>
            </a:r>
            <a:r>
              <a:rPr lang="en-US" sz="3600" dirty="0">
                <a:solidFill>
                  <a:schemeClr val="dk1"/>
                </a:solidFill>
                <a:latin typeface="DM Sans ExtraBold"/>
                <a:sym typeface="DM Sans ExtraBold"/>
              </a:rPr>
              <a:t> </a:t>
            </a:r>
            <a:r>
              <a:rPr lang="en-US" sz="3600" dirty="0" err="1">
                <a:solidFill>
                  <a:schemeClr val="dk1"/>
                </a:solidFill>
                <a:latin typeface="DM Sans ExtraBold"/>
                <a:sym typeface="DM Sans ExtraBold"/>
              </a:rPr>
              <a:t>tích</a:t>
            </a:r>
            <a:endParaRPr lang="en-US" sz="3600" dirty="0">
              <a:solidFill>
                <a:schemeClr val="dk1"/>
              </a:solidFill>
              <a:latin typeface="DM Sans ExtraBold"/>
              <a:sym typeface="DM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484471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 txBox="1">
            <a:spLocks noGrp="1"/>
          </p:cNvSpPr>
          <p:nvPr>
            <p:ph type="title"/>
          </p:nvPr>
        </p:nvSpPr>
        <p:spPr>
          <a:xfrm>
            <a:off x="996150" y="2474600"/>
            <a:ext cx="4699200" cy="179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Tổng kết bài báo cáo</a:t>
            </a:r>
            <a:endParaRPr dirty="0"/>
          </a:p>
        </p:txBody>
      </p:sp>
      <p:sp>
        <p:nvSpPr>
          <p:cNvPr id="366" name="Google Shape;366;p35"/>
          <p:cNvSpPr/>
          <p:nvPr/>
        </p:nvSpPr>
        <p:spPr>
          <a:xfrm>
            <a:off x="7070287" y="-1846893"/>
            <a:ext cx="2720976" cy="4967292"/>
          </a:xfrm>
          <a:custGeom>
            <a:avLst/>
            <a:gdLst/>
            <a:ahLst/>
            <a:cxnLst/>
            <a:rect l="l" t="t" r="r" b="b"/>
            <a:pathLst>
              <a:path w="2292" h="4183" extrusionOk="0">
                <a:moveTo>
                  <a:pt x="1146" y="4183"/>
                </a:moveTo>
                <a:cubicBezTo>
                  <a:pt x="840" y="4183"/>
                  <a:pt x="552" y="4064"/>
                  <a:pt x="336" y="3847"/>
                </a:cubicBezTo>
                <a:cubicBezTo>
                  <a:pt x="119" y="3631"/>
                  <a:pt x="0" y="3343"/>
                  <a:pt x="0" y="3037"/>
                </a:cubicBezTo>
                <a:cubicBezTo>
                  <a:pt x="0" y="1145"/>
                  <a:pt x="0" y="1145"/>
                  <a:pt x="0" y="1145"/>
                </a:cubicBezTo>
                <a:cubicBezTo>
                  <a:pt x="0" y="839"/>
                  <a:pt x="119" y="552"/>
                  <a:pt x="336" y="335"/>
                </a:cubicBezTo>
                <a:cubicBezTo>
                  <a:pt x="552" y="119"/>
                  <a:pt x="840" y="0"/>
                  <a:pt x="1146" y="0"/>
                </a:cubicBezTo>
                <a:cubicBezTo>
                  <a:pt x="1452" y="0"/>
                  <a:pt x="1740" y="119"/>
                  <a:pt x="1956" y="335"/>
                </a:cubicBezTo>
                <a:cubicBezTo>
                  <a:pt x="2173" y="552"/>
                  <a:pt x="2292" y="839"/>
                  <a:pt x="2292" y="1145"/>
                </a:cubicBezTo>
                <a:cubicBezTo>
                  <a:pt x="2292" y="3037"/>
                  <a:pt x="2292" y="3037"/>
                  <a:pt x="2292" y="3037"/>
                </a:cubicBezTo>
                <a:cubicBezTo>
                  <a:pt x="2292" y="3343"/>
                  <a:pt x="2173" y="3631"/>
                  <a:pt x="1956" y="3847"/>
                </a:cubicBezTo>
                <a:cubicBezTo>
                  <a:pt x="1740" y="4064"/>
                  <a:pt x="1452" y="4183"/>
                  <a:pt x="1146" y="4183"/>
                </a:cubicBezTo>
                <a:close/>
                <a:moveTo>
                  <a:pt x="1146" y="12"/>
                </a:moveTo>
                <a:cubicBezTo>
                  <a:pt x="521" y="12"/>
                  <a:pt x="12" y="520"/>
                  <a:pt x="12" y="1145"/>
                </a:cubicBezTo>
                <a:cubicBezTo>
                  <a:pt x="12" y="3037"/>
                  <a:pt x="12" y="3037"/>
                  <a:pt x="12" y="3037"/>
                </a:cubicBezTo>
                <a:cubicBezTo>
                  <a:pt x="12" y="3662"/>
                  <a:pt x="521" y="4171"/>
                  <a:pt x="1146" y="4171"/>
                </a:cubicBezTo>
                <a:cubicBezTo>
                  <a:pt x="1146" y="4171"/>
                  <a:pt x="1146" y="4171"/>
                  <a:pt x="1146" y="4171"/>
                </a:cubicBezTo>
                <a:cubicBezTo>
                  <a:pt x="1771" y="4171"/>
                  <a:pt x="2280" y="3662"/>
                  <a:pt x="2280" y="3037"/>
                </a:cubicBezTo>
                <a:cubicBezTo>
                  <a:pt x="2280" y="1145"/>
                  <a:pt x="2280" y="1145"/>
                  <a:pt x="2280" y="1145"/>
                </a:cubicBezTo>
                <a:cubicBezTo>
                  <a:pt x="2280" y="520"/>
                  <a:pt x="1771" y="12"/>
                  <a:pt x="1146" y="1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35"/>
          <p:cNvGrpSpPr/>
          <p:nvPr/>
        </p:nvGrpSpPr>
        <p:grpSpPr>
          <a:xfrm>
            <a:off x="-792263" y="-1494461"/>
            <a:ext cx="3409951" cy="2797182"/>
            <a:chOff x="-792263" y="-1494461"/>
            <a:chExt cx="3409951" cy="2797182"/>
          </a:xfrm>
        </p:grpSpPr>
        <p:sp>
          <p:nvSpPr>
            <p:cNvPr id="368" name="Google Shape;368;p35"/>
            <p:cNvSpPr/>
            <p:nvPr/>
          </p:nvSpPr>
          <p:spPr>
            <a:xfrm rot="5400000">
              <a:off x="-22325" y="-1337292"/>
              <a:ext cx="1870076" cy="3409951"/>
            </a:xfrm>
            <a:custGeom>
              <a:avLst/>
              <a:gdLst/>
              <a:ahLst/>
              <a:cxnLst/>
              <a:rect l="l" t="t" r="r" b="b"/>
              <a:pathLst>
                <a:path w="1575" h="2871" extrusionOk="0">
                  <a:moveTo>
                    <a:pt x="787" y="2871"/>
                  </a:moveTo>
                  <a:cubicBezTo>
                    <a:pt x="353" y="2871"/>
                    <a:pt x="0" y="2518"/>
                    <a:pt x="0" y="2084"/>
                  </a:cubicBezTo>
                  <a:cubicBezTo>
                    <a:pt x="0" y="787"/>
                    <a:pt x="0" y="787"/>
                    <a:pt x="0" y="787"/>
                  </a:cubicBezTo>
                  <a:cubicBezTo>
                    <a:pt x="0" y="353"/>
                    <a:pt x="353" y="0"/>
                    <a:pt x="787" y="0"/>
                  </a:cubicBezTo>
                  <a:cubicBezTo>
                    <a:pt x="1222" y="0"/>
                    <a:pt x="1575" y="353"/>
                    <a:pt x="1575" y="787"/>
                  </a:cubicBezTo>
                  <a:cubicBezTo>
                    <a:pt x="1575" y="2084"/>
                    <a:pt x="1575" y="2084"/>
                    <a:pt x="1575" y="2084"/>
                  </a:cubicBezTo>
                  <a:cubicBezTo>
                    <a:pt x="1575" y="2518"/>
                    <a:pt x="1222" y="2871"/>
                    <a:pt x="787" y="2871"/>
                  </a:cubicBezTo>
                  <a:close/>
                  <a:moveTo>
                    <a:pt x="787" y="12"/>
                  </a:moveTo>
                  <a:cubicBezTo>
                    <a:pt x="360" y="12"/>
                    <a:pt x="12" y="359"/>
                    <a:pt x="12" y="787"/>
                  </a:cubicBezTo>
                  <a:cubicBezTo>
                    <a:pt x="12" y="2084"/>
                    <a:pt x="12" y="2084"/>
                    <a:pt x="12" y="2084"/>
                  </a:cubicBezTo>
                  <a:cubicBezTo>
                    <a:pt x="12" y="2511"/>
                    <a:pt x="360" y="2859"/>
                    <a:pt x="787" y="2859"/>
                  </a:cubicBezTo>
                  <a:cubicBezTo>
                    <a:pt x="787" y="2859"/>
                    <a:pt x="787" y="2859"/>
                    <a:pt x="787" y="2859"/>
                  </a:cubicBezTo>
                  <a:cubicBezTo>
                    <a:pt x="1215" y="2859"/>
                    <a:pt x="1563" y="2511"/>
                    <a:pt x="1563" y="2084"/>
                  </a:cubicBezTo>
                  <a:cubicBezTo>
                    <a:pt x="1563" y="787"/>
                    <a:pt x="1563" y="787"/>
                    <a:pt x="1563" y="787"/>
                  </a:cubicBezTo>
                  <a:cubicBezTo>
                    <a:pt x="1563" y="359"/>
                    <a:pt x="1215" y="12"/>
                    <a:pt x="787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9" name="Google Shape;369;p35"/>
            <p:cNvGrpSpPr/>
            <p:nvPr/>
          </p:nvGrpSpPr>
          <p:grpSpPr>
            <a:xfrm rot="5400000">
              <a:off x="7325" y="-131592"/>
              <a:ext cx="2797175" cy="71438"/>
              <a:chOff x="969625" y="5671683"/>
              <a:chExt cx="2797175" cy="71438"/>
            </a:xfrm>
          </p:grpSpPr>
          <p:sp>
            <p:nvSpPr>
              <p:cNvPr id="370" name="Google Shape;370;p35"/>
              <p:cNvSpPr/>
              <p:nvPr/>
            </p:nvSpPr>
            <p:spPr>
              <a:xfrm>
                <a:off x="969625" y="5700202"/>
                <a:ext cx="2697300" cy="14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35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35"/>
              <p:cNvSpPr/>
              <p:nvPr/>
            </p:nvSpPr>
            <p:spPr>
              <a:xfrm>
                <a:off x="3644562" y="5671683"/>
                <a:ext cx="1222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7" h="45" extrusionOk="0">
                    <a:moveTo>
                      <a:pt x="0" y="23"/>
                    </a:moveTo>
                    <a:lnTo>
                      <a:pt x="39" y="0"/>
                    </a:lnTo>
                    <a:lnTo>
                      <a:pt x="77" y="23"/>
                    </a:lnTo>
                    <a:lnTo>
                      <a:pt x="39" y="45"/>
                    </a:lnTo>
                    <a:lnTo>
                      <a:pt x="0" y="23"/>
                    </a:ln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framework</a:t>
            </a:r>
            <a:endParaRPr/>
          </a:p>
        </p:txBody>
      </p:sp>
      <p:sp>
        <p:nvSpPr>
          <p:cNvPr id="445" name="Google Shape;445;p39"/>
          <p:cNvSpPr txBox="1"/>
          <p:nvPr/>
        </p:nvSpPr>
        <p:spPr>
          <a:xfrm>
            <a:off x="1336925" y="1229625"/>
            <a:ext cx="34872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Theoretical framework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6" name="Google Shape;446;p39"/>
          <p:cNvSpPr txBox="1"/>
          <p:nvPr/>
        </p:nvSpPr>
        <p:spPr>
          <a:xfrm>
            <a:off x="604348" y="1929225"/>
            <a:ext cx="21432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terms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39"/>
          <p:cNvSpPr txBox="1"/>
          <p:nvPr/>
        </p:nvSpPr>
        <p:spPr>
          <a:xfrm>
            <a:off x="3101846" y="1929225"/>
            <a:ext cx="27753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Relevant theories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8" name="Google Shape;448;p39"/>
          <p:cNvSpPr txBox="1"/>
          <p:nvPr/>
        </p:nvSpPr>
        <p:spPr>
          <a:xfrm>
            <a:off x="604350" y="2351775"/>
            <a:ext cx="2143200" cy="9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Mercury is small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Earth harbors life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28575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●"/>
            </a:pPr>
            <a:r>
              <a:rPr lang="en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Jupiter is quite big</a:t>
            </a: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49" name="Google Shape;449;p39"/>
          <p:cNvCxnSpPr>
            <a:stCxn id="445" idx="2"/>
            <a:endCxn id="446" idx="0"/>
          </p:cNvCxnSpPr>
          <p:nvPr/>
        </p:nvCxnSpPr>
        <p:spPr>
          <a:xfrm rot="5400000">
            <a:off x="2198075" y="1046775"/>
            <a:ext cx="360300" cy="1404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50" name="Google Shape;450;p39"/>
          <p:cNvCxnSpPr>
            <a:stCxn id="445" idx="2"/>
            <a:endCxn id="447" idx="0"/>
          </p:cNvCxnSpPr>
          <p:nvPr/>
        </p:nvCxnSpPr>
        <p:spPr>
          <a:xfrm rot="-5400000" flipH="1">
            <a:off x="3604925" y="1044525"/>
            <a:ext cx="360300" cy="1409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451" name="Google Shape;451;p39"/>
          <p:cNvSpPr txBox="1"/>
          <p:nvPr/>
        </p:nvSpPr>
        <p:spPr>
          <a:xfrm>
            <a:off x="6033752" y="2619500"/>
            <a:ext cx="2505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Our framework</a:t>
            </a:r>
            <a:endParaRPr sz="20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2" name="Google Shape;452;p39"/>
          <p:cNvSpPr txBox="1"/>
          <p:nvPr/>
        </p:nvSpPr>
        <p:spPr>
          <a:xfrm>
            <a:off x="6033748" y="3027150"/>
            <a:ext cx="2505900" cy="10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Venus has a beautiful name and is the second planet from the Sun. It’s hot and has a poisonous atmosphere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39"/>
          <p:cNvSpPr txBox="1"/>
          <p:nvPr/>
        </p:nvSpPr>
        <p:spPr>
          <a:xfrm>
            <a:off x="3300738" y="2351775"/>
            <a:ext cx="237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Theory 1</a:t>
            </a:r>
            <a:endParaRPr sz="1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3301050" y="2584248"/>
            <a:ext cx="2376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Saturn is a gas giant and has rings. It’s composed mostly of hydrogen and helium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3300673" y="3513166"/>
            <a:ext cx="2377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Theory 2</a:t>
            </a:r>
            <a:endParaRPr sz="16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6" name="Google Shape;456;p39"/>
          <p:cNvSpPr txBox="1"/>
          <p:nvPr/>
        </p:nvSpPr>
        <p:spPr>
          <a:xfrm>
            <a:off x="3301000" y="3745500"/>
            <a:ext cx="2376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Neptune is the farthest planet from the Sun and also an ice giant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57" name="Google Shape;457;p39"/>
          <p:cNvGrpSpPr/>
          <p:nvPr/>
        </p:nvGrpSpPr>
        <p:grpSpPr>
          <a:xfrm>
            <a:off x="5750023" y="1982391"/>
            <a:ext cx="156600" cy="2626326"/>
            <a:chOff x="5797375" y="1379625"/>
            <a:chExt cx="156600" cy="3268200"/>
          </a:xfrm>
        </p:grpSpPr>
        <p:cxnSp>
          <p:nvCxnSpPr>
            <p:cNvPr id="458" name="Google Shape;458;p39"/>
            <p:cNvCxnSpPr/>
            <p:nvPr/>
          </p:nvCxnSpPr>
          <p:spPr>
            <a:xfrm>
              <a:off x="5940475" y="1379625"/>
              <a:ext cx="13500" cy="3268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9" name="Google Shape;459;p39"/>
            <p:cNvCxnSpPr/>
            <p:nvPr/>
          </p:nvCxnSpPr>
          <p:spPr>
            <a:xfrm>
              <a:off x="5797375" y="1379625"/>
              <a:ext cx="14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" name="Google Shape;460;p39"/>
            <p:cNvCxnSpPr/>
            <p:nvPr/>
          </p:nvCxnSpPr>
          <p:spPr>
            <a:xfrm>
              <a:off x="5804072" y="4647825"/>
              <a:ext cx="14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1" name="Google Shape;461;p39"/>
          <p:cNvGrpSpPr/>
          <p:nvPr/>
        </p:nvGrpSpPr>
        <p:grpSpPr>
          <a:xfrm>
            <a:off x="6129846" y="2251716"/>
            <a:ext cx="388184" cy="389284"/>
            <a:chOff x="2374830" y="3782591"/>
            <a:chExt cx="388184" cy="389284"/>
          </a:xfrm>
        </p:grpSpPr>
        <p:sp>
          <p:nvSpPr>
            <p:cNvPr id="462" name="Google Shape;462;p39"/>
            <p:cNvSpPr/>
            <p:nvPr/>
          </p:nvSpPr>
          <p:spPr>
            <a:xfrm>
              <a:off x="2374830" y="3782591"/>
              <a:ext cx="388184" cy="389284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74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15"/>
                    <a:pt x="33" y="149"/>
                    <a:pt x="74" y="149"/>
                  </a:cubicBezTo>
                  <a:cubicBezTo>
                    <a:pt x="115" y="149"/>
                    <a:pt x="149" y="115"/>
                    <a:pt x="149" y="74"/>
                  </a:cubicBezTo>
                  <a:cubicBezTo>
                    <a:pt x="149" y="33"/>
                    <a:pt x="115" y="0"/>
                    <a:pt x="74" y="0"/>
                  </a:cubicBezTo>
                  <a:close/>
                  <a:moveTo>
                    <a:pt x="135" y="106"/>
                  </a:moveTo>
                  <a:cubicBezTo>
                    <a:pt x="120" y="97"/>
                    <a:pt x="120" y="97"/>
                    <a:pt x="120" y="97"/>
                  </a:cubicBezTo>
                  <a:cubicBezTo>
                    <a:pt x="123" y="90"/>
                    <a:pt x="125" y="82"/>
                    <a:pt x="125" y="74"/>
                  </a:cubicBezTo>
                  <a:cubicBezTo>
                    <a:pt x="125" y="66"/>
                    <a:pt x="123" y="58"/>
                    <a:pt x="120" y="51"/>
                  </a:cubicBezTo>
                  <a:cubicBezTo>
                    <a:pt x="135" y="42"/>
                    <a:pt x="135" y="42"/>
                    <a:pt x="135" y="42"/>
                  </a:cubicBezTo>
                  <a:cubicBezTo>
                    <a:pt x="140" y="52"/>
                    <a:pt x="143" y="63"/>
                    <a:pt x="143" y="74"/>
                  </a:cubicBezTo>
                  <a:cubicBezTo>
                    <a:pt x="143" y="86"/>
                    <a:pt x="140" y="96"/>
                    <a:pt x="135" y="106"/>
                  </a:cubicBezTo>
                  <a:close/>
                  <a:moveTo>
                    <a:pt x="132" y="37"/>
                  </a:moveTo>
                  <a:cubicBezTo>
                    <a:pt x="117" y="46"/>
                    <a:pt x="117" y="46"/>
                    <a:pt x="117" y="46"/>
                  </a:cubicBezTo>
                  <a:cubicBezTo>
                    <a:pt x="113" y="40"/>
                    <a:pt x="108" y="35"/>
                    <a:pt x="102" y="32"/>
                  </a:cubicBezTo>
                  <a:cubicBezTo>
                    <a:pt x="111" y="16"/>
                    <a:pt x="111" y="16"/>
                    <a:pt x="111" y="16"/>
                  </a:cubicBezTo>
                  <a:cubicBezTo>
                    <a:pt x="120" y="22"/>
                    <a:pt x="127" y="29"/>
                    <a:pt x="132" y="37"/>
                  </a:cubicBezTo>
                  <a:close/>
                  <a:moveTo>
                    <a:pt x="106" y="13"/>
                  </a:moveTo>
                  <a:cubicBezTo>
                    <a:pt x="97" y="29"/>
                    <a:pt x="97" y="29"/>
                    <a:pt x="97" y="29"/>
                  </a:cubicBezTo>
                  <a:cubicBezTo>
                    <a:pt x="90" y="25"/>
                    <a:pt x="83" y="23"/>
                    <a:pt x="74" y="23"/>
                  </a:cubicBezTo>
                  <a:cubicBezTo>
                    <a:pt x="66" y="23"/>
                    <a:pt x="59" y="25"/>
                    <a:pt x="51" y="29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52" y="8"/>
                    <a:pt x="63" y="5"/>
                    <a:pt x="74" y="5"/>
                  </a:cubicBezTo>
                  <a:cubicBezTo>
                    <a:pt x="86" y="5"/>
                    <a:pt x="97" y="8"/>
                    <a:pt x="106" y="13"/>
                  </a:cubicBezTo>
                  <a:close/>
                  <a:moveTo>
                    <a:pt x="38" y="16"/>
                  </a:moveTo>
                  <a:cubicBezTo>
                    <a:pt x="46" y="32"/>
                    <a:pt x="46" y="32"/>
                    <a:pt x="46" y="32"/>
                  </a:cubicBezTo>
                  <a:cubicBezTo>
                    <a:pt x="45" y="32"/>
                    <a:pt x="44" y="33"/>
                    <a:pt x="43" y="34"/>
                  </a:cubicBezTo>
                  <a:cubicBezTo>
                    <a:pt x="39" y="37"/>
                    <a:pt x="35" y="42"/>
                    <a:pt x="32" y="46"/>
                  </a:cubicBezTo>
                  <a:cubicBezTo>
                    <a:pt x="16" y="37"/>
                    <a:pt x="16" y="37"/>
                    <a:pt x="16" y="37"/>
                  </a:cubicBezTo>
                  <a:cubicBezTo>
                    <a:pt x="22" y="29"/>
                    <a:pt x="29" y="22"/>
                    <a:pt x="38" y="16"/>
                  </a:cubicBezTo>
                  <a:close/>
                  <a:moveTo>
                    <a:pt x="14" y="42"/>
                  </a:moveTo>
                  <a:cubicBezTo>
                    <a:pt x="29" y="51"/>
                    <a:pt x="29" y="51"/>
                    <a:pt x="29" y="51"/>
                  </a:cubicBezTo>
                  <a:cubicBezTo>
                    <a:pt x="27" y="54"/>
                    <a:pt x="26" y="57"/>
                    <a:pt x="25" y="60"/>
                  </a:cubicBezTo>
                  <a:cubicBezTo>
                    <a:pt x="25" y="62"/>
                    <a:pt x="26" y="64"/>
                    <a:pt x="27" y="64"/>
                  </a:cubicBezTo>
                  <a:cubicBezTo>
                    <a:pt x="29" y="64"/>
                    <a:pt x="31" y="64"/>
                    <a:pt x="31" y="62"/>
                  </a:cubicBezTo>
                  <a:cubicBezTo>
                    <a:pt x="36" y="43"/>
                    <a:pt x="54" y="29"/>
                    <a:pt x="74" y="29"/>
                  </a:cubicBezTo>
                  <a:cubicBezTo>
                    <a:pt x="99" y="29"/>
                    <a:pt x="120" y="49"/>
                    <a:pt x="120" y="74"/>
                  </a:cubicBezTo>
                  <a:cubicBezTo>
                    <a:pt x="120" y="99"/>
                    <a:pt x="99" y="119"/>
                    <a:pt x="74" y="119"/>
                  </a:cubicBezTo>
                  <a:cubicBezTo>
                    <a:pt x="54" y="119"/>
                    <a:pt x="36" y="106"/>
                    <a:pt x="31" y="86"/>
                  </a:cubicBezTo>
                  <a:cubicBezTo>
                    <a:pt x="31" y="85"/>
                    <a:pt x="29" y="84"/>
                    <a:pt x="27" y="84"/>
                  </a:cubicBezTo>
                  <a:cubicBezTo>
                    <a:pt x="26" y="85"/>
                    <a:pt x="25" y="86"/>
                    <a:pt x="25" y="88"/>
                  </a:cubicBezTo>
                  <a:cubicBezTo>
                    <a:pt x="26" y="91"/>
                    <a:pt x="27" y="94"/>
                    <a:pt x="29" y="97"/>
                  </a:cubicBezTo>
                  <a:cubicBezTo>
                    <a:pt x="14" y="106"/>
                    <a:pt x="14" y="106"/>
                    <a:pt x="14" y="106"/>
                  </a:cubicBezTo>
                  <a:cubicBezTo>
                    <a:pt x="9" y="96"/>
                    <a:pt x="6" y="86"/>
                    <a:pt x="6" y="74"/>
                  </a:cubicBezTo>
                  <a:cubicBezTo>
                    <a:pt x="6" y="63"/>
                    <a:pt x="9" y="52"/>
                    <a:pt x="14" y="42"/>
                  </a:cubicBezTo>
                  <a:close/>
                  <a:moveTo>
                    <a:pt x="16" y="111"/>
                  </a:moveTo>
                  <a:cubicBezTo>
                    <a:pt x="32" y="102"/>
                    <a:pt x="32" y="102"/>
                    <a:pt x="32" y="102"/>
                  </a:cubicBezTo>
                  <a:cubicBezTo>
                    <a:pt x="35" y="107"/>
                    <a:pt x="39" y="111"/>
                    <a:pt x="43" y="115"/>
                  </a:cubicBezTo>
                  <a:cubicBezTo>
                    <a:pt x="44" y="115"/>
                    <a:pt x="45" y="116"/>
                    <a:pt x="46" y="117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29" y="127"/>
                    <a:pt x="22" y="120"/>
                    <a:pt x="16" y="111"/>
                  </a:cubicBezTo>
                  <a:close/>
                  <a:moveTo>
                    <a:pt x="43" y="135"/>
                  </a:moveTo>
                  <a:cubicBezTo>
                    <a:pt x="51" y="120"/>
                    <a:pt x="51" y="120"/>
                    <a:pt x="51" y="120"/>
                  </a:cubicBezTo>
                  <a:cubicBezTo>
                    <a:pt x="59" y="123"/>
                    <a:pt x="66" y="125"/>
                    <a:pt x="74" y="125"/>
                  </a:cubicBezTo>
                  <a:cubicBezTo>
                    <a:pt x="83" y="125"/>
                    <a:pt x="90" y="123"/>
                    <a:pt x="97" y="120"/>
                  </a:cubicBezTo>
                  <a:cubicBezTo>
                    <a:pt x="106" y="135"/>
                    <a:pt x="106" y="135"/>
                    <a:pt x="106" y="135"/>
                  </a:cubicBezTo>
                  <a:cubicBezTo>
                    <a:pt x="97" y="140"/>
                    <a:pt x="86" y="143"/>
                    <a:pt x="74" y="143"/>
                  </a:cubicBezTo>
                  <a:cubicBezTo>
                    <a:pt x="63" y="143"/>
                    <a:pt x="52" y="140"/>
                    <a:pt x="43" y="135"/>
                  </a:cubicBezTo>
                  <a:close/>
                  <a:moveTo>
                    <a:pt x="111" y="132"/>
                  </a:moveTo>
                  <a:cubicBezTo>
                    <a:pt x="102" y="117"/>
                    <a:pt x="102" y="117"/>
                    <a:pt x="102" y="117"/>
                  </a:cubicBezTo>
                  <a:cubicBezTo>
                    <a:pt x="108" y="113"/>
                    <a:pt x="113" y="108"/>
                    <a:pt x="117" y="102"/>
                  </a:cubicBezTo>
                  <a:cubicBezTo>
                    <a:pt x="132" y="111"/>
                    <a:pt x="132" y="111"/>
                    <a:pt x="132" y="111"/>
                  </a:cubicBezTo>
                  <a:cubicBezTo>
                    <a:pt x="127" y="120"/>
                    <a:pt x="120" y="127"/>
                    <a:pt x="111" y="13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2479299" y="3877163"/>
              <a:ext cx="180346" cy="201240"/>
            </a:xfrm>
            <a:custGeom>
              <a:avLst/>
              <a:gdLst/>
              <a:ahLst/>
              <a:cxnLst/>
              <a:rect l="l" t="t" r="r" b="b"/>
              <a:pathLst>
                <a:path w="69" h="77" extrusionOk="0">
                  <a:moveTo>
                    <a:pt x="7" y="57"/>
                  </a:moveTo>
                  <a:cubicBezTo>
                    <a:pt x="7" y="57"/>
                    <a:pt x="7" y="57"/>
                    <a:pt x="7" y="57"/>
                  </a:cubicBezTo>
                  <a:cubicBezTo>
                    <a:pt x="7" y="63"/>
                    <a:pt x="10" y="68"/>
                    <a:pt x="15" y="70"/>
                  </a:cubicBezTo>
                  <a:cubicBezTo>
                    <a:pt x="17" y="74"/>
                    <a:pt x="21" y="77"/>
                    <a:pt x="26" y="77"/>
                  </a:cubicBezTo>
                  <a:cubicBezTo>
                    <a:pt x="29" y="77"/>
                    <a:pt x="32" y="75"/>
                    <a:pt x="34" y="73"/>
                  </a:cubicBezTo>
                  <a:cubicBezTo>
                    <a:pt x="37" y="75"/>
                    <a:pt x="40" y="77"/>
                    <a:pt x="43" y="77"/>
                  </a:cubicBezTo>
                  <a:cubicBezTo>
                    <a:pt x="48" y="77"/>
                    <a:pt x="52" y="74"/>
                    <a:pt x="54" y="70"/>
                  </a:cubicBezTo>
                  <a:cubicBezTo>
                    <a:pt x="59" y="68"/>
                    <a:pt x="62" y="63"/>
                    <a:pt x="62" y="57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7" y="55"/>
                    <a:pt x="69" y="50"/>
                    <a:pt x="69" y="45"/>
                  </a:cubicBezTo>
                  <a:cubicBezTo>
                    <a:pt x="69" y="41"/>
                    <a:pt x="68" y="37"/>
                    <a:pt x="64" y="34"/>
                  </a:cubicBezTo>
                  <a:cubicBezTo>
                    <a:pt x="66" y="32"/>
                    <a:pt x="66" y="30"/>
                    <a:pt x="66" y="28"/>
                  </a:cubicBezTo>
                  <a:cubicBezTo>
                    <a:pt x="66" y="24"/>
                    <a:pt x="64" y="20"/>
                    <a:pt x="61" y="17"/>
                  </a:cubicBezTo>
                  <a:cubicBezTo>
                    <a:pt x="61" y="17"/>
                    <a:pt x="61" y="16"/>
                    <a:pt x="61" y="15"/>
                  </a:cubicBezTo>
                  <a:cubicBezTo>
                    <a:pt x="60" y="10"/>
                    <a:pt x="57" y="6"/>
                    <a:pt x="52" y="6"/>
                  </a:cubicBezTo>
                  <a:cubicBezTo>
                    <a:pt x="51" y="6"/>
                    <a:pt x="50" y="6"/>
                    <a:pt x="50" y="6"/>
                  </a:cubicBezTo>
                  <a:cubicBezTo>
                    <a:pt x="49" y="2"/>
                    <a:pt x="45" y="0"/>
                    <a:pt x="41" y="0"/>
                  </a:cubicBezTo>
                  <a:cubicBezTo>
                    <a:pt x="38" y="0"/>
                    <a:pt x="36" y="1"/>
                    <a:pt x="34" y="2"/>
                  </a:cubicBezTo>
                  <a:cubicBezTo>
                    <a:pt x="33" y="1"/>
                    <a:pt x="31" y="0"/>
                    <a:pt x="28" y="0"/>
                  </a:cubicBezTo>
                  <a:cubicBezTo>
                    <a:pt x="24" y="0"/>
                    <a:pt x="20" y="2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3" y="6"/>
                    <a:pt x="9" y="10"/>
                    <a:pt x="8" y="15"/>
                  </a:cubicBezTo>
                  <a:cubicBezTo>
                    <a:pt x="8" y="16"/>
                    <a:pt x="8" y="17"/>
                    <a:pt x="8" y="17"/>
                  </a:cubicBezTo>
                  <a:cubicBezTo>
                    <a:pt x="5" y="20"/>
                    <a:pt x="3" y="24"/>
                    <a:pt x="3" y="28"/>
                  </a:cubicBezTo>
                  <a:cubicBezTo>
                    <a:pt x="3" y="30"/>
                    <a:pt x="3" y="32"/>
                    <a:pt x="5" y="34"/>
                  </a:cubicBezTo>
                  <a:cubicBezTo>
                    <a:pt x="1" y="37"/>
                    <a:pt x="0" y="41"/>
                    <a:pt x="0" y="45"/>
                  </a:cubicBezTo>
                  <a:cubicBezTo>
                    <a:pt x="0" y="50"/>
                    <a:pt x="2" y="55"/>
                    <a:pt x="7" y="57"/>
                  </a:cubicBezTo>
                  <a:close/>
                  <a:moveTo>
                    <a:pt x="41" y="5"/>
                  </a:moveTo>
                  <a:cubicBezTo>
                    <a:pt x="43" y="5"/>
                    <a:pt x="44" y="6"/>
                    <a:pt x="44" y="8"/>
                  </a:cubicBezTo>
                  <a:cubicBezTo>
                    <a:pt x="43" y="9"/>
                    <a:pt x="42" y="10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2" y="15"/>
                    <a:pt x="43" y="15"/>
                    <a:pt x="44" y="15"/>
                  </a:cubicBezTo>
                  <a:cubicBezTo>
                    <a:pt x="45" y="15"/>
                    <a:pt x="47" y="15"/>
                    <a:pt x="47" y="13"/>
                  </a:cubicBezTo>
                  <a:cubicBezTo>
                    <a:pt x="47" y="12"/>
                    <a:pt x="48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50" y="11"/>
                    <a:pt x="52" y="12"/>
                    <a:pt x="53" y="12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5" y="15"/>
                    <a:pt x="56" y="16"/>
                    <a:pt x="55" y="18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55" y="19"/>
                    <a:pt x="54" y="20"/>
                    <a:pt x="52" y="21"/>
                  </a:cubicBezTo>
                  <a:cubicBezTo>
                    <a:pt x="52" y="21"/>
                    <a:pt x="52" y="21"/>
                    <a:pt x="52" y="22"/>
                  </a:cubicBezTo>
                  <a:cubicBezTo>
                    <a:pt x="51" y="24"/>
                    <a:pt x="53" y="26"/>
                    <a:pt x="54" y="26"/>
                  </a:cubicBezTo>
                  <a:cubicBezTo>
                    <a:pt x="55" y="26"/>
                    <a:pt x="55" y="26"/>
                    <a:pt x="56" y="25"/>
                  </a:cubicBezTo>
                  <a:cubicBezTo>
                    <a:pt x="57" y="25"/>
                    <a:pt x="58" y="24"/>
                    <a:pt x="59" y="23"/>
                  </a:cubicBezTo>
                  <a:cubicBezTo>
                    <a:pt x="60" y="24"/>
                    <a:pt x="61" y="26"/>
                    <a:pt x="61" y="28"/>
                  </a:cubicBezTo>
                  <a:cubicBezTo>
                    <a:pt x="61" y="29"/>
                    <a:pt x="60" y="30"/>
                    <a:pt x="59" y="32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7" y="31"/>
                    <a:pt x="54" y="33"/>
                    <a:pt x="56" y="36"/>
                  </a:cubicBezTo>
                  <a:cubicBezTo>
                    <a:pt x="56" y="36"/>
                    <a:pt x="56" y="37"/>
                    <a:pt x="57" y="37"/>
                  </a:cubicBezTo>
                  <a:cubicBezTo>
                    <a:pt x="57" y="37"/>
                    <a:pt x="58" y="37"/>
                    <a:pt x="59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2" y="39"/>
                    <a:pt x="64" y="42"/>
                    <a:pt x="64" y="45"/>
                  </a:cubicBezTo>
                  <a:cubicBezTo>
                    <a:pt x="64" y="49"/>
                    <a:pt x="62" y="52"/>
                    <a:pt x="58" y="53"/>
                  </a:cubicBezTo>
                  <a:cubicBezTo>
                    <a:pt x="58" y="53"/>
                    <a:pt x="58" y="53"/>
                    <a:pt x="58" y="53"/>
                  </a:cubicBezTo>
                  <a:cubicBezTo>
                    <a:pt x="57" y="53"/>
                    <a:pt x="56" y="54"/>
                    <a:pt x="55" y="54"/>
                  </a:cubicBezTo>
                  <a:cubicBezTo>
                    <a:pt x="54" y="54"/>
                    <a:pt x="53" y="53"/>
                    <a:pt x="52" y="53"/>
                  </a:cubicBezTo>
                  <a:cubicBezTo>
                    <a:pt x="52" y="53"/>
                    <a:pt x="51" y="53"/>
                    <a:pt x="51" y="53"/>
                  </a:cubicBezTo>
                  <a:cubicBezTo>
                    <a:pt x="48" y="55"/>
                    <a:pt x="49" y="58"/>
                    <a:pt x="51" y="59"/>
                  </a:cubicBezTo>
                  <a:cubicBezTo>
                    <a:pt x="53" y="59"/>
                    <a:pt x="54" y="59"/>
                    <a:pt x="55" y="59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56" y="62"/>
                    <a:pt x="54" y="64"/>
                    <a:pt x="51" y="64"/>
                  </a:cubicBezTo>
                  <a:cubicBezTo>
                    <a:pt x="51" y="64"/>
                    <a:pt x="51" y="64"/>
                    <a:pt x="51" y="65"/>
                  </a:cubicBezTo>
                  <a:cubicBezTo>
                    <a:pt x="51" y="66"/>
                    <a:pt x="50" y="66"/>
                    <a:pt x="50" y="65"/>
                  </a:cubicBezTo>
                  <a:cubicBezTo>
                    <a:pt x="48" y="63"/>
                    <a:pt x="45" y="64"/>
                    <a:pt x="44" y="66"/>
                  </a:cubicBezTo>
                  <a:cubicBezTo>
                    <a:pt x="44" y="68"/>
                    <a:pt x="45" y="69"/>
                    <a:pt x="47" y="70"/>
                  </a:cubicBezTo>
                  <a:cubicBezTo>
                    <a:pt x="47" y="70"/>
                    <a:pt x="47" y="70"/>
                    <a:pt x="47" y="70"/>
                  </a:cubicBezTo>
                  <a:cubicBezTo>
                    <a:pt x="45" y="72"/>
                    <a:pt x="41" y="72"/>
                    <a:pt x="38" y="69"/>
                  </a:cubicBezTo>
                  <a:cubicBezTo>
                    <a:pt x="38" y="68"/>
                    <a:pt x="37" y="68"/>
                    <a:pt x="37" y="67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8" y="53"/>
                    <a:pt x="40" y="51"/>
                    <a:pt x="42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6" y="52"/>
                    <a:pt x="48" y="50"/>
                    <a:pt x="47" y="47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6"/>
                    <a:pt x="43" y="45"/>
                    <a:pt x="42" y="45"/>
                  </a:cubicBezTo>
                  <a:cubicBezTo>
                    <a:pt x="40" y="45"/>
                    <a:pt x="39" y="46"/>
                    <a:pt x="37" y="46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7"/>
                    <a:pt x="39" y="5"/>
                    <a:pt x="41" y="5"/>
                  </a:cubicBezTo>
                  <a:close/>
                  <a:moveTo>
                    <a:pt x="10" y="38"/>
                  </a:moveTo>
                  <a:cubicBezTo>
                    <a:pt x="10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3" y="37"/>
                    <a:pt x="14" y="35"/>
                    <a:pt x="14" y="33"/>
                  </a:cubicBezTo>
                  <a:cubicBezTo>
                    <a:pt x="13" y="32"/>
                    <a:pt x="12" y="31"/>
                    <a:pt x="10" y="31"/>
                  </a:cubicBezTo>
                  <a:cubicBezTo>
                    <a:pt x="10" y="31"/>
                    <a:pt x="10" y="31"/>
                    <a:pt x="10" y="32"/>
                  </a:cubicBezTo>
                  <a:cubicBezTo>
                    <a:pt x="9" y="30"/>
                    <a:pt x="8" y="29"/>
                    <a:pt x="8" y="28"/>
                  </a:cubicBezTo>
                  <a:cubicBezTo>
                    <a:pt x="8" y="26"/>
                    <a:pt x="9" y="24"/>
                    <a:pt x="10" y="23"/>
                  </a:cubicBezTo>
                  <a:cubicBezTo>
                    <a:pt x="11" y="24"/>
                    <a:pt x="12" y="25"/>
                    <a:pt x="13" y="25"/>
                  </a:cubicBezTo>
                  <a:cubicBezTo>
                    <a:pt x="14" y="26"/>
                    <a:pt x="14" y="26"/>
                    <a:pt x="15" y="26"/>
                  </a:cubicBezTo>
                  <a:cubicBezTo>
                    <a:pt x="16" y="26"/>
                    <a:pt x="18" y="24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5" y="20"/>
                    <a:pt x="14" y="19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4" y="14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7" y="12"/>
                    <a:pt x="19" y="11"/>
                    <a:pt x="20" y="12"/>
                  </a:cubicBezTo>
                  <a:cubicBezTo>
                    <a:pt x="20" y="12"/>
                    <a:pt x="20" y="12"/>
                    <a:pt x="21" y="12"/>
                  </a:cubicBezTo>
                  <a:cubicBezTo>
                    <a:pt x="21" y="11"/>
                    <a:pt x="22" y="12"/>
                    <a:pt x="22" y="12"/>
                  </a:cubicBezTo>
                  <a:cubicBezTo>
                    <a:pt x="22" y="14"/>
                    <a:pt x="23" y="15"/>
                    <a:pt x="25" y="15"/>
                  </a:cubicBezTo>
                  <a:cubicBezTo>
                    <a:pt x="26" y="15"/>
                    <a:pt x="27" y="15"/>
                    <a:pt x="28" y="13"/>
                  </a:cubicBezTo>
                  <a:cubicBezTo>
                    <a:pt x="28" y="13"/>
                    <a:pt x="28" y="12"/>
                    <a:pt x="28" y="12"/>
                  </a:cubicBezTo>
                  <a:cubicBezTo>
                    <a:pt x="27" y="10"/>
                    <a:pt x="26" y="9"/>
                    <a:pt x="25" y="8"/>
                  </a:cubicBezTo>
                  <a:cubicBezTo>
                    <a:pt x="25" y="5"/>
                    <a:pt x="29" y="4"/>
                    <a:pt x="31" y="7"/>
                  </a:cubicBezTo>
                  <a:cubicBezTo>
                    <a:pt x="31" y="7"/>
                    <a:pt x="32" y="7"/>
                    <a:pt x="32" y="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1" y="18"/>
                    <a:pt x="31" y="18"/>
                    <a:pt x="30" y="18"/>
                  </a:cubicBezTo>
                  <a:cubicBezTo>
                    <a:pt x="29" y="18"/>
                    <a:pt x="29" y="18"/>
                    <a:pt x="28" y="18"/>
                  </a:cubicBezTo>
                  <a:cubicBezTo>
                    <a:pt x="28" y="18"/>
                    <a:pt x="28" y="17"/>
                    <a:pt x="28" y="18"/>
                  </a:cubicBezTo>
                  <a:cubicBezTo>
                    <a:pt x="24" y="19"/>
                    <a:pt x="25" y="23"/>
                    <a:pt x="28" y="24"/>
                  </a:cubicBezTo>
                  <a:cubicBezTo>
                    <a:pt x="28" y="24"/>
                    <a:pt x="29" y="24"/>
                    <a:pt x="30" y="24"/>
                  </a:cubicBezTo>
                  <a:cubicBezTo>
                    <a:pt x="30" y="24"/>
                    <a:pt x="31" y="24"/>
                    <a:pt x="32" y="24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2" y="68"/>
                    <a:pt x="31" y="68"/>
                    <a:pt x="31" y="68"/>
                  </a:cubicBezTo>
                  <a:cubicBezTo>
                    <a:pt x="28" y="72"/>
                    <a:pt x="25" y="72"/>
                    <a:pt x="22" y="70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5" y="69"/>
                    <a:pt x="26" y="66"/>
                    <a:pt x="23" y="64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1" y="64"/>
                    <a:pt x="19" y="64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5" y="64"/>
                    <a:pt x="13" y="62"/>
                    <a:pt x="13" y="59"/>
                  </a:cubicBezTo>
                  <a:cubicBezTo>
                    <a:pt x="13" y="59"/>
                    <a:pt x="13" y="59"/>
                    <a:pt x="14" y="59"/>
                  </a:cubicBezTo>
                  <a:cubicBezTo>
                    <a:pt x="15" y="59"/>
                    <a:pt x="16" y="59"/>
                    <a:pt x="18" y="59"/>
                  </a:cubicBezTo>
                  <a:cubicBezTo>
                    <a:pt x="19" y="59"/>
                    <a:pt x="20" y="57"/>
                    <a:pt x="20" y="55"/>
                  </a:cubicBezTo>
                  <a:cubicBezTo>
                    <a:pt x="19" y="54"/>
                    <a:pt x="18" y="53"/>
                    <a:pt x="16" y="53"/>
                  </a:cubicBezTo>
                  <a:cubicBezTo>
                    <a:pt x="15" y="54"/>
                    <a:pt x="15" y="54"/>
                    <a:pt x="14" y="54"/>
                  </a:cubicBezTo>
                  <a:cubicBezTo>
                    <a:pt x="13" y="54"/>
                    <a:pt x="12" y="53"/>
                    <a:pt x="11" y="53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7" y="52"/>
                    <a:pt x="5" y="49"/>
                    <a:pt x="5" y="45"/>
                  </a:cubicBezTo>
                  <a:cubicBezTo>
                    <a:pt x="5" y="42"/>
                    <a:pt x="7" y="39"/>
                    <a:pt x="10" y="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2517787" y="3953040"/>
              <a:ext cx="29692" cy="43987"/>
            </a:xfrm>
            <a:custGeom>
              <a:avLst/>
              <a:gdLst/>
              <a:ahLst/>
              <a:cxnLst/>
              <a:rect l="l" t="t" r="r" b="b"/>
              <a:pathLst>
                <a:path w="11" h="17" extrusionOk="0">
                  <a:moveTo>
                    <a:pt x="3" y="17"/>
                  </a:moveTo>
                  <a:cubicBezTo>
                    <a:pt x="3" y="17"/>
                    <a:pt x="3" y="17"/>
                    <a:pt x="4" y="17"/>
                  </a:cubicBezTo>
                  <a:cubicBezTo>
                    <a:pt x="8" y="15"/>
                    <a:pt x="11" y="11"/>
                    <a:pt x="11" y="7"/>
                  </a:cubicBezTo>
                  <a:cubicBezTo>
                    <a:pt x="11" y="5"/>
                    <a:pt x="10" y="3"/>
                    <a:pt x="10" y="2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4" y="2"/>
                    <a:pt x="4" y="4"/>
                    <a:pt x="5" y="5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9"/>
                    <a:pt x="4" y="10"/>
                    <a:pt x="2" y="11"/>
                  </a:cubicBezTo>
                  <a:cubicBezTo>
                    <a:pt x="0" y="11"/>
                    <a:pt x="0" y="13"/>
                    <a:pt x="0" y="15"/>
                  </a:cubicBezTo>
                  <a:cubicBezTo>
                    <a:pt x="0" y="16"/>
                    <a:pt x="1" y="17"/>
                    <a:pt x="3" y="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2585967" y="3928847"/>
              <a:ext cx="28591" cy="39588"/>
            </a:xfrm>
            <a:custGeom>
              <a:avLst/>
              <a:gdLst/>
              <a:ahLst/>
              <a:cxnLst/>
              <a:rect l="l" t="t" r="r" b="b"/>
              <a:pathLst>
                <a:path w="11" h="15" extrusionOk="0"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9" y="15"/>
                    <a:pt x="10" y="15"/>
                    <a:pt x="10" y="13"/>
                  </a:cubicBezTo>
                  <a:cubicBezTo>
                    <a:pt x="11" y="12"/>
                    <a:pt x="10" y="10"/>
                    <a:pt x="8" y="10"/>
                  </a:cubicBezTo>
                  <a:cubicBezTo>
                    <a:pt x="7" y="9"/>
                    <a:pt x="6" y="8"/>
                    <a:pt x="6" y="7"/>
                  </a:cubicBezTo>
                  <a:cubicBezTo>
                    <a:pt x="6" y="6"/>
                    <a:pt x="6" y="6"/>
                    <a:pt x="6" y="5"/>
                  </a:cubicBezTo>
                  <a:cubicBezTo>
                    <a:pt x="7" y="4"/>
                    <a:pt x="7" y="2"/>
                    <a:pt x="5" y="1"/>
                  </a:cubicBezTo>
                  <a:cubicBezTo>
                    <a:pt x="4" y="0"/>
                    <a:pt x="2" y="1"/>
                    <a:pt x="1" y="2"/>
                  </a:cubicBezTo>
                  <a:cubicBezTo>
                    <a:pt x="0" y="4"/>
                    <a:pt x="0" y="5"/>
                    <a:pt x="0" y="7"/>
                  </a:cubicBezTo>
                  <a:cubicBezTo>
                    <a:pt x="0" y="11"/>
                    <a:pt x="3" y="14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2435312" y="3968435"/>
              <a:ext cx="17595" cy="15395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3" y="6"/>
                  </a:moveTo>
                  <a:cubicBezTo>
                    <a:pt x="5" y="6"/>
                    <a:pt x="7" y="4"/>
                    <a:pt x="6" y="2"/>
                  </a:cubicBezTo>
                  <a:cubicBezTo>
                    <a:pt x="5" y="1"/>
                    <a:pt x="5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82" name="Google Shape;482;p41"/>
          <p:cNvSpPr txBox="1"/>
          <p:nvPr/>
        </p:nvSpPr>
        <p:spPr>
          <a:xfrm>
            <a:off x="5537805" y="1227450"/>
            <a:ext cx="28929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Mercury is the closest planet to the Sun and the smallest one 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3" name="Google Shape;483;p41"/>
          <p:cNvSpPr txBox="1"/>
          <p:nvPr/>
        </p:nvSpPr>
        <p:spPr>
          <a:xfrm>
            <a:off x="5534377" y="2058529"/>
            <a:ext cx="2892900" cy="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Venus has a beautiful name and is the second planet from the Sun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4" name="Google Shape;484;p41"/>
          <p:cNvSpPr txBox="1"/>
          <p:nvPr/>
        </p:nvSpPr>
        <p:spPr>
          <a:xfrm>
            <a:off x="5534374" y="2892308"/>
            <a:ext cx="28929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Mars is full of iron oxide dust, which gives the planet its colour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" name="Google Shape;485;p41"/>
          <p:cNvSpPr txBox="1"/>
          <p:nvPr/>
        </p:nvSpPr>
        <p:spPr>
          <a:xfrm>
            <a:off x="5537805" y="3719175"/>
            <a:ext cx="28929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Jupiter is a gas giant and the biggest planet in the Solar System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41"/>
          <p:cNvSpPr txBox="1"/>
          <p:nvPr/>
        </p:nvSpPr>
        <p:spPr>
          <a:xfrm>
            <a:off x="745800" y="2586275"/>
            <a:ext cx="1183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Method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41"/>
          <p:cNvSpPr txBox="1"/>
          <p:nvPr/>
        </p:nvSpPr>
        <p:spPr>
          <a:xfrm>
            <a:off x="2964875" y="1227450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Type of data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8" name="Google Shape;488;p41"/>
          <p:cNvSpPr txBox="1"/>
          <p:nvPr/>
        </p:nvSpPr>
        <p:spPr>
          <a:xfrm>
            <a:off x="2964875" y="2058025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Motives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9" name="Google Shape;489;p41"/>
          <p:cNvSpPr txBox="1"/>
          <p:nvPr/>
        </p:nvSpPr>
        <p:spPr>
          <a:xfrm>
            <a:off x="2964875" y="2888600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Data collection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41"/>
          <p:cNvSpPr txBox="1"/>
          <p:nvPr/>
        </p:nvSpPr>
        <p:spPr>
          <a:xfrm>
            <a:off x="2964875" y="3719175"/>
            <a:ext cx="25695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Specific sampling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2353658" y="1305173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2353658" y="213574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2353658" y="296630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2353658" y="379687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95" name="Google Shape;495;p41"/>
          <p:cNvGrpSpPr/>
          <p:nvPr/>
        </p:nvGrpSpPr>
        <p:grpSpPr>
          <a:xfrm>
            <a:off x="2439379" y="3903010"/>
            <a:ext cx="377258" cy="336443"/>
            <a:chOff x="1512177" y="3800798"/>
            <a:chExt cx="377258" cy="336443"/>
          </a:xfrm>
        </p:grpSpPr>
        <p:sp>
          <p:nvSpPr>
            <p:cNvPr id="496" name="Google Shape;496;p41"/>
            <p:cNvSpPr/>
            <p:nvPr/>
          </p:nvSpPr>
          <p:spPr>
            <a:xfrm>
              <a:off x="1624693" y="4063334"/>
              <a:ext cx="13237" cy="15443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ubicBezTo>
                    <a:pt x="3" y="6"/>
                    <a:pt x="4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1"/>
            <p:cNvSpPr/>
            <p:nvPr/>
          </p:nvSpPr>
          <p:spPr>
            <a:xfrm>
              <a:off x="1800085" y="4124004"/>
              <a:ext cx="13237" cy="13237"/>
            </a:xfrm>
            <a:custGeom>
              <a:avLst/>
              <a:gdLst/>
              <a:ahLst/>
              <a:cxnLst/>
              <a:rect l="l" t="t" r="r" b="b"/>
              <a:pathLst>
                <a:path w="5" h="5" extrusionOk="0">
                  <a:moveTo>
                    <a:pt x="3" y="0"/>
                  </a:move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4"/>
                    <a:pt x="1" y="4"/>
                  </a:cubicBezTo>
                  <a:cubicBezTo>
                    <a:pt x="1" y="5"/>
                    <a:pt x="2" y="5"/>
                    <a:pt x="3" y="5"/>
                  </a:cubicBezTo>
                  <a:cubicBezTo>
                    <a:pt x="3" y="5"/>
                    <a:pt x="4" y="5"/>
                    <a:pt x="5" y="4"/>
                  </a:cubicBezTo>
                  <a:cubicBezTo>
                    <a:pt x="5" y="4"/>
                    <a:pt x="5" y="3"/>
                    <a:pt x="5" y="2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1"/>
            <p:cNvSpPr/>
            <p:nvPr/>
          </p:nvSpPr>
          <p:spPr>
            <a:xfrm>
              <a:off x="1512177" y="3911107"/>
              <a:ext cx="377258" cy="226134"/>
            </a:xfrm>
            <a:custGeom>
              <a:avLst/>
              <a:gdLst/>
              <a:ahLst/>
              <a:cxnLst/>
              <a:rect l="l" t="t" r="r" b="b"/>
              <a:pathLst>
                <a:path w="144" h="86" extrusionOk="0">
                  <a:moveTo>
                    <a:pt x="144" y="82"/>
                  </a:moveTo>
                  <a:cubicBezTo>
                    <a:pt x="138" y="71"/>
                    <a:pt x="138" y="71"/>
                    <a:pt x="138" y="71"/>
                  </a:cubicBezTo>
                  <a:cubicBezTo>
                    <a:pt x="137" y="70"/>
                    <a:pt x="136" y="69"/>
                    <a:pt x="135" y="69"/>
                  </a:cubicBezTo>
                  <a:cubicBezTo>
                    <a:pt x="133" y="69"/>
                    <a:pt x="133" y="69"/>
                    <a:pt x="133" y="69"/>
                  </a:cubicBezTo>
                  <a:cubicBezTo>
                    <a:pt x="129" y="60"/>
                    <a:pt x="129" y="60"/>
                    <a:pt x="129" y="60"/>
                  </a:cubicBezTo>
                  <a:cubicBezTo>
                    <a:pt x="128" y="59"/>
                    <a:pt x="127" y="58"/>
                    <a:pt x="126" y="58"/>
                  </a:cubicBezTo>
                  <a:cubicBezTo>
                    <a:pt x="120" y="58"/>
                    <a:pt x="120" y="58"/>
                    <a:pt x="120" y="58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8"/>
                    <a:pt x="115" y="47"/>
                    <a:pt x="114" y="47"/>
                  </a:cubicBezTo>
                  <a:cubicBezTo>
                    <a:pt x="108" y="47"/>
                    <a:pt x="108" y="47"/>
                    <a:pt x="108" y="47"/>
                  </a:cubicBezTo>
                  <a:cubicBezTo>
                    <a:pt x="104" y="37"/>
                    <a:pt x="104" y="37"/>
                    <a:pt x="104" y="37"/>
                  </a:cubicBezTo>
                  <a:cubicBezTo>
                    <a:pt x="104" y="36"/>
                    <a:pt x="103" y="36"/>
                    <a:pt x="102" y="36"/>
                  </a:cubicBezTo>
                  <a:cubicBezTo>
                    <a:pt x="97" y="36"/>
                    <a:pt x="97" y="36"/>
                    <a:pt x="97" y="36"/>
                  </a:cubicBezTo>
                  <a:cubicBezTo>
                    <a:pt x="93" y="26"/>
                    <a:pt x="93" y="26"/>
                    <a:pt x="93" y="26"/>
                  </a:cubicBezTo>
                  <a:cubicBezTo>
                    <a:pt x="92" y="25"/>
                    <a:pt x="91" y="24"/>
                    <a:pt x="90" y="24"/>
                  </a:cubicBezTo>
                  <a:cubicBezTo>
                    <a:pt x="85" y="24"/>
                    <a:pt x="85" y="24"/>
                    <a:pt x="85" y="24"/>
                  </a:cubicBezTo>
                  <a:cubicBezTo>
                    <a:pt x="85" y="17"/>
                    <a:pt x="85" y="17"/>
                    <a:pt x="85" y="17"/>
                  </a:cubicBezTo>
                  <a:cubicBezTo>
                    <a:pt x="87" y="17"/>
                    <a:pt x="88" y="15"/>
                    <a:pt x="88" y="14"/>
                  </a:cubicBezTo>
                  <a:cubicBezTo>
                    <a:pt x="88" y="3"/>
                    <a:pt x="88" y="3"/>
                    <a:pt x="88" y="3"/>
                  </a:cubicBezTo>
                  <a:cubicBezTo>
                    <a:pt x="88" y="1"/>
                    <a:pt x="87" y="0"/>
                    <a:pt x="85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6" y="1"/>
                    <a:pt x="56" y="3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6" y="15"/>
                    <a:pt x="58" y="17"/>
                    <a:pt x="59" y="17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5" y="24"/>
                    <a:pt x="55" y="24"/>
                    <a:pt x="55" y="24"/>
                  </a:cubicBezTo>
                  <a:cubicBezTo>
                    <a:pt x="53" y="24"/>
                    <a:pt x="52" y="25"/>
                    <a:pt x="52" y="26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0" y="36"/>
                    <a:pt x="40" y="3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9" y="47"/>
                    <a:pt x="28" y="48"/>
                    <a:pt x="28" y="49"/>
                  </a:cubicBezTo>
                  <a:cubicBezTo>
                    <a:pt x="24" y="58"/>
                    <a:pt x="24" y="58"/>
                    <a:pt x="24" y="58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17" y="58"/>
                    <a:pt x="16" y="59"/>
                    <a:pt x="16" y="60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8" y="69"/>
                    <a:pt x="7" y="70"/>
                    <a:pt x="7" y="71"/>
                  </a:cubicBezTo>
                  <a:cubicBezTo>
                    <a:pt x="1" y="82"/>
                    <a:pt x="1" y="82"/>
                    <a:pt x="1" y="82"/>
                  </a:cubicBezTo>
                  <a:cubicBezTo>
                    <a:pt x="0" y="83"/>
                    <a:pt x="0" y="84"/>
                    <a:pt x="1" y="85"/>
                  </a:cubicBezTo>
                  <a:cubicBezTo>
                    <a:pt x="1" y="86"/>
                    <a:pt x="2" y="86"/>
                    <a:pt x="3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82" y="86"/>
                    <a:pt x="82" y="86"/>
                    <a:pt x="82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83" y="86"/>
                    <a:pt x="83" y="86"/>
                    <a:pt x="83" y="86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3" y="86"/>
                    <a:pt x="105" y="85"/>
                    <a:pt x="105" y="84"/>
                  </a:cubicBezTo>
                  <a:cubicBezTo>
                    <a:pt x="105" y="82"/>
                    <a:pt x="104" y="80"/>
                    <a:pt x="102" y="80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36" y="80"/>
                    <a:pt x="136" y="80"/>
                    <a:pt x="136" y="80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3" y="80"/>
                    <a:pt x="121" y="81"/>
                    <a:pt x="121" y="83"/>
                  </a:cubicBezTo>
                  <a:cubicBezTo>
                    <a:pt x="121" y="85"/>
                    <a:pt x="122" y="86"/>
                    <a:pt x="124" y="86"/>
                  </a:cubicBezTo>
                  <a:cubicBezTo>
                    <a:pt x="141" y="86"/>
                    <a:pt x="141" y="86"/>
                    <a:pt x="141" y="86"/>
                  </a:cubicBezTo>
                  <a:cubicBezTo>
                    <a:pt x="142" y="86"/>
                    <a:pt x="142" y="86"/>
                    <a:pt x="143" y="85"/>
                  </a:cubicBezTo>
                  <a:cubicBezTo>
                    <a:pt x="144" y="84"/>
                    <a:pt x="144" y="83"/>
                    <a:pt x="144" y="82"/>
                  </a:cubicBezTo>
                  <a:close/>
                  <a:moveTo>
                    <a:pt x="114" y="58"/>
                  </a:moveTo>
                  <a:cubicBezTo>
                    <a:pt x="85" y="58"/>
                    <a:pt x="85" y="58"/>
                    <a:pt x="85" y="58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112" y="52"/>
                    <a:pt x="112" y="52"/>
                    <a:pt x="112" y="52"/>
                  </a:cubicBezTo>
                  <a:lnTo>
                    <a:pt x="114" y="58"/>
                  </a:lnTo>
                  <a:close/>
                  <a:moveTo>
                    <a:pt x="73" y="19"/>
                  </a:moveTo>
                  <a:cubicBezTo>
                    <a:pt x="71" y="19"/>
                    <a:pt x="70" y="20"/>
                    <a:pt x="70" y="22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75" y="20"/>
                    <a:pt x="74" y="19"/>
                    <a:pt x="73" y="19"/>
                  </a:cubicBezTo>
                  <a:close/>
                  <a:moveTo>
                    <a:pt x="102" y="47"/>
                  </a:moveTo>
                  <a:cubicBezTo>
                    <a:pt x="85" y="47"/>
                    <a:pt x="85" y="47"/>
                    <a:pt x="85" y="47"/>
                  </a:cubicBezTo>
                  <a:cubicBezTo>
                    <a:pt x="85" y="41"/>
                    <a:pt x="85" y="41"/>
                    <a:pt x="85" y="41"/>
                  </a:cubicBezTo>
                  <a:cubicBezTo>
                    <a:pt x="100" y="41"/>
                    <a:pt x="100" y="41"/>
                    <a:pt x="100" y="41"/>
                  </a:cubicBezTo>
                  <a:lnTo>
                    <a:pt x="102" y="47"/>
                  </a:lnTo>
                  <a:close/>
                  <a:moveTo>
                    <a:pt x="90" y="36"/>
                  </a:moveTo>
                  <a:cubicBezTo>
                    <a:pt x="85" y="36"/>
                    <a:pt x="85" y="36"/>
                    <a:pt x="85" y="36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88" y="30"/>
                    <a:pt x="88" y="30"/>
                    <a:pt x="88" y="30"/>
                  </a:cubicBezTo>
                  <a:lnTo>
                    <a:pt x="90" y="36"/>
                  </a:lnTo>
                  <a:close/>
                  <a:moveTo>
                    <a:pt x="62" y="5"/>
                  </a:moveTo>
                  <a:cubicBezTo>
                    <a:pt x="82" y="5"/>
                    <a:pt x="82" y="5"/>
                    <a:pt x="82" y="5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62" y="11"/>
                    <a:pt x="62" y="11"/>
                    <a:pt x="62" y="11"/>
                  </a:cubicBezTo>
                  <a:lnTo>
                    <a:pt x="62" y="5"/>
                  </a:lnTo>
                  <a:close/>
                  <a:moveTo>
                    <a:pt x="57" y="30"/>
                  </a:moveTo>
                  <a:cubicBezTo>
                    <a:pt x="59" y="30"/>
                    <a:pt x="59" y="30"/>
                    <a:pt x="59" y="30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4" y="36"/>
                    <a:pt x="54" y="36"/>
                    <a:pt x="54" y="36"/>
                  </a:cubicBezTo>
                  <a:lnTo>
                    <a:pt x="57" y="30"/>
                  </a:lnTo>
                  <a:close/>
                  <a:moveTo>
                    <a:pt x="45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42" y="47"/>
                    <a:pt x="42" y="47"/>
                    <a:pt x="42" y="47"/>
                  </a:cubicBezTo>
                  <a:lnTo>
                    <a:pt x="45" y="41"/>
                  </a:lnTo>
                  <a:close/>
                  <a:moveTo>
                    <a:pt x="20" y="64"/>
                  </a:moveTo>
                  <a:cubicBezTo>
                    <a:pt x="26" y="64"/>
                    <a:pt x="26" y="64"/>
                    <a:pt x="26" y="64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26" y="64"/>
                    <a:pt x="26" y="64"/>
                    <a:pt x="26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6" y="64"/>
                    <a:pt x="38" y="63"/>
                    <a:pt x="38" y="61"/>
                  </a:cubicBezTo>
                  <a:cubicBezTo>
                    <a:pt x="38" y="60"/>
                    <a:pt x="37" y="58"/>
                    <a:pt x="35" y="58"/>
                  </a:cubicBezTo>
                  <a:cubicBezTo>
                    <a:pt x="30" y="58"/>
                    <a:pt x="30" y="58"/>
                    <a:pt x="30" y="58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5" y="58"/>
                    <a:pt x="54" y="59"/>
                    <a:pt x="54" y="60"/>
                  </a:cubicBezTo>
                  <a:cubicBezTo>
                    <a:pt x="54" y="62"/>
                    <a:pt x="55" y="64"/>
                    <a:pt x="57" y="64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59" y="69"/>
                    <a:pt x="59" y="69"/>
                    <a:pt x="59" y="69"/>
                  </a:cubicBezTo>
                  <a:cubicBezTo>
                    <a:pt x="18" y="69"/>
                    <a:pt x="18" y="69"/>
                    <a:pt x="18" y="69"/>
                  </a:cubicBezTo>
                  <a:lnTo>
                    <a:pt x="20" y="64"/>
                  </a:lnTo>
                  <a:close/>
                  <a:moveTo>
                    <a:pt x="11" y="75"/>
                  </a:moveTo>
                  <a:cubicBezTo>
                    <a:pt x="59" y="75"/>
                    <a:pt x="59" y="75"/>
                    <a:pt x="59" y="75"/>
                  </a:cubicBezTo>
                  <a:cubicBezTo>
                    <a:pt x="59" y="80"/>
                    <a:pt x="59" y="80"/>
                    <a:pt x="59" y="80"/>
                  </a:cubicBezTo>
                  <a:cubicBezTo>
                    <a:pt x="8" y="80"/>
                    <a:pt x="8" y="80"/>
                    <a:pt x="8" y="80"/>
                  </a:cubicBezTo>
                  <a:lnTo>
                    <a:pt x="11" y="75"/>
                  </a:lnTo>
                  <a:close/>
                  <a:moveTo>
                    <a:pt x="80" y="80"/>
                  </a:moveTo>
                  <a:cubicBezTo>
                    <a:pt x="65" y="80"/>
                    <a:pt x="65" y="80"/>
                    <a:pt x="65" y="80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80" y="30"/>
                    <a:pt x="80" y="30"/>
                    <a:pt x="80" y="30"/>
                  </a:cubicBezTo>
                  <a:lnTo>
                    <a:pt x="80" y="80"/>
                  </a:lnTo>
                  <a:close/>
                  <a:moveTo>
                    <a:pt x="85" y="69"/>
                  </a:moveTo>
                  <a:cubicBezTo>
                    <a:pt x="85" y="64"/>
                    <a:pt x="85" y="64"/>
                    <a:pt x="85" y="64"/>
                  </a:cubicBezTo>
                  <a:cubicBezTo>
                    <a:pt x="124" y="64"/>
                    <a:pt x="124" y="64"/>
                    <a:pt x="124" y="64"/>
                  </a:cubicBezTo>
                  <a:cubicBezTo>
                    <a:pt x="127" y="69"/>
                    <a:pt x="127" y="69"/>
                    <a:pt x="127" y="69"/>
                  </a:cubicBezTo>
                  <a:lnTo>
                    <a:pt x="85" y="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1"/>
            <p:cNvSpPr/>
            <p:nvPr/>
          </p:nvSpPr>
          <p:spPr>
            <a:xfrm>
              <a:off x="1551888" y="3800798"/>
              <a:ext cx="83835" cy="83835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16" y="32"/>
                  </a:moveTo>
                  <a:cubicBezTo>
                    <a:pt x="25" y="32"/>
                    <a:pt x="32" y="25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2"/>
                    <a:pt x="16" y="32"/>
                  </a:cubicBezTo>
                  <a:close/>
                  <a:moveTo>
                    <a:pt x="16" y="5"/>
                  </a:moveTo>
                  <a:cubicBezTo>
                    <a:pt x="22" y="5"/>
                    <a:pt x="27" y="10"/>
                    <a:pt x="27" y="16"/>
                  </a:cubicBezTo>
                  <a:cubicBezTo>
                    <a:pt x="27" y="22"/>
                    <a:pt x="22" y="27"/>
                    <a:pt x="16" y="27"/>
                  </a:cubicBezTo>
                  <a:cubicBezTo>
                    <a:pt x="10" y="27"/>
                    <a:pt x="5" y="22"/>
                    <a:pt x="5" y="16"/>
                  </a:cubicBezTo>
                  <a:cubicBezTo>
                    <a:pt x="5" y="10"/>
                    <a:pt x="10" y="5"/>
                    <a:pt x="16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1"/>
            <p:cNvSpPr/>
            <p:nvPr/>
          </p:nvSpPr>
          <p:spPr>
            <a:xfrm>
              <a:off x="1742724" y="3840509"/>
              <a:ext cx="125753" cy="65083"/>
            </a:xfrm>
            <a:custGeom>
              <a:avLst/>
              <a:gdLst/>
              <a:ahLst/>
              <a:cxnLst/>
              <a:rect l="l" t="t" r="r" b="b"/>
              <a:pathLst>
                <a:path w="48" h="25" extrusionOk="0">
                  <a:moveTo>
                    <a:pt x="5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6" y="25"/>
                    <a:pt x="48" y="22"/>
                    <a:pt x="48" y="19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8" y="17"/>
                    <a:pt x="47" y="14"/>
                    <a:pt x="45" y="13"/>
                  </a:cubicBezTo>
                  <a:cubicBezTo>
                    <a:pt x="44" y="11"/>
                    <a:pt x="41" y="10"/>
                    <a:pt x="39" y="10"/>
                  </a:cubicBezTo>
                  <a:cubicBezTo>
                    <a:pt x="38" y="10"/>
                    <a:pt x="38" y="10"/>
                    <a:pt x="37" y="10"/>
                  </a:cubicBezTo>
                  <a:cubicBezTo>
                    <a:pt x="35" y="4"/>
                    <a:pt x="30" y="0"/>
                    <a:pt x="24" y="0"/>
                  </a:cubicBezTo>
                  <a:cubicBezTo>
                    <a:pt x="18" y="0"/>
                    <a:pt x="12" y="4"/>
                    <a:pt x="10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4" y="10"/>
                    <a:pt x="0" y="14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0"/>
                    <a:pt x="0" y="22"/>
                    <a:pt x="1" y="23"/>
                  </a:cubicBezTo>
                  <a:cubicBezTo>
                    <a:pt x="2" y="24"/>
                    <a:pt x="4" y="25"/>
                    <a:pt x="5" y="25"/>
                  </a:cubicBezTo>
                  <a:close/>
                  <a:moveTo>
                    <a:pt x="5" y="19"/>
                  </a:moveTo>
                  <a:cubicBezTo>
                    <a:pt x="6" y="17"/>
                    <a:pt x="7" y="15"/>
                    <a:pt x="9" y="15"/>
                  </a:cubicBezTo>
                  <a:cubicBezTo>
                    <a:pt x="10" y="15"/>
                    <a:pt x="11" y="16"/>
                    <a:pt x="11" y="16"/>
                  </a:cubicBezTo>
                  <a:cubicBezTo>
                    <a:pt x="12" y="16"/>
                    <a:pt x="13" y="16"/>
                    <a:pt x="14" y="16"/>
                  </a:cubicBezTo>
                  <a:cubicBezTo>
                    <a:pt x="15" y="15"/>
                    <a:pt x="15" y="15"/>
                    <a:pt x="15" y="14"/>
                  </a:cubicBezTo>
                  <a:cubicBezTo>
                    <a:pt x="16" y="9"/>
                    <a:pt x="19" y="6"/>
                    <a:pt x="24" y="6"/>
                  </a:cubicBezTo>
                  <a:cubicBezTo>
                    <a:pt x="28" y="6"/>
                    <a:pt x="32" y="9"/>
                    <a:pt x="32" y="14"/>
                  </a:cubicBezTo>
                  <a:cubicBezTo>
                    <a:pt x="32" y="15"/>
                    <a:pt x="33" y="16"/>
                    <a:pt x="34" y="16"/>
                  </a:cubicBezTo>
                  <a:cubicBezTo>
                    <a:pt x="35" y="17"/>
                    <a:pt x="36" y="17"/>
                    <a:pt x="37" y="16"/>
                  </a:cubicBezTo>
                  <a:cubicBezTo>
                    <a:pt x="37" y="16"/>
                    <a:pt x="38" y="15"/>
                    <a:pt x="39" y="15"/>
                  </a:cubicBezTo>
                  <a:cubicBezTo>
                    <a:pt x="40" y="15"/>
                    <a:pt x="41" y="16"/>
                    <a:pt x="42" y="17"/>
                  </a:cubicBezTo>
                  <a:cubicBezTo>
                    <a:pt x="42" y="17"/>
                    <a:pt x="43" y="18"/>
                    <a:pt x="4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2" y="19"/>
                    <a:pt x="32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p41"/>
          <p:cNvGrpSpPr/>
          <p:nvPr/>
        </p:nvGrpSpPr>
        <p:grpSpPr>
          <a:xfrm>
            <a:off x="2465853" y="1390337"/>
            <a:ext cx="324309" cy="378361"/>
            <a:chOff x="3999652" y="3181962"/>
            <a:chExt cx="324309" cy="378361"/>
          </a:xfrm>
        </p:grpSpPr>
        <p:sp>
          <p:nvSpPr>
            <p:cNvPr id="502" name="Google Shape;502;p41"/>
            <p:cNvSpPr/>
            <p:nvPr/>
          </p:nvSpPr>
          <p:spPr>
            <a:xfrm>
              <a:off x="3999652" y="3331983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6"/>
                  </a:moveTo>
                  <a:cubicBezTo>
                    <a:pt x="4" y="6"/>
                    <a:pt x="4" y="5"/>
                    <a:pt x="5" y="5"/>
                  </a:cubicBezTo>
                  <a:cubicBezTo>
                    <a:pt x="5" y="4"/>
                    <a:pt x="6" y="3"/>
                    <a:pt x="6" y="3"/>
                  </a:cubicBez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1"/>
            <p:cNvSpPr/>
            <p:nvPr/>
          </p:nvSpPr>
          <p:spPr>
            <a:xfrm>
              <a:off x="3999652" y="3181962"/>
              <a:ext cx="324309" cy="378361"/>
            </a:xfrm>
            <a:custGeom>
              <a:avLst/>
              <a:gdLst/>
              <a:ahLst/>
              <a:cxnLst/>
              <a:rect l="l" t="t" r="r" b="b"/>
              <a:pathLst>
                <a:path w="124" h="144" extrusionOk="0">
                  <a:moveTo>
                    <a:pt x="124" y="39"/>
                  </a:moveTo>
                  <a:cubicBezTo>
                    <a:pt x="124" y="9"/>
                    <a:pt x="124" y="9"/>
                    <a:pt x="124" y="9"/>
                  </a:cubicBezTo>
                  <a:cubicBezTo>
                    <a:pt x="124" y="4"/>
                    <a:pt x="121" y="0"/>
                    <a:pt x="116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7" y="0"/>
                    <a:pt x="15" y="2"/>
                    <a:pt x="13" y="3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6"/>
                    <a:pt x="0" y="18"/>
                    <a:pt x="0" y="2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7"/>
                    <a:pt x="1" y="48"/>
                    <a:pt x="3" y="48"/>
                  </a:cubicBezTo>
                  <a:cubicBezTo>
                    <a:pt x="4" y="48"/>
                    <a:pt x="6" y="47"/>
                    <a:pt x="6" y="4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19"/>
                    <a:pt x="6" y="19"/>
                    <a:pt x="6" y="18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91"/>
                    <a:pt x="11" y="91"/>
                    <a:pt x="11" y="91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0"/>
                    <a:pt x="4" y="69"/>
                    <a:pt x="3" y="69"/>
                  </a:cubicBezTo>
                  <a:cubicBezTo>
                    <a:pt x="1" y="69"/>
                    <a:pt x="0" y="70"/>
                    <a:pt x="0" y="7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40"/>
                    <a:pt x="4" y="144"/>
                    <a:pt x="8" y="144"/>
                  </a:cubicBezTo>
                  <a:cubicBezTo>
                    <a:pt x="105" y="144"/>
                    <a:pt x="105" y="144"/>
                    <a:pt x="105" y="144"/>
                  </a:cubicBezTo>
                  <a:cubicBezTo>
                    <a:pt x="107" y="144"/>
                    <a:pt x="109" y="143"/>
                    <a:pt x="111" y="141"/>
                  </a:cubicBezTo>
                  <a:cubicBezTo>
                    <a:pt x="121" y="130"/>
                    <a:pt x="121" y="130"/>
                    <a:pt x="121" y="130"/>
                  </a:cubicBezTo>
                  <a:cubicBezTo>
                    <a:pt x="123" y="129"/>
                    <a:pt x="124" y="127"/>
                    <a:pt x="124" y="124"/>
                  </a:cubicBezTo>
                  <a:cubicBezTo>
                    <a:pt x="124" y="60"/>
                    <a:pt x="124" y="60"/>
                    <a:pt x="124" y="60"/>
                  </a:cubicBezTo>
                  <a:cubicBezTo>
                    <a:pt x="124" y="59"/>
                    <a:pt x="124" y="59"/>
                    <a:pt x="124" y="58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4" y="40"/>
                    <a:pt x="124" y="40"/>
                    <a:pt x="124" y="39"/>
                  </a:cubicBezTo>
                  <a:close/>
                  <a:moveTo>
                    <a:pt x="15" y="98"/>
                  </a:moveTo>
                  <a:cubicBezTo>
                    <a:pt x="21" y="105"/>
                    <a:pt x="21" y="105"/>
                    <a:pt x="21" y="105"/>
                  </a:cubicBezTo>
                  <a:cubicBezTo>
                    <a:pt x="18" y="112"/>
                    <a:pt x="18" y="112"/>
                    <a:pt x="18" y="112"/>
                  </a:cubicBezTo>
                  <a:cubicBezTo>
                    <a:pt x="18" y="113"/>
                    <a:pt x="18" y="114"/>
                    <a:pt x="18" y="114"/>
                  </a:cubicBezTo>
                  <a:cubicBezTo>
                    <a:pt x="20" y="119"/>
                    <a:pt x="20" y="119"/>
                    <a:pt x="20" y="119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1" y="117"/>
                    <a:pt x="11" y="117"/>
                    <a:pt x="11" y="117"/>
                  </a:cubicBezTo>
                  <a:lnTo>
                    <a:pt x="15" y="98"/>
                  </a:lnTo>
                  <a:close/>
                  <a:moveTo>
                    <a:pt x="107" y="137"/>
                  </a:moveTo>
                  <a:cubicBezTo>
                    <a:pt x="106" y="138"/>
                    <a:pt x="105" y="138"/>
                    <a:pt x="105" y="138"/>
                  </a:cubicBezTo>
                  <a:cubicBezTo>
                    <a:pt x="8" y="138"/>
                    <a:pt x="8" y="138"/>
                    <a:pt x="8" y="138"/>
                  </a:cubicBezTo>
                  <a:cubicBezTo>
                    <a:pt x="7" y="138"/>
                    <a:pt x="6" y="137"/>
                    <a:pt x="6" y="135"/>
                  </a:cubicBezTo>
                  <a:cubicBezTo>
                    <a:pt x="6" y="119"/>
                    <a:pt x="6" y="119"/>
                    <a:pt x="6" y="119"/>
                  </a:cubicBezTo>
                  <a:cubicBezTo>
                    <a:pt x="12" y="127"/>
                    <a:pt x="12" y="127"/>
                    <a:pt x="12" y="127"/>
                  </a:cubicBezTo>
                  <a:cubicBezTo>
                    <a:pt x="12" y="128"/>
                    <a:pt x="12" y="128"/>
                    <a:pt x="12" y="128"/>
                  </a:cubicBezTo>
                  <a:cubicBezTo>
                    <a:pt x="13" y="131"/>
                    <a:pt x="16" y="133"/>
                    <a:pt x="20" y="133"/>
                  </a:cubicBezTo>
                  <a:cubicBezTo>
                    <a:pt x="111" y="133"/>
                    <a:pt x="111" y="133"/>
                    <a:pt x="111" y="133"/>
                  </a:cubicBezTo>
                  <a:lnTo>
                    <a:pt x="107" y="137"/>
                  </a:lnTo>
                  <a:close/>
                  <a:moveTo>
                    <a:pt x="119" y="38"/>
                  </a:moveTo>
                  <a:cubicBezTo>
                    <a:pt x="112" y="45"/>
                    <a:pt x="112" y="45"/>
                    <a:pt x="112" y="45"/>
                  </a:cubicBezTo>
                  <a:cubicBezTo>
                    <a:pt x="112" y="46"/>
                    <a:pt x="111" y="47"/>
                    <a:pt x="112" y="48"/>
                  </a:cubicBezTo>
                  <a:cubicBezTo>
                    <a:pt x="119" y="61"/>
                    <a:pt x="119" y="61"/>
                    <a:pt x="119" y="61"/>
                  </a:cubicBezTo>
                  <a:cubicBezTo>
                    <a:pt x="119" y="83"/>
                    <a:pt x="119" y="83"/>
                    <a:pt x="119" y="83"/>
                  </a:cubicBezTo>
                  <a:cubicBezTo>
                    <a:pt x="105" y="94"/>
                    <a:pt x="105" y="94"/>
                    <a:pt x="105" y="94"/>
                  </a:cubicBezTo>
                  <a:cubicBezTo>
                    <a:pt x="104" y="94"/>
                    <a:pt x="104" y="95"/>
                    <a:pt x="104" y="96"/>
                  </a:cubicBezTo>
                  <a:cubicBezTo>
                    <a:pt x="104" y="97"/>
                    <a:pt x="104" y="97"/>
                    <a:pt x="104" y="98"/>
                  </a:cubicBezTo>
                  <a:cubicBezTo>
                    <a:pt x="106" y="101"/>
                    <a:pt x="106" y="101"/>
                    <a:pt x="106" y="101"/>
                  </a:cubicBezTo>
                  <a:cubicBezTo>
                    <a:pt x="101" y="105"/>
                    <a:pt x="101" y="105"/>
                    <a:pt x="101" y="105"/>
                  </a:cubicBezTo>
                  <a:cubicBezTo>
                    <a:pt x="99" y="106"/>
                    <a:pt x="99" y="108"/>
                    <a:pt x="100" y="109"/>
                  </a:cubicBezTo>
                  <a:cubicBezTo>
                    <a:pt x="100" y="110"/>
                    <a:pt x="101" y="110"/>
                    <a:pt x="102" y="110"/>
                  </a:cubicBezTo>
                  <a:cubicBezTo>
                    <a:pt x="103" y="110"/>
                    <a:pt x="103" y="110"/>
                    <a:pt x="104" y="109"/>
                  </a:cubicBezTo>
                  <a:cubicBezTo>
                    <a:pt x="112" y="104"/>
                    <a:pt x="112" y="104"/>
                    <a:pt x="112" y="104"/>
                  </a:cubicBezTo>
                  <a:cubicBezTo>
                    <a:pt x="113" y="103"/>
                    <a:pt x="113" y="102"/>
                    <a:pt x="113" y="102"/>
                  </a:cubicBezTo>
                  <a:cubicBezTo>
                    <a:pt x="113" y="101"/>
                    <a:pt x="113" y="100"/>
                    <a:pt x="113" y="100"/>
                  </a:cubicBezTo>
                  <a:cubicBezTo>
                    <a:pt x="110" y="97"/>
                    <a:pt x="110" y="97"/>
                    <a:pt x="110" y="97"/>
                  </a:cubicBezTo>
                  <a:cubicBezTo>
                    <a:pt x="119" y="90"/>
                    <a:pt x="119" y="90"/>
                    <a:pt x="119" y="90"/>
                  </a:cubicBezTo>
                  <a:cubicBezTo>
                    <a:pt x="119" y="124"/>
                    <a:pt x="119" y="124"/>
                    <a:pt x="119" y="124"/>
                  </a:cubicBezTo>
                  <a:cubicBezTo>
                    <a:pt x="119" y="125"/>
                    <a:pt x="119" y="125"/>
                    <a:pt x="118" y="126"/>
                  </a:cubicBezTo>
                  <a:cubicBezTo>
                    <a:pt x="118" y="126"/>
                    <a:pt x="118" y="126"/>
                    <a:pt x="118" y="126"/>
                  </a:cubicBezTo>
                  <a:cubicBezTo>
                    <a:pt x="118" y="126"/>
                    <a:pt x="118" y="126"/>
                    <a:pt x="118" y="126"/>
                  </a:cubicBezTo>
                  <a:cubicBezTo>
                    <a:pt x="117" y="127"/>
                    <a:pt x="117" y="127"/>
                    <a:pt x="116" y="127"/>
                  </a:cubicBezTo>
                  <a:cubicBezTo>
                    <a:pt x="19" y="127"/>
                    <a:pt x="19" y="127"/>
                    <a:pt x="19" y="127"/>
                  </a:cubicBezTo>
                  <a:cubicBezTo>
                    <a:pt x="19" y="127"/>
                    <a:pt x="18" y="127"/>
                    <a:pt x="18" y="127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6" y="122"/>
                    <a:pt x="27" y="121"/>
                    <a:pt x="26" y="119"/>
                  </a:cubicBezTo>
                  <a:cubicBezTo>
                    <a:pt x="23" y="113"/>
                    <a:pt x="23" y="113"/>
                    <a:pt x="23" y="113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39" y="107"/>
                    <a:pt x="40" y="107"/>
                    <a:pt x="40" y="106"/>
                  </a:cubicBezTo>
                  <a:cubicBezTo>
                    <a:pt x="44" y="100"/>
                    <a:pt x="44" y="100"/>
                    <a:pt x="44" y="100"/>
                  </a:cubicBezTo>
                  <a:cubicBezTo>
                    <a:pt x="45" y="99"/>
                    <a:pt x="45" y="97"/>
                    <a:pt x="44" y="96"/>
                  </a:cubicBezTo>
                  <a:cubicBezTo>
                    <a:pt x="42" y="96"/>
                    <a:pt x="41" y="96"/>
                    <a:pt x="40" y="97"/>
                  </a:cubicBezTo>
                  <a:cubicBezTo>
                    <a:pt x="37" y="102"/>
                    <a:pt x="37" y="102"/>
                    <a:pt x="37" y="102"/>
                  </a:cubicBezTo>
                  <a:cubicBezTo>
                    <a:pt x="25" y="102"/>
                    <a:pt x="25" y="102"/>
                    <a:pt x="25" y="102"/>
                  </a:cubicBezTo>
                  <a:cubicBezTo>
                    <a:pt x="17" y="90"/>
                    <a:pt x="17" y="90"/>
                    <a:pt x="17" y="90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31"/>
                    <a:pt x="25" y="31"/>
                    <a:pt x="25" y="31"/>
                  </a:cubicBezTo>
                  <a:cubicBezTo>
                    <a:pt x="25" y="31"/>
                    <a:pt x="25" y="32"/>
                    <a:pt x="25" y="32"/>
                  </a:cubicBezTo>
                  <a:cubicBezTo>
                    <a:pt x="25" y="33"/>
                    <a:pt x="26" y="34"/>
                    <a:pt x="2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41" y="34"/>
                    <a:pt x="42" y="33"/>
                    <a:pt x="42" y="32"/>
                  </a:cubicBezTo>
                  <a:cubicBezTo>
                    <a:pt x="43" y="30"/>
                    <a:pt x="41" y="29"/>
                    <a:pt x="40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1" y="26"/>
                    <a:pt x="31" y="26"/>
                    <a:pt x="31" y="25"/>
                  </a:cubicBezTo>
                  <a:cubicBezTo>
                    <a:pt x="31" y="24"/>
                    <a:pt x="30" y="23"/>
                    <a:pt x="29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8"/>
                    <a:pt x="17" y="8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6"/>
                    <a:pt x="19" y="6"/>
                    <a:pt x="20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6"/>
                    <a:pt x="95" y="17"/>
                    <a:pt x="95" y="18"/>
                  </a:cubicBezTo>
                  <a:cubicBezTo>
                    <a:pt x="95" y="18"/>
                    <a:pt x="95" y="19"/>
                    <a:pt x="96" y="20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5" y="27"/>
                    <a:pt x="106" y="27"/>
                    <a:pt x="107" y="27"/>
                  </a:cubicBezTo>
                  <a:cubicBezTo>
                    <a:pt x="107" y="27"/>
                    <a:pt x="108" y="27"/>
                    <a:pt x="109" y="26"/>
                  </a:cubicBezTo>
                  <a:cubicBezTo>
                    <a:pt x="110" y="25"/>
                    <a:pt x="110" y="23"/>
                    <a:pt x="108" y="22"/>
                  </a:cubicBezTo>
                  <a:cubicBezTo>
                    <a:pt x="102" y="17"/>
                    <a:pt x="102" y="17"/>
                    <a:pt x="102" y="17"/>
                  </a:cubicBezTo>
                  <a:cubicBezTo>
                    <a:pt x="103" y="16"/>
                    <a:pt x="103" y="16"/>
                    <a:pt x="103" y="16"/>
                  </a:cubicBezTo>
                  <a:cubicBezTo>
                    <a:pt x="104" y="15"/>
                    <a:pt x="105" y="13"/>
                    <a:pt x="104" y="12"/>
                  </a:cubicBezTo>
                  <a:cubicBezTo>
                    <a:pt x="99" y="6"/>
                    <a:pt x="99" y="6"/>
                    <a:pt x="99" y="6"/>
                  </a:cubicBezTo>
                  <a:cubicBezTo>
                    <a:pt x="116" y="6"/>
                    <a:pt x="116" y="6"/>
                    <a:pt x="116" y="6"/>
                  </a:cubicBezTo>
                  <a:cubicBezTo>
                    <a:pt x="118" y="6"/>
                    <a:pt x="119" y="7"/>
                    <a:pt x="119" y="9"/>
                  </a:cubicBezTo>
                  <a:lnTo>
                    <a:pt x="119" y="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1"/>
            <p:cNvSpPr/>
            <p:nvPr/>
          </p:nvSpPr>
          <p:spPr>
            <a:xfrm>
              <a:off x="4091208" y="3218365"/>
              <a:ext cx="169876" cy="275773"/>
            </a:xfrm>
            <a:custGeom>
              <a:avLst/>
              <a:gdLst/>
              <a:ahLst/>
              <a:cxnLst/>
              <a:rect l="l" t="t" r="r" b="b"/>
              <a:pathLst>
                <a:path w="65" h="105" extrusionOk="0">
                  <a:moveTo>
                    <a:pt x="65" y="35"/>
                  </a:moveTo>
                  <a:cubicBezTo>
                    <a:pt x="65" y="35"/>
                    <a:pt x="65" y="34"/>
                    <a:pt x="65" y="34"/>
                  </a:cubicBezTo>
                  <a:cubicBezTo>
                    <a:pt x="64" y="33"/>
                    <a:pt x="63" y="32"/>
                    <a:pt x="62" y="33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55" y="27"/>
                    <a:pt x="55" y="14"/>
                    <a:pt x="47" y="6"/>
                  </a:cubicBezTo>
                  <a:cubicBezTo>
                    <a:pt x="43" y="2"/>
                    <a:pt x="38" y="0"/>
                    <a:pt x="33" y="0"/>
                  </a:cubicBezTo>
                  <a:cubicBezTo>
                    <a:pt x="27" y="0"/>
                    <a:pt x="22" y="2"/>
                    <a:pt x="18" y="6"/>
                  </a:cubicBezTo>
                  <a:cubicBezTo>
                    <a:pt x="10" y="14"/>
                    <a:pt x="10" y="27"/>
                    <a:pt x="18" y="35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3"/>
                    <a:pt x="0" y="53"/>
                    <a:pt x="1" y="54"/>
                  </a:cubicBezTo>
                  <a:cubicBezTo>
                    <a:pt x="1" y="55"/>
                    <a:pt x="3" y="55"/>
                    <a:pt x="4" y="55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1" y="103"/>
                    <a:pt x="22" y="104"/>
                    <a:pt x="23" y="105"/>
                  </a:cubicBezTo>
                  <a:cubicBezTo>
                    <a:pt x="23" y="105"/>
                    <a:pt x="24" y="105"/>
                    <a:pt x="24" y="105"/>
                  </a:cubicBezTo>
                  <a:cubicBezTo>
                    <a:pt x="41" y="105"/>
                    <a:pt x="41" y="105"/>
                    <a:pt x="41" y="105"/>
                  </a:cubicBezTo>
                  <a:cubicBezTo>
                    <a:pt x="42" y="105"/>
                    <a:pt x="42" y="105"/>
                    <a:pt x="42" y="105"/>
                  </a:cubicBezTo>
                  <a:cubicBezTo>
                    <a:pt x="43" y="104"/>
                    <a:pt x="44" y="103"/>
                    <a:pt x="44" y="10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63" y="55"/>
                    <a:pt x="64" y="55"/>
                    <a:pt x="65" y="54"/>
                  </a:cubicBezTo>
                  <a:cubicBezTo>
                    <a:pt x="65" y="53"/>
                    <a:pt x="65" y="53"/>
                    <a:pt x="65" y="52"/>
                  </a:cubicBezTo>
                  <a:lnTo>
                    <a:pt x="65" y="35"/>
                  </a:lnTo>
                  <a:close/>
                  <a:moveTo>
                    <a:pt x="60" y="49"/>
                  </a:moveTo>
                  <a:cubicBezTo>
                    <a:pt x="39" y="45"/>
                    <a:pt x="39" y="45"/>
                    <a:pt x="39" y="45"/>
                  </a:cubicBezTo>
                  <a:cubicBezTo>
                    <a:pt x="38" y="44"/>
                    <a:pt x="37" y="45"/>
                    <a:pt x="36" y="45"/>
                  </a:cubicBezTo>
                  <a:cubicBezTo>
                    <a:pt x="35" y="46"/>
                    <a:pt x="35" y="47"/>
                    <a:pt x="35" y="48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31" y="47"/>
                    <a:pt x="30" y="46"/>
                    <a:pt x="30" y="45"/>
                  </a:cubicBezTo>
                  <a:cubicBezTo>
                    <a:pt x="29" y="45"/>
                    <a:pt x="28" y="44"/>
                    <a:pt x="27" y="45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9" y="43"/>
                    <a:pt x="30" y="43"/>
                    <a:pt x="30" y="42"/>
                  </a:cubicBezTo>
                  <a:cubicBezTo>
                    <a:pt x="31" y="41"/>
                    <a:pt x="31" y="39"/>
                    <a:pt x="30" y="38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17" y="25"/>
                    <a:pt x="17" y="16"/>
                    <a:pt x="22" y="10"/>
                  </a:cubicBezTo>
                  <a:cubicBezTo>
                    <a:pt x="25" y="7"/>
                    <a:pt x="29" y="5"/>
                    <a:pt x="34" y="6"/>
                  </a:cubicBezTo>
                  <a:cubicBezTo>
                    <a:pt x="37" y="6"/>
                    <a:pt x="40" y="7"/>
                    <a:pt x="42" y="9"/>
                  </a:cubicBezTo>
                  <a:cubicBezTo>
                    <a:pt x="49" y="15"/>
                    <a:pt x="50" y="25"/>
                    <a:pt x="43" y="31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5" y="39"/>
                    <a:pt x="35" y="41"/>
                    <a:pt x="36" y="42"/>
                  </a:cubicBezTo>
                  <a:cubicBezTo>
                    <a:pt x="36" y="43"/>
                    <a:pt x="37" y="43"/>
                    <a:pt x="39" y="43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49"/>
                    <a:pt x="60" y="49"/>
                    <a:pt x="60" y="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1"/>
            <p:cNvSpPr/>
            <p:nvPr/>
          </p:nvSpPr>
          <p:spPr>
            <a:xfrm>
              <a:off x="4148569" y="3244839"/>
              <a:ext cx="55155" cy="62877"/>
            </a:xfrm>
            <a:custGeom>
              <a:avLst/>
              <a:gdLst/>
              <a:ahLst/>
              <a:cxnLst/>
              <a:rect l="l" t="t" r="r" b="b"/>
              <a:pathLst>
                <a:path w="21" h="24" extrusionOk="0">
                  <a:moveTo>
                    <a:pt x="21" y="11"/>
                  </a:moveTo>
                  <a:cubicBezTo>
                    <a:pt x="21" y="8"/>
                    <a:pt x="20" y="5"/>
                    <a:pt x="18" y="3"/>
                  </a:cubicBezTo>
                  <a:cubicBezTo>
                    <a:pt x="16" y="1"/>
                    <a:pt x="14" y="0"/>
                    <a:pt x="11" y="0"/>
                  </a:cubicBezTo>
                  <a:cubicBezTo>
                    <a:pt x="8" y="0"/>
                    <a:pt x="5" y="1"/>
                    <a:pt x="3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0" y="13"/>
                    <a:pt x="1" y="16"/>
                    <a:pt x="3" y="18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10" y="24"/>
                    <a:pt x="11" y="24"/>
                  </a:cubicBezTo>
                  <a:cubicBezTo>
                    <a:pt x="12" y="24"/>
                    <a:pt x="12" y="24"/>
                    <a:pt x="13" y="24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0" y="16"/>
                    <a:pt x="21" y="13"/>
                    <a:pt x="21" y="11"/>
                  </a:cubicBezTo>
                  <a:close/>
                  <a:moveTo>
                    <a:pt x="14" y="14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6" y="13"/>
                    <a:pt x="6" y="12"/>
                    <a:pt x="6" y="11"/>
                  </a:cubicBezTo>
                  <a:cubicBezTo>
                    <a:pt x="6" y="9"/>
                    <a:pt x="6" y="8"/>
                    <a:pt x="7" y="7"/>
                  </a:cubicBezTo>
                  <a:cubicBezTo>
                    <a:pt x="8" y="6"/>
                    <a:pt x="9" y="6"/>
                    <a:pt x="11" y="6"/>
                  </a:cubicBezTo>
                  <a:cubicBezTo>
                    <a:pt x="12" y="6"/>
                    <a:pt x="13" y="6"/>
                    <a:pt x="14" y="7"/>
                  </a:cubicBezTo>
                  <a:cubicBezTo>
                    <a:pt x="15" y="8"/>
                    <a:pt x="16" y="9"/>
                    <a:pt x="16" y="11"/>
                  </a:cubicBezTo>
                  <a:cubicBezTo>
                    <a:pt x="16" y="12"/>
                    <a:pt x="15" y="13"/>
                    <a:pt x="14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1"/>
            <p:cNvSpPr/>
            <p:nvPr/>
          </p:nvSpPr>
          <p:spPr>
            <a:xfrm>
              <a:off x="4237920" y="3470973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2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4" y="6"/>
                    <a:pt x="5" y="6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p41"/>
          <p:cNvGrpSpPr/>
          <p:nvPr/>
        </p:nvGrpSpPr>
        <p:grpSpPr>
          <a:xfrm>
            <a:off x="2439930" y="2220911"/>
            <a:ext cx="376155" cy="378361"/>
            <a:chOff x="6455136" y="2584086"/>
            <a:chExt cx="376155" cy="378361"/>
          </a:xfrm>
        </p:grpSpPr>
        <p:sp>
          <p:nvSpPr>
            <p:cNvPr id="508" name="Google Shape;508;p41"/>
            <p:cNvSpPr/>
            <p:nvPr/>
          </p:nvSpPr>
          <p:spPr>
            <a:xfrm>
              <a:off x="6455136" y="2584086"/>
              <a:ext cx="376155" cy="378361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29" y="107"/>
                  </a:moveTo>
                  <a:cubicBezTo>
                    <a:pt x="129" y="46"/>
                    <a:pt x="129" y="46"/>
                    <a:pt x="129" y="46"/>
                  </a:cubicBezTo>
                  <a:cubicBezTo>
                    <a:pt x="129" y="45"/>
                    <a:pt x="128" y="44"/>
                    <a:pt x="128" y="44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26" y="35"/>
                    <a:pt x="126" y="35"/>
                    <a:pt x="126" y="35"/>
                  </a:cubicBezTo>
                  <a:cubicBezTo>
                    <a:pt x="127" y="35"/>
                    <a:pt x="127" y="34"/>
                    <a:pt x="127" y="33"/>
                  </a:cubicBezTo>
                  <a:cubicBezTo>
                    <a:pt x="127" y="32"/>
                    <a:pt x="127" y="31"/>
                    <a:pt x="126" y="31"/>
                  </a:cubicBezTo>
                  <a:cubicBezTo>
                    <a:pt x="121" y="27"/>
                    <a:pt x="121" y="27"/>
                    <a:pt x="121" y="27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26" y="25"/>
                    <a:pt x="126" y="25"/>
                    <a:pt x="126" y="25"/>
                  </a:cubicBezTo>
                  <a:cubicBezTo>
                    <a:pt x="128" y="25"/>
                    <a:pt x="129" y="24"/>
                    <a:pt x="129" y="22"/>
                  </a:cubicBezTo>
                  <a:cubicBezTo>
                    <a:pt x="129" y="17"/>
                    <a:pt x="129" y="17"/>
                    <a:pt x="129" y="17"/>
                  </a:cubicBezTo>
                  <a:cubicBezTo>
                    <a:pt x="129" y="8"/>
                    <a:pt x="121" y="0"/>
                    <a:pt x="112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7" y="0"/>
                    <a:pt x="16" y="0"/>
                  </a:cubicBezTo>
                  <a:cubicBezTo>
                    <a:pt x="12" y="0"/>
                    <a:pt x="8" y="3"/>
                    <a:pt x="5" y="6"/>
                  </a:cubicBezTo>
                  <a:cubicBezTo>
                    <a:pt x="2" y="10"/>
                    <a:pt x="0" y="15"/>
                    <a:pt x="0" y="20"/>
                  </a:cubicBezTo>
                  <a:cubicBezTo>
                    <a:pt x="0" y="30"/>
                    <a:pt x="7" y="37"/>
                    <a:pt x="14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82"/>
                    <a:pt x="30" y="82"/>
                    <a:pt x="30" y="82"/>
                  </a:cubicBezTo>
                  <a:cubicBezTo>
                    <a:pt x="30" y="83"/>
                    <a:pt x="30" y="84"/>
                    <a:pt x="31" y="84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1" y="93"/>
                    <a:pt x="31" y="93"/>
                    <a:pt x="31" y="93"/>
                  </a:cubicBezTo>
                  <a:cubicBezTo>
                    <a:pt x="30" y="93"/>
                    <a:pt x="30" y="94"/>
                    <a:pt x="30" y="95"/>
                  </a:cubicBezTo>
                  <a:cubicBezTo>
                    <a:pt x="30" y="119"/>
                    <a:pt x="30" y="119"/>
                    <a:pt x="30" y="119"/>
                  </a:cubicBezTo>
                  <a:cubicBezTo>
                    <a:pt x="30" y="119"/>
                    <a:pt x="30" y="119"/>
                    <a:pt x="30" y="120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30" y="127"/>
                    <a:pt x="31" y="133"/>
                    <a:pt x="35" y="137"/>
                  </a:cubicBezTo>
                  <a:cubicBezTo>
                    <a:pt x="38" y="141"/>
                    <a:pt x="43" y="144"/>
                    <a:pt x="48" y="144"/>
                  </a:cubicBezTo>
                  <a:cubicBezTo>
                    <a:pt x="125" y="144"/>
                    <a:pt x="125" y="144"/>
                    <a:pt x="125" y="144"/>
                  </a:cubicBezTo>
                  <a:cubicBezTo>
                    <a:pt x="135" y="144"/>
                    <a:pt x="143" y="136"/>
                    <a:pt x="144" y="126"/>
                  </a:cubicBezTo>
                  <a:cubicBezTo>
                    <a:pt x="144" y="117"/>
                    <a:pt x="138" y="109"/>
                    <a:pt x="129" y="107"/>
                  </a:cubicBezTo>
                  <a:close/>
                  <a:moveTo>
                    <a:pt x="23" y="32"/>
                  </a:moveTo>
                  <a:cubicBezTo>
                    <a:pt x="24" y="30"/>
                    <a:pt x="25" y="28"/>
                    <a:pt x="25" y="26"/>
                  </a:cubicBezTo>
                  <a:cubicBezTo>
                    <a:pt x="25" y="20"/>
                    <a:pt x="21" y="16"/>
                    <a:pt x="15" y="15"/>
                  </a:cubicBezTo>
                  <a:cubicBezTo>
                    <a:pt x="13" y="15"/>
                    <a:pt x="12" y="16"/>
                    <a:pt x="12" y="18"/>
                  </a:cubicBezTo>
                  <a:cubicBezTo>
                    <a:pt x="12" y="20"/>
                    <a:pt x="13" y="21"/>
                    <a:pt x="15" y="21"/>
                  </a:cubicBezTo>
                  <a:cubicBezTo>
                    <a:pt x="17" y="21"/>
                    <a:pt x="19" y="23"/>
                    <a:pt x="19" y="26"/>
                  </a:cubicBezTo>
                  <a:cubicBezTo>
                    <a:pt x="19" y="30"/>
                    <a:pt x="17" y="32"/>
                    <a:pt x="14" y="32"/>
                  </a:cubicBezTo>
                  <a:cubicBezTo>
                    <a:pt x="10" y="32"/>
                    <a:pt x="6" y="26"/>
                    <a:pt x="6" y="20"/>
                  </a:cubicBezTo>
                  <a:cubicBezTo>
                    <a:pt x="6" y="12"/>
                    <a:pt x="11" y="6"/>
                    <a:pt x="16" y="6"/>
                  </a:cubicBezTo>
                  <a:cubicBezTo>
                    <a:pt x="20" y="6"/>
                    <a:pt x="24" y="7"/>
                    <a:pt x="26" y="10"/>
                  </a:cubicBezTo>
                  <a:cubicBezTo>
                    <a:pt x="28" y="13"/>
                    <a:pt x="30" y="17"/>
                    <a:pt x="30" y="24"/>
                  </a:cubicBezTo>
                  <a:cubicBezTo>
                    <a:pt x="30" y="32"/>
                    <a:pt x="30" y="32"/>
                    <a:pt x="30" y="32"/>
                  </a:cubicBezTo>
                  <a:lnTo>
                    <a:pt x="23" y="32"/>
                  </a:lnTo>
                  <a:close/>
                  <a:moveTo>
                    <a:pt x="39" y="134"/>
                  </a:moveTo>
                  <a:cubicBezTo>
                    <a:pt x="37" y="131"/>
                    <a:pt x="35" y="126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44" y="89"/>
                    <a:pt x="44" y="88"/>
                    <a:pt x="44" y="87"/>
                  </a:cubicBezTo>
                  <a:cubicBezTo>
                    <a:pt x="44" y="86"/>
                    <a:pt x="43" y="85"/>
                    <a:pt x="43" y="85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16"/>
                    <a:pt x="33" y="10"/>
                    <a:pt x="30" y="6"/>
                  </a:cubicBezTo>
                  <a:cubicBezTo>
                    <a:pt x="112" y="6"/>
                    <a:pt x="112" y="6"/>
                    <a:pt x="112" y="6"/>
                  </a:cubicBezTo>
                  <a:cubicBezTo>
                    <a:pt x="118" y="6"/>
                    <a:pt x="123" y="11"/>
                    <a:pt x="123" y="17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18" y="20"/>
                    <a:pt x="118" y="20"/>
                    <a:pt x="118" y="20"/>
                  </a:cubicBezTo>
                  <a:cubicBezTo>
                    <a:pt x="117" y="20"/>
                    <a:pt x="116" y="21"/>
                    <a:pt x="116" y="22"/>
                  </a:cubicBezTo>
                  <a:cubicBezTo>
                    <a:pt x="116" y="28"/>
                    <a:pt x="116" y="28"/>
                    <a:pt x="116" y="28"/>
                  </a:cubicBezTo>
                  <a:cubicBezTo>
                    <a:pt x="116" y="29"/>
                    <a:pt x="116" y="30"/>
                    <a:pt x="117" y="31"/>
                  </a:cubicBezTo>
                  <a:cubicBezTo>
                    <a:pt x="120" y="33"/>
                    <a:pt x="120" y="33"/>
                    <a:pt x="120" y="33"/>
                  </a:cubicBezTo>
                  <a:cubicBezTo>
                    <a:pt x="114" y="36"/>
                    <a:pt x="114" y="36"/>
                    <a:pt x="114" y="36"/>
                  </a:cubicBezTo>
                  <a:cubicBezTo>
                    <a:pt x="113" y="37"/>
                    <a:pt x="113" y="38"/>
                    <a:pt x="113" y="39"/>
                  </a:cubicBezTo>
                  <a:cubicBezTo>
                    <a:pt x="113" y="40"/>
                    <a:pt x="113" y="40"/>
                    <a:pt x="114" y="4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107"/>
                    <a:pt x="123" y="107"/>
                    <a:pt x="123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1" y="107"/>
                    <a:pt x="51" y="107"/>
                    <a:pt x="51" y="107"/>
                  </a:cubicBezTo>
                  <a:cubicBezTo>
                    <a:pt x="45" y="107"/>
                    <a:pt x="40" y="112"/>
                    <a:pt x="40" y="118"/>
                  </a:cubicBezTo>
                  <a:cubicBezTo>
                    <a:pt x="40" y="124"/>
                    <a:pt x="44" y="129"/>
                    <a:pt x="50" y="129"/>
                  </a:cubicBezTo>
                  <a:cubicBezTo>
                    <a:pt x="52" y="129"/>
                    <a:pt x="53" y="128"/>
                    <a:pt x="53" y="126"/>
                  </a:cubicBezTo>
                  <a:cubicBezTo>
                    <a:pt x="53" y="124"/>
                    <a:pt x="52" y="123"/>
                    <a:pt x="50" y="123"/>
                  </a:cubicBezTo>
                  <a:cubicBezTo>
                    <a:pt x="47" y="123"/>
                    <a:pt x="46" y="121"/>
                    <a:pt x="46" y="118"/>
                  </a:cubicBezTo>
                  <a:cubicBezTo>
                    <a:pt x="46" y="114"/>
                    <a:pt x="48" y="112"/>
                    <a:pt x="51" y="112"/>
                  </a:cubicBezTo>
                  <a:cubicBezTo>
                    <a:pt x="55" y="112"/>
                    <a:pt x="59" y="118"/>
                    <a:pt x="59" y="124"/>
                  </a:cubicBezTo>
                  <a:cubicBezTo>
                    <a:pt x="59" y="132"/>
                    <a:pt x="54" y="138"/>
                    <a:pt x="48" y="138"/>
                  </a:cubicBezTo>
                  <a:cubicBezTo>
                    <a:pt x="45" y="138"/>
                    <a:pt x="42" y="137"/>
                    <a:pt x="39" y="134"/>
                  </a:cubicBezTo>
                  <a:close/>
                  <a:moveTo>
                    <a:pt x="125" y="138"/>
                  </a:moveTo>
                  <a:cubicBezTo>
                    <a:pt x="60" y="138"/>
                    <a:pt x="60" y="138"/>
                    <a:pt x="60" y="138"/>
                  </a:cubicBezTo>
                  <a:cubicBezTo>
                    <a:pt x="60" y="138"/>
                    <a:pt x="60" y="138"/>
                    <a:pt x="60" y="138"/>
                  </a:cubicBezTo>
                  <a:cubicBezTo>
                    <a:pt x="63" y="134"/>
                    <a:pt x="64" y="130"/>
                    <a:pt x="64" y="125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10" y="125"/>
                    <a:pt x="111" y="123"/>
                    <a:pt x="111" y="122"/>
                  </a:cubicBezTo>
                  <a:cubicBezTo>
                    <a:pt x="111" y="120"/>
                    <a:pt x="110" y="119"/>
                    <a:pt x="108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3" y="117"/>
                    <a:pt x="62" y="114"/>
                    <a:pt x="61" y="112"/>
                  </a:cubicBezTo>
                  <a:cubicBezTo>
                    <a:pt x="125" y="112"/>
                    <a:pt x="125" y="112"/>
                    <a:pt x="125" y="112"/>
                  </a:cubicBezTo>
                  <a:cubicBezTo>
                    <a:pt x="133" y="112"/>
                    <a:pt x="138" y="118"/>
                    <a:pt x="138" y="125"/>
                  </a:cubicBezTo>
                  <a:cubicBezTo>
                    <a:pt x="138" y="132"/>
                    <a:pt x="133" y="138"/>
                    <a:pt x="125" y="1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1"/>
            <p:cNvSpPr/>
            <p:nvPr/>
          </p:nvSpPr>
          <p:spPr>
            <a:xfrm>
              <a:off x="6588610" y="2641447"/>
              <a:ext cx="13237" cy="16547"/>
            </a:xfrm>
            <a:custGeom>
              <a:avLst/>
              <a:gdLst/>
              <a:ahLst/>
              <a:cxnLst/>
              <a:rect l="l" t="t" r="r" b="b"/>
              <a:pathLst>
                <a:path w="5" h="6" extrusionOk="0">
                  <a:moveTo>
                    <a:pt x="3" y="6"/>
                  </a:moveTo>
                  <a:cubicBezTo>
                    <a:pt x="3" y="6"/>
                    <a:pt x="4" y="5"/>
                    <a:pt x="4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1"/>
            <p:cNvSpPr/>
            <p:nvPr/>
          </p:nvSpPr>
          <p:spPr>
            <a:xfrm>
              <a:off x="6619497" y="2641447"/>
              <a:ext cx="120237" cy="16547"/>
            </a:xfrm>
            <a:custGeom>
              <a:avLst/>
              <a:gdLst/>
              <a:ahLst/>
              <a:cxnLst/>
              <a:rect l="l" t="t" r="r" b="b"/>
              <a:pathLst>
                <a:path w="46" h="6" extrusionOk="0">
                  <a:moveTo>
                    <a:pt x="2" y="6"/>
                  </a:moveTo>
                  <a:cubicBezTo>
                    <a:pt x="43" y="6"/>
                    <a:pt x="43" y="6"/>
                    <a:pt x="43" y="6"/>
                  </a:cubicBezTo>
                  <a:cubicBezTo>
                    <a:pt x="44" y="6"/>
                    <a:pt x="46" y="5"/>
                    <a:pt x="46" y="3"/>
                  </a:cubicBezTo>
                  <a:cubicBezTo>
                    <a:pt x="46" y="1"/>
                    <a:pt x="44" y="0"/>
                    <a:pt x="4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1"/>
            <p:cNvSpPr/>
            <p:nvPr/>
          </p:nvSpPr>
          <p:spPr>
            <a:xfrm>
              <a:off x="6588610" y="2684468"/>
              <a:ext cx="151124" cy="12134"/>
            </a:xfrm>
            <a:custGeom>
              <a:avLst/>
              <a:gdLst/>
              <a:ahLst/>
              <a:cxnLst/>
              <a:rect l="l" t="t" r="r" b="b"/>
              <a:pathLst>
                <a:path w="58" h="5" extrusionOk="0">
                  <a:moveTo>
                    <a:pt x="3" y="5"/>
                  </a:moveTo>
                  <a:cubicBezTo>
                    <a:pt x="55" y="5"/>
                    <a:pt x="55" y="5"/>
                    <a:pt x="55" y="5"/>
                  </a:cubicBezTo>
                  <a:cubicBezTo>
                    <a:pt x="56" y="5"/>
                    <a:pt x="58" y="4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6588610" y="2726385"/>
              <a:ext cx="151124" cy="12134"/>
            </a:xfrm>
            <a:custGeom>
              <a:avLst/>
              <a:gdLst/>
              <a:ahLst/>
              <a:cxnLst/>
              <a:rect l="l" t="t" r="r" b="b"/>
              <a:pathLst>
                <a:path w="58" h="5" extrusionOk="0">
                  <a:moveTo>
                    <a:pt x="3" y="5"/>
                  </a:moveTo>
                  <a:cubicBezTo>
                    <a:pt x="55" y="5"/>
                    <a:pt x="55" y="5"/>
                    <a:pt x="55" y="5"/>
                  </a:cubicBezTo>
                  <a:cubicBezTo>
                    <a:pt x="56" y="5"/>
                    <a:pt x="58" y="4"/>
                    <a:pt x="58" y="2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6588610" y="2764993"/>
              <a:ext cx="151124" cy="15443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5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1"/>
            <p:cNvSpPr/>
            <p:nvPr/>
          </p:nvSpPr>
          <p:spPr>
            <a:xfrm>
              <a:off x="6588610" y="2806911"/>
              <a:ext cx="151124" cy="16547"/>
            </a:xfrm>
            <a:custGeom>
              <a:avLst/>
              <a:gdLst/>
              <a:ahLst/>
              <a:cxnLst/>
              <a:rect l="l" t="t" r="r" b="b"/>
              <a:pathLst>
                <a:path w="58" h="6" extrusionOk="0">
                  <a:moveTo>
                    <a:pt x="3" y="6"/>
                  </a:moveTo>
                  <a:cubicBezTo>
                    <a:pt x="55" y="6"/>
                    <a:pt x="55" y="6"/>
                    <a:pt x="55" y="6"/>
                  </a:cubicBezTo>
                  <a:cubicBezTo>
                    <a:pt x="56" y="6"/>
                    <a:pt x="58" y="4"/>
                    <a:pt x="58" y="3"/>
                  </a:cubicBezTo>
                  <a:cubicBezTo>
                    <a:pt x="58" y="1"/>
                    <a:pt x="56" y="0"/>
                    <a:pt x="55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1"/>
            <p:cNvSpPr/>
            <p:nvPr/>
          </p:nvSpPr>
          <p:spPr>
            <a:xfrm>
              <a:off x="6758486" y="2896262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5"/>
                    <a:pt x="2" y="6"/>
                    <a:pt x="3" y="6"/>
                  </a:cubicBezTo>
                  <a:cubicBezTo>
                    <a:pt x="4" y="6"/>
                    <a:pt x="4" y="5"/>
                    <a:pt x="5" y="5"/>
                  </a:cubicBezTo>
                  <a:cubicBezTo>
                    <a:pt x="5" y="4"/>
                    <a:pt x="6" y="4"/>
                    <a:pt x="6" y="3"/>
                  </a:cubicBezTo>
                  <a:cubicBezTo>
                    <a:pt x="6" y="2"/>
                    <a:pt x="5" y="1"/>
                    <a:pt x="5" y="1"/>
                  </a:cubicBezTo>
                  <a:cubicBezTo>
                    <a:pt x="4" y="0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p41"/>
          <p:cNvGrpSpPr/>
          <p:nvPr/>
        </p:nvGrpSpPr>
        <p:grpSpPr>
          <a:xfrm>
            <a:off x="2463095" y="3052036"/>
            <a:ext cx="329825" cy="377258"/>
            <a:chOff x="8079991" y="1955323"/>
            <a:chExt cx="329825" cy="377258"/>
          </a:xfrm>
        </p:grpSpPr>
        <p:sp>
          <p:nvSpPr>
            <p:cNvPr id="517" name="Google Shape;517;p41"/>
            <p:cNvSpPr/>
            <p:nvPr/>
          </p:nvSpPr>
          <p:spPr>
            <a:xfrm>
              <a:off x="8079991" y="1955323"/>
              <a:ext cx="329825" cy="377258"/>
            </a:xfrm>
            <a:custGeom>
              <a:avLst/>
              <a:gdLst/>
              <a:ahLst/>
              <a:cxnLst/>
              <a:rect l="l" t="t" r="r" b="b"/>
              <a:pathLst>
                <a:path w="126" h="144" extrusionOk="0">
                  <a:moveTo>
                    <a:pt x="115" y="97"/>
                  </a:moveTo>
                  <a:cubicBezTo>
                    <a:pt x="118" y="95"/>
                    <a:pt x="118" y="95"/>
                    <a:pt x="118" y="95"/>
                  </a:cubicBezTo>
                  <a:cubicBezTo>
                    <a:pt x="123" y="92"/>
                    <a:pt x="124" y="87"/>
                    <a:pt x="123" y="82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9"/>
                    <a:pt x="108" y="39"/>
                    <a:pt x="108" y="39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6" y="32"/>
                    <a:pt x="103" y="27"/>
                    <a:pt x="100" y="23"/>
                  </a:cubicBezTo>
                  <a:cubicBezTo>
                    <a:pt x="100" y="23"/>
                    <a:pt x="100" y="22"/>
                    <a:pt x="99" y="22"/>
                  </a:cubicBezTo>
                  <a:cubicBezTo>
                    <a:pt x="92" y="15"/>
                    <a:pt x="84" y="10"/>
                    <a:pt x="74" y="8"/>
                  </a:cubicBezTo>
                  <a:cubicBezTo>
                    <a:pt x="73" y="6"/>
                    <a:pt x="72" y="4"/>
                    <a:pt x="70" y="3"/>
                  </a:cubicBezTo>
                  <a:cubicBezTo>
                    <a:pt x="66" y="0"/>
                    <a:pt x="60" y="0"/>
                    <a:pt x="56" y="3"/>
                  </a:cubicBezTo>
                  <a:cubicBezTo>
                    <a:pt x="54" y="4"/>
                    <a:pt x="53" y="6"/>
                    <a:pt x="52" y="8"/>
                  </a:cubicBezTo>
                  <a:cubicBezTo>
                    <a:pt x="43" y="10"/>
                    <a:pt x="34" y="15"/>
                    <a:pt x="27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3" y="27"/>
                    <a:pt x="21" y="32"/>
                    <a:pt x="19" y="37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2" y="87"/>
                    <a:pt x="4" y="92"/>
                    <a:pt x="8" y="95"/>
                  </a:cubicBezTo>
                  <a:cubicBezTo>
                    <a:pt x="11" y="97"/>
                    <a:pt x="11" y="97"/>
                    <a:pt x="11" y="97"/>
                  </a:cubicBezTo>
                  <a:cubicBezTo>
                    <a:pt x="5" y="101"/>
                    <a:pt x="0" y="108"/>
                    <a:pt x="0" y="116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2"/>
                    <a:pt x="1" y="143"/>
                    <a:pt x="3" y="144"/>
                  </a:cubicBezTo>
                  <a:cubicBezTo>
                    <a:pt x="5" y="144"/>
                    <a:pt x="6" y="143"/>
                    <a:pt x="6" y="141"/>
                  </a:cubicBezTo>
                  <a:cubicBezTo>
                    <a:pt x="6" y="116"/>
                    <a:pt x="6" y="116"/>
                    <a:pt x="6" y="116"/>
                  </a:cubicBezTo>
                  <a:cubicBezTo>
                    <a:pt x="6" y="109"/>
                    <a:pt x="10" y="103"/>
                    <a:pt x="17" y="101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1" y="104"/>
                    <a:pt x="22" y="105"/>
                    <a:pt x="22" y="107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22" y="138"/>
                    <a:pt x="28" y="144"/>
                    <a:pt x="35" y="144"/>
                  </a:cubicBezTo>
                  <a:cubicBezTo>
                    <a:pt x="42" y="144"/>
                    <a:pt x="48" y="138"/>
                    <a:pt x="48" y="130"/>
                  </a:cubicBezTo>
                  <a:cubicBezTo>
                    <a:pt x="48" y="103"/>
                    <a:pt x="48" y="103"/>
                    <a:pt x="48" y="103"/>
                  </a:cubicBezTo>
                  <a:cubicBezTo>
                    <a:pt x="53" y="103"/>
                    <a:pt x="53" y="103"/>
                    <a:pt x="53" y="103"/>
                  </a:cubicBezTo>
                  <a:cubicBezTo>
                    <a:pt x="53" y="121"/>
                    <a:pt x="53" y="121"/>
                    <a:pt x="53" y="121"/>
                  </a:cubicBezTo>
                  <a:cubicBezTo>
                    <a:pt x="53" y="127"/>
                    <a:pt x="57" y="131"/>
                    <a:pt x="63" y="131"/>
                  </a:cubicBezTo>
                  <a:cubicBezTo>
                    <a:pt x="69" y="132"/>
                    <a:pt x="73" y="127"/>
                    <a:pt x="73" y="121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30"/>
                    <a:pt x="78" y="130"/>
                    <a:pt x="78" y="130"/>
                  </a:cubicBezTo>
                  <a:cubicBezTo>
                    <a:pt x="78" y="138"/>
                    <a:pt x="84" y="144"/>
                    <a:pt x="91" y="144"/>
                  </a:cubicBezTo>
                  <a:cubicBezTo>
                    <a:pt x="98" y="144"/>
                    <a:pt x="104" y="138"/>
                    <a:pt x="104" y="130"/>
                  </a:cubicBezTo>
                  <a:cubicBezTo>
                    <a:pt x="104" y="107"/>
                    <a:pt x="104" y="107"/>
                    <a:pt x="104" y="107"/>
                  </a:cubicBezTo>
                  <a:cubicBezTo>
                    <a:pt x="104" y="105"/>
                    <a:pt x="105" y="103"/>
                    <a:pt x="107" y="102"/>
                  </a:cubicBezTo>
                  <a:cubicBezTo>
                    <a:pt x="110" y="101"/>
                    <a:pt x="110" y="101"/>
                    <a:pt x="110" y="101"/>
                  </a:cubicBezTo>
                  <a:cubicBezTo>
                    <a:pt x="116" y="103"/>
                    <a:pt x="120" y="109"/>
                    <a:pt x="120" y="116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2"/>
                    <a:pt x="121" y="143"/>
                    <a:pt x="123" y="144"/>
                  </a:cubicBezTo>
                  <a:cubicBezTo>
                    <a:pt x="124" y="144"/>
                    <a:pt x="126" y="143"/>
                    <a:pt x="126" y="141"/>
                  </a:cubicBezTo>
                  <a:cubicBezTo>
                    <a:pt x="126" y="116"/>
                    <a:pt x="126" y="116"/>
                    <a:pt x="126" y="116"/>
                  </a:cubicBezTo>
                  <a:cubicBezTo>
                    <a:pt x="126" y="108"/>
                    <a:pt x="122" y="101"/>
                    <a:pt x="115" y="97"/>
                  </a:cubicBezTo>
                  <a:close/>
                  <a:moveTo>
                    <a:pt x="115" y="90"/>
                  </a:moveTo>
                  <a:cubicBezTo>
                    <a:pt x="108" y="95"/>
                    <a:pt x="108" y="95"/>
                    <a:pt x="108" y="95"/>
                  </a:cubicBezTo>
                  <a:cubicBezTo>
                    <a:pt x="108" y="95"/>
                    <a:pt x="108" y="95"/>
                    <a:pt x="108" y="95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83" y="80"/>
                    <a:pt x="83" y="80"/>
                    <a:pt x="83" y="80"/>
                  </a:cubicBezTo>
                  <a:cubicBezTo>
                    <a:pt x="85" y="78"/>
                    <a:pt x="86" y="75"/>
                    <a:pt x="86" y="73"/>
                  </a:cubicBezTo>
                  <a:cubicBezTo>
                    <a:pt x="114" y="73"/>
                    <a:pt x="114" y="73"/>
                    <a:pt x="114" y="73"/>
                  </a:cubicBezTo>
                  <a:cubicBezTo>
                    <a:pt x="117" y="82"/>
                    <a:pt x="117" y="82"/>
                    <a:pt x="117" y="82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99" y="82"/>
                    <a:pt x="98" y="83"/>
                    <a:pt x="98" y="85"/>
                  </a:cubicBezTo>
                  <a:cubicBezTo>
                    <a:pt x="98" y="86"/>
                    <a:pt x="99" y="88"/>
                    <a:pt x="101" y="88"/>
                  </a:cubicBezTo>
                  <a:cubicBezTo>
                    <a:pt x="117" y="88"/>
                    <a:pt x="117" y="88"/>
                    <a:pt x="117" y="88"/>
                  </a:cubicBezTo>
                  <a:cubicBezTo>
                    <a:pt x="117" y="89"/>
                    <a:pt x="116" y="90"/>
                    <a:pt x="115" y="90"/>
                  </a:cubicBezTo>
                  <a:close/>
                  <a:moveTo>
                    <a:pt x="84" y="128"/>
                  </a:moveTo>
                  <a:cubicBezTo>
                    <a:pt x="84" y="118"/>
                    <a:pt x="84" y="118"/>
                    <a:pt x="84" y="118"/>
                  </a:cubicBezTo>
                  <a:cubicBezTo>
                    <a:pt x="99" y="118"/>
                    <a:pt x="99" y="118"/>
                    <a:pt x="99" y="118"/>
                  </a:cubicBezTo>
                  <a:cubicBezTo>
                    <a:pt x="99" y="128"/>
                    <a:pt x="99" y="128"/>
                    <a:pt x="99" y="128"/>
                  </a:cubicBezTo>
                  <a:lnTo>
                    <a:pt x="84" y="128"/>
                  </a:lnTo>
                  <a:close/>
                  <a:moveTo>
                    <a:pt x="71" y="88"/>
                  </a:moveTo>
                  <a:cubicBezTo>
                    <a:pt x="56" y="88"/>
                    <a:pt x="56" y="88"/>
                    <a:pt x="56" y="88"/>
                  </a:cubicBezTo>
                  <a:cubicBezTo>
                    <a:pt x="51" y="83"/>
                    <a:pt x="47" y="77"/>
                    <a:pt x="45" y="70"/>
                  </a:cubicBezTo>
                  <a:cubicBezTo>
                    <a:pt x="45" y="70"/>
                    <a:pt x="45" y="69"/>
                    <a:pt x="45" y="69"/>
                  </a:cubicBezTo>
                  <a:cubicBezTo>
                    <a:pt x="44" y="66"/>
                    <a:pt x="43" y="62"/>
                    <a:pt x="43" y="5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83" y="62"/>
                    <a:pt x="83" y="66"/>
                    <a:pt x="82" y="69"/>
                  </a:cubicBezTo>
                  <a:cubicBezTo>
                    <a:pt x="82" y="69"/>
                    <a:pt x="81" y="70"/>
                    <a:pt x="81" y="70"/>
                  </a:cubicBezTo>
                  <a:cubicBezTo>
                    <a:pt x="79" y="77"/>
                    <a:pt x="76" y="83"/>
                    <a:pt x="71" y="88"/>
                  </a:cubicBezTo>
                  <a:close/>
                  <a:moveTo>
                    <a:pt x="27" y="128"/>
                  </a:moveTo>
                  <a:cubicBezTo>
                    <a:pt x="27" y="118"/>
                    <a:pt x="27" y="118"/>
                    <a:pt x="27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43" y="128"/>
                    <a:pt x="43" y="128"/>
                    <a:pt x="43" y="128"/>
                  </a:cubicBezTo>
                  <a:lnTo>
                    <a:pt x="27" y="128"/>
                  </a:lnTo>
                  <a:close/>
                  <a:moveTo>
                    <a:pt x="13" y="73"/>
                  </a:moveTo>
                  <a:cubicBezTo>
                    <a:pt x="40" y="73"/>
                    <a:pt x="40" y="73"/>
                    <a:pt x="40" y="73"/>
                  </a:cubicBezTo>
                  <a:cubicBezTo>
                    <a:pt x="41" y="75"/>
                    <a:pt x="42" y="77"/>
                    <a:pt x="43" y="80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10" y="82"/>
                    <a:pt x="10" y="82"/>
                    <a:pt x="10" y="82"/>
                  </a:cubicBezTo>
                  <a:lnTo>
                    <a:pt x="13" y="73"/>
                  </a:lnTo>
                  <a:close/>
                  <a:moveTo>
                    <a:pt x="18" y="58"/>
                  </a:moveTo>
                  <a:cubicBezTo>
                    <a:pt x="38" y="58"/>
                    <a:pt x="38" y="58"/>
                    <a:pt x="38" y="58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8" y="61"/>
                    <a:pt x="38" y="64"/>
                    <a:pt x="39" y="67"/>
                  </a:cubicBezTo>
                  <a:cubicBezTo>
                    <a:pt x="15" y="67"/>
                    <a:pt x="15" y="67"/>
                    <a:pt x="15" y="67"/>
                  </a:cubicBezTo>
                  <a:lnTo>
                    <a:pt x="18" y="58"/>
                  </a:lnTo>
                  <a:close/>
                  <a:moveTo>
                    <a:pt x="23" y="43"/>
                  </a:moveTo>
                  <a:cubicBezTo>
                    <a:pt x="36" y="43"/>
                    <a:pt x="36" y="43"/>
                    <a:pt x="36" y="43"/>
                  </a:cubicBezTo>
                  <a:cubicBezTo>
                    <a:pt x="38" y="46"/>
                    <a:pt x="38" y="46"/>
                    <a:pt x="38" y="46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20" y="52"/>
                    <a:pt x="20" y="52"/>
                    <a:pt x="20" y="52"/>
                  </a:cubicBezTo>
                  <a:lnTo>
                    <a:pt x="23" y="43"/>
                  </a:lnTo>
                  <a:close/>
                  <a:moveTo>
                    <a:pt x="29" y="29"/>
                  </a:moveTo>
                  <a:cubicBezTo>
                    <a:pt x="33" y="37"/>
                    <a:pt x="33" y="37"/>
                    <a:pt x="33" y="37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6" y="34"/>
                    <a:pt x="27" y="32"/>
                    <a:pt x="29" y="29"/>
                  </a:cubicBezTo>
                  <a:close/>
                  <a:moveTo>
                    <a:pt x="98" y="29"/>
                  </a:moveTo>
                  <a:cubicBezTo>
                    <a:pt x="99" y="32"/>
                    <a:pt x="101" y="34"/>
                    <a:pt x="102" y="37"/>
                  </a:cubicBezTo>
                  <a:cubicBezTo>
                    <a:pt x="94" y="37"/>
                    <a:pt x="94" y="37"/>
                    <a:pt x="94" y="37"/>
                  </a:cubicBezTo>
                  <a:lnTo>
                    <a:pt x="98" y="29"/>
                  </a:lnTo>
                  <a:close/>
                  <a:moveTo>
                    <a:pt x="89" y="58"/>
                  </a:moveTo>
                  <a:cubicBezTo>
                    <a:pt x="89" y="58"/>
                    <a:pt x="89" y="58"/>
                    <a:pt x="89" y="58"/>
                  </a:cubicBezTo>
                  <a:cubicBezTo>
                    <a:pt x="109" y="58"/>
                    <a:pt x="109" y="58"/>
                    <a:pt x="109" y="58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88" y="64"/>
                    <a:pt x="89" y="61"/>
                    <a:pt x="89" y="58"/>
                  </a:cubicBezTo>
                  <a:close/>
                  <a:moveTo>
                    <a:pt x="89" y="52"/>
                  </a:moveTo>
                  <a:cubicBezTo>
                    <a:pt x="89" y="46"/>
                    <a:pt x="89" y="46"/>
                    <a:pt x="89" y="46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7" y="52"/>
                    <a:pt x="107" y="52"/>
                    <a:pt x="107" y="52"/>
                  </a:cubicBezTo>
                  <a:lnTo>
                    <a:pt x="89" y="52"/>
                  </a:lnTo>
                  <a:close/>
                  <a:moveTo>
                    <a:pt x="83" y="43"/>
                  </a:moveTo>
                  <a:cubicBezTo>
                    <a:pt x="74" y="43"/>
                    <a:pt x="74" y="43"/>
                    <a:pt x="74" y="43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4" y="15"/>
                    <a:pt x="74" y="15"/>
                    <a:pt x="74" y="15"/>
                  </a:cubicBezTo>
                  <a:cubicBezTo>
                    <a:pt x="74" y="15"/>
                    <a:pt x="74" y="15"/>
                    <a:pt x="75" y="14"/>
                  </a:cubicBezTo>
                  <a:cubicBezTo>
                    <a:pt x="78" y="15"/>
                    <a:pt x="80" y="16"/>
                    <a:pt x="83" y="17"/>
                  </a:cubicBezTo>
                  <a:cubicBezTo>
                    <a:pt x="83" y="43"/>
                    <a:pt x="83" y="43"/>
                    <a:pt x="83" y="43"/>
                  </a:cubicBezTo>
                  <a:close/>
                  <a:moveTo>
                    <a:pt x="68" y="43"/>
                  </a:moveTo>
                  <a:cubicBezTo>
                    <a:pt x="58" y="43"/>
                    <a:pt x="58" y="43"/>
                    <a:pt x="58" y="43"/>
                  </a:cubicBezTo>
                  <a:cubicBezTo>
                    <a:pt x="58" y="33"/>
                    <a:pt x="58" y="33"/>
                    <a:pt x="58" y="33"/>
                  </a:cubicBezTo>
                  <a:cubicBezTo>
                    <a:pt x="59" y="33"/>
                    <a:pt x="59" y="33"/>
                    <a:pt x="60" y="33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7" y="33"/>
                    <a:pt x="68" y="33"/>
                    <a:pt x="68" y="33"/>
                  </a:cubicBezTo>
                  <a:cubicBezTo>
                    <a:pt x="68" y="43"/>
                    <a:pt x="68" y="43"/>
                    <a:pt x="68" y="43"/>
                  </a:cubicBezTo>
                  <a:close/>
                  <a:moveTo>
                    <a:pt x="52" y="15"/>
                  </a:moveTo>
                  <a:cubicBezTo>
                    <a:pt x="53" y="18"/>
                    <a:pt x="53" y="18"/>
                    <a:pt x="53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6" y="16"/>
                    <a:pt x="49" y="15"/>
                    <a:pt x="52" y="14"/>
                  </a:cubicBezTo>
                  <a:cubicBezTo>
                    <a:pt x="52" y="15"/>
                    <a:pt x="52" y="15"/>
                    <a:pt x="52" y="15"/>
                  </a:cubicBezTo>
                  <a:close/>
                  <a:moveTo>
                    <a:pt x="27" y="103"/>
                  </a:moveTo>
                  <a:cubicBezTo>
                    <a:pt x="43" y="103"/>
                    <a:pt x="43" y="103"/>
                    <a:pt x="43" y="103"/>
                  </a:cubicBezTo>
                  <a:cubicBezTo>
                    <a:pt x="43" y="113"/>
                    <a:pt x="43" y="113"/>
                    <a:pt x="43" y="113"/>
                  </a:cubicBezTo>
                  <a:cubicBezTo>
                    <a:pt x="27" y="113"/>
                    <a:pt x="27" y="113"/>
                    <a:pt x="27" y="113"/>
                  </a:cubicBezTo>
                  <a:cubicBezTo>
                    <a:pt x="27" y="107"/>
                    <a:pt x="27" y="107"/>
                    <a:pt x="27" y="107"/>
                  </a:cubicBezTo>
                  <a:cubicBezTo>
                    <a:pt x="27" y="106"/>
                    <a:pt x="27" y="104"/>
                    <a:pt x="27" y="103"/>
                  </a:cubicBezTo>
                  <a:close/>
                  <a:moveTo>
                    <a:pt x="99" y="107"/>
                  </a:moveTo>
                  <a:cubicBezTo>
                    <a:pt x="99" y="113"/>
                    <a:pt x="99" y="113"/>
                    <a:pt x="99" y="113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83" y="103"/>
                    <a:pt x="83" y="103"/>
                    <a:pt x="83" y="103"/>
                  </a:cubicBezTo>
                  <a:cubicBezTo>
                    <a:pt x="99" y="103"/>
                    <a:pt x="99" y="103"/>
                    <a:pt x="99" y="103"/>
                  </a:cubicBezTo>
                  <a:cubicBezTo>
                    <a:pt x="99" y="104"/>
                    <a:pt x="99" y="106"/>
                    <a:pt x="99" y="107"/>
                  </a:cubicBezTo>
                  <a:close/>
                  <a:moveTo>
                    <a:pt x="89" y="34"/>
                  </a:moveTo>
                  <a:cubicBezTo>
                    <a:pt x="89" y="20"/>
                    <a:pt x="89" y="20"/>
                    <a:pt x="89" y="20"/>
                  </a:cubicBezTo>
                  <a:cubicBezTo>
                    <a:pt x="91" y="22"/>
                    <a:pt x="92" y="23"/>
                    <a:pt x="94" y="25"/>
                  </a:cubicBezTo>
                  <a:lnTo>
                    <a:pt x="89" y="34"/>
                  </a:lnTo>
                  <a:close/>
                  <a:moveTo>
                    <a:pt x="60" y="7"/>
                  </a:moveTo>
                  <a:cubicBezTo>
                    <a:pt x="62" y="6"/>
                    <a:pt x="65" y="6"/>
                    <a:pt x="67" y="7"/>
                  </a:cubicBezTo>
                  <a:cubicBezTo>
                    <a:pt x="69" y="9"/>
                    <a:pt x="70" y="11"/>
                    <a:pt x="69" y="14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57" y="14"/>
                    <a:pt x="57" y="14"/>
                    <a:pt x="57" y="14"/>
                  </a:cubicBezTo>
                  <a:cubicBezTo>
                    <a:pt x="57" y="11"/>
                    <a:pt x="58" y="9"/>
                    <a:pt x="60" y="7"/>
                  </a:cubicBezTo>
                  <a:close/>
                  <a:moveTo>
                    <a:pt x="38" y="21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3"/>
                    <a:pt x="36" y="22"/>
                    <a:pt x="38" y="21"/>
                  </a:cubicBezTo>
                  <a:close/>
                  <a:moveTo>
                    <a:pt x="9" y="88"/>
                  </a:moveTo>
                  <a:cubicBezTo>
                    <a:pt x="43" y="88"/>
                    <a:pt x="43" y="88"/>
                    <a:pt x="43" y="88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10" y="90"/>
                    <a:pt x="10" y="89"/>
                    <a:pt x="9" y="88"/>
                  </a:cubicBezTo>
                  <a:close/>
                  <a:moveTo>
                    <a:pt x="35" y="138"/>
                  </a:moveTo>
                  <a:cubicBezTo>
                    <a:pt x="32" y="138"/>
                    <a:pt x="29" y="136"/>
                    <a:pt x="28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1" y="136"/>
                    <a:pt x="38" y="138"/>
                    <a:pt x="35" y="138"/>
                  </a:cubicBezTo>
                  <a:close/>
                  <a:moveTo>
                    <a:pt x="49" y="98"/>
                  </a:moveTo>
                  <a:cubicBezTo>
                    <a:pt x="49" y="88"/>
                    <a:pt x="49" y="88"/>
                    <a:pt x="49" y="88"/>
                  </a:cubicBezTo>
                  <a:cubicBezTo>
                    <a:pt x="50" y="90"/>
                    <a:pt x="51" y="91"/>
                    <a:pt x="5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3" y="98"/>
                    <a:pt x="53" y="98"/>
                    <a:pt x="53" y="98"/>
                  </a:cubicBezTo>
                  <a:lnTo>
                    <a:pt x="49" y="98"/>
                  </a:lnTo>
                  <a:close/>
                  <a:moveTo>
                    <a:pt x="68" y="121"/>
                  </a:moveTo>
                  <a:cubicBezTo>
                    <a:pt x="68" y="124"/>
                    <a:pt x="65" y="126"/>
                    <a:pt x="63" y="126"/>
                  </a:cubicBezTo>
                  <a:cubicBezTo>
                    <a:pt x="60" y="125"/>
                    <a:pt x="59" y="123"/>
                    <a:pt x="59" y="121"/>
                  </a:cubicBezTo>
                  <a:cubicBezTo>
                    <a:pt x="59" y="93"/>
                    <a:pt x="59" y="93"/>
                    <a:pt x="59" y="93"/>
                  </a:cubicBezTo>
                  <a:cubicBezTo>
                    <a:pt x="68" y="93"/>
                    <a:pt x="68" y="93"/>
                    <a:pt x="68" y="93"/>
                  </a:cubicBezTo>
                  <a:lnTo>
                    <a:pt x="68" y="121"/>
                  </a:lnTo>
                  <a:close/>
                  <a:moveTo>
                    <a:pt x="73" y="98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93"/>
                    <a:pt x="74" y="93"/>
                    <a:pt x="74" y="93"/>
                  </a:cubicBezTo>
                  <a:cubicBezTo>
                    <a:pt x="75" y="91"/>
                    <a:pt x="76" y="90"/>
                    <a:pt x="78" y="88"/>
                  </a:cubicBezTo>
                  <a:cubicBezTo>
                    <a:pt x="78" y="98"/>
                    <a:pt x="78" y="98"/>
                    <a:pt x="78" y="98"/>
                  </a:cubicBezTo>
                  <a:lnTo>
                    <a:pt x="73" y="98"/>
                  </a:lnTo>
                  <a:close/>
                  <a:moveTo>
                    <a:pt x="91" y="138"/>
                  </a:moveTo>
                  <a:cubicBezTo>
                    <a:pt x="88" y="138"/>
                    <a:pt x="85" y="136"/>
                    <a:pt x="84" y="133"/>
                  </a:cubicBezTo>
                  <a:cubicBezTo>
                    <a:pt x="98" y="133"/>
                    <a:pt x="98" y="133"/>
                    <a:pt x="98" y="133"/>
                  </a:cubicBezTo>
                  <a:cubicBezTo>
                    <a:pt x="97" y="136"/>
                    <a:pt x="94" y="138"/>
                    <a:pt x="91" y="1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8308332" y="2170427"/>
              <a:ext cx="15443" cy="15443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3" y="0"/>
                  </a:moveTo>
                  <a:cubicBezTo>
                    <a:pt x="3" y="0"/>
                    <a:pt x="2" y="1"/>
                    <a:pt x="1" y="1"/>
                  </a:cubicBez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4" y="6"/>
                    <a:pt x="5" y="6"/>
                    <a:pt x="5" y="5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5" y="1"/>
                  </a:cubicBezTo>
                  <a:cubicBezTo>
                    <a:pt x="5" y="1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19" name="Google Shape;519;p41"/>
          <p:cNvCxnSpPr>
            <a:stCxn id="486" idx="3"/>
            <a:endCxn id="491" idx="1"/>
          </p:cNvCxnSpPr>
          <p:nvPr/>
        </p:nvCxnSpPr>
        <p:spPr>
          <a:xfrm rot="10800000" flipH="1">
            <a:off x="1929000" y="1579475"/>
            <a:ext cx="424800" cy="12459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0" name="Google Shape;520;p41"/>
          <p:cNvCxnSpPr>
            <a:stCxn id="486" idx="3"/>
            <a:endCxn id="492" idx="1"/>
          </p:cNvCxnSpPr>
          <p:nvPr/>
        </p:nvCxnSpPr>
        <p:spPr>
          <a:xfrm rot="10800000" flipH="1">
            <a:off x="1929000" y="2410175"/>
            <a:ext cx="424800" cy="4152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1" name="Google Shape;521;p41"/>
          <p:cNvCxnSpPr>
            <a:stCxn id="486" idx="3"/>
            <a:endCxn id="493" idx="1"/>
          </p:cNvCxnSpPr>
          <p:nvPr/>
        </p:nvCxnSpPr>
        <p:spPr>
          <a:xfrm>
            <a:off x="1929000" y="2825375"/>
            <a:ext cx="424800" cy="4152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22" name="Google Shape;522;p41"/>
          <p:cNvCxnSpPr>
            <a:stCxn id="486" idx="3"/>
            <a:endCxn id="494" idx="1"/>
          </p:cNvCxnSpPr>
          <p:nvPr/>
        </p:nvCxnSpPr>
        <p:spPr>
          <a:xfrm>
            <a:off x="1929000" y="2825375"/>
            <a:ext cx="424800" cy="1245900"/>
          </a:xfrm>
          <a:prstGeom prst="bentConnector3">
            <a:avLst>
              <a:gd name="adj1" fmla="val 4998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&amp; development</a:t>
            </a:r>
            <a:endParaRPr/>
          </a:p>
        </p:txBody>
      </p:sp>
      <p:sp>
        <p:nvSpPr>
          <p:cNvPr id="528" name="Google Shape;528;p42"/>
          <p:cNvSpPr txBox="1">
            <a:spLocks noGrp="1"/>
          </p:cNvSpPr>
          <p:nvPr>
            <p:ph type="subTitle" idx="1"/>
          </p:nvPr>
        </p:nvSpPr>
        <p:spPr>
          <a:xfrm>
            <a:off x="47259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4325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Venus has a beautiful name and is the second planet from the Sun. It’s terribly hot—even hotter than Mercury</a:t>
            </a:r>
            <a:endParaRPr/>
          </a:p>
          <a:p>
            <a:pPr marL="314325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Saturn is a gas giant and has several rings. This planet is composed mostly of hydrogen and helium</a:t>
            </a:r>
            <a:endParaRPr/>
          </a:p>
          <a:p>
            <a:pPr marL="314325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Earth is the third planet from the Sun and the only one that harbors life in the Solar System. We all live on this planet</a:t>
            </a:r>
            <a:endParaRPr/>
          </a:p>
        </p:txBody>
      </p:sp>
      <p:sp>
        <p:nvSpPr>
          <p:cNvPr id="529" name="Google Shape;529;p42"/>
          <p:cNvSpPr txBox="1">
            <a:spLocks noGrp="1"/>
          </p:cNvSpPr>
          <p:nvPr>
            <p:ph type="subTitle" idx="2"/>
          </p:nvPr>
        </p:nvSpPr>
        <p:spPr>
          <a:xfrm>
            <a:off x="720000" y="1872353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57175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Mercury is the closest planet to the Sun and the smallest one in the Solar System—it’s a bit larger than the Moon</a:t>
            </a:r>
            <a:endParaRPr/>
          </a:p>
          <a:p>
            <a:pPr marL="257175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Jupiter is a gas giant, the biggest planet in the Solar System and the fourth-brightest object in the night sky</a:t>
            </a:r>
            <a:endParaRPr/>
          </a:p>
          <a:p>
            <a:pPr marL="257175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Neptune is the farthest planet from the Sun. It's also the fourth-largest planet by diameter in the Solar System</a:t>
            </a:r>
            <a:endParaRPr/>
          </a:p>
        </p:txBody>
      </p:sp>
      <p:sp>
        <p:nvSpPr>
          <p:cNvPr id="530" name="Google Shape;530;p42"/>
          <p:cNvSpPr txBox="1">
            <a:spLocks noGrp="1"/>
          </p:cNvSpPr>
          <p:nvPr>
            <p:ph type="subTitle" idx="3"/>
          </p:nvPr>
        </p:nvSpPr>
        <p:spPr>
          <a:xfrm>
            <a:off x="720000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01</a:t>
            </a:r>
            <a:endParaRPr/>
          </a:p>
        </p:txBody>
      </p:sp>
      <p:sp>
        <p:nvSpPr>
          <p:cNvPr id="531" name="Google Shape;531;p42"/>
          <p:cNvSpPr txBox="1">
            <a:spLocks noGrp="1"/>
          </p:cNvSpPr>
          <p:nvPr>
            <p:ph type="subTitle" idx="4"/>
          </p:nvPr>
        </p:nvSpPr>
        <p:spPr>
          <a:xfrm>
            <a:off x="4725900" y="1510850"/>
            <a:ext cx="3698100" cy="3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02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the results</a:t>
            </a:r>
            <a:endParaRPr/>
          </a:p>
        </p:txBody>
      </p:sp>
      <p:sp>
        <p:nvSpPr>
          <p:cNvPr id="566" name="Google Shape;566;p44"/>
          <p:cNvSpPr txBox="1">
            <a:spLocks noGrp="1"/>
          </p:cNvSpPr>
          <p:nvPr>
            <p:ph type="title" idx="4294967295"/>
          </p:nvPr>
        </p:nvSpPr>
        <p:spPr>
          <a:xfrm>
            <a:off x="4964512" y="1546071"/>
            <a:ext cx="1700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Mercury</a:t>
            </a:r>
            <a:endParaRPr sz="2000"/>
          </a:p>
        </p:txBody>
      </p:sp>
      <p:sp>
        <p:nvSpPr>
          <p:cNvPr id="567" name="Google Shape;567;p44"/>
          <p:cNvSpPr txBox="1">
            <a:spLocks noGrp="1"/>
          </p:cNvSpPr>
          <p:nvPr>
            <p:ph type="subTitle" idx="4294967295"/>
          </p:nvPr>
        </p:nvSpPr>
        <p:spPr>
          <a:xfrm>
            <a:off x="4964513" y="1940242"/>
            <a:ext cx="170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quite a small planet</a:t>
            </a:r>
            <a:endParaRPr/>
          </a:p>
        </p:txBody>
      </p:sp>
      <p:sp>
        <p:nvSpPr>
          <p:cNvPr id="568" name="Google Shape;568;p44"/>
          <p:cNvSpPr txBox="1">
            <a:spLocks noGrp="1"/>
          </p:cNvSpPr>
          <p:nvPr>
            <p:ph type="title" idx="4294967295"/>
          </p:nvPr>
        </p:nvSpPr>
        <p:spPr>
          <a:xfrm>
            <a:off x="6734725" y="1546071"/>
            <a:ext cx="1700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Venus</a:t>
            </a:r>
            <a:endParaRPr sz="2000"/>
          </a:p>
        </p:txBody>
      </p:sp>
      <p:sp>
        <p:nvSpPr>
          <p:cNvPr id="569" name="Google Shape;569;p44"/>
          <p:cNvSpPr txBox="1">
            <a:spLocks noGrp="1"/>
          </p:cNvSpPr>
          <p:nvPr>
            <p:ph type="subTitle" idx="4294967295"/>
          </p:nvPr>
        </p:nvSpPr>
        <p:spPr>
          <a:xfrm>
            <a:off x="6734725" y="1940242"/>
            <a:ext cx="170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570" name="Google Shape;570;p44"/>
          <p:cNvSpPr txBox="1"/>
          <p:nvPr/>
        </p:nvSpPr>
        <p:spPr>
          <a:xfrm>
            <a:off x="4984349" y="2804279"/>
            <a:ext cx="1700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Mars</a:t>
            </a:r>
            <a:endParaRPr sz="2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1" name="Google Shape;571;p44"/>
          <p:cNvSpPr txBox="1"/>
          <p:nvPr/>
        </p:nvSpPr>
        <p:spPr>
          <a:xfrm>
            <a:off x="4984350" y="3198459"/>
            <a:ext cx="16989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Despite being red, Mars is actually a cold place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6918508" y="2958834"/>
            <a:ext cx="1103400" cy="1103400"/>
          </a:xfrm>
          <a:prstGeom prst="donut">
            <a:avLst>
              <a:gd name="adj" fmla="val 1193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44"/>
          <p:cNvSpPr/>
          <p:nvPr/>
        </p:nvSpPr>
        <p:spPr>
          <a:xfrm flipH="1">
            <a:off x="6912433" y="2952751"/>
            <a:ext cx="1115100" cy="1115100"/>
          </a:xfrm>
          <a:prstGeom prst="blockArc">
            <a:avLst>
              <a:gd name="adj1" fmla="val 5400645"/>
              <a:gd name="adj2" fmla="val 16256715"/>
              <a:gd name="adj3" fmla="val 1271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4"/>
          <p:cNvSpPr txBox="1"/>
          <p:nvPr/>
        </p:nvSpPr>
        <p:spPr>
          <a:xfrm>
            <a:off x="6912688" y="3299952"/>
            <a:ext cx="1115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50%</a:t>
            </a:r>
            <a:endParaRPr sz="20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75" name="Google Shape;575;p44"/>
          <p:cNvSpPr txBox="1"/>
          <p:nvPr/>
        </p:nvSpPr>
        <p:spPr>
          <a:xfrm>
            <a:off x="713225" y="4314400"/>
            <a:ext cx="7753500" cy="2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 the link in the graph to modify its data and then paste the new one here.</a:t>
            </a: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6" name="Google Shape;576;p44"/>
          <p:cNvCxnSpPr/>
          <p:nvPr/>
        </p:nvCxnSpPr>
        <p:spPr>
          <a:xfrm>
            <a:off x="4964500" y="2726188"/>
            <a:ext cx="3417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</p:cxnSp>
      <p:grpSp>
        <p:nvGrpSpPr>
          <p:cNvPr id="577" name="Google Shape;577;p44"/>
          <p:cNvGrpSpPr/>
          <p:nvPr/>
        </p:nvGrpSpPr>
        <p:grpSpPr>
          <a:xfrm>
            <a:off x="6824217" y="1156791"/>
            <a:ext cx="349696" cy="389284"/>
            <a:chOff x="3165494" y="3782591"/>
            <a:chExt cx="349696" cy="389284"/>
          </a:xfrm>
        </p:grpSpPr>
        <p:sp>
          <p:nvSpPr>
            <p:cNvPr id="578" name="Google Shape;578;p44"/>
            <p:cNvSpPr/>
            <p:nvPr/>
          </p:nvSpPr>
          <p:spPr>
            <a:xfrm>
              <a:off x="3165494" y="3782591"/>
              <a:ext cx="349696" cy="389284"/>
            </a:xfrm>
            <a:custGeom>
              <a:avLst/>
              <a:gdLst/>
              <a:ahLst/>
              <a:cxnLst/>
              <a:rect l="l" t="t" r="r" b="b"/>
              <a:pathLst>
                <a:path w="134" h="149" extrusionOk="0">
                  <a:moveTo>
                    <a:pt x="134" y="88"/>
                  </a:moveTo>
                  <a:cubicBezTo>
                    <a:pt x="134" y="80"/>
                    <a:pt x="130" y="72"/>
                    <a:pt x="123" y="67"/>
                  </a:cubicBezTo>
                  <a:cubicBezTo>
                    <a:pt x="126" y="63"/>
                    <a:pt x="128" y="58"/>
                    <a:pt x="128" y="53"/>
                  </a:cubicBezTo>
                  <a:cubicBezTo>
                    <a:pt x="128" y="45"/>
                    <a:pt x="124" y="38"/>
                    <a:pt x="117" y="34"/>
                  </a:cubicBezTo>
                  <a:cubicBezTo>
                    <a:pt x="118" y="33"/>
                    <a:pt x="118" y="32"/>
                    <a:pt x="118" y="30"/>
                  </a:cubicBezTo>
                  <a:cubicBezTo>
                    <a:pt x="118" y="20"/>
                    <a:pt x="110" y="12"/>
                    <a:pt x="100" y="12"/>
                  </a:cubicBezTo>
                  <a:cubicBezTo>
                    <a:pt x="99" y="12"/>
                    <a:pt x="97" y="13"/>
                    <a:pt x="96" y="13"/>
                  </a:cubicBezTo>
                  <a:cubicBezTo>
                    <a:pt x="95" y="5"/>
                    <a:pt x="88" y="0"/>
                    <a:pt x="80" y="0"/>
                  </a:cubicBezTo>
                  <a:cubicBezTo>
                    <a:pt x="75" y="0"/>
                    <a:pt x="70" y="2"/>
                    <a:pt x="67" y="6"/>
                  </a:cubicBezTo>
                  <a:cubicBezTo>
                    <a:pt x="65" y="2"/>
                    <a:pt x="60" y="0"/>
                    <a:pt x="54" y="0"/>
                  </a:cubicBezTo>
                  <a:cubicBezTo>
                    <a:pt x="47" y="0"/>
                    <a:pt x="40" y="5"/>
                    <a:pt x="39" y="13"/>
                  </a:cubicBezTo>
                  <a:cubicBezTo>
                    <a:pt x="38" y="13"/>
                    <a:pt x="38" y="13"/>
                    <a:pt x="37" y="13"/>
                  </a:cubicBezTo>
                  <a:cubicBezTo>
                    <a:pt x="35" y="12"/>
                    <a:pt x="34" y="14"/>
                    <a:pt x="34" y="16"/>
                  </a:cubicBezTo>
                  <a:cubicBezTo>
                    <a:pt x="34" y="17"/>
                    <a:pt x="35" y="18"/>
                    <a:pt x="36" y="18"/>
                  </a:cubicBezTo>
                  <a:cubicBezTo>
                    <a:pt x="38" y="18"/>
                    <a:pt x="39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2" y="20"/>
                    <a:pt x="44" y="22"/>
                    <a:pt x="46" y="24"/>
                  </a:cubicBezTo>
                  <a:cubicBezTo>
                    <a:pt x="46" y="25"/>
                    <a:pt x="47" y="26"/>
                    <a:pt x="48" y="26"/>
                  </a:cubicBezTo>
                  <a:cubicBezTo>
                    <a:pt x="49" y="26"/>
                    <a:pt x="50" y="25"/>
                    <a:pt x="50" y="25"/>
                  </a:cubicBezTo>
                  <a:cubicBezTo>
                    <a:pt x="51" y="24"/>
                    <a:pt x="51" y="22"/>
                    <a:pt x="51" y="21"/>
                  </a:cubicBezTo>
                  <a:cubicBezTo>
                    <a:pt x="49" y="19"/>
                    <a:pt x="47" y="17"/>
                    <a:pt x="44" y="15"/>
                  </a:cubicBezTo>
                  <a:cubicBezTo>
                    <a:pt x="45" y="9"/>
                    <a:pt x="51" y="4"/>
                    <a:pt x="58" y="6"/>
                  </a:cubicBezTo>
                  <a:cubicBezTo>
                    <a:pt x="62" y="7"/>
                    <a:pt x="64" y="11"/>
                    <a:pt x="64" y="16"/>
                  </a:cubicBezTo>
                  <a:cubicBezTo>
                    <a:pt x="64" y="53"/>
                    <a:pt x="64" y="53"/>
                    <a:pt x="64" y="53"/>
                  </a:cubicBezTo>
                  <a:cubicBezTo>
                    <a:pt x="58" y="49"/>
                    <a:pt x="50" y="49"/>
                    <a:pt x="44" y="55"/>
                  </a:cubicBezTo>
                  <a:cubicBezTo>
                    <a:pt x="40" y="59"/>
                    <a:pt x="39" y="64"/>
                    <a:pt x="40" y="70"/>
                  </a:cubicBezTo>
                  <a:cubicBezTo>
                    <a:pt x="42" y="78"/>
                    <a:pt x="49" y="85"/>
                    <a:pt x="52" y="88"/>
                  </a:cubicBezTo>
                  <a:cubicBezTo>
                    <a:pt x="56" y="92"/>
                    <a:pt x="61" y="96"/>
                    <a:pt x="64" y="97"/>
                  </a:cubicBezTo>
                  <a:cubicBezTo>
                    <a:pt x="64" y="129"/>
                    <a:pt x="64" y="129"/>
                    <a:pt x="64" y="129"/>
                  </a:cubicBezTo>
                  <a:cubicBezTo>
                    <a:pt x="64" y="135"/>
                    <a:pt x="61" y="140"/>
                    <a:pt x="56" y="142"/>
                  </a:cubicBezTo>
                  <a:cubicBezTo>
                    <a:pt x="48" y="145"/>
                    <a:pt x="41" y="141"/>
                    <a:pt x="38" y="135"/>
                  </a:cubicBezTo>
                  <a:cubicBezTo>
                    <a:pt x="39" y="135"/>
                    <a:pt x="41" y="135"/>
                    <a:pt x="43" y="135"/>
                  </a:cubicBezTo>
                  <a:cubicBezTo>
                    <a:pt x="44" y="134"/>
                    <a:pt x="45" y="133"/>
                    <a:pt x="45" y="132"/>
                  </a:cubicBezTo>
                  <a:cubicBezTo>
                    <a:pt x="45" y="130"/>
                    <a:pt x="43" y="128"/>
                    <a:pt x="41" y="129"/>
                  </a:cubicBezTo>
                  <a:cubicBezTo>
                    <a:pt x="39" y="130"/>
                    <a:pt x="36" y="130"/>
                    <a:pt x="34" y="129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26" y="128"/>
                    <a:pt x="20" y="121"/>
                    <a:pt x="20" y="113"/>
                  </a:cubicBezTo>
                  <a:cubicBezTo>
                    <a:pt x="22" y="114"/>
                    <a:pt x="24" y="114"/>
                    <a:pt x="26" y="114"/>
                  </a:cubicBezTo>
                  <a:cubicBezTo>
                    <a:pt x="28" y="114"/>
                    <a:pt x="30" y="113"/>
                    <a:pt x="33" y="113"/>
                  </a:cubicBezTo>
                  <a:cubicBezTo>
                    <a:pt x="34" y="113"/>
                    <a:pt x="35" y="111"/>
                    <a:pt x="35" y="110"/>
                  </a:cubicBezTo>
                  <a:cubicBezTo>
                    <a:pt x="35" y="108"/>
                    <a:pt x="33" y="107"/>
                    <a:pt x="31" y="107"/>
                  </a:cubicBezTo>
                  <a:cubicBezTo>
                    <a:pt x="30" y="108"/>
                    <a:pt x="28" y="108"/>
                    <a:pt x="26" y="108"/>
                  </a:cubicBezTo>
                  <a:cubicBezTo>
                    <a:pt x="24" y="108"/>
                    <a:pt x="21" y="107"/>
                    <a:pt x="19" y="106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11" y="103"/>
                    <a:pt x="6" y="96"/>
                    <a:pt x="6" y="88"/>
                  </a:cubicBezTo>
                  <a:cubicBezTo>
                    <a:pt x="6" y="81"/>
                    <a:pt x="11" y="74"/>
                    <a:pt x="17" y="70"/>
                  </a:cubicBezTo>
                  <a:cubicBezTo>
                    <a:pt x="17" y="70"/>
                    <a:pt x="17" y="70"/>
                    <a:pt x="17" y="70"/>
                  </a:cubicBezTo>
                  <a:cubicBezTo>
                    <a:pt x="18" y="69"/>
                    <a:pt x="19" y="69"/>
                    <a:pt x="20" y="69"/>
                  </a:cubicBezTo>
                  <a:cubicBezTo>
                    <a:pt x="22" y="69"/>
                    <a:pt x="24" y="67"/>
                    <a:pt x="23" y="65"/>
                  </a:cubicBezTo>
                  <a:cubicBezTo>
                    <a:pt x="23" y="64"/>
                    <a:pt x="21" y="63"/>
                    <a:pt x="19" y="63"/>
                  </a:cubicBezTo>
                  <a:cubicBezTo>
                    <a:pt x="19" y="64"/>
                    <a:pt x="18" y="64"/>
                    <a:pt x="17" y="64"/>
                  </a:cubicBezTo>
                  <a:cubicBezTo>
                    <a:pt x="14" y="61"/>
                    <a:pt x="12" y="57"/>
                    <a:pt x="12" y="53"/>
                  </a:cubicBezTo>
                  <a:cubicBezTo>
                    <a:pt x="12" y="48"/>
                    <a:pt x="15" y="42"/>
                    <a:pt x="20" y="39"/>
                  </a:cubicBezTo>
                  <a:cubicBezTo>
                    <a:pt x="21" y="42"/>
                    <a:pt x="23" y="44"/>
                    <a:pt x="26" y="46"/>
                  </a:cubicBezTo>
                  <a:cubicBezTo>
                    <a:pt x="27" y="46"/>
                    <a:pt x="27" y="46"/>
                    <a:pt x="28" y="46"/>
                  </a:cubicBezTo>
                  <a:cubicBezTo>
                    <a:pt x="29" y="46"/>
                    <a:pt x="30" y="45"/>
                    <a:pt x="30" y="44"/>
                  </a:cubicBezTo>
                  <a:cubicBezTo>
                    <a:pt x="31" y="43"/>
                    <a:pt x="30" y="41"/>
                    <a:pt x="29" y="41"/>
                  </a:cubicBezTo>
                  <a:cubicBezTo>
                    <a:pt x="26" y="39"/>
                    <a:pt x="25" y="37"/>
                    <a:pt x="24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3" y="33"/>
                    <a:pt x="23" y="33"/>
                    <a:pt x="23" y="32"/>
                  </a:cubicBezTo>
                  <a:cubicBezTo>
                    <a:pt x="23" y="30"/>
                    <a:pt x="21" y="29"/>
                    <a:pt x="20" y="29"/>
                  </a:cubicBezTo>
                  <a:cubicBezTo>
                    <a:pt x="18" y="29"/>
                    <a:pt x="17" y="31"/>
                    <a:pt x="17" y="32"/>
                  </a:cubicBezTo>
                  <a:cubicBezTo>
                    <a:pt x="17" y="33"/>
                    <a:pt x="17" y="33"/>
                    <a:pt x="17" y="34"/>
                  </a:cubicBezTo>
                  <a:cubicBezTo>
                    <a:pt x="11" y="38"/>
                    <a:pt x="7" y="45"/>
                    <a:pt x="7" y="53"/>
                  </a:cubicBezTo>
                  <a:cubicBezTo>
                    <a:pt x="7" y="58"/>
                    <a:pt x="8" y="63"/>
                    <a:pt x="11" y="67"/>
                  </a:cubicBezTo>
                  <a:cubicBezTo>
                    <a:pt x="5" y="72"/>
                    <a:pt x="0" y="80"/>
                    <a:pt x="0" y="88"/>
                  </a:cubicBezTo>
                  <a:cubicBezTo>
                    <a:pt x="0" y="98"/>
                    <a:pt x="6" y="107"/>
                    <a:pt x="14" y="111"/>
                  </a:cubicBezTo>
                  <a:cubicBezTo>
                    <a:pt x="14" y="112"/>
                    <a:pt x="14" y="112"/>
                    <a:pt x="14" y="113"/>
                  </a:cubicBezTo>
                  <a:cubicBezTo>
                    <a:pt x="14" y="118"/>
                    <a:pt x="16" y="123"/>
                    <a:pt x="20" y="127"/>
                  </a:cubicBezTo>
                  <a:cubicBezTo>
                    <a:pt x="23" y="131"/>
                    <a:pt x="27" y="133"/>
                    <a:pt x="31" y="135"/>
                  </a:cubicBezTo>
                  <a:cubicBezTo>
                    <a:pt x="34" y="143"/>
                    <a:pt x="42" y="149"/>
                    <a:pt x="50" y="149"/>
                  </a:cubicBezTo>
                  <a:cubicBezTo>
                    <a:pt x="58" y="149"/>
                    <a:pt x="64" y="145"/>
                    <a:pt x="67" y="139"/>
                  </a:cubicBezTo>
                  <a:cubicBezTo>
                    <a:pt x="71" y="145"/>
                    <a:pt x="77" y="149"/>
                    <a:pt x="84" y="149"/>
                  </a:cubicBezTo>
                  <a:cubicBezTo>
                    <a:pt x="93" y="149"/>
                    <a:pt x="101" y="143"/>
                    <a:pt x="104" y="135"/>
                  </a:cubicBezTo>
                  <a:cubicBezTo>
                    <a:pt x="108" y="133"/>
                    <a:pt x="112" y="131"/>
                    <a:pt x="115" y="127"/>
                  </a:cubicBezTo>
                  <a:cubicBezTo>
                    <a:pt x="119" y="123"/>
                    <a:pt x="121" y="118"/>
                    <a:pt x="121" y="113"/>
                  </a:cubicBezTo>
                  <a:cubicBezTo>
                    <a:pt x="121" y="112"/>
                    <a:pt x="120" y="112"/>
                    <a:pt x="120" y="111"/>
                  </a:cubicBezTo>
                  <a:cubicBezTo>
                    <a:pt x="129" y="107"/>
                    <a:pt x="134" y="98"/>
                    <a:pt x="134" y="88"/>
                  </a:cubicBezTo>
                  <a:close/>
                  <a:moveTo>
                    <a:pt x="46" y="69"/>
                  </a:moveTo>
                  <a:cubicBezTo>
                    <a:pt x="45" y="65"/>
                    <a:pt x="46" y="61"/>
                    <a:pt x="48" y="59"/>
                  </a:cubicBezTo>
                  <a:cubicBezTo>
                    <a:pt x="50" y="57"/>
                    <a:pt x="53" y="56"/>
                    <a:pt x="55" y="56"/>
                  </a:cubicBezTo>
                  <a:cubicBezTo>
                    <a:pt x="58" y="56"/>
                    <a:pt x="60" y="57"/>
                    <a:pt x="62" y="59"/>
                  </a:cubicBezTo>
                  <a:cubicBezTo>
                    <a:pt x="65" y="62"/>
                    <a:pt x="70" y="62"/>
                    <a:pt x="73" y="59"/>
                  </a:cubicBezTo>
                  <a:cubicBezTo>
                    <a:pt x="76" y="55"/>
                    <a:pt x="83" y="55"/>
                    <a:pt x="86" y="59"/>
                  </a:cubicBezTo>
                  <a:cubicBezTo>
                    <a:pt x="89" y="61"/>
                    <a:pt x="90" y="65"/>
                    <a:pt x="89" y="69"/>
                  </a:cubicBezTo>
                  <a:cubicBezTo>
                    <a:pt x="87" y="74"/>
                    <a:pt x="84" y="79"/>
                    <a:pt x="79" y="84"/>
                  </a:cubicBezTo>
                  <a:cubicBezTo>
                    <a:pt x="74" y="89"/>
                    <a:pt x="70" y="91"/>
                    <a:pt x="67" y="92"/>
                  </a:cubicBezTo>
                  <a:cubicBezTo>
                    <a:pt x="65" y="91"/>
                    <a:pt x="61" y="89"/>
                    <a:pt x="56" y="84"/>
                  </a:cubicBezTo>
                  <a:cubicBezTo>
                    <a:pt x="51" y="79"/>
                    <a:pt x="47" y="74"/>
                    <a:pt x="46" y="69"/>
                  </a:cubicBezTo>
                  <a:close/>
                  <a:moveTo>
                    <a:pt x="116" y="106"/>
                  </a:moveTo>
                  <a:cubicBezTo>
                    <a:pt x="116" y="106"/>
                    <a:pt x="116" y="106"/>
                    <a:pt x="116" y="106"/>
                  </a:cubicBezTo>
                  <a:cubicBezTo>
                    <a:pt x="114" y="107"/>
                    <a:pt x="111" y="108"/>
                    <a:pt x="109" y="108"/>
                  </a:cubicBezTo>
                  <a:cubicBezTo>
                    <a:pt x="107" y="108"/>
                    <a:pt x="105" y="108"/>
                    <a:pt x="104" y="107"/>
                  </a:cubicBezTo>
                  <a:cubicBezTo>
                    <a:pt x="102" y="107"/>
                    <a:pt x="100" y="108"/>
                    <a:pt x="100" y="109"/>
                  </a:cubicBezTo>
                  <a:cubicBezTo>
                    <a:pt x="100" y="111"/>
                    <a:pt x="101" y="112"/>
                    <a:pt x="102" y="113"/>
                  </a:cubicBezTo>
                  <a:cubicBezTo>
                    <a:pt x="104" y="113"/>
                    <a:pt x="107" y="114"/>
                    <a:pt x="109" y="114"/>
                  </a:cubicBezTo>
                  <a:cubicBezTo>
                    <a:pt x="111" y="114"/>
                    <a:pt x="113" y="114"/>
                    <a:pt x="115" y="113"/>
                  </a:cubicBezTo>
                  <a:cubicBezTo>
                    <a:pt x="115" y="121"/>
                    <a:pt x="109" y="128"/>
                    <a:pt x="101" y="129"/>
                  </a:cubicBezTo>
                  <a:cubicBezTo>
                    <a:pt x="101" y="129"/>
                    <a:pt x="101" y="129"/>
                    <a:pt x="101" y="129"/>
                  </a:cubicBezTo>
                  <a:cubicBezTo>
                    <a:pt x="98" y="130"/>
                    <a:pt x="95" y="129"/>
                    <a:pt x="93" y="129"/>
                  </a:cubicBezTo>
                  <a:cubicBezTo>
                    <a:pt x="93" y="129"/>
                    <a:pt x="92" y="129"/>
                    <a:pt x="92" y="129"/>
                  </a:cubicBezTo>
                  <a:cubicBezTo>
                    <a:pt x="89" y="130"/>
                    <a:pt x="90" y="134"/>
                    <a:pt x="92" y="135"/>
                  </a:cubicBezTo>
                  <a:cubicBezTo>
                    <a:pt x="94" y="135"/>
                    <a:pt x="95" y="135"/>
                    <a:pt x="97" y="135"/>
                  </a:cubicBezTo>
                  <a:cubicBezTo>
                    <a:pt x="93" y="144"/>
                    <a:pt x="80" y="147"/>
                    <a:pt x="71" y="136"/>
                  </a:cubicBezTo>
                  <a:cubicBezTo>
                    <a:pt x="71" y="135"/>
                    <a:pt x="70" y="134"/>
                    <a:pt x="70" y="134"/>
                  </a:cubicBezTo>
                  <a:cubicBezTo>
                    <a:pt x="70" y="97"/>
                    <a:pt x="70" y="97"/>
                    <a:pt x="70" y="97"/>
                  </a:cubicBezTo>
                  <a:cubicBezTo>
                    <a:pt x="74" y="96"/>
                    <a:pt x="79" y="92"/>
                    <a:pt x="83" y="88"/>
                  </a:cubicBezTo>
                  <a:cubicBezTo>
                    <a:pt x="86" y="85"/>
                    <a:pt x="92" y="78"/>
                    <a:pt x="94" y="70"/>
                  </a:cubicBezTo>
                  <a:cubicBezTo>
                    <a:pt x="96" y="64"/>
                    <a:pt x="95" y="59"/>
                    <a:pt x="90" y="55"/>
                  </a:cubicBezTo>
                  <a:cubicBezTo>
                    <a:pt x="85" y="49"/>
                    <a:pt x="76" y="49"/>
                    <a:pt x="70" y="53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1"/>
                    <a:pt x="71" y="11"/>
                    <a:pt x="71" y="10"/>
                  </a:cubicBezTo>
                  <a:cubicBezTo>
                    <a:pt x="80" y="1"/>
                    <a:pt x="90" y="7"/>
                    <a:pt x="91" y="15"/>
                  </a:cubicBezTo>
                  <a:cubicBezTo>
                    <a:pt x="88" y="17"/>
                    <a:pt x="85" y="19"/>
                    <a:pt x="84" y="22"/>
                  </a:cubicBezTo>
                  <a:cubicBezTo>
                    <a:pt x="84" y="23"/>
                    <a:pt x="84" y="23"/>
                    <a:pt x="84" y="23"/>
                  </a:cubicBezTo>
                  <a:cubicBezTo>
                    <a:pt x="84" y="25"/>
                    <a:pt x="85" y="26"/>
                    <a:pt x="87" y="26"/>
                  </a:cubicBezTo>
                  <a:cubicBezTo>
                    <a:pt x="88" y="26"/>
                    <a:pt x="89" y="25"/>
                    <a:pt x="89" y="24"/>
                  </a:cubicBezTo>
                  <a:cubicBezTo>
                    <a:pt x="91" y="22"/>
                    <a:pt x="92" y="20"/>
                    <a:pt x="95" y="19"/>
                  </a:cubicBezTo>
                  <a:cubicBezTo>
                    <a:pt x="95" y="19"/>
                    <a:pt x="95" y="19"/>
                    <a:pt x="95" y="19"/>
                  </a:cubicBezTo>
                  <a:cubicBezTo>
                    <a:pt x="99" y="18"/>
                    <a:pt x="103" y="18"/>
                    <a:pt x="108" y="21"/>
                  </a:cubicBezTo>
                  <a:cubicBezTo>
                    <a:pt x="108" y="21"/>
                    <a:pt x="108" y="21"/>
                    <a:pt x="108" y="21"/>
                  </a:cubicBezTo>
                  <a:cubicBezTo>
                    <a:pt x="112" y="25"/>
                    <a:pt x="113" y="30"/>
                    <a:pt x="111" y="34"/>
                  </a:cubicBezTo>
                  <a:cubicBezTo>
                    <a:pt x="111" y="34"/>
                    <a:pt x="111" y="34"/>
                    <a:pt x="111" y="34"/>
                  </a:cubicBezTo>
                  <a:cubicBezTo>
                    <a:pt x="110" y="37"/>
                    <a:pt x="108" y="40"/>
                    <a:pt x="105" y="41"/>
                  </a:cubicBezTo>
                  <a:cubicBezTo>
                    <a:pt x="105" y="41"/>
                    <a:pt x="105" y="42"/>
                    <a:pt x="105" y="42"/>
                  </a:cubicBezTo>
                  <a:cubicBezTo>
                    <a:pt x="104" y="45"/>
                    <a:pt x="105" y="46"/>
                    <a:pt x="107" y="46"/>
                  </a:cubicBezTo>
                  <a:cubicBezTo>
                    <a:pt x="108" y="46"/>
                    <a:pt x="108" y="46"/>
                    <a:pt x="109" y="46"/>
                  </a:cubicBezTo>
                  <a:cubicBezTo>
                    <a:pt x="111" y="44"/>
                    <a:pt x="114" y="42"/>
                    <a:pt x="115" y="39"/>
                  </a:cubicBezTo>
                  <a:cubicBezTo>
                    <a:pt x="120" y="42"/>
                    <a:pt x="122" y="48"/>
                    <a:pt x="122" y="53"/>
                  </a:cubicBezTo>
                  <a:cubicBezTo>
                    <a:pt x="122" y="57"/>
                    <a:pt x="121" y="61"/>
                    <a:pt x="118" y="64"/>
                  </a:cubicBezTo>
                  <a:cubicBezTo>
                    <a:pt x="117" y="64"/>
                    <a:pt x="116" y="63"/>
                    <a:pt x="114" y="63"/>
                  </a:cubicBezTo>
                  <a:cubicBezTo>
                    <a:pt x="114" y="63"/>
                    <a:pt x="114" y="63"/>
                    <a:pt x="114" y="63"/>
                  </a:cubicBezTo>
                  <a:cubicBezTo>
                    <a:pt x="110" y="66"/>
                    <a:pt x="112" y="71"/>
                    <a:pt x="117" y="69"/>
                  </a:cubicBezTo>
                  <a:cubicBezTo>
                    <a:pt x="117" y="68"/>
                    <a:pt x="117" y="69"/>
                    <a:pt x="117" y="69"/>
                  </a:cubicBezTo>
                  <a:cubicBezTo>
                    <a:pt x="117" y="70"/>
                    <a:pt x="117" y="70"/>
                    <a:pt x="117" y="70"/>
                  </a:cubicBezTo>
                  <a:cubicBezTo>
                    <a:pt x="124" y="74"/>
                    <a:pt x="129" y="81"/>
                    <a:pt x="129" y="88"/>
                  </a:cubicBezTo>
                  <a:cubicBezTo>
                    <a:pt x="129" y="96"/>
                    <a:pt x="124" y="103"/>
                    <a:pt x="116" y="10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44"/>
            <p:cNvSpPr/>
            <p:nvPr/>
          </p:nvSpPr>
          <p:spPr>
            <a:xfrm>
              <a:off x="3220478" y="3936545"/>
              <a:ext cx="38489" cy="63781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8" y="5"/>
                  </a:moveTo>
                  <a:cubicBezTo>
                    <a:pt x="9" y="6"/>
                    <a:pt x="9" y="8"/>
                    <a:pt x="9" y="9"/>
                  </a:cubicBezTo>
                  <a:cubicBezTo>
                    <a:pt x="9" y="13"/>
                    <a:pt x="6" y="17"/>
                    <a:pt x="2" y="18"/>
                  </a:cubicBezTo>
                  <a:cubicBezTo>
                    <a:pt x="1" y="18"/>
                    <a:pt x="0" y="20"/>
                    <a:pt x="0" y="22"/>
                  </a:cubicBezTo>
                  <a:cubicBezTo>
                    <a:pt x="1" y="23"/>
                    <a:pt x="2" y="24"/>
                    <a:pt x="3" y="24"/>
                  </a:cubicBezTo>
                  <a:cubicBezTo>
                    <a:pt x="3" y="24"/>
                    <a:pt x="4" y="24"/>
                    <a:pt x="4" y="24"/>
                  </a:cubicBezTo>
                  <a:cubicBezTo>
                    <a:pt x="10" y="22"/>
                    <a:pt x="15" y="16"/>
                    <a:pt x="15" y="9"/>
                  </a:cubicBezTo>
                  <a:cubicBezTo>
                    <a:pt x="15" y="7"/>
                    <a:pt x="14" y="4"/>
                    <a:pt x="13" y="2"/>
                  </a:cubicBezTo>
                  <a:cubicBezTo>
                    <a:pt x="12" y="1"/>
                    <a:pt x="10" y="0"/>
                    <a:pt x="9" y="1"/>
                  </a:cubicBezTo>
                  <a:cubicBezTo>
                    <a:pt x="7" y="2"/>
                    <a:pt x="7" y="3"/>
                    <a:pt x="8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44"/>
            <p:cNvSpPr/>
            <p:nvPr/>
          </p:nvSpPr>
          <p:spPr>
            <a:xfrm>
              <a:off x="3254568" y="4028917"/>
              <a:ext cx="46186" cy="54984"/>
            </a:xfrm>
            <a:custGeom>
              <a:avLst/>
              <a:gdLst/>
              <a:ahLst/>
              <a:cxnLst/>
              <a:rect l="l" t="t" r="r" b="b"/>
              <a:pathLst>
                <a:path w="18" h="21" extrusionOk="0">
                  <a:moveTo>
                    <a:pt x="0" y="3"/>
                  </a:moveTo>
                  <a:cubicBezTo>
                    <a:pt x="0" y="5"/>
                    <a:pt x="2" y="6"/>
                    <a:pt x="3" y="6"/>
                  </a:cubicBezTo>
                  <a:cubicBezTo>
                    <a:pt x="8" y="6"/>
                    <a:pt x="12" y="10"/>
                    <a:pt x="12" y="15"/>
                  </a:cubicBezTo>
                  <a:cubicBezTo>
                    <a:pt x="12" y="16"/>
                    <a:pt x="12" y="17"/>
                    <a:pt x="12" y="17"/>
                  </a:cubicBezTo>
                  <a:cubicBezTo>
                    <a:pt x="11" y="19"/>
                    <a:pt x="12" y="21"/>
                    <a:pt x="14" y="21"/>
                  </a:cubicBezTo>
                  <a:cubicBezTo>
                    <a:pt x="14" y="21"/>
                    <a:pt x="14" y="21"/>
                    <a:pt x="15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8" y="18"/>
                    <a:pt x="18" y="16"/>
                    <a:pt x="18" y="15"/>
                  </a:cubicBezTo>
                  <a:cubicBezTo>
                    <a:pt x="18" y="7"/>
                    <a:pt x="11" y="0"/>
                    <a:pt x="3" y="0"/>
                  </a:cubicBezTo>
                  <a:cubicBezTo>
                    <a:pt x="2" y="0"/>
                    <a:pt x="0" y="2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44"/>
            <p:cNvSpPr/>
            <p:nvPr/>
          </p:nvSpPr>
          <p:spPr>
            <a:xfrm>
              <a:off x="3262265" y="3869464"/>
              <a:ext cx="59382" cy="25293"/>
            </a:xfrm>
            <a:custGeom>
              <a:avLst/>
              <a:gdLst/>
              <a:ahLst/>
              <a:cxnLst/>
              <a:rect l="l" t="t" r="r" b="b"/>
              <a:pathLst>
                <a:path w="23" h="10" extrusionOk="0">
                  <a:moveTo>
                    <a:pt x="22" y="5"/>
                  </a:moveTo>
                  <a:cubicBezTo>
                    <a:pt x="23" y="4"/>
                    <a:pt x="23" y="2"/>
                    <a:pt x="22" y="1"/>
                  </a:cubicBezTo>
                  <a:cubicBezTo>
                    <a:pt x="21" y="0"/>
                    <a:pt x="19" y="0"/>
                    <a:pt x="18" y="1"/>
                  </a:cubicBezTo>
                  <a:cubicBezTo>
                    <a:pt x="16" y="3"/>
                    <a:pt x="14" y="4"/>
                    <a:pt x="12" y="4"/>
                  </a:cubicBezTo>
                  <a:cubicBezTo>
                    <a:pt x="9" y="4"/>
                    <a:pt x="7" y="3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4" y="8"/>
                    <a:pt x="8" y="10"/>
                    <a:pt x="12" y="10"/>
                  </a:cubicBezTo>
                  <a:cubicBezTo>
                    <a:pt x="15" y="10"/>
                    <a:pt x="19" y="8"/>
                    <a:pt x="2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44"/>
            <p:cNvSpPr/>
            <p:nvPr/>
          </p:nvSpPr>
          <p:spPr>
            <a:xfrm>
              <a:off x="3423917" y="3936545"/>
              <a:ext cx="38489" cy="63781"/>
            </a:xfrm>
            <a:custGeom>
              <a:avLst/>
              <a:gdLst/>
              <a:ahLst/>
              <a:cxnLst/>
              <a:rect l="l" t="t" r="r" b="b"/>
              <a:pathLst>
                <a:path w="15" h="24" extrusionOk="0">
                  <a:moveTo>
                    <a:pt x="12" y="18"/>
                  </a:moveTo>
                  <a:cubicBezTo>
                    <a:pt x="8" y="17"/>
                    <a:pt x="6" y="13"/>
                    <a:pt x="6" y="9"/>
                  </a:cubicBezTo>
                  <a:cubicBezTo>
                    <a:pt x="6" y="8"/>
                    <a:pt x="6" y="6"/>
                    <a:pt x="7" y="5"/>
                  </a:cubicBezTo>
                  <a:cubicBezTo>
                    <a:pt x="8" y="3"/>
                    <a:pt x="7" y="2"/>
                    <a:pt x="6" y="1"/>
                  </a:cubicBezTo>
                  <a:cubicBezTo>
                    <a:pt x="4" y="0"/>
                    <a:pt x="3" y="1"/>
                    <a:pt x="2" y="2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6"/>
                    <a:pt x="4" y="22"/>
                    <a:pt x="11" y="24"/>
                  </a:cubicBezTo>
                  <a:cubicBezTo>
                    <a:pt x="11" y="24"/>
                    <a:pt x="11" y="24"/>
                    <a:pt x="12" y="24"/>
                  </a:cubicBezTo>
                  <a:cubicBezTo>
                    <a:pt x="13" y="24"/>
                    <a:pt x="14" y="23"/>
                    <a:pt x="14" y="22"/>
                  </a:cubicBezTo>
                  <a:cubicBezTo>
                    <a:pt x="15" y="20"/>
                    <a:pt x="14" y="18"/>
                    <a:pt x="12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44"/>
            <p:cNvSpPr/>
            <p:nvPr/>
          </p:nvSpPr>
          <p:spPr>
            <a:xfrm>
              <a:off x="3382130" y="4028917"/>
              <a:ext cx="43987" cy="54984"/>
            </a:xfrm>
            <a:custGeom>
              <a:avLst/>
              <a:gdLst/>
              <a:ahLst/>
              <a:cxnLst/>
              <a:rect l="l" t="t" r="r" b="b"/>
              <a:pathLst>
                <a:path w="17" h="21" extrusionOk="0">
                  <a:moveTo>
                    <a:pt x="15" y="0"/>
                  </a:moveTo>
                  <a:cubicBezTo>
                    <a:pt x="6" y="0"/>
                    <a:pt x="0" y="7"/>
                    <a:pt x="0" y="15"/>
                  </a:cubicBezTo>
                  <a:cubicBezTo>
                    <a:pt x="0" y="16"/>
                    <a:pt x="0" y="18"/>
                    <a:pt x="0" y="19"/>
                  </a:cubicBezTo>
                  <a:cubicBezTo>
                    <a:pt x="1" y="20"/>
                    <a:pt x="2" y="21"/>
                    <a:pt x="3" y="21"/>
                  </a:cubicBezTo>
                  <a:cubicBezTo>
                    <a:pt x="3" y="21"/>
                    <a:pt x="4" y="21"/>
                    <a:pt x="4" y="21"/>
                  </a:cubicBezTo>
                  <a:cubicBezTo>
                    <a:pt x="5" y="21"/>
                    <a:pt x="6" y="19"/>
                    <a:pt x="6" y="17"/>
                  </a:cubicBezTo>
                  <a:cubicBezTo>
                    <a:pt x="6" y="17"/>
                    <a:pt x="6" y="16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6" y="6"/>
                    <a:pt x="17" y="5"/>
                    <a:pt x="17" y="3"/>
                  </a:cubicBezTo>
                  <a:cubicBezTo>
                    <a:pt x="17" y="2"/>
                    <a:pt x="16" y="0"/>
                    <a:pt x="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44"/>
            <p:cNvSpPr/>
            <p:nvPr/>
          </p:nvSpPr>
          <p:spPr>
            <a:xfrm>
              <a:off x="3357937" y="3869464"/>
              <a:ext cx="62682" cy="25293"/>
            </a:xfrm>
            <a:custGeom>
              <a:avLst/>
              <a:gdLst/>
              <a:ahLst/>
              <a:cxnLst/>
              <a:rect l="l" t="t" r="r" b="b"/>
              <a:pathLst>
                <a:path w="24" h="10" extrusionOk="0">
                  <a:moveTo>
                    <a:pt x="23" y="1"/>
                  </a:moveTo>
                  <a:cubicBezTo>
                    <a:pt x="21" y="0"/>
                    <a:pt x="20" y="0"/>
                    <a:pt x="18" y="1"/>
                  </a:cubicBezTo>
                  <a:cubicBezTo>
                    <a:pt x="17" y="3"/>
                    <a:pt x="15" y="4"/>
                    <a:pt x="12" y="4"/>
                  </a:cubicBezTo>
                  <a:cubicBezTo>
                    <a:pt x="10" y="4"/>
                    <a:pt x="7" y="3"/>
                    <a:pt x="6" y="1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0" y="2"/>
                    <a:pt x="0" y="4"/>
                    <a:pt x="2" y="5"/>
                  </a:cubicBezTo>
                  <a:cubicBezTo>
                    <a:pt x="4" y="8"/>
                    <a:pt x="8" y="10"/>
                    <a:pt x="12" y="10"/>
                  </a:cubicBezTo>
                  <a:cubicBezTo>
                    <a:pt x="16" y="10"/>
                    <a:pt x="20" y="8"/>
                    <a:pt x="23" y="5"/>
                  </a:cubicBezTo>
                  <a:cubicBezTo>
                    <a:pt x="24" y="4"/>
                    <a:pt x="24" y="2"/>
                    <a:pt x="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44"/>
            <p:cNvSpPr/>
            <p:nvPr/>
          </p:nvSpPr>
          <p:spPr>
            <a:xfrm>
              <a:off x="3220478" y="3827677"/>
              <a:ext cx="17595" cy="15395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3" y="6"/>
                  </a:moveTo>
                  <a:cubicBezTo>
                    <a:pt x="5" y="6"/>
                    <a:pt x="7" y="3"/>
                    <a:pt x="6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3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44"/>
            <p:cNvSpPr/>
            <p:nvPr/>
          </p:nvSpPr>
          <p:spPr>
            <a:xfrm>
              <a:off x="3327146" y="3953040"/>
              <a:ext cx="28591" cy="47286"/>
            </a:xfrm>
            <a:custGeom>
              <a:avLst/>
              <a:gdLst/>
              <a:ahLst/>
              <a:cxnLst/>
              <a:rect l="l" t="t" r="r" b="b"/>
              <a:pathLst>
                <a:path w="11" h="18" extrusionOk="0">
                  <a:moveTo>
                    <a:pt x="8" y="15"/>
                  </a:moveTo>
                  <a:cubicBezTo>
                    <a:pt x="8" y="11"/>
                    <a:pt x="8" y="11"/>
                    <a:pt x="8" y="11"/>
                  </a:cubicBezTo>
                  <a:cubicBezTo>
                    <a:pt x="10" y="10"/>
                    <a:pt x="11" y="8"/>
                    <a:pt x="11" y="6"/>
                  </a:cubicBezTo>
                  <a:cubicBezTo>
                    <a:pt x="11" y="3"/>
                    <a:pt x="9" y="1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8"/>
                    <a:pt x="1" y="10"/>
                    <a:pt x="2" y="11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7"/>
                    <a:pt x="4" y="18"/>
                    <a:pt x="6" y="18"/>
                  </a:cubicBezTo>
                  <a:cubicBezTo>
                    <a:pt x="7" y="18"/>
                    <a:pt x="8" y="16"/>
                    <a:pt x="8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44"/>
          <p:cNvGrpSpPr/>
          <p:nvPr/>
        </p:nvGrpSpPr>
        <p:grpSpPr>
          <a:xfrm>
            <a:off x="5064188" y="1208364"/>
            <a:ext cx="321104" cy="389284"/>
            <a:chOff x="7167202" y="1346814"/>
            <a:chExt cx="321104" cy="389284"/>
          </a:xfrm>
        </p:grpSpPr>
        <p:sp>
          <p:nvSpPr>
            <p:cNvPr id="588" name="Google Shape;588;p44"/>
            <p:cNvSpPr/>
            <p:nvPr/>
          </p:nvSpPr>
          <p:spPr>
            <a:xfrm>
              <a:off x="7167202" y="1346814"/>
              <a:ext cx="321104" cy="389284"/>
            </a:xfrm>
            <a:custGeom>
              <a:avLst/>
              <a:gdLst/>
              <a:ahLst/>
              <a:cxnLst/>
              <a:rect l="l" t="t" r="r" b="b"/>
              <a:pathLst>
                <a:path w="123" h="149" extrusionOk="0">
                  <a:moveTo>
                    <a:pt x="1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42"/>
                    <a:pt x="7" y="149"/>
                    <a:pt x="16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9" y="149"/>
                    <a:pt x="123" y="145"/>
                    <a:pt x="123" y="140"/>
                  </a:cubicBezTo>
                  <a:cubicBezTo>
                    <a:pt x="123" y="8"/>
                    <a:pt x="123" y="8"/>
                    <a:pt x="123" y="8"/>
                  </a:cubicBezTo>
                  <a:cubicBezTo>
                    <a:pt x="123" y="4"/>
                    <a:pt x="119" y="0"/>
                    <a:pt x="114" y="0"/>
                  </a:cubicBezTo>
                  <a:close/>
                  <a:moveTo>
                    <a:pt x="16" y="143"/>
                  </a:moveTo>
                  <a:cubicBezTo>
                    <a:pt x="10" y="143"/>
                    <a:pt x="6" y="138"/>
                    <a:pt x="6" y="132"/>
                  </a:cubicBezTo>
                  <a:cubicBezTo>
                    <a:pt x="6" y="127"/>
                    <a:pt x="11" y="123"/>
                    <a:pt x="16" y="123"/>
                  </a:cubicBezTo>
                  <a:cubicBezTo>
                    <a:pt x="105" y="123"/>
                    <a:pt x="105" y="123"/>
                    <a:pt x="105" y="123"/>
                  </a:cubicBezTo>
                  <a:cubicBezTo>
                    <a:pt x="105" y="143"/>
                    <a:pt x="105" y="143"/>
                    <a:pt x="105" y="143"/>
                  </a:cubicBezTo>
                  <a:lnTo>
                    <a:pt x="16" y="143"/>
                  </a:lnTo>
                  <a:close/>
                  <a:moveTo>
                    <a:pt x="114" y="143"/>
                  </a:moveTo>
                  <a:cubicBezTo>
                    <a:pt x="111" y="143"/>
                    <a:pt x="111" y="143"/>
                    <a:pt x="111" y="143"/>
                  </a:cubicBezTo>
                  <a:cubicBezTo>
                    <a:pt x="111" y="123"/>
                    <a:pt x="111" y="123"/>
                    <a:pt x="111" y="123"/>
                  </a:cubicBezTo>
                  <a:cubicBezTo>
                    <a:pt x="114" y="123"/>
                    <a:pt x="114" y="123"/>
                    <a:pt x="114" y="123"/>
                  </a:cubicBezTo>
                  <a:cubicBezTo>
                    <a:pt x="115" y="123"/>
                    <a:pt x="116" y="122"/>
                    <a:pt x="117" y="122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17" y="142"/>
                    <a:pt x="115" y="143"/>
                    <a:pt x="114" y="143"/>
                  </a:cubicBezTo>
                  <a:close/>
                  <a:moveTo>
                    <a:pt x="117" y="114"/>
                  </a:moveTo>
                  <a:cubicBezTo>
                    <a:pt x="117" y="115"/>
                    <a:pt x="115" y="117"/>
                    <a:pt x="114" y="117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19" y="74"/>
                    <a:pt x="19" y="74"/>
                    <a:pt x="19" y="74"/>
                  </a:cubicBezTo>
                  <a:cubicBezTo>
                    <a:pt x="19" y="73"/>
                    <a:pt x="18" y="72"/>
                    <a:pt x="17" y="71"/>
                  </a:cubicBezTo>
                  <a:cubicBezTo>
                    <a:pt x="15" y="71"/>
                    <a:pt x="13" y="72"/>
                    <a:pt x="13" y="74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11" y="117"/>
                    <a:pt x="8" y="119"/>
                    <a:pt x="6" y="12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1"/>
                    <a:pt x="9" y="7"/>
                    <a:pt x="13" y="6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9"/>
                    <a:pt x="14" y="51"/>
                    <a:pt x="16" y="51"/>
                  </a:cubicBezTo>
                  <a:cubicBezTo>
                    <a:pt x="18" y="51"/>
                    <a:pt x="19" y="50"/>
                    <a:pt x="19" y="48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14" y="5"/>
                    <a:pt x="114" y="5"/>
                    <a:pt x="114" y="5"/>
                  </a:cubicBezTo>
                  <a:cubicBezTo>
                    <a:pt x="115" y="5"/>
                    <a:pt x="117" y="7"/>
                    <a:pt x="117" y="8"/>
                  </a:cubicBezTo>
                  <a:lnTo>
                    <a:pt x="117" y="1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44"/>
            <p:cNvSpPr/>
            <p:nvPr/>
          </p:nvSpPr>
          <p:spPr>
            <a:xfrm>
              <a:off x="7235381" y="1386402"/>
              <a:ext cx="216636" cy="240829"/>
            </a:xfrm>
            <a:custGeom>
              <a:avLst/>
              <a:gdLst/>
              <a:ahLst/>
              <a:cxnLst/>
              <a:rect l="l" t="t" r="r" b="b"/>
              <a:pathLst>
                <a:path w="83" h="92" extrusionOk="0">
                  <a:moveTo>
                    <a:pt x="77" y="42"/>
                  </a:moveTo>
                  <a:cubicBezTo>
                    <a:pt x="79" y="39"/>
                    <a:pt x="80" y="36"/>
                    <a:pt x="80" y="33"/>
                  </a:cubicBezTo>
                  <a:cubicBezTo>
                    <a:pt x="80" y="28"/>
                    <a:pt x="77" y="24"/>
                    <a:pt x="73" y="21"/>
                  </a:cubicBezTo>
                  <a:cubicBezTo>
                    <a:pt x="73" y="21"/>
                    <a:pt x="73" y="20"/>
                    <a:pt x="73" y="20"/>
                  </a:cubicBezTo>
                  <a:cubicBezTo>
                    <a:pt x="73" y="13"/>
                    <a:pt x="68" y="8"/>
                    <a:pt x="61" y="8"/>
                  </a:cubicBezTo>
                  <a:cubicBezTo>
                    <a:pt x="61" y="8"/>
                    <a:pt x="61" y="8"/>
                    <a:pt x="60" y="8"/>
                  </a:cubicBezTo>
                  <a:cubicBezTo>
                    <a:pt x="59" y="3"/>
                    <a:pt x="55" y="0"/>
                    <a:pt x="50" y="0"/>
                  </a:cubicBezTo>
                  <a:cubicBezTo>
                    <a:pt x="47" y="0"/>
                    <a:pt x="44" y="1"/>
                    <a:pt x="42" y="3"/>
                  </a:cubicBezTo>
                  <a:cubicBezTo>
                    <a:pt x="40" y="1"/>
                    <a:pt x="37" y="0"/>
                    <a:pt x="34" y="0"/>
                  </a:cubicBezTo>
                  <a:cubicBezTo>
                    <a:pt x="29" y="0"/>
                    <a:pt x="25" y="3"/>
                    <a:pt x="24" y="8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16" y="8"/>
                    <a:pt x="10" y="13"/>
                    <a:pt x="10" y="20"/>
                  </a:cubicBezTo>
                  <a:cubicBezTo>
                    <a:pt x="10" y="20"/>
                    <a:pt x="10" y="21"/>
                    <a:pt x="10" y="21"/>
                  </a:cubicBezTo>
                  <a:cubicBezTo>
                    <a:pt x="6" y="24"/>
                    <a:pt x="4" y="28"/>
                    <a:pt x="4" y="33"/>
                  </a:cubicBezTo>
                  <a:cubicBezTo>
                    <a:pt x="4" y="36"/>
                    <a:pt x="5" y="39"/>
                    <a:pt x="6" y="42"/>
                  </a:cubicBezTo>
                  <a:cubicBezTo>
                    <a:pt x="3" y="45"/>
                    <a:pt x="0" y="49"/>
                    <a:pt x="0" y="55"/>
                  </a:cubicBezTo>
                  <a:cubicBezTo>
                    <a:pt x="0" y="61"/>
                    <a:pt x="3" y="66"/>
                    <a:pt x="9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9" y="76"/>
                    <a:pt x="13" y="82"/>
                    <a:pt x="19" y="84"/>
                  </a:cubicBezTo>
                  <a:cubicBezTo>
                    <a:pt x="21" y="89"/>
                    <a:pt x="26" y="92"/>
                    <a:pt x="32" y="92"/>
                  </a:cubicBezTo>
                  <a:cubicBezTo>
                    <a:pt x="36" y="92"/>
                    <a:pt x="39" y="90"/>
                    <a:pt x="42" y="87"/>
                  </a:cubicBezTo>
                  <a:cubicBezTo>
                    <a:pt x="44" y="90"/>
                    <a:pt x="48" y="92"/>
                    <a:pt x="52" y="92"/>
                  </a:cubicBezTo>
                  <a:cubicBezTo>
                    <a:pt x="58" y="92"/>
                    <a:pt x="63" y="89"/>
                    <a:pt x="65" y="84"/>
                  </a:cubicBezTo>
                  <a:cubicBezTo>
                    <a:pt x="71" y="82"/>
                    <a:pt x="75" y="76"/>
                    <a:pt x="75" y="69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80" y="66"/>
                    <a:pt x="83" y="61"/>
                    <a:pt x="83" y="55"/>
                  </a:cubicBezTo>
                  <a:cubicBezTo>
                    <a:pt x="83" y="49"/>
                    <a:pt x="81" y="45"/>
                    <a:pt x="77" y="42"/>
                  </a:cubicBezTo>
                  <a:close/>
                  <a:moveTo>
                    <a:pt x="31" y="86"/>
                  </a:moveTo>
                  <a:cubicBezTo>
                    <a:pt x="29" y="86"/>
                    <a:pt x="27" y="86"/>
                    <a:pt x="26" y="84"/>
                  </a:cubicBezTo>
                  <a:cubicBezTo>
                    <a:pt x="27" y="84"/>
                    <a:pt x="28" y="84"/>
                    <a:pt x="28" y="83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31" y="79"/>
                    <a:pt x="26" y="76"/>
                    <a:pt x="24" y="79"/>
                  </a:cubicBezTo>
                  <a:cubicBezTo>
                    <a:pt x="23" y="80"/>
                    <a:pt x="22" y="80"/>
                    <a:pt x="22" y="79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18" y="78"/>
                    <a:pt x="15" y="75"/>
                    <a:pt x="14" y="71"/>
                  </a:cubicBezTo>
                  <a:cubicBezTo>
                    <a:pt x="15" y="71"/>
                    <a:pt x="16" y="71"/>
                    <a:pt x="17" y="71"/>
                  </a:cubicBezTo>
                  <a:cubicBezTo>
                    <a:pt x="19" y="71"/>
                    <a:pt x="21" y="71"/>
                    <a:pt x="22" y="70"/>
                  </a:cubicBezTo>
                  <a:cubicBezTo>
                    <a:pt x="22" y="70"/>
                    <a:pt x="23" y="70"/>
                    <a:pt x="23" y="70"/>
                  </a:cubicBezTo>
                  <a:cubicBezTo>
                    <a:pt x="24" y="67"/>
                    <a:pt x="22" y="64"/>
                    <a:pt x="20" y="65"/>
                  </a:cubicBezTo>
                  <a:cubicBezTo>
                    <a:pt x="19" y="65"/>
                    <a:pt x="18" y="65"/>
                    <a:pt x="17" y="65"/>
                  </a:cubicBezTo>
                  <a:cubicBezTo>
                    <a:pt x="15" y="65"/>
                    <a:pt x="14" y="65"/>
                    <a:pt x="13" y="65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9" y="63"/>
                    <a:pt x="6" y="59"/>
                    <a:pt x="6" y="55"/>
                  </a:cubicBezTo>
                  <a:cubicBezTo>
                    <a:pt x="6" y="50"/>
                    <a:pt x="8" y="47"/>
                    <a:pt x="12" y="45"/>
                  </a:cubicBezTo>
                  <a:cubicBezTo>
                    <a:pt x="12" y="45"/>
                    <a:pt x="12" y="45"/>
                    <a:pt x="12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6" y="45"/>
                    <a:pt x="18" y="40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3" y="38"/>
                    <a:pt x="12" y="38"/>
                    <a:pt x="12" y="39"/>
                  </a:cubicBezTo>
                  <a:cubicBezTo>
                    <a:pt x="10" y="37"/>
                    <a:pt x="10" y="35"/>
                    <a:pt x="10" y="33"/>
                  </a:cubicBezTo>
                  <a:cubicBezTo>
                    <a:pt x="10" y="31"/>
                    <a:pt x="11" y="28"/>
                    <a:pt x="13" y="27"/>
                  </a:cubicBezTo>
                  <a:cubicBezTo>
                    <a:pt x="14" y="28"/>
                    <a:pt x="15" y="29"/>
                    <a:pt x="16" y="30"/>
                  </a:cubicBezTo>
                  <a:cubicBezTo>
                    <a:pt x="17" y="30"/>
                    <a:pt x="17" y="30"/>
                    <a:pt x="18" y="30"/>
                  </a:cubicBezTo>
                  <a:cubicBezTo>
                    <a:pt x="20" y="30"/>
                    <a:pt x="21" y="29"/>
                    <a:pt x="20" y="26"/>
                  </a:cubicBezTo>
                  <a:cubicBezTo>
                    <a:pt x="20" y="26"/>
                    <a:pt x="20" y="25"/>
                    <a:pt x="20" y="25"/>
                  </a:cubicBezTo>
                  <a:cubicBezTo>
                    <a:pt x="18" y="25"/>
                    <a:pt x="17" y="23"/>
                    <a:pt x="16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19"/>
                    <a:pt x="16" y="17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0" y="13"/>
                    <a:pt x="23" y="13"/>
                    <a:pt x="25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7" y="15"/>
                    <a:pt x="28" y="16"/>
                  </a:cubicBezTo>
                  <a:cubicBezTo>
                    <a:pt x="28" y="17"/>
                    <a:pt x="29" y="18"/>
                    <a:pt x="30" y="18"/>
                  </a:cubicBezTo>
                  <a:cubicBezTo>
                    <a:pt x="31" y="18"/>
                    <a:pt x="33" y="17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2" y="13"/>
                    <a:pt x="31" y="11"/>
                    <a:pt x="29" y="10"/>
                  </a:cubicBezTo>
                  <a:cubicBezTo>
                    <a:pt x="30" y="6"/>
                    <a:pt x="35" y="4"/>
                    <a:pt x="39" y="8"/>
                  </a:cubicBezTo>
                  <a:cubicBezTo>
                    <a:pt x="39" y="8"/>
                    <a:pt x="39" y="8"/>
                    <a:pt x="39" y="9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8" y="22"/>
                    <a:pt x="37" y="22"/>
                    <a:pt x="36" y="22"/>
                  </a:cubicBezTo>
                  <a:cubicBezTo>
                    <a:pt x="36" y="22"/>
                    <a:pt x="35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0" y="24"/>
                    <a:pt x="31" y="27"/>
                    <a:pt x="34" y="28"/>
                  </a:cubicBezTo>
                  <a:cubicBezTo>
                    <a:pt x="35" y="28"/>
                    <a:pt x="35" y="28"/>
                    <a:pt x="36" y="28"/>
                  </a:cubicBezTo>
                  <a:cubicBezTo>
                    <a:pt x="37" y="28"/>
                    <a:pt x="38" y="28"/>
                    <a:pt x="39" y="28"/>
                  </a:cubicBezTo>
                  <a:cubicBezTo>
                    <a:pt x="39" y="79"/>
                    <a:pt x="39" y="79"/>
                    <a:pt x="39" y="79"/>
                  </a:cubicBezTo>
                  <a:cubicBezTo>
                    <a:pt x="39" y="83"/>
                    <a:pt x="36" y="86"/>
                    <a:pt x="31" y="86"/>
                  </a:cubicBezTo>
                  <a:close/>
                  <a:moveTo>
                    <a:pt x="71" y="65"/>
                  </a:moveTo>
                  <a:cubicBezTo>
                    <a:pt x="71" y="65"/>
                    <a:pt x="71" y="65"/>
                    <a:pt x="71" y="65"/>
                  </a:cubicBezTo>
                  <a:cubicBezTo>
                    <a:pt x="70" y="65"/>
                    <a:pt x="68" y="65"/>
                    <a:pt x="67" y="65"/>
                  </a:cubicBezTo>
                  <a:cubicBezTo>
                    <a:pt x="66" y="65"/>
                    <a:pt x="64" y="65"/>
                    <a:pt x="63" y="65"/>
                  </a:cubicBezTo>
                  <a:cubicBezTo>
                    <a:pt x="63" y="65"/>
                    <a:pt x="63" y="65"/>
                    <a:pt x="62" y="65"/>
                  </a:cubicBezTo>
                  <a:cubicBezTo>
                    <a:pt x="59" y="67"/>
                    <a:pt x="60" y="70"/>
                    <a:pt x="63" y="71"/>
                  </a:cubicBezTo>
                  <a:cubicBezTo>
                    <a:pt x="64" y="71"/>
                    <a:pt x="65" y="71"/>
                    <a:pt x="67" y="71"/>
                  </a:cubicBezTo>
                  <a:cubicBezTo>
                    <a:pt x="68" y="71"/>
                    <a:pt x="68" y="71"/>
                    <a:pt x="69" y="71"/>
                  </a:cubicBezTo>
                  <a:cubicBezTo>
                    <a:pt x="68" y="75"/>
                    <a:pt x="66" y="78"/>
                    <a:pt x="62" y="78"/>
                  </a:cubicBezTo>
                  <a:cubicBezTo>
                    <a:pt x="62" y="78"/>
                    <a:pt x="62" y="78"/>
                    <a:pt x="62" y="78"/>
                  </a:cubicBezTo>
                  <a:cubicBezTo>
                    <a:pt x="61" y="78"/>
                    <a:pt x="59" y="78"/>
                    <a:pt x="58" y="78"/>
                  </a:cubicBezTo>
                  <a:cubicBezTo>
                    <a:pt x="56" y="77"/>
                    <a:pt x="53" y="80"/>
                    <a:pt x="55" y="83"/>
                  </a:cubicBezTo>
                  <a:cubicBezTo>
                    <a:pt x="55" y="83"/>
                    <a:pt x="55" y="83"/>
                    <a:pt x="55" y="83"/>
                  </a:cubicBezTo>
                  <a:cubicBezTo>
                    <a:pt x="56" y="84"/>
                    <a:pt x="57" y="84"/>
                    <a:pt x="58" y="84"/>
                  </a:cubicBezTo>
                  <a:cubicBezTo>
                    <a:pt x="55" y="87"/>
                    <a:pt x="49" y="88"/>
                    <a:pt x="45" y="83"/>
                  </a:cubicBezTo>
                  <a:cubicBezTo>
                    <a:pt x="45" y="83"/>
                    <a:pt x="45" y="82"/>
                    <a:pt x="45" y="82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6" y="63"/>
                    <a:pt x="48" y="61"/>
                    <a:pt x="51" y="61"/>
                  </a:cubicBezTo>
                  <a:cubicBezTo>
                    <a:pt x="52" y="61"/>
                    <a:pt x="53" y="61"/>
                    <a:pt x="54" y="62"/>
                  </a:cubicBezTo>
                  <a:cubicBezTo>
                    <a:pt x="54" y="62"/>
                    <a:pt x="54" y="62"/>
                    <a:pt x="54" y="62"/>
                  </a:cubicBezTo>
                  <a:cubicBezTo>
                    <a:pt x="58" y="60"/>
                    <a:pt x="57" y="56"/>
                    <a:pt x="54" y="56"/>
                  </a:cubicBezTo>
                  <a:cubicBezTo>
                    <a:pt x="53" y="55"/>
                    <a:pt x="52" y="55"/>
                    <a:pt x="51" y="55"/>
                  </a:cubicBezTo>
                  <a:cubicBezTo>
                    <a:pt x="49" y="55"/>
                    <a:pt x="47" y="56"/>
                    <a:pt x="45" y="57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9" y="4"/>
                    <a:pt x="54" y="6"/>
                    <a:pt x="55" y="10"/>
                  </a:cubicBezTo>
                  <a:cubicBezTo>
                    <a:pt x="53" y="11"/>
                    <a:pt x="51" y="13"/>
                    <a:pt x="5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51" y="17"/>
                    <a:pt x="52" y="18"/>
                    <a:pt x="54" y="18"/>
                  </a:cubicBezTo>
                  <a:cubicBezTo>
                    <a:pt x="55" y="18"/>
                    <a:pt x="55" y="17"/>
                    <a:pt x="56" y="16"/>
                  </a:cubicBezTo>
                  <a:cubicBezTo>
                    <a:pt x="57" y="15"/>
                    <a:pt x="58" y="14"/>
                    <a:pt x="59" y="14"/>
                  </a:cubicBezTo>
                  <a:cubicBezTo>
                    <a:pt x="59" y="14"/>
                    <a:pt x="59" y="14"/>
                    <a:pt x="59" y="14"/>
                  </a:cubicBezTo>
                  <a:cubicBezTo>
                    <a:pt x="61" y="13"/>
                    <a:pt x="63" y="13"/>
                    <a:pt x="65" y="1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8" y="17"/>
                    <a:pt x="68" y="20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7" y="23"/>
                    <a:pt x="65" y="25"/>
                    <a:pt x="64" y="25"/>
                  </a:cubicBezTo>
                  <a:cubicBezTo>
                    <a:pt x="63" y="25"/>
                    <a:pt x="63" y="26"/>
                    <a:pt x="63" y="26"/>
                  </a:cubicBezTo>
                  <a:cubicBezTo>
                    <a:pt x="62" y="29"/>
                    <a:pt x="64" y="30"/>
                    <a:pt x="66" y="30"/>
                  </a:cubicBezTo>
                  <a:cubicBezTo>
                    <a:pt x="66" y="30"/>
                    <a:pt x="67" y="30"/>
                    <a:pt x="67" y="30"/>
                  </a:cubicBezTo>
                  <a:cubicBezTo>
                    <a:pt x="69" y="29"/>
                    <a:pt x="70" y="28"/>
                    <a:pt x="71" y="27"/>
                  </a:cubicBezTo>
                  <a:cubicBezTo>
                    <a:pt x="73" y="28"/>
                    <a:pt x="74" y="31"/>
                    <a:pt x="74" y="33"/>
                  </a:cubicBezTo>
                  <a:cubicBezTo>
                    <a:pt x="74" y="35"/>
                    <a:pt x="73" y="37"/>
                    <a:pt x="72" y="39"/>
                  </a:cubicBezTo>
                  <a:cubicBezTo>
                    <a:pt x="71" y="38"/>
                    <a:pt x="71" y="38"/>
                    <a:pt x="70" y="38"/>
                  </a:cubicBezTo>
                  <a:cubicBezTo>
                    <a:pt x="70" y="38"/>
                    <a:pt x="69" y="38"/>
                    <a:pt x="69" y="38"/>
                  </a:cubicBezTo>
                  <a:cubicBezTo>
                    <a:pt x="66" y="41"/>
                    <a:pt x="68" y="45"/>
                    <a:pt x="71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1" y="45"/>
                    <a:pt x="72" y="45"/>
                    <a:pt x="72" y="45"/>
                  </a:cubicBezTo>
                  <a:cubicBezTo>
                    <a:pt x="75" y="47"/>
                    <a:pt x="78" y="50"/>
                    <a:pt x="78" y="55"/>
                  </a:cubicBezTo>
                  <a:cubicBezTo>
                    <a:pt x="78" y="59"/>
                    <a:pt x="75" y="63"/>
                    <a:pt x="71" y="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44"/>
            <p:cNvSpPr/>
            <p:nvPr/>
          </p:nvSpPr>
          <p:spPr>
            <a:xfrm>
              <a:off x="7282667" y="1479874"/>
              <a:ext cx="34090" cy="50585"/>
            </a:xfrm>
            <a:custGeom>
              <a:avLst/>
              <a:gdLst/>
              <a:ahLst/>
              <a:cxnLst/>
              <a:rect l="l" t="t" r="r" b="b"/>
              <a:pathLst>
                <a:path w="13" h="19" extrusionOk="0">
                  <a:moveTo>
                    <a:pt x="7" y="1"/>
                  </a:moveTo>
                  <a:cubicBezTo>
                    <a:pt x="6" y="1"/>
                    <a:pt x="6" y="3"/>
                    <a:pt x="6" y="5"/>
                  </a:cubicBezTo>
                  <a:cubicBezTo>
                    <a:pt x="7" y="5"/>
                    <a:pt x="7" y="6"/>
                    <a:pt x="7" y="7"/>
                  </a:cubicBezTo>
                  <a:cubicBezTo>
                    <a:pt x="7" y="10"/>
                    <a:pt x="5" y="12"/>
                    <a:pt x="3" y="13"/>
                  </a:cubicBezTo>
                  <a:cubicBezTo>
                    <a:pt x="1" y="13"/>
                    <a:pt x="0" y="15"/>
                    <a:pt x="1" y="16"/>
                  </a:cubicBezTo>
                  <a:cubicBezTo>
                    <a:pt x="1" y="18"/>
                    <a:pt x="2" y="19"/>
                    <a:pt x="4" y="19"/>
                  </a:cubicBezTo>
                  <a:cubicBezTo>
                    <a:pt x="4" y="19"/>
                    <a:pt x="4" y="18"/>
                    <a:pt x="4" y="18"/>
                  </a:cubicBezTo>
                  <a:cubicBezTo>
                    <a:pt x="9" y="17"/>
                    <a:pt x="13" y="13"/>
                    <a:pt x="13" y="7"/>
                  </a:cubicBezTo>
                  <a:cubicBezTo>
                    <a:pt x="13" y="5"/>
                    <a:pt x="12" y="3"/>
                    <a:pt x="11" y="2"/>
                  </a:cubicBezTo>
                  <a:cubicBezTo>
                    <a:pt x="11" y="0"/>
                    <a:pt x="9" y="0"/>
                    <a:pt x="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44"/>
            <p:cNvSpPr/>
            <p:nvPr/>
          </p:nvSpPr>
          <p:spPr>
            <a:xfrm>
              <a:off x="7366242" y="1451283"/>
              <a:ext cx="30791" cy="45087"/>
            </a:xfrm>
            <a:custGeom>
              <a:avLst/>
              <a:gdLst/>
              <a:ahLst/>
              <a:cxnLst/>
              <a:rect l="l" t="t" r="r" b="b"/>
              <a:pathLst>
                <a:path w="12" h="17" extrusionOk="0">
                  <a:moveTo>
                    <a:pt x="9" y="11"/>
                  </a:moveTo>
                  <a:cubicBezTo>
                    <a:pt x="8" y="11"/>
                    <a:pt x="6" y="9"/>
                    <a:pt x="6" y="7"/>
                  </a:cubicBezTo>
                  <a:cubicBezTo>
                    <a:pt x="6" y="6"/>
                    <a:pt x="6" y="6"/>
                    <a:pt x="7" y="5"/>
                  </a:cubicBezTo>
                  <a:cubicBezTo>
                    <a:pt x="8" y="4"/>
                    <a:pt x="7" y="2"/>
                    <a:pt x="6" y="1"/>
                  </a:cubicBezTo>
                  <a:cubicBezTo>
                    <a:pt x="4" y="0"/>
                    <a:pt x="3" y="1"/>
                    <a:pt x="2" y="2"/>
                  </a:cubicBezTo>
                  <a:cubicBezTo>
                    <a:pt x="1" y="4"/>
                    <a:pt x="0" y="5"/>
                    <a:pt x="0" y="7"/>
                  </a:cubicBezTo>
                  <a:cubicBezTo>
                    <a:pt x="0" y="12"/>
                    <a:pt x="3" y="16"/>
                    <a:pt x="8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10" y="17"/>
                    <a:pt x="11" y="16"/>
                    <a:pt x="11" y="15"/>
                  </a:cubicBezTo>
                  <a:cubicBezTo>
                    <a:pt x="12" y="13"/>
                    <a:pt x="11" y="12"/>
                    <a:pt x="9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44"/>
            <p:cNvSpPr/>
            <p:nvPr/>
          </p:nvSpPr>
          <p:spPr>
            <a:xfrm>
              <a:off x="7201291" y="1498569"/>
              <a:ext cx="15395" cy="15395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4" y="0"/>
                  </a:moveTo>
                  <a:cubicBezTo>
                    <a:pt x="2" y="0"/>
                    <a:pt x="0" y="1"/>
                    <a:pt x="0" y="3"/>
                  </a:cubicBezTo>
                  <a:cubicBezTo>
                    <a:pt x="0" y="5"/>
                    <a:pt x="2" y="6"/>
                    <a:pt x="3" y="6"/>
                  </a:cubicBezTo>
                  <a:cubicBezTo>
                    <a:pt x="5" y="6"/>
                    <a:pt x="6" y="5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5" y="1"/>
                    <a:pt x="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3" name="Google Shape;593;p44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825" y="1436413"/>
            <a:ext cx="4094310" cy="252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ssertation Defense - Doctor of Philosophy (Ph.D.) in History by Slidesgo">
  <a:themeElements>
    <a:clrScheme name="Simple Light">
      <a:dk1>
        <a:srgbClr val="4B4739"/>
      </a:dk1>
      <a:lt1>
        <a:srgbClr val="745D28"/>
      </a:lt1>
      <a:dk2>
        <a:srgbClr val="FDF9ED"/>
      </a:dk2>
      <a:lt2>
        <a:srgbClr val="EEDFB8"/>
      </a:lt2>
      <a:accent1>
        <a:srgbClr val="D39306"/>
      </a:accent1>
      <a:accent2>
        <a:srgbClr val="B19951"/>
      </a:accent2>
      <a:accent3>
        <a:srgbClr val="BBAE88"/>
      </a:accent3>
      <a:accent4>
        <a:srgbClr val="FFFFFF"/>
      </a:accent4>
      <a:accent5>
        <a:srgbClr val="FFFFFF"/>
      </a:accent5>
      <a:accent6>
        <a:srgbClr val="FFFFFF"/>
      </a:accent6>
      <a:hlink>
        <a:srgbClr val="5549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951</Words>
  <Application>Microsoft Office PowerPoint</Application>
  <PresentationFormat>On-screen Show (16:9)</PresentationFormat>
  <Paragraphs>186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DM Sans ExtraBold</vt:lpstr>
      <vt:lpstr>DM Sans</vt:lpstr>
      <vt:lpstr>Arial</vt:lpstr>
      <vt:lpstr>Nunito Light</vt:lpstr>
      <vt:lpstr>Calibri</vt:lpstr>
      <vt:lpstr>Lato</vt:lpstr>
      <vt:lpstr>Dissertation Defense - Doctor of Philosophy (Ph.D.) in History by Slidesgo</vt:lpstr>
      <vt:lpstr>BigProject Report</vt:lpstr>
      <vt:lpstr>Thành viên của nhóm</vt:lpstr>
      <vt:lpstr>Table of contents</vt:lpstr>
      <vt:lpstr>Giới thiệu tổng quan</vt:lpstr>
      <vt:lpstr>PowerPoint Presentation</vt:lpstr>
      <vt:lpstr>Table of contents</vt:lpstr>
      <vt:lpstr>Cơ sở lý thuyết</vt:lpstr>
      <vt:lpstr>PowerPoint Presentation</vt:lpstr>
      <vt:lpstr>Table of contents</vt:lpstr>
      <vt:lpstr>Thiết kế và thực hiện</vt:lpstr>
      <vt:lpstr>PowerPoint Presentation</vt:lpstr>
      <vt:lpstr>Table of contents</vt:lpstr>
      <vt:lpstr>Kết quả đo đặc và phân tích</vt:lpstr>
      <vt:lpstr>PowerPoint Presentation</vt:lpstr>
      <vt:lpstr>Tổng kết bài báo cáo</vt:lpstr>
      <vt:lpstr>Theoretical framework</vt:lpstr>
      <vt:lpstr>Methodology</vt:lpstr>
      <vt:lpstr>Analysis &amp; development</vt:lpstr>
      <vt:lpstr>Analysis of the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dong</cp:lastModifiedBy>
  <cp:revision>45</cp:revision>
  <dcterms:modified xsi:type="dcterms:W3CDTF">2025-11-26T07:16:14Z</dcterms:modified>
</cp:coreProperties>
</file>