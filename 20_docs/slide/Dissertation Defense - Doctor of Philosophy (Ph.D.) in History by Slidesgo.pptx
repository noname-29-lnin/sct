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45"/>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Lst>
  <p:sldSz cx="9144000" cy="5143500" type="screen16x9"/>
  <p:notesSz cx="6858000" cy="9144000"/>
  <p:embeddedFontLst>
    <p:embeddedFont>
      <p:font typeface="Amatic SC" panose="00000500000000000000" pitchFamily="2" charset="-79"/>
      <p:regular r:id="rId46"/>
      <p:bold r:id="rId47"/>
    </p:embeddedFont>
    <p:embeddedFont>
      <p:font typeface="DM Sans" pitchFamily="2" charset="0"/>
      <p:regular r:id="rId48"/>
      <p:bold r:id="rId49"/>
      <p:italic r:id="rId50"/>
      <p:boldItalic r:id="rId51"/>
    </p:embeddedFont>
    <p:embeddedFont>
      <p:font typeface="DM Sans ExtraBold" panose="020B0604020202020204" charset="0"/>
      <p:bold r:id="rId52"/>
      <p:boldItalic r:id="rId53"/>
    </p:embeddedFont>
    <p:embeddedFont>
      <p:font typeface="Lato" panose="020F0502020204030203" pitchFamily="34" charset="0"/>
      <p:regular r:id="rId54"/>
      <p:bold r:id="rId55"/>
      <p:italic r:id="rId56"/>
      <p:boldItalic r:id="rId57"/>
    </p:embeddedFont>
    <p:embeddedFont>
      <p:font typeface="Nunito" pitchFamily="2" charset="0"/>
      <p:regular r:id="rId58"/>
      <p:bold r:id="rId59"/>
      <p:italic r:id="rId60"/>
      <p:boldItalic r:id="rId61"/>
    </p:embeddedFont>
    <p:embeddedFont>
      <p:font typeface="Nunito Light" pitchFamily="2" charset="0"/>
      <p:regular r:id="rId62"/>
      <p:italic r:id="rId63"/>
    </p:embeddedFont>
    <p:embeddedFont>
      <p:font typeface="Proxima Nova" panose="020B0604020202020204" charset="0"/>
      <p:regular r:id="rId64"/>
      <p:bold r:id="rId65"/>
      <p:italic r:id="rId66"/>
      <p:boldItalic r:id="rId67"/>
    </p:embeddedFont>
    <p:embeddedFont>
      <p:font typeface="Roboto Medium" panose="02000000000000000000" pitchFamily="2" charset="0"/>
      <p:regular r:id="rId68"/>
      <p:bold r:id="rId69"/>
      <p:italic r:id="rId70"/>
      <p:boldItalic r:id="rId7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BA4B85B-C6BC-4E5F-98F4-0400EEE86A36}">
  <a:tblStyle styleId="{BBA4B85B-C6BC-4E5F-98F4-0400EEE86A3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125" d="100"/>
          <a:sy n="125" d="100"/>
        </p:scale>
        <p:origin x="1194" y="552"/>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font" Target="fonts/font2.fntdata"/><Relationship Id="rId63" Type="http://schemas.openxmlformats.org/officeDocument/2006/relationships/font" Target="fonts/font18.fntdata"/><Relationship Id="rId68" Type="http://schemas.openxmlformats.org/officeDocument/2006/relationships/font" Target="fonts/font23.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notesMaster" Target="notesMasters/notesMaster1.xml"/><Relationship Id="rId53" Type="http://schemas.openxmlformats.org/officeDocument/2006/relationships/font" Target="fonts/font8.fntdata"/><Relationship Id="rId58" Type="http://schemas.openxmlformats.org/officeDocument/2006/relationships/font" Target="fonts/font13.fntdata"/><Relationship Id="rId66" Type="http://schemas.openxmlformats.org/officeDocument/2006/relationships/font" Target="fonts/font21.fntdata"/><Relationship Id="rId74"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16.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3.fntdata"/><Relationship Id="rId56" Type="http://schemas.openxmlformats.org/officeDocument/2006/relationships/font" Target="fonts/font11.fntdata"/><Relationship Id="rId64" Type="http://schemas.openxmlformats.org/officeDocument/2006/relationships/font" Target="fonts/font19.fntdata"/><Relationship Id="rId69" Type="http://schemas.openxmlformats.org/officeDocument/2006/relationships/font" Target="fonts/font24.fntdata"/><Relationship Id="rId8" Type="http://schemas.openxmlformats.org/officeDocument/2006/relationships/slide" Target="slides/slide6.xml"/><Relationship Id="rId51" Type="http://schemas.openxmlformats.org/officeDocument/2006/relationships/font" Target="fonts/font6.fntdata"/><Relationship Id="rId72"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1.fntdata"/><Relationship Id="rId59" Type="http://schemas.openxmlformats.org/officeDocument/2006/relationships/font" Target="fonts/font14.fntdata"/><Relationship Id="rId67" Type="http://schemas.openxmlformats.org/officeDocument/2006/relationships/font" Target="fonts/font2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9.fntdata"/><Relationship Id="rId62" Type="http://schemas.openxmlformats.org/officeDocument/2006/relationships/font" Target="fonts/font17.fntdata"/><Relationship Id="rId70" Type="http://schemas.openxmlformats.org/officeDocument/2006/relationships/font" Target="fonts/font25.fntdata"/><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4.fntdata"/><Relationship Id="rId57" Type="http://schemas.openxmlformats.org/officeDocument/2006/relationships/font" Target="fonts/font1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7.fntdata"/><Relationship Id="rId60" Type="http://schemas.openxmlformats.org/officeDocument/2006/relationships/font" Target="fonts/font15.fntdata"/><Relationship Id="rId65" Type="http://schemas.openxmlformats.org/officeDocument/2006/relationships/font" Target="fonts/font20.fntdata"/><Relationship Id="rId73"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5.fntdata"/><Relationship Id="rId55" Type="http://schemas.openxmlformats.org/officeDocument/2006/relationships/font" Target="fonts/font10.fntdata"/><Relationship Id="rId7" Type="http://schemas.openxmlformats.org/officeDocument/2006/relationships/slide" Target="slides/slide5.xml"/><Relationship Id="rId71" Type="http://schemas.openxmlformats.org/officeDocument/2006/relationships/font" Target="fonts/font26.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txBody>
          <a:bodyPr/>
          <a:lstStyle/>
          <a:p>
            <a:endParaRPr lang="vi-VN"/>
          </a:p>
        </p:txBody>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
        <p:cNvGrpSpPr/>
        <p:nvPr/>
      </p:nvGrpSpPr>
      <p:grpSpPr>
        <a:xfrm>
          <a:off x="0" y="0"/>
          <a:ext cx="0" cy="0"/>
          <a:chOff x="0" y="0"/>
          <a:chExt cx="0" cy="0"/>
        </a:xfrm>
      </p:grpSpPr>
      <p:sp>
        <p:nvSpPr>
          <p:cNvPr id="291" name="Google Shape;291;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292" name="Google Shape;292;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
        <p:cNvGrpSpPr/>
        <p:nvPr/>
      </p:nvGrpSpPr>
      <p:grpSpPr>
        <a:xfrm>
          <a:off x="0" y="0"/>
          <a:ext cx="0" cy="0"/>
          <a:chOff x="0" y="0"/>
          <a:chExt cx="0" cy="0"/>
        </a:xfrm>
      </p:grpSpPr>
      <p:sp>
        <p:nvSpPr>
          <p:cNvPr id="298" name="Google Shape;298;g133f6155f6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299" name="Google Shape;299;g133f6155f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
        <p:cNvGrpSpPr/>
        <p:nvPr/>
      </p:nvGrpSpPr>
      <p:grpSpPr>
        <a:xfrm>
          <a:off x="0" y="0"/>
          <a:ext cx="0" cy="0"/>
          <a:chOff x="0" y="0"/>
          <a:chExt cx="0" cy="0"/>
        </a:xfrm>
      </p:grpSpPr>
      <p:sp>
        <p:nvSpPr>
          <p:cNvPr id="307" name="Google Shape;307;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308" name="Google Shape;308;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9"/>
        <p:cNvGrpSpPr/>
        <p:nvPr/>
      </p:nvGrpSpPr>
      <p:grpSpPr>
        <a:xfrm>
          <a:off x="0" y="0"/>
          <a:ext cx="0" cy="0"/>
          <a:chOff x="0" y="0"/>
          <a:chExt cx="0" cy="0"/>
        </a:xfrm>
      </p:grpSpPr>
      <p:sp>
        <p:nvSpPr>
          <p:cNvPr id="330" name="Google Shape;330;g2161ca7da69_2_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331" name="Google Shape;331;g2161ca7da69_2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133f6155f6d_0_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338" name="Google Shape;338;g133f6155f6d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
        <p:cNvGrpSpPr/>
        <p:nvPr/>
      </p:nvGrpSpPr>
      <p:grpSpPr>
        <a:xfrm>
          <a:off x="0" y="0"/>
          <a:ext cx="0" cy="0"/>
          <a:chOff x="0" y="0"/>
          <a:chExt cx="0" cy="0"/>
        </a:xfrm>
      </p:grpSpPr>
      <p:sp>
        <p:nvSpPr>
          <p:cNvPr id="348" name="Google Shape;348;g1dd46dd1d67_2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349" name="Google Shape;349;g1dd46dd1d67_2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4"/>
        <p:cNvGrpSpPr/>
        <p:nvPr/>
      </p:nvGrpSpPr>
      <p:grpSpPr>
        <a:xfrm>
          <a:off x="0" y="0"/>
          <a:ext cx="0" cy="0"/>
          <a:chOff x="0" y="0"/>
          <a:chExt cx="0" cy="0"/>
        </a:xfrm>
      </p:grpSpPr>
      <p:sp>
        <p:nvSpPr>
          <p:cNvPr id="355" name="Google Shape;355;g1dd46dd1d67_2_6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356" name="Google Shape;356;g1dd46dd1d67_2_6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1"/>
        <p:cNvGrpSpPr/>
        <p:nvPr/>
      </p:nvGrpSpPr>
      <p:grpSpPr>
        <a:xfrm>
          <a:off x="0" y="0"/>
          <a:ext cx="0" cy="0"/>
          <a:chOff x="0" y="0"/>
          <a:chExt cx="0" cy="0"/>
        </a:xfrm>
      </p:grpSpPr>
      <p:sp>
        <p:nvSpPr>
          <p:cNvPr id="362" name="Google Shape;362;g2161ca7da69_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363" name="Google Shape;363;g2161ca7da69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3"/>
        <p:cNvGrpSpPr/>
        <p:nvPr/>
      </p:nvGrpSpPr>
      <p:grpSpPr>
        <a:xfrm>
          <a:off x="0" y="0"/>
          <a:ext cx="0" cy="0"/>
          <a:chOff x="0" y="0"/>
          <a:chExt cx="0" cy="0"/>
        </a:xfrm>
      </p:grpSpPr>
      <p:sp>
        <p:nvSpPr>
          <p:cNvPr id="374" name="Google Shape;374;g117b871a421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375" name="Google Shape;375;g117b871a42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
        <p:cNvGrpSpPr/>
        <p:nvPr/>
      </p:nvGrpSpPr>
      <p:grpSpPr>
        <a:xfrm>
          <a:off x="0" y="0"/>
          <a:ext cx="0" cy="0"/>
          <a:chOff x="0" y="0"/>
          <a:chExt cx="0" cy="0"/>
        </a:xfrm>
      </p:grpSpPr>
      <p:sp>
        <p:nvSpPr>
          <p:cNvPr id="421" name="Google Shape;421;g133f6155f6d_0_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422" name="Google Shape;422;g133f6155f6d_0_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
        <p:cNvGrpSpPr/>
        <p:nvPr/>
      </p:nvGrpSpPr>
      <p:grpSpPr>
        <a:xfrm>
          <a:off x="0" y="0"/>
          <a:ext cx="0" cy="0"/>
          <a:chOff x="0" y="0"/>
          <a:chExt cx="0" cy="0"/>
        </a:xfrm>
      </p:grpSpPr>
      <p:sp>
        <p:nvSpPr>
          <p:cNvPr id="435" name="Google Shape;435;g54dda1946d_6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436" name="Google Shape;436;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0"/>
        <p:cNvGrpSpPr/>
        <p:nvPr/>
      </p:nvGrpSpPr>
      <p:grpSpPr>
        <a:xfrm>
          <a:off x="0" y="0"/>
          <a:ext cx="0" cy="0"/>
          <a:chOff x="0" y="0"/>
          <a:chExt cx="0" cy="0"/>
        </a:xfrm>
      </p:grpSpPr>
      <p:sp>
        <p:nvSpPr>
          <p:cNvPr id="441" name="Google Shape;441;g117b8719ecc_0_1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442" name="Google Shape;442;g117b8719ecc_0_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p:cNvGrpSpPr/>
        <p:nvPr/>
      </p:nvGrpSpPr>
      <p:grpSpPr>
        <a:xfrm>
          <a:off x="0" y="0"/>
          <a:ext cx="0" cy="0"/>
          <a:chOff x="0" y="0"/>
          <a:chExt cx="0" cy="0"/>
        </a:xfrm>
      </p:grpSpPr>
      <p:sp>
        <p:nvSpPr>
          <p:cNvPr id="468" name="Google Shape;468;ged9256fe6f_0_1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469" name="Google Shape;469;ged9256fe6f_0_1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7"/>
        <p:cNvGrpSpPr/>
        <p:nvPr/>
      </p:nvGrpSpPr>
      <p:grpSpPr>
        <a:xfrm>
          <a:off x="0" y="0"/>
          <a:ext cx="0" cy="0"/>
          <a:chOff x="0" y="0"/>
          <a:chExt cx="0" cy="0"/>
        </a:xfrm>
      </p:grpSpPr>
      <p:sp>
        <p:nvSpPr>
          <p:cNvPr id="478" name="Google Shape;478;g54dda1946d_4_26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479" name="Google Shape;479;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3"/>
        <p:cNvGrpSpPr/>
        <p:nvPr/>
      </p:nvGrpSpPr>
      <p:grpSpPr>
        <a:xfrm>
          <a:off x="0" y="0"/>
          <a:ext cx="0" cy="0"/>
          <a:chOff x="0" y="0"/>
          <a:chExt cx="0" cy="0"/>
        </a:xfrm>
      </p:grpSpPr>
      <p:sp>
        <p:nvSpPr>
          <p:cNvPr id="524" name="Google Shape;524;g1340135a080_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525" name="Google Shape;525;g1340135a080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2"/>
        <p:cNvGrpSpPr/>
        <p:nvPr/>
      </p:nvGrpSpPr>
      <p:grpSpPr>
        <a:xfrm>
          <a:off x="0" y="0"/>
          <a:ext cx="0" cy="0"/>
          <a:chOff x="0" y="0"/>
          <a:chExt cx="0" cy="0"/>
        </a:xfrm>
      </p:grpSpPr>
      <p:sp>
        <p:nvSpPr>
          <p:cNvPr id="533" name="Google Shape;533;g113dfeee943_0_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534" name="Google Shape;534;g113dfeee943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1"/>
        <p:cNvGrpSpPr/>
        <p:nvPr/>
      </p:nvGrpSpPr>
      <p:grpSpPr>
        <a:xfrm>
          <a:off x="0" y="0"/>
          <a:ext cx="0" cy="0"/>
          <a:chOff x="0" y="0"/>
          <a:chExt cx="0" cy="0"/>
        </a:xfrm>
      </p:grpSpPr>
      <p:sp>
        <p:nvSpPr>
          <p:cNvPr id="562" name="Google Shape;562;g54dda1946d_4_26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563" name="Google Shape;563;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4"/>
        <p:cNvGrpSpPr/>
        <p:nvPr/>
      </p:nvGrpSpPr>
      <p:grpSpPr>
        <a:xfrm>
          <a:off x="0" y="0"/>
          <a:ext cx="0" cy="0"/>
          <a:chOff x="0" y="0"/>
          <a:chExt cx="0" cy="0"/>
        </a:xfrm>
      </p:grpSpPr>
      <p:sp>
        <p:nvSpPr>
          <p:cNvPr id="595" name="Google Shape;595;g117d1415e74_0_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596" name="Google Shape;596;g117d1415e74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7"/>
        <p:cNvGrpSpPr/>
        <p:nvPr/>
      </p:nvGrpSpPr>
      <p:grpSpPr>
        <a:xfrm>
          <a:off x="0" y="0"/>
          <a:ext cx="0" cy="0"/>
          <a:chOff x="0" y="0"/>
          <a:chExt cx="0" cy="0"/>
        </a:xfrm>
      </p:grpSpPr>
      <p:sp>
        <p:nvSpPr>
          <p:cNvPr id="608" name="Google Shape;608;gd5260bdd85_0_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609" name="Google Shape;609;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1"/>
        <p:cNvGrpSpPr/>
        <p:nvPr/>
      </p:nvGrpSpPr>
      <p:grpSpPr>
        <a:xfrm>
          <a:off x="0" y="0"/>
          <a:ext cx="0" cy="0"/>
          <a:chOff x="0" y="0"/>
          <a:chExt cx="0" cy="0"/>
        </a:xfrm>
      </p:grpSpPr>
      <p:sp>
        <p:nvSpPr>
          <p:cNvPr id="652" name="Google Shape;652;g1340135a080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653" name="Google Shape;653;g1340135a080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1"/>
        <p:cNvGrpSpPr/>
        <p:nvPr/>
      </p:nvGrpSpPr>
      <p:grpSpPr>
        <a:xfrm>
          <a:off x="0" y="0"/>
          <a:ext cx="0" cy="0"/>
          <a:chOff x="0" y="0"/>
          <a:chExt cx="0" cy="0"/>
        </a:xfrm>
      </p:grpSpPr>
      <p:sp>
        <p:nvSpPr>
          <p:cNvPr id="672" name="Google Shape;672;g2b786378c4d_0_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673" name="Google Shape;673;g2b786378c4d_0_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2"/>
        <p:cNvGrpSpPr/>
        <p:nvPr/>
      </p:nvGrpSpPr>
      <p:grpSpPr>
        <a:xfrm>
          <a:off x="0" y="0"/>
          <a:ext cx="0" cy="0"/>
          <a:chOff x="0" y="0"/>
          <a:chExt cx="0" cy="0"/>
        </a:xfrm>
      </p:grpSpPr>
      <p:sp>
        <p:nvSpPr>
          <p:cNvPr id="1043" name="Google Shape;1043;g1f0ee777b68_0_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044" name="Google Shape;1044;g1f0ee777b68_0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6"/>
        <p:cNvGrpSpPr/>
        <p:nvPr/>
      </p:nvGrpSpPr>
      <p:grpSpPr>
        <a:xfrm>
          <a:off x="0" y="0"/>
          <a:ext cx="0" cy="0"/>
          <a:chOff x="0" y="0"/>
          <a:chExt cx="0" cy="0"/>
        </a:xfrm>
      </p:grpSpPr>
      <p:sp>
        <p:nvSpPr>
          <p:cNvPr id="1357" name="Google Shape;1357;g2b786378c4d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358" name="Google Shape;1358;g2b786378c4d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8"/>
        <p:cNvGrpSpPr/>
        <p:nvPr/>
      </p:nvGrpSpPr>
      <p:grpSpPr>
        <a:xfrm>
          <a:off x="0" y="0"/>
          <a:ext cx="0" cy="0"/>
          <a:chOff x="0" y="0"/>
          <a:chExt cx="0" cy="0"/>
        </a:xfrm>
      </p:grpSpPr>
      <p:sp>
        <p:nvSpPr>
          <p:cNvPr id="1399" name="Google Shape;1399;g2b786378c4d_1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400" name="Google Shape;1400;g2b786378c4d_1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8"/>
        <p:cNvGrpSpPr/>
        <p:nvPr/>
      </p:nvGrpSpPr>
      <p:grpSpPr>
        <a:xfrm>
          <a:off x="0" y="0"/>
          <a:ext cx="0" cy="0"/>
          <a:chOff x="0" y="0"/>
          <a:chExt cx="0" cy="0"/>
        </a:xfrm>
      </p:grpSpPr>
      <p:sp>
        <p:nvSpPr>
          <p:cNvPr id="1409" name="Google Shape;1409;g2b786378c4d_4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410" name="Google Shape;1410;g2b786378c4d_4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4"/>
        <p:cNvGrpSpPr/>
        <p:nvPr/>
      </p:nvGrpSpPr>
      <p:grpSpPr>
        <a:xfrm>
          <a:off x="0" y="0"/>
          <a:ext cx="0" cy="0"/>
          <a:chOff x="0" y="0"/>
          <a:chExt cx="0" cy="0"/>
        </a:xfrm>
      </p:grpSpPr>
      <p:sp>
        <p:nvSpPr>
          <p:cNvPr id="1415" name="Google Shape;1415;g2b786378c4d_4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416" name="Google Shape;1416;g2b786378c4d_4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0"/>
        <p:cNvGrpSpPr/>
        <p:nvPr/>
      </p:nvGrpSpPr>
      <p:grpSpPr>
        <a:xfrm>
          <a:off x="0" y="0"/>
          <a:ext cx="0" cy="0"/>
          <a:chOff x="0" y="0"/>
          <a:chExt cx="0" cy="0"/>
        </a:xfrm>
      </p:grpSpPr>
      <p:sp>
        <p:nvSpPr>
          <p:cNvPr id="1421" name="Google Shape;1421;g2b786378c4d_4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422" name="Google Shape;1422;g2b786378c4d_4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2"/>
        <p:cNvGrpSpPr/>
        <p:nvPr/>
      </p:nvGrpSpPr>
      <p:grpSpPr>
        <a:xfrm>
          <a:off x="0" y="0"/>
          <a:ext cx="0" cy="0"/>
          <a:chOff x="0" y="0"/>
          <a:chExt cx="0" cy="0"/>
        </a:xfrm>
      </p:grpSpPr>
      <p:sp>
        <p:nvSpPr>
          <p:cNvPr id="1443" name="Google Shape;1443;g2b786378c4d_4_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444" name="Google Shape;1444;g2b786378c4d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8"/>
        <p:cNvGrpSpPr/>
        <p:nvPr/>
      </p:nvGrpSpPr>
      <p:grpSpPr>
        <a:xfrm>
          <a:off x="0" y="0"/>
          <a:ext cx="0" cy="0"/>
          <a:chOff x="0" y="0"/>
          <a:chExt cx="0" cy="0"/>
        </a:xfrm>
      </p:grpSpPr>
      <p:sp>
        <p:nvSpPr>
          <p:cNvPr id="1459" name="Google Shape;1459;g2b786378c4d_4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460" name="Google Shape;1460;g2b786378c4d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5"/>
        <p:cNvGrpSpPr/>
        <p:nvPr/>
      </p:nvGrpSpPr>
      <p:grpSpPr>
        <a:xfrm>
          <a:off x="0" y="0"/>
          <a:ext cx="0" cy="0"/>
          <a:chOff x="0" y="0"/>
          <a:chExt cx="0" cy="0"/>
        </a:xfrm>
      </p:grpSpPr>
      <p:sp>
        <p:nvSpPr>
          <p:cNvPr id="1796" name="Google Shape;1796;g2b786378c4d_4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797" name="Google Shape;1797;g2b786378c4d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09"/>
        <p:cNvGrpSpPr/>
        <p:nvPr/>
      </p:nvGrpSpPr>
      <p:grpSpPr>
        <a:xfrm>
          <a:off x="0" y="0"/>
          <a:ext cx="0" cy="0"/>
          <a:chOff x="0" y="0"/>
          <a:chExt cx="0" cy="0"/>
        </a:xfrm>
      </p:grpSpPr>
      <p:sp>
        <p:nvSpPr>
          <p:cNvPr id="7710" name="Google Shape;7710;g2b786378c4d_4_6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7711" name="Google Shape;7711;g2b786378c4d_4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6"/>
        <p:cNvGrpSpPr/>
        <p:nvPr/>
      </p:nvGrpSpPr>
      <p:grpSpPr>
        <a:xfrm>
          <a:off x="0" y="0"/>
          <a:ext cx="0" cy="0"/>
          <a:chOff x="0" y="0"/>
          <a:chExt cx="0" cy="0"/>
        </a:xfrm>
      </p:grpSpPr>
      <p:sp>
        <p:nvSpPr>
          <p:cNvPr id="8137" name="Google Shape;8137;g2b786378c4d_4_67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8138" name="Google Shape;8138;g2b786378c4d_4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9"/>
        <p:cNvGrpSpPr/>
        <p:nvPr/>
      </p:nvGrpSpPr>
      <p:grpSpPr>
        <a:xfrm>
          <a:off x="0" y="0"/>
          <a:ext cx="0" cy="0"/>
          <a:chOff x="0" y="0"/>
          <a:chExt cx="0" cy="0"/>
        </a:xfrm>
      </p:grpSpPr>
      <p:sp>
        <p:nvSpPr>
          <p:cNvPr id="8300" name="Google Shape;8300;g2b786378c4d_4_68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8301" name="Google Shape;8301;g2b786378c4d_4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01"/>
        <p:cNvGrpSpPr/>
        <p:nvPr/>
      </p:nvGrpSpPr>
      <p:grpSpPr>
        <a:xfrm>
          <a:off x="0" y="0"/>
          <a:ext cx="0" cy="0"/>
          <a:chOff x="0" y="0"/>
          <a:chExt cx="0" cy="0"/>
        </a:xfrm>
      </p:grpSpPr>
      <p:sp>
        <p:nvSpPr>
          <p:cNvPr id="8702" name="Google Shape;8702;g2b786378c4d_4_72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8703" name="Google Shape;8703;g2b786378c4d_4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72"/>
        <p:cNvGrpSpPr/>
        <p:nvPr/>
      </p:nvGrpSpPr>
      <p:grpSpPr>
        <a:xfrm>
          <a:off x="0" y="0"/>
          <a:ext cx="0" cy="0"/>
          <a:chOff x="0" y="0"/>
          <a:chExt cx="0" cy="0"/>
        </a:xfrm>
      </p:grpSpPr>
      <p:sp>
        <p:nvSpPr>
          <p:cNvPr id="9073" name="Google Shape;9073;g2b786378c4d_4_76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9074" name="Google Shape;9074;g2b786378c4d_4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61"/>
        <p:cNvGrpSpPr/>
        <p:nvPr/>
      </p:nvGrpSpPr>
      <p:grpSpPr>
        <a:xfrm>
          <a:off x="0" y="0"/>
          <a:ext cx="0" cy="0"/>
          <a:chOff x="0" y="0"/>
          <a:chExt cx="0" cy="0"/>
        </a:xfrm>
      </p:grpSpPr>
      <p:sp>
        <p:nvSpPr>
          <p:cNvPr id="9462" name="Google Shape;9462;g2b786378c4d_4_80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9463" name="Google Shape;9463;g2b786378c4d_4_80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92"/>
        <p:cNvGrpSpPr/>
        <p:nvPr/>
      </p:nvGrpSpPr>
      <p:grpSpPr>
        <a:xfrm>
          <a:off x="0" y="0"/>
          <a:ext cx="0" cy="0"/>
          <a:chOff x="0" y="0"/>
          <a:chExt cx="0" cy="0"/>
        </a:xfrm>
      </p:grpSpPr>
      <p:sp>
        <p:nvSpPr>
          <p:cNvPr id="9893" name="Google Shape;9893;g2b786378c4d_4_84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9894" name="Google Shape;9894;g2b786378c4d_4_84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85"/>
        <p:cNvGrpSpPr/>
        <p:nvPr/>
      </p:nvGrpSpPr>
      <p:grpSpPr>
        <a:xfrm>
          <a:off x="0" y="0"/>
          <a:ext cx="0" cy="0"/>
          <a:chOff x="0" y="0"/>
          <a:chExt cx="0" cy="0"/>
        </a:xfrm>
      </p:grpSpPr>
      <p:sp>
        <p:nvSpPr>
          <p:cNvPr id="10686" name="Google Shape;10686;g2b786378c4d_4_92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0687" name="Google Shape;10687;g2b786378c4d_4_9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26"/>
        <p:cNvGrpSpPr/>
        <p:nvPr/>
      </p:nvGrpSpPr>
      <p:grpSpPr>
        <a:xfrm>
          <a:off x="0" y="0"/>
          <a:ext cx="0" cy="0"/>
          <a:chOff x="0" y="0"/>
          <a:chExt cx="0" cy="0"/>
        </a:xfrm>
      </p:grpSpPr>
      <p:sp>
        <p:nvSpPr>
          <p:cNvPr id="11427" name="Google Shape;11427;g2b786378c4d_4_100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1428" name="Google Shape;11428;g2b786378c4d_4_10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19"/>
        <p:cNvGrpSpPr/>
        <p:nvPr/>
      </p:nvGrpSpPr>
      <p:grpSpPr>
        <a:xfrm>
          <a:off x="0" y="0"/>
          <a:ext cx="0" cy="0"/>
          <a:chOff x="0" y="0"/>
          <a:chExt cx="0" cy="0"/>
        </a:xfrm>
      </p:grpSpPr>
      <p:sp>
        <p:nvSpPr>
          <p:cNvPr id="12120" name="Google Shape;12120;g2b786378c4d_4_107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2121" name="Google Shape;12121;g2b786378c4d_4_107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21"/>
        <p:cNvGrpSpPr/>
        <p:nvPr/>
      </p:nvGrpSpPr>
      <p:grpSpPr>
        <a:xfrm>
          <a:off x="0" y="0"/>
          <a:ext cx="0" cy="0"/>
          <a:chOff x="0" y="0"/>
          <a:chExt cx="0" cy="0"/>
        </a:xfrm>
      </p:grpSpPr>
      <p:sp>
        <p:nvSpPr>
          <p:cNvPr id="12422" name="Google Shape;12422;g2b786378c4d_4_110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2423" name="Google Shape;12423;g2b786378c4d_4_110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61"/>
        <p:cNvGrpSpPr/>
        <p:nvPr/>
      </p:nvGrpSpPr>
      <p:grpSpPr>
        <a:xfrm>
          <a:off x="0" y="0"/>
          <a:ext cx="0" cy="0"/>
          <a:chOff x="0" y="0"/>
          <a:chExt cx="0" cy="0"/>
        </a:xfrm>
      </p:grpSpPr>
      <p:sp>
        <p:nvSpPr>
          <p:cNvPr id="13062" name="Google Shape;13062;g2b786378c4d_4_136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vi-VN"/>
          </a:p>
        </p:txBody>
      </p:sp>
      <p:sp>
        <p:nvSpPr>
          <p:cNvPr id="13063" name="Google Shape;13063;g2b786378c4d_4_136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 name="Google Shape;10;p2"/>
          <p:cNvSpPr txBox="1">
            <a:spLocks noGrp="1"/>
          </p:cNvSpPr>
          <p:nvPr>
            <p:ph type="ctrTitle"/>
          </p:nvPr>
        </p:nvSpPr>
        <p:spPr>
          <a:xfrm>
            <a:off x="898300" y="1523100"/>
            <a:ext cx="6957000" cy="2211900"/>
          </a:xfrm>
          <a:prstGeom prst="rect">
            <a:avLst/>
          </a:prstGeom>
        </p:spPr>
        <p:txBody>
          <a:bodyPr spcFirstLastPara="1" wrap="square" lIns="91425" tIns="91425" rIns="91425" bIns="91425" anchor="b" anchorCtr="0">
            <a:noAutofit/>
          </a:bodyPr>
          <a:lstStyle>
            <a:lvl1pPr lvl="0">
              <a:spcBef>
                <a:spcPts val="0"/>
              </a:spcBef>
              <a:spcAft>
                <a:spcPts val="0"/>
              </a:spcAft>
              <a:buSzPts val="5200"/>
              <a:buNone/>
              <a:defRPr sz="4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898450" y="3732200"/>
            <a:ext cx="6957000" cy="475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1400"/>
              <a:buNone/>
              <a:defRPr>
                <a:solidFill>
                  <a:schemeClr val="dk1"/>
                </a:solidFill>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a:endParaRPr/>
          </a:p>
        </p:txBody>
      </p:sp>
      <p:grpSp>
        <p:nvGrpSpPr>
          <p:cNvPr id="12" name="Google Shape;12;p2"/>
          <p:cNvGrpSpPr/>
          <p:nvPr/>
        </p:nvGrpSpPr>
        <p:grpSpPr>
          <a:xfrm>
            <a:off x="-2078028" y="-1391669"/>
            <a:ext cx="11666207" cy="8151541"/>
            <a:chOff x="-2078028" y="-1391669"/>
            <a:chExt cx="11666207" cy="8151541"/>
          </a:xfrm>
        </p:grpSpPr>
        <p:sp>
          <p:nvSpPr>
            <p:cNvPr id="13" name="Google Shape;13;p2"/>
            <p:cNvSpPr/>
            <p:nvPr/>
          </p:nvSpPr>
          <p:spPr>
            <a:xfrm rot="5400000">
              <a:off x="-1065597" y="-2404099"/>
              <a:ext cx="2452727" cy="4477588"/>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14;p2"/>
            <p:cNvSpPr/>
            <p:nvPr/>
          </p:nvSpPr>
          <p:spPr>
            <a:xfrm>
              <a:off x="7902464" y="3686094"/>
              <a:ext cx="1685715" cy="3073779"/>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 name="Google Shape;15;p2"/>
          <p:cNvGrpSpPr/>
          <p:nvPr/>
        </p:nvGrpSpPr>
        <p:grpSpPr>
          <a:xfrm>
            <a:off x="-182925" y="-535943"/>
            <a:ext cx="8085408" cy="5144509"/>
            <a:chOff x="-182925" y="-535943"/>
            <a:chExt cx="8085408" cy="5144509"/>
          </a:xfrm>
        </p:grpSpPr>
        <p:grpSp>
          <p:nvGrpSpPr>
            <p:cNvPr id="16" name="Google Shape;16;p2"/>
            <p:cNvGrpSpPr/>
            <p:nvPr/>
          </p:nvGrpSpPr>
          <p:grpSpPr>
            <a:xfrm>
              <a:off x="-182925" y="4544171"/>
              <a:ext cx="8085408" cy="64395"/>
              <a:chOff x="-182925" y="4544171"/>
              <a:chExt cx="8085408" cy="64395"/>
            </a:xfrm>
          </p:grpSpPr>
          <p:sp>
            <p:nvSpPr>
              <p:cNvPr id="17" name="Google Shape;17;p2"/>
              <p:cNvSpPr/>
              <p:nvPr/>
            </p:nvSpPr>
            <p:spPr>
              <a:xfrm>
                <a:off x="-182925" y="4569918"/>
                <a:ext cx="79896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18;p2"/>
              <p:cNvSpPr/>
              <p:nvPr/>
            </p:nvSpPr>
            <p:spPr>
              <a:xfrm>
                <a:off x="7789434" y="4544171"/>
                <a:ext cx="113049" cy="64395"/>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9" name="Google Shape;19;p2"/>
            <p:cNvGrpSpPr/>
            <p:nvPr/>
          </p:nvGrpSpPr>
          <p:grpSpPr>
            <a:xfrm>
              <a:off x="911949" y="-535943"/>
              <a:ext cx="64395" cy="1596993"/>
              <a:chOff x="911949" y="-535943"/>
              <a:chExt cx="64395" cy="1596993"/>
            </a:xfrm>
          </p:grpSpPr>
          <p:sp>
            <p:nvSpPr>
              <p:cNvPr id="20" name="Google Shape;20;p2"/>
              <p:cNvSpPr/>
              <p:nvPr/>
            </p:nvSpPr>
            <p:spPr>
              <a:xfrm rot="5400000">
                <a:off x="184246" y="217507"/>
                <a:ext cx="15198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21;p2"/>
              <p:cNvSpPr/>
              <p:nvPr/>
            </p:nvSpPr>
            <p:spPr>
              <a:xfrm rot="5400000">
                <a:off x="888337" y="973043"/>
                <a:ext cx="111618" cy="64395"/>
              </a:xfrm>
              <a:custGeom>
                <a:avLst/>
                <a:gdLst/>
                <a:ahLst/>
                <a:cxnLst/>
                <a:rect l="l" t="t" r="r" b="b"/>
                <a:pathLst>
                  <a:path w="78" h="45" extrusionOk="0">
                    <a:moveTo>
                      <a:pt x="0" y="23"/>
                    </a:moveTo>
                    <a:lnTo>
                      <a:pt x="39" y="0"/>
                    </a:lnTo>
                    <a:lnTo>
                      <a:pt x="78"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2"/>
        <p:cNvGrpSpPr/>
        <p:nvPr/>
      </p:nvGrpSpPr>
      <p:grpSpPr>
        <a:xfrm>
          <a:off x="0" y="0"/>
          <a:ext cx="0" cy="0"/>
          <a:chOff x="0" y="0"/>
          <a:chExt cx="0" cy="0"/>
        </a:xfrm>
      </p:grpSpPr>
      <p:pic>
        <p:nvPicPr>
          <p:cNvPr id="23" name="Google Shape;23;p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4" name="Google Shape;24;p3"/>
          <p:cNvSpPr txBox="1">
            <a:spLocks noGrp="1"/>
          </p:cNvSpPr>
          <p:nvPr>
            <p:ph type="title"/>
          </p:nvPr>
        </p:nvSpPr>
        <p:spPr>
          <a:xfrm>
            <a:off x="720000" y="2909475"/>
            <a:ext cx="5067600" cy="8418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600" b="0">
                <a:latin typeface="DM Sans ExtraBold"/>
                <a:ea typeface="DM Sans ExtraBold"/>
                <a:cs typeface="DM Sans ExtraBold"/>
                <a:sym typeface="DM Sans ExtraBold"/>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5" name="Google Shape;25;p3"/>
          <p:cNvSpPr txBox="1">
            <a:spLocks noGrp="1"/>
          </p:cNvSpPr>
          <p:nvPr>
            <p:ph type="title" idx="2" hasCustomPrompt="1"/>
          </p:nvPr>
        </p:nvSpPr>
        <p:spPr>
          <a:xfrm>
            <a:off x="720000" y="2244925"/>
            <a:ext cx="1324200" cy="8418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4300" b="0">
                <a:solidFill>
                  <a:schemeClr val="lt1"/>
                </a:solidFill>
                <a:latin typeface="DM Sans ExtraBold"/>
                <a:ea typeface="DM Sans ExtraBold"/>
                <a:cs typeface="DM Sans ExtraBold"/>
                <a:sym typeface="DM Sans ExtraBold"/>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6" name="Google Shape;26;p3"/>
          <p:cNvSpPr txBox="1">
            <a:spLocks noGrp="1"/>
          </p:cNvSpPr>
          <p:nvPr>
            <p:ph type="subTitle" idx="1"/>
          </p:nvPr>
        </p:nvSpPr>
        <p:spPr>
          <a:xfrm>
            <a:off x="720000" y="3734775"/>
            <a:ext cx="5067600" cy="51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None/>
              <a:defRPr sz="1600">
                <a:solidFill>
                  <a:schemeClr val="dk1"/>
                </a:solidFill>
              </a:defRPr>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grpSp>
        <p:nvGrpSpPr>
          <p:cNvPr id="27" name="Google Shape;27;p3"/>
          <p:cNvGrpSpPr/>
          <p:nvPr/>
        </p:nvGrpSpPr>
        <p:grpSpPr>
          <a:xfrm>
            <a:off x="-965711" y="-828856"/>
            <a:ext cx="11369546" cy="7608064"/>
            <a:chOff x="-965711" y="-828856"/>
            <a:chExt cx="11369546" cy="7608064"/>
          </a:xfrm>
        </p:grpSpPr>
        <p:sp>
          <p:nvSpPr>
            <p:cNvPr id="28" name="Google Shape;28;p3"/>
            <p:cNvSpPr/>
            <p:nvPr/>
          </p:nvSpPr>
          <p:spPr>
            <a:xfrm rot="5400000">
              <a:off x="6938678" y="3314051"/>
              <a:ext cx="2452727" cy="4477588"/>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9;p3"/>
            <p:cNvSpPr/>
            <p:nvPr/>
          </p:nvSpPr>
          <p:spPr>
            <a:xfrm>
              <a:off x="-965711" y="-828856"/>
              <a:ext cx="1685715" cy="3073779"/>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0" name="Google Shape;30;p3"/>
          <p:cNvGrpSpPr/>
          <p:nvPr/>
        </p:nvGrpSpPr>
        <p:grpSpPr>
          <a:xfrm rot="10800000">
            <a:off x="7257199" y="4338732"/>
            <a:ext cx="64395" cy="1596993"/>
            <a:chOff x="911949" y="-535943"/>
            <a:chExt cx="64395" cy="1596993"/>
          </a:xfrm>
        </p:grpSpPr>
        <p:sp>
          <p:nvSpPr>
            <p:cNvPr id="31" name="Google Shape;31;p3"/>
            <p:cNvSpPr/>
            <p:nvPr/>
          </p:nvSpPr>
          <p:spPr>
            <a:xfrm rot="5400000">
              <a:off x="184246" y="217507"/>
              <a:ext cx="15198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32;p3"/>
            <p:cNvSpPr/>
            <p:nvPr/>
          </p:nvSpPr>
          <p:spPr>
            <a:xfrm rot="5400000">
              <a:off x="888337" y="973043"/>
              <a:ext cx="111618" cy="64395"/>
            </a:xfrm>
            <a:custGeom>
              <a:avLst/>
              <a:gdLst/>
              <a:ahLst/>
              <a:cxnLst/>
              <a:rect l="l" t="t" r="r" b="b"/>
              <a:pathLst>
                <a:path w="78" h="45" extrusionOk="0">
                  <a:moveTo>
                    <a:pt x="0" y="23"/>
                  </a:moveTo>
                  <a:lnTo>
                    <a:pt x="39" y="0"/>
                  </a:lnTo>
                  <a:lnTo>
                    <a:pt x="78"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 name="Google Shape;33;p3"/>
          <p:cNvGrpSpPr/>
          <p:nvPr/>
        </p:nvGrpSpPr>
        <p:grpSpPr>
          <a:xfrm rot="10800000">
            <a:off x="712974" y="769648"/>
            <a:ext cx="8695857" cy="64402"/>
            <a:chOff x="-182925" y="4544171"/>
            <a:chExt cx="8085408" cy="64395"/>
          </a:xfrm>
        </p:grpSpPr>
        <p:sp>
          <p:nvSpPr>
            <p:cNvPr id="34" name="Google Shape;34;p3"/>
            <p:cNvSpPr/>
            <p:nvPr/>
          </p:nvSpPr>
          <p:spPr>
            <a:xfrm>
              <a:off x="-182925" y="4569918"/>
              <a:ext cx="79896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35;p3"/>
            <p:cNvSpPr/>
            <p:nvPr/>
          </p:nvSpPr>
          <p:spPr>
            <a:xfrm>
              <a:off x="7789434" y="4544171"/>
              <a:ext cx="113049" cy="64395"/>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6"/>
        <p:cNvGrpSpPr/>
        <p:nvPr/>
      </p:nvGrpSpPr>
      <p:grpSpPr>
        <a:xfrm>
          <a:off x="0" y="0"/>
          <a:ext cx="0" cy="0"/>
          <a:chOff x="0" y="0"/>
          <a:chExt cx="0" cy="0"/>
        </a:xfrm>
      </p:grpSpPr>
      <p:pic>
        <p:nvPicPr>
          <p:cNvPr id="37" name="Google Shape;37;p4"/>
          <p:cNvPicPr preferRelativeResize="0"/>
          <p:nvPr/>
        </p:nvPicPr>
        <p:blipFill>
          <a:blip r:embed="rId2">
            <a:alphaModFix/>
          </a:blip>
          <a:stretch>
            <a:fillRect/>
          </a:stretch>
        </p:blipFill>
        <p:spPr>
          <a:xfrm>
            <a:off x="0" y="0"/>
            <a:ext cx="9144000" cy="5143500"/>
          </a:xfrm>
          <a:prstGeom prst="rect">
            <a:avLst/>
          </a:prstGeom>
          <a:noFill/>
          <a:ln>
            <a:noFill/>
          </a:ln>
        </p:spPr>
      </p:pic>
      <p:sp>
        <p:nvSpPr>
          <p:cNvPr id="38" name="Google Shape;38;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9" name="Google Shape;39;p4"/>
          <p:cNvSpPr txBox="1">
            <a:spLocks noGrp="1"/>
          </p:cNvSpPr>
          <p:nvPr>
            <p:ph type="body" idx="1"/>
          </p:nvPr>
        </p:nvSpPr>
        <p:spPr>
          <a:xfrm>
            <a:off x="720000" y="1215750"/>
            <a:ext cx="7704000" cy="3233100"/>
          </a:xfrm>
          <a:prstGeom prst="rect">
            <a:avLst/>
          </a:prstGeom>
        </p:spPr>
        <p:txBody>
          <a:bodyPr spcFirstLastPara="1" wrap="square" lIns="91425" tIns="91425" rIns="91425" bIns="91425" anchor="t" anchorCtr="0">
            <a:noAutofit/>
          </a:bodyPr>
          <a:lstStyle>
            <a:lvl1pPr marL="457200" lvl="0" indent="-279400" rtl="0">
              <a:spcBef>
                <a:spcPts val="0"/>
              </a:spcBef>
              <a:spcAft>
                <a:spcPts val="0"/>
              </a:spcAft>
              <a:buSzPts val="800"/>
              <a:buFont typeface="Nunito Light"/>
              <a:buChar char="●"/>
              <a:defRPr/>
            </a:lvl1pPr>
            <a:lvl2pPr marL="914400" lvl="1" indent="-304800" rtl="0">
              <a:spcBef>
                <a:spcPts val="0"/>
              </a:spcBef>
              <a:spcAft>
                <a:spcPts val="0"/>
              </a:spcAft>
              <a:buSzPts val="1200"/>
              <a:buFont typeface="Nunito Light"/>
              <a:buChar char="○"/>
              <a:defRPr/>
            </a:lvl2pPr>
            <a:lvl3pPr marL="1371600" lvl="2" indent="-304800" rtl="0">
              <a:lnSpc>
                <a:spcPct val="115000"/>
              </a:lnSpc>
              <a:spcBef>
                <a:spcPts val="0"/>
              </a:spcBef>
              <a:spcAft>
                <a:spcPts val="0"/>
              </a:spcAft>
              <a:buSzPts val="1200"/>
              <a:buFont typeface="Nunito Light"/>
              <a:buChar char="■"/>
              <a:defRPr/>
            </a:lvl3pPr>
            <a:lvl4pPr marL="1828800" lvl="3" indent="-304800" rtl="0">
              <a:lnSpc>
                <a:spcPct val="115000"/>
              </a:lnSpc>
              <a:spcBef>
                <a:spcPts val="0"/>
              </a:spcBef>
              <a:spcAft>
                <a:spcPts val="0"/>
              </a:spcAft>
              <a:buSzPts val="1200"/>
              <a:buFont typeface="Nunito Light"/>
              <a:buChar char="●"/>
              <a:defRPr/>
            </a:lvl4pPr>
            <a:lvl5pPr marL="2286000" lvl="4" indent="-304800" rtl="0">
              <a:lnSpc>
                <a:spcPct val="115000"/>
              </a:lnSpc>
              <a:spcBef>
                <a:spcPts val="0"/>
              </a:spcBef>
              <a:spcAft>
                <a:spcPts val="0"/>
              </a:spcAft>
              <a:buSzPts val="1200"/>
              <a:buFont typeface="Nunito Light"/>
              <a:buChar char="○"/>
              <a:defRPr/>
            </a:lvl5pPr>
            <a:lvl6pPr marL="2743200" lvl="5" indent="-304800" rtl="0">
              <a:lnSpc>
                <a:spcPct val="115000"/>
              </a:lnSpc>
              <a:spcBef>
                <a:spcPts val="0"/>
              </a:spcBef>
              <a:spcAft>
                <a:spcPts val="0"/>
              </a:spcAft>
              <a:buSzPts val="1200"/>
              <a:buFont typeface="Nunito Light"/>
              <a:buChar char="■"/>
              <a:defRPr/>
            </a:lvl6pPr>
            <a:lvl7pPr marL="3200400" lvl="6" indent="-304800" rtl="0">
              <a:lnSpc>
                <a:spcPct val="115000"/>
              </a:lnSpc>
              <a:spcBef>
                <a:spcPts val="0"/>
              </a:spcBef>
              <a:spcAft>
                <a:spcPts val="0"/>
              </a:spcAft>
              <a:buSzPts val="1200"/>
              <a:buFont typeface="Nunito Light"/>
              <a:buChar char="●"/>
              <a:defRPr/>
            </a:lvl7pPr>
            <a:lvl8pPr marL="3657600" lvl="7" indent="-304800" rtl="0">
              <a:lnSpc>
                <a:spcPct val="115000"/>
              </a:lnSpc>
              <a:spcBef>
                <a:spcPts val="0"/>
              </a:spcBef>
              <a:spcAft>
                <a:spcPts val="0"/>
              </a:spcAft>
              <a:buSzPts val="1200"/>
              <a:buFont typeface="Nunito Light"/>
              <a:buChar char="○"/>
              <a:defRPr/>
            </a:lvl8pPr>
            <a:lvl9pPr marL="4114800" lvl="8" indent="-304800" rtl="0">
              <a:lnSpc>
                <a:spcPct val="115000"/>
              </a:lnSpc>
              <a:spcBef>
                <a:spcPts val="0"/>
              </a:spcBef>
              <a:spcAft>
                <a:spcPts val="0"/>
              </a:spcAft>
              <a:buSzPts val="1200"/>
              <a:buFont typeface="Nunito Light"/>
              <a:buChar char="■"/>
              <a:defRPr/>
            </a:lvl9pPr>
          </a:lstStyle>
          <a:p>
            <a:endParaRPr/>
          </a:p>
        </p:txBody>
      </p:sp>
      <p:grpSp>
        <p:nvGrpSpPr>
          <p:cNvPr id="40" name="Google Shape;40;p4"/>
          <p:cNvGrpSpPr/>
          <p:nvPr/>
        </p:nvGrpSpPr>
        <p:grpSpPr>
          <a:xfrm rot="5400000">
            <a:off x="5929618" y="1770414"/>
            <a:ext cx="5611922" cy="64395"/>
            <a:chOff x="2290561" y="4544171"/>
            <a:chExt cx="5611922" cy="64395"/>
          </a:xfrm>
        </p:grpSpPr>
        <p:sp>
          <p:nvSpPr>
            <p:cNvPr id="41" name="Google Shape;41;p4"/>
            <p:cNvSpPr/>
            <p:nvPr/>
          </p:nvSpPr>
          <p:spPr>
            <a:xfrm>
              <a:off x="2290561" y="4569922"/>
              <a:ext cx="55161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42;p4"/>
            <p:cNvSpPr/>
            <p:nvPr/>
          </p:nvSpPr>
          <p:spPr>
            <a:xfrm>
              <a:off x="7789434" y="4544171"/>
              <a:ext cx="113049" cy="64395"/>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3" name="Google Shape;43;p4"/>
          <p:cNvGrpSpPr/>
          <p:nvPr/>
        </p:nvGrpSpPr>
        <p:grpSpPr>
          <a:xfrm>
            <a:off x="-1116563" y="-3550068"/>
            <a:ext cx="11772053" cy="9613578"/>
            <a:chOff x="-1116563" y="-3550068"/>
            <a:chExt cx="11772053" cy="9613578"/>
          </a:xfrm>
        </p:grpSpPr>
        <p:sp>
          <p:nvSpPr>
            <p:cNvPr id="44" name="Google Shape;44;p4"/>
            <p:cNvSpPr/>
            <p:nvPr/>
          </p:nvSpPr>
          <p:spPr>
            <a:xfrm rot="-5400000">
              <a:off x="7426512" y="2834532"/>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45;p4"/>
            <p:cNvSpPr/>
            <p:nvPr/>
          </p:nvSpPr>
          <p:spPr>
            <a:xfrm rot="10800000">
              <a:off x="-1116563" y="-3550068"/>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6"/>
        <p:cNvGrpSpPr/>
        <p:nvPr/>
      </p:nvGrpSpPr>
      <p:grpSpPr>
        <a:xfrm>
          <a:off x="0" y="0"/>
          <a:ext cx="0" cy="0"/>
          <a:chOff x="0" y="0"/>
          <a:chExt cx="0" cy="0"/>
        </a:xfrm>
      </p:grpSpPr>
      <p:pic>
        <p:nvPicPr>
          <p:cNvPr id="47" name="Google Shape;47;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8" name="Google Shape;48;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9" name="Google Shape;49;p5"/>
          <p:cNvSpPr txBox="1">
            <a:spLocks noGrp="1"/>
          </p:cNvSpPr>
          <p:nvPr>
            <p:ph type="subTitle" idx="1"/>
          </p:nvPr>
        </p:nvSpPr>
        <p:spPr>
          <a:xfrm>
            <a:off x="4725900" y="1872353"/>
            <a:ext cx="3698100" cy="27363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Char char="●"/>
              <a:defRPr sz="1400" b="0"/>
            </a:lvl1pPr>
            <a:lvl2pPr lvl="1" algn="ctr" rtl="0">
              <a:lnSpc>
                <a:spcPct val="115000"/>
              </a:lnSpc>
              <a:spcBef>
                <a:spcPts val="0"/>
              </a:spcBef>
              <a:spcAft>
                <a:spcPts val="0"/>
              </a:spcAft>
              <a:buSzPts val="2800"/>
              <a:buChar char="○"/>
              <a:defRPr sz="2800"/>
            </a:lvl2pPr>
            <a:lvl3pPr lvl="2" algn="ctr" rtl="0">
              <a:lnSpc>
                <a:spcPct val="115000"/>
              </a:lnSpc>
              <a:spcBef>
                <a:spcPts val="0"/>
              </a:spcBef>
              <a:spcAft>
                <a:spcPts val="0"/>
              </a:spcAft>
              <a:buSzPts val="2800"/>
              <a:buChar char="■"/>
              <a:defRPr sz="2800"/>
            </a:lvl3pPr>
            <a:lvl4pPr lvl="3" algn="ctr" rtl="0">
              <a:lnSpc>
                <a:spcPct val="115000"/>
              </a:lnSpc>
              <a:spcBef>
                <a:spcPts val="0"/>
              </a:spcBef>
              <a:spcAft>
                <a:spcPts val="0"/>
              </a:spcAft>
              <a:buSzPts val="2800"/>
              <a:buChar char="●"/>
              <a:defRPr sz="2800"/>
            </a:lvl4pPr>
            <a:lvl5pPr lvl="4" algn="ctr" rtl="0">
              <a:lnSpc>
                <a:spcPct val="115000"/>
              </a:lnSpc>
              <a:spcBef>
                <a:spcPts val="0"/>
              </a:spcBef>
              <a:spcAft>
                <a:spcPts val="0"/>
              </a:spcAft>
              <a:buSzPts val="2800"/>
              <a:buChar char="○"/>
              <a:defRPr sz="2800"/>
            </a:lvl5pPr>
            <a:lvl6pPr lvl="5" algn="ctr" rtl="0">
              <a:lnSpc>
                <a:spcPct val="115000"/>
              </a:lnSpc>
              <a:spcBef>
                <a:spcPts val="0"/>
              </a:spcBef>
              <a:spcAft>
                <a:spcPts val="0"/>
              </a:spcAft>
              <a:buSzPts val="2800"/>
              <a:buChar char="■"/>
              <a:defRPr sz="2800"/>
            </a:lvl6pPr>
            <a:lvl7pPr lvl="6" algn="ctr" rtl="0">
              <a:lnSpc>
                <a:spcPct val="115000"/>
              </a:lnSpc>
              <a:spcBef>
                <a:spcPts val="0"/>
              </a:spcBef>
              <a:spcAft>
                <a:spcPts val="0"/>
              </a:spcAft>
              <a:buSzPts val="2800"/>
              <a:buChar char="●"/>
              <a:defRPr sz="2800"/>
            </a:lvl7pPr>
            <a:lvl8pPr lvl="7" algn="ctr" rtl="0">
              <a:lnSpc>
                <a:spcPct val="115000"/>
              </a:lnSpc>
              <a:spcBef>
                <a:spcPts val="0"/>
              </a:spcBef>
              <a:spcAft>
                <a:spcPts val="0"/>
              </a:spcAft>
              <a:buSzPts val="2800"/>
              <a:buChar char="○"/>
              <a:defRPr sz="2800"/>
            </a:lvl8pPr>
            <a:lvl9pPr lvl="8" algn="ctr" rtl="0">
              <a:lnSpc>
                <a:spcPct val="115000"/>
              </a:lnSpc>
              <a:spcBef>
                <a:spcPts val="0"/>
              </a:spcBef>
              <a:spcAft>
                <a:spcPts val="0"/>
              </a:spcAft>
              <a:buSzPts val="2800"/>
              <a:buChar char="■"/>
              <a:defRPr sz="2800"/>
            </a:lvl9pPr>
          </a:lstStyle>
          <a:p>
            <a:endParaRPr/>
          </a:p>
        </p:txBody>
      </p:sp>
      <p:sp>
        <p:nvSpPr>
          <p:cNvPr id="50" name="Google Shape;50;p5"/>
          <p:cNvSpPr txBox="1">
            <a:spLocks noGrp="1"/>
          </p:cNvSpPr>
          <p:nvPr>
            <p:ph type="subTitle" idx="2"/>
          </p:nvPr>
        </p:nvSpPr>
        <p:spPr>
          <a:xfrm>
            <a:off x="720000" y="1872353"/>
            <a:ext cx="3698100" cy="27363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Char char="●"/>
              <a:defRPr sz="1400" b="0"/>
            </a:lvl1pPr>
            <a:lvl2pPr lvl="1" algn="ctr" rtl="0">
              <a:lnSpc>
                <a:spcPct val="115000"/>
              </a:lnSpc>
              <a:spcBef>
                <a:spcPts val="0"/>
              </a:spcBef>
              <a:spcAft>
                <a:spcPts val="0"/>
              </a:spcAft>
              <a:buSzPts val="1400"/>
              <a:buChar char="○"/>
              <a:defRPr sz="2800"/>
            </a:lvl2pPr>
            <a:lvl3pPr lvl="2" algn="ctr" rtl="0">
              <a:lnSpc>
                <a:spcPct val="115000"/>
              </a:lnSpc>
              <a:spcBef>
                <a:spcPts val="0"/>
              </a:spcBef>
              <a:spcAft>
                <a:spcPts val="0"/>
              </a:spcAft>
              <a:buSzPts val="1400"/>
              <a:buChar char="■"/>
              <a:defRPr sz="2800"/>
            </a:lvl3pPr>
            <a:lvl4pPr lvl="3" algn="ctr" rtl="0">
              <a:lnSpc>
                <a:spcPct val="115000"/>
              </a:lnSpc>
              <a:spcBef>
                <a:spcPts val="0"/>
              </a:spcBef>
              <a:spcAft>
                <a:spcPts val="0"/>
              </a:spcAft>
              <a:buSzPts val="1400"/>
              <a:buChar char="●"/>
              <a:defRPr sz="2800"/>
            </a:lvl4pPr>
            <a:lvl5pPr lvl="4" algn="ctr" rtl="0">
              <a:lnSpc>
                <a:spcPct val="115000"/>
              </a:lnSpc>
              <a:spcBef>
                <a:spcPts val="0"/>
              </a:spcBef>
              <a:spcAft>
                <a:spcPts val="0"/>
              </a:spcAft>
              <a:buSzPts val="1400"/>
              <a:buChar char="○"/>
              <a:defRPr sz="2800"/>
            </a:lvl5pPr>
            <a:lvl6pPr lvl="5" algn="ctr" rtl="0">
              <a:lnSpc>
                <a:spcPct val="115000"/>
              </a:lnSpc>
              <a:spcBef>
                <a:spcPts val="0"/>
              </a:spcBef>
              <a:spcAft>
                <a:spcPts val="0"/>
              </a:spcAft>
              <a:buSzPts val="1400"/>
              <a:buChar char="■"/>
              <a:defRPr sz="2800"/>
            </a:lvl6pPr>
            <a:lvl7pPr lvl="6" algn="ctr" rtl="0">
              <a:lnSpc>
                <a:spcPct val="115000"/>
              </a:lnSpc>
              <a:spcBef>
                <a:spcPts val="0"/>
              </a:spcBef>
              <a:spcAft>
                <a:spcPts val="0"/>
              </a:spcAft>
              <a:buSzPts val="1400"/>
              <a:buChar char="●"/>
              <a:defRPr sz="2800"/>
            </a:lvl7pPr>
            <a:lvl8pPr lvl="7" algn="ctr" rtl="0">
              <a:lnSpc>
                <a:spcPct val="115000"/>
              </a:lnSpc>
              <a:spcBef>
                <a:spcPts val="0"/>
              </a:spcBef>
              <a:spcAft>
                <a:spcPts val="0"/>
              </a:spcAft>
              <a:buSzPts val="1400"/>
              <a:buChar char="○"/>
              <a:defRPr sz="2800"/>
            </a:lvl8pPr>
            <a:lvl9pPr lvl="8" algn="ctr" rtl="0">
              <a:lnSpc>
                <a:spcPct val="115000"/>
              </a:lnSpc>
              <a:spcBef>
                <a:spcPts val="0"/>
              </a:spcBef>
              <a:spcAft>
                <a:spcPts val="0"/>
              </a:spcAft>
              <a:buSzPts val="1400"/>
              <a:buChar char="■"/>
              <a:defRPr sz="2800"/>
            </a:lvl9pPr>
          </a:lstStyle>
          <a:p>
            <a:endParaRPr/>
          </a:p>
        </p:txBody>
      </p:sp>
      <p:sp>
        <p:nvSpPr>
          <p:cNvPr id="51" name="Google Shape;51;p5"/>
          <p:cNvSpPr txBox="1">
            <a:spLocks noGrp="1"/>
          </p:cNvSpPr>
          <p:nvPr>
            <p:ph type="subTitle" idx="3"/>
          </p:nvPr>
        </p:nvSpPr>
        <p:spPr>
          <a:xfrm>
            <a:off x="720000" y="1510850"/>
            <a:ext cx="3698100" cy="361500"/>
          </a:xfrm>
          <a:prstGeom prst="rect">
            <a:avLst/>
          </a:prstGeom>
        </p:spPr>
        <p:txBody>
          <a:bodyPr spcFirstLastPara="1" wrap="square" lIns="91425" tIns="91425" rIns="91425" bIns="91425" anchor="b" anchorCtr="0">
            <a:noAutofit/>
          </a:bodyPr>
          <a:lstStyle>
            <a:lvl1pPr lvl="0">
              <a:lnSpc>
                <a:spcPct val="115000"/>
              </a:lnSpc>
              <a:spcBef>
                <a:spcPts val="0"/>
              </a:spcBef>
              <a:spcAft>
                <a:spcPts val="0"/>
              </a:spcAft>
              <a:buSzPts val="2400"/>
              <a:buFont typeface="DM Sans"/>
              <a:buNone/>
              <a:defRPr sz="2000" b="1">
                <a:latin typeface="DM Sans"/>
                <a:ea typeface="DM Sans"/>
                <a:cs typeface="DM Sans"/>
                <a:sym typeface="DM Sans"/>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a:endParaRPr/>
          </a:p>
        </p:txBody>
      </p:sp>
      <p:sp>
        <p:nvSpPr>
          <p:cNvPr id="52" name="Google Shape;52;p5"/>
          <p:cNvSpPr txBox="1">
            <a:spLocks noGrp="1"/>
          </p:cNvSpPr>
          <p:nvPr>
            <p:ph type="subTitle" idx="4"/>
          </p:nvPr>
        </p:nvSpPr>
        <p:spPr>
          <a:xfrm>
            <a:off x="4725900" y="1510850"/>
            <a:ext cx="3698100" cy="361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DM Sans"/>
              <a:buNone/>
              <a:defRPr sz="2000" b="1">
                <a:latin typeface="DM Sans"/>
                <a:ea typeface="DM Sans"/>
                <a:cs typeface="DM Sans"/>
                <a:sym typeface="DM Sans"/>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a:endParaRPr/>
          </a:p>
        </p:txBody>
      </p:sp>
      <p:grpSp>
        <p:nvGrpSpPr>
          <p:cNvPr id="53" name="Google Shape;53;p5"/>
          <p:cNvGrpSpPr/>
          <p:nvPr/>
        </p:nvGrpSpPr>
        <p:grpSpPr>
          <a:xfrm>
            <a:off x="-1495975" y="-4262043"/>
            <a:ext cx="11107963" cy="10356802"/>
            <a:chOff x="-1495975" y="-4262043"/>
            <a:chExt cx="11107963" cy="10356802"/>
          </a:xfrm>
        </p:grpSpPr>
        <p:sp>
          <p:nvSpPr>
            <p:cNvPr id="54" name="Google Shape;54;p5"/>
            <p:cNvSpPr/>
            <p:nvPr/>
          </p:nvSpPr>
          <p:spPr>
            <a:xfrm>
              <a:off x="-1495975" y="2684808"/>
              <a:ext cx="1870076" cy="3409951"/>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55;p5"/>
            <p:cNvSpPr/>
            <p:nvPr/>
          </p:nvSpPr>
          <p:spPr>
            <a:xfrm>
              <a:off x="8121325" y="-4262043"/>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6" name="Google Shape;56;p5"/>
          <p:cNvGrpSpPr/>
          <p:nvPr/>
        </p:nvGrpSpPr>
        <p:grpSpPr>
          <a:xfrm>
            <a:off x="-1397550" y="705258"/>
            <a:ext cx="10299913" cy="5634038"/>
            <a:chOff x="-1397550" y="705258"/>
            <a:chExt cx="10299913" cy="5634038"/>
          </a:xfrm>
        </p:grpSpPr>
        <p:grpSp>
          <p:nvGrpSpPr>
            <p:cNvPr id="57" name="Google Shape;57;p5"/>
            <p:cNvGrpSpPr/>
            <p:nvPr/>
          </p:nvGrpSpPr>
          <p:grpSpPr>
            <a:xfrm>
              <a:off x="-1397550" y="4613783"/>
              <a:ext cx="1771650" cy="71438"/>
              <a:chOff x="1150025" y="4460558"/>
              <a:chExt cx="1771650" cy="71438"/>
            </a:xfrm>
          </p:grpSpPr>
          <p:sp>
            <p:nvSpPr>
              <p:cNvPr id="58" name="Google Shape;58;p5"/>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59;p5"/>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0" name="Google Shape;60;p5"/>
            <p:cNvGrpSpPr/>
            <p:nvPr/>
          </p:nvGrpSpPr>
          <p:grpSpPr>
            <a:xfrm rot="-5400000">
              <a:off x="6049625" y="3486558"/>
              <a:ext cx="5634038" cy="71438"/>
              <a:chOff x="969625" y="4766808"/>
              <a:chExt cx="5634038" cy="71438"/>
            </a:xfrm>
          </p:grpSpPr>
          <p:sp>
            <p:nvSpPr>
              <p:cNvPr id="61" name="Google Shape;61;p5"/>
              <p:cNvSpPr/>
              <p:nvPr/>
            </p:nvSpPr>
            <p:spPr>
              <a:xfrm>
                <a:off x="969625" y="4795327"/>
                <a:ext cx="55278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62;p5"/>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63;p5"/>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4"/>
        <p:cNvGrpSpPr/>
        <p:nvPr/>
      </p:nvGrpSpPr>
      <p:grpSpPr>
        <a:xfrm>
          <a:off x="0" y="0"/>
          <a:ext cx="0" cy="0"/>
          <a:chOff x="0" y="0"/>
          <a:chExt cx="0" cy="0"/>
        </a:xfrm>
      </p:grpSpPr>
      <p:pic>
        <p:nvPicPr>
          <p:cNvPr id="65" name="Google Shape;65;p6"/>
          <p:cNvPicPr preferRelativeResize="0"/>
          <p:nvPr/>
        </p:nvPicPr>
        <p:blipFill>
          <a:blip r:embed="rId2">
            <a:alphaModFix/>
          </a:blip>
          <a:stretch>
            <a:fillRect/>
          </a:stretch>
        </p:blipFill>
        <p:spPr>
          <a:xfrm>
            <a:off x="0" y="0"/>
            <a:ext cx="9144000" cy="5143500"/>
          </a:xfrm>
          <a:prstGeom prst="rect">
            <a:avLst/>
          </a:prstGeom>
          <a:noFill/>
          <a:ln>
            <a:noFill/>
          </a:ln>
        </p:spPr>
      </p:pic>
      <p:pic>
        <p:nvPicPr>
          <p:cNvPr id="66" name="Google Shape;66;p6"/>
          <p:cNvPicPr preferRelativeResize="0"/>
          <p:nvPr/>
        </p:nvPicPr>
        <p:blipFill>
          <a:blip r:embed="rId2">
            <a:alphaModFix/>
          </a:blip>
          <a:stretch>
            <a:fillRect/>
          </a:stretch>
        </p:blipFill>
        <p:spPr>
          <a:xfrm>
            <a:off x="0" y="0"/>
            <a:ext cx="9144000" cy="5143500"/>
          </a:xfrm>
          <a:prstGeom prst="rect">
            <a:avLst/>
          </a:prstGeom>
          <a:noFill/>
          <a:ln>
            <a:noFill/>
          </a:ln>
        </p:spPr>
      </p:pic>
      <p:sp>
        <p:nvSpPr>
          <p:cNvPr id="67" name="Google Shape;67;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b="0">
                <a:latin typeface="DM Sans ExtraBold"/>
                <a:ea typeface="DM Sans ExtraBold"/>
                <a:cs typeface="DM Sans ExtraBold"/>
                <a:sym typeface="DM Sans Extra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68" name="Google Shape;68;p6"/>
          <p:cNvSpPr/>
          <p:nvPr/>
        </p:nvSpPr>
        <p:spPr>
          <a:xfrm>
            <a:off x="8676293" y="-2041474"/>
            <a:ext cx="1343707" cy="4477588"/>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9" name="Google Shape;69;p6"/>
          <p:cNvGrpSpPr/>
          <p:nvPr/>
        </p:nvGrpSpPr>
        <p:grpSpPr>
          <a:xfrm rot="5400000">
            <a:off x="9454499" y="154132"/>
            <a:ext cx="64395" cy="1596993"/>
            <a:chOff x="911949" y="-535943"/>
            <a:chExt cx="64395" cy="1596993"/>
          </a:xfrm>
        </p:grpSpPr>
        <p:sp>
          <p:nvSpPr>
            <p:cNvPr id="70" name="Google Shape;70;p6"/>
            <p:cNvSpPr/>
            <p:nvPr/>
          </p:nvSpPr>
          <p:spPr>
            <a:xfrm rot="5400000">
              <a:off x="184246" y="217507"/>
              <a:ext cx="15198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 name="Google Shape;71;p6"/>
            <p:cNvSpPr/>
            <p:nvPr/>
          </p:nvSpPr>
          <p:spPr>
            <a:xfrm rot="5400000">
              <a:off x="888337" y="973043"/>
              <a:ext cx="111618" cy="64395"/>
            </a:xfrm>
            <a:custGeom>
              <a:avLst/>
              <a:gdLst/>
              <a:ahLst/>
              <a:cxnLst/>
              <a:rect l="l" t="t" r="r" b="b"/>
              <a:pathLst>
                <a:path w="78" h="45" extrusionOk="0">
                  <a:moveTo>
                    <a:pt x="0" y="23"/>
                  </a:moveTo>
                  <a:lnTo>
                    <a:pt x="39" y="0"/>
                  </a:lnTo>
                  <a:lnTo>
                    <a:pt x="78"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2"/>
        <p:cNvGrpSpPr/>
        <p:nvPr/>
      </p:nvGrpSpPr>
      <p:grpSpPr>
        <a:xfrm>
          <a:off x="0" y="0"/>
          <a:ext cx="0" cy="0"/>
          <a:chOff x="0" y="0"/>
          <a:chExt cx="0" cy="0"/>
        </a:xfrm>
      </p:grpSpPr>
      <p:pic>
        <p:nvPicPr>
          <p:cNvPr id="73" name="Google Shape;73;p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4" name="Google Shape;74;p7"/>
          <p:cNvSpPr txBox="1">
            <a:spLocks noGrp="1"/>
          </p:cNvSpPr>
          <p:nvPr>
            <p:ph type="title"/>
          </p:nvPr>
        </p:nvSpPr>
        <p:spPr>
          <a:xfrm>
            <a:off x="720000" y="637700"/>
            <a:ext cx="62664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5" name="Google Shape;75;p7"/>
          <p:cNvSpPr txBox="1">
            <a:spLocks noGrp="1"/>
          </p:cNvSpPr>
          <p:nvPr>
            <p:ph type="subTitle" idx="1"/>
          </p:nvPr>
        </p:nvSpPr>
        <p:spPr>
          <a:xfrm>
            <a:off x="720000" y="1347250"/>
            <a:ext cx="7324500" cy="31734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sz="1600"/>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grpSp>
        <p:nvGrpSpPr>
          <p:cNvPr id="76" name="Google Shape;76;p7"/>
          <p:cNvGrpSpPr/>
          <p:nvPr/>
        </p:nvGrpSpPr>
        <p:grpSpPr>
          <a:xfrm>
            <a:off x="-965711" y="-1913219"/>
            <a:ext cx="11369546" cy="8152491"/>
            <a:chOff x="-965711" y="-1913219"/>
            <a:chExt cx="11369546" cy="8152491"/>
          </a:xfrm>
        </p:grpSpPr>
        <p:sp>
          <p:nvSpPr>
            <p:cNvPr id="77" name="Google Shape;77;p7"/>
            <p:cNvSpPr/>
            <p:nvPr/>
          </p:nvSpPr>
          <p:spPr>
            <a:xfrm rot="5400000">
              <a:off x="6938678" y="-2925649"/>
              <a:ext cx="2452727" cy="4477588"/>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 name="Google Shape;78;p7"/>
            <p:cNvSpPr/>
            <p:nvPr/>
          </p:nvSpPr>
          <p:spPr>
            <a:xfrm>
              <a:off x="-965711" y="3165494"/>
              <a:ext cx="1685715" cy="3073779"/>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9" name="Google Shape;79;p7"/>
          <p:cNvGrpSpPr/>
          <p:nvPr/>
        </p:nvGrpSpPr>
        <p:grpSpPr>
          <a:xfrm>
            <a:off x="712974" y="-1057493"/>
            <a:ext cx="8695857" cy="5875668"/>
            <a:chOff x="712974" y="-1057493"/>
            <a:chExt cx="8695857" cy="5875668"/>
          </a:xfrm>
        </p:grpSpPr>
        <p:grpSp>
          <p:nvGrpSpPr>
            <p:cNvPr id="80" name="Google Shape;80;p7"/>
            <p:cNvGrpSpPr/>
            <p:nvPr/>
          </p:nvGrpSpPr>
          <p:grpSpPr>
            <a:xfrm>
              <a:off x="7257199" y="-1057493"/>
              <a:ext cx="64395" cy="1596993"/>
              <a:chOff x="911949" y="-535943"/>
              <a:chExt cx="64395" cy="1596993"/>
            </a:xfrm>
          </p:grpSpPr>
          <p:sp>
            <p:nvSpPr>
              <p:cNvPr id="81" name="Google Shape;81;p7"/>
              <p:cNvSpPr/>
              <p:nvPr/>
            </p:nvSpPr>
            <p:spPr>
              <a:xfrm rot="5400000">
                <a:off x="184246" y="217507"/>
                <a:ext cx="15198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 name="Google Shape;82;p7"/>
              <p:cNvSpPr/>
              <p:nvPr/>
            </p:nvSpPr>
            <p:spPr>
              <a:xfrm rot="5400000">
                <a:off x="888337" y="973043"/>
                <a:ext cx="111618" cy="64395"/>
              </a:xfrm>
              <a:custGeom>
                <a:avLst/>
                <a:gdLst/>
                <a:ahLst/>
                <a:cxnLst/>
                <a:rect l="l" t="t" r="r" b="b"/>
                <a:pathLst>
                  <a:path w="78" h="45" extrusionOk="0">
                    <a:moveTo>
                      <a:pt x="0" y="23"/>
                    </a:moveTo>
                    <a:lnTo>
                      <a:pt x="39" y="0"/>
                    </a:lnTo>
                    <a:lnTo>
                      <a:pt x="78"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3" name="Google Shape;83;p7"/>
            <p:cNvGrpSpPr/>
            <p:nvPr/>
          </p:nvGrpSpPr>
          <p:grpSpPr>
            <a:xfrm rot="10800000">
              <a:off x="712974" y="4753773"/>
              <a:ext cx="8695857" cy="64402"/>
              <a:chOff x="-182925" y="4544171"/>
              <a:chExt cx="8085408" cy="64395"/>
            </a:xfrm>
          </p:grpSpPr>
          <p:sp>
            <p:nvSpPr>
              <p:cNvPr id="84" name="Google Shape;84;p7"/>
              <p:cNvSpPr/>
              <p:nvPr/>
            </p:nvSpPr>
            <p:spPr>
              <a:xfrm>
                <a:off x="-182925" y="4569918"/>
                <a:ext cx="79896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 name="Google Shape;85;p7"/>
              <p:cNvSpPr/>
              <p:nvPr/>
            </p:nvSpPr>
            <p:spPr>
              <a:xfrm>
                <a:off x="7789434" y="4544171"/>
                <a:ext cx="113049" cy="64395"/>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86"/>
        <p:cNvGrpSpPr/>
        <p:nvPr/>
      </p:nvGrpSpPr>
      <p:grpSpPr>
        <a:xfrm>
          <a:off x="0" y="0"/>
          <a:ext cx="0" cy="0"/>
          <a:chOff x="0" y="0"/>
          <a:chExt cx="0" cy="0"/>
        </a:xfrm>
      </p:grpSpPr>
      <p:pic>
        <p:nvPicPr>
          <p:cNvPr id="87" name="Google Shape;87;p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8" name="Google Shape;88;p8"/>
          <p:cNvSpPr txBox="1">
            <a:spLocks noGrp="1"/>
          </p:cNvSpPr>
          <p:nvPr>
            <p:ph type="title"/>
          </p:nvPr>
        </p:nvSpPr>
        <p:spPr>
          <a:xfrm>
            <a:off x="996150" y="2474600"/>
            <a:ext cx="4699200" cy="1793700"/>
          </a:xfrm>
          <a:prstGeom prst="rect">
            <a:avLst/>
          </a:prstGeom>
        </p:spPr>
        <p:txBody>
          <a:bodyPr spcFirstLastPara="1" wrap="square" lIns="91425" tIns="91425" rIns="91425" bIns="91425" anchor="b" anchorCtr="0">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89" name="Google Shape;89;p8"/>
          <p:cNvGrpSpPr/>
          <p:nvPr/>
        </p:nvGrpSpPr>
        <p:grpSpPr>
          <a:xfrm rot="-5400000">
            <a:off x="5613750" y="5901708"/>
            <a:ext cx="5634038" cy="71438"/>
            <a:chOff x="969625" y="4766808"/>
            <a:chExt cx="5634038" cy="71438"/>
          </a:xfrm>
        </p:grpSpPr>
        <p:sp>
          <p:nvSpPr>
            <p:cNvPr id="90" name="Google Shape;90;p8"/>
            <p:cNvSpPr/>
            <p:nvPr/>
          </p:nvSpPr>
          <p:spPr>
            <a:xfrm>
              <a:off x="969625" y="4795327"/>
              <a:ext cx="55278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 name="Google Shape;91;p8"/>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 name="Google Shape;92;p8"/>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93"/>
        <p:cNvGrpSpPr/>
        <p:nvPr/>
      </p:nvGrpSpPr>
      <p:grpSpPr>
        <a:xfrm>
          <a:off x="0" y="0"/>
          <a:ext cx="0" cy="0"/>
          <a:chOff x="0" y="0"/>
          <a:chExt cx="0" cy="0"/>
        </a:xfrm>
      </p:grpSpPr>
      <p:pic>
        <p:nvPicPr>
          <p:cNvPr id="94" name="Google Shape;94;p9"/>
          <p:cNvPicPr preferRelativeResize="0"/>
          <p:nvPr/>
        </p:nvPicPr>
        <p:blipFill>
          <a:blip r:embed="rId2">
            <a:alphaModFix/>
          </a:blip>
          <a:stretch>
            <a:fillRect/>
          </a:stretch>
        </p:blipFill>
        <p:spPr>
          <a:xfrm>
            <a:off x="0" y="0"/>
            <a:ext cx="9144000" cy="5143500"/>
          </a:xfrm>
          <a:prstGeom prst="rect">
            <a:avLst/>
          </a:prstGeom>
          <a:noFill/>
          <a:ln>
            <a:noFill/>
          </a:ln>
        </p:spPr>
      </p:pic>
      <p:sp>
        <p:nvSpPr>
          <p:cNvPr id="95" name="Google Shape;95;p9"/>
          <p:cNvSpPr txBox="1">
            <a:spLocks noGrp="1"/>
          </p:cNvSpPr>
          <p:nvPr>
            <p:ph type="title"/>
          </p:nvPr>
        </p:nvSpPr>
        <p:spPr>
          <a:xfrm>
            <a:off x="4135975" y="539500"/>
            <a:ext cx="4294800" cy="2095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6" name="Google Shape;96;p9"/>
          <p:cNvSpPr txBox="1">
            <a:spLocks noGrp="1"/>
          </p:cNvSpPr>
          <p:nvPr>
            <p:ph type="subTitle" idx="1"/>
          </p:nvPr>
        </p:nvSpPr>
        <p:spPr>
          <a:xfrm>
            <a:off x="4135975" y="2634775"/>
            <a:ext cx="4294800" cy="100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7" name="Google Shape;97;p9"/>
          <p:cNvGrpSpPr/>
          <p:nvPr/>
        </p:nvGrpSpPr>
        <p:grpSpPr>
          <a:xfrm rot="10800000">
            <a:off x="3697875" y="4456796"/>
            <a:ext cx="5634038" cy="71438"/>
            <a:chOff x="969625" y="4766808"/>
            <a:chExt cx="5634038" cy="71438"/>
          </a:xfrm>
        </p:grpSpPr>
        <p:sp>
          <p:nvSpPr>
            <p:cNvPr id="98" name="Google Shape;98;p9"/>
            <p:cNvSpPr/>
            <p:nvPr/>
          </p:nvSpPr>
          <p:spPr>
            <a:xfrm>
              <a:off x="969625" y="4795327"/>
              <a:ext cx="55278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 name="Google Shape;99;p9"/>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 name="Google Shape;100;p9"/>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1" name="Google Shape;101;p9"/>
          <p:cNvGrpSpPr/>
          <p:nvPr/>
        </p:nvGrpSpPr>
        <p:grpSpPr>
          <a:xfrm>
            <a:off x="-1269421" y="-1539067"/>
            <a:ext cx="4967292" cy="7392058"/>
            <a:chOff x="-1269421" y="-1539067"/>
            <a:chExt cx="4967292" cy="7392058"/>
          </a:xfrm>
        </p:grpSpPr>
        <p:sp>
          <p:nvSpPr>
            <p:cNvPr id="102" name="Google Shape;102;p9"/>
            <p:cNvSpPr/>
            <p:nvPr/>
          </p:nvSpPr>
          <p:spPr>
            <a:xfrm>
              <a:off x="-1156850" y="-1539067"/>
              <a:ext cx="1870076" cy="3409951"/>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 name="Google Shape;103;p9"/>
            <p:cNvSpPr/>
            <p:nvPr/>
          </p:nvSpPr>
          <p:spPr>
            <a:xfrm rot="5400000">
              <a:off x="-146263" y="2008857"/>
              <a:ext cx="2720976" cy="4967292"/>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04"/>
        <p:cNvGrpSpPr/>
        <p:nvPr/>
      </p:nvGrpSpPr>
      <p:grpSpPr>
        <a:xfrm>
          <a:off x="0" y="0"/>
          <a:ext cx="0" cy="0"/>
          <a:chOff x="0" y="0"/>
          <a:chExt cx="0" cy="0"/>
        </a:xfrm>
      </p:grpSpPr>
      <p:sp>
        <p:nvSpPr>
          <p:cNvPr id="105" name="Google Shape;105;p10"/>
          <p:cNvSpPr>
            <a:spLocks noGrp="1"/>
          </p:cNvSpPr>
          <p:nvPr>
            <p:ph type="pic" idx="2"/>
          </p:nvPr>
        </p:nvSpPr>
        <p:spPr>
          <a:xfrm>
            <a:off x="0" y="0"/>
            <a:ext cx="9144000" cy="5143500"/>
          </a:xfrm>
          <a:prstGeom prst="rect">
            <a:avLst/>
          </a:prstGeom>
          <a:noFill/>
          <a:ln>
            <a:noFill/>
          </a:ln>
        </p:spPr>
        <p:txBody>
          <a:bodyPr/>
          <a:lstStyle/>
          <a:p>
            <a:endParaRPr lang="vi-VN"/>
          </a:p>
        </p:txBody>
      </p:sp>
      <p:sp>
        <p:nvSpPr>
          <p:cNvPr id="106" name="Google Shape;106;p10"/>
          <p:cNvSpPr txBox="1">
            <a:spLocks noGrp="1"/>
          </p:cNvSpPr>
          <p:nvPr>
            <p:ph type="title"/>
          </p:nvPr>
        </p:nvSpPr>
        <p:spPr>
          <a:xfrm>
            <a:off x="720000" y="539500"/>
            <a:ext cx="3635400" cy="1143900"/>
          </a:xfrm>
          <a:prstGeom prst="rect">
            <a:avLst/>
          </a:prstGeom>
          <a:solidFill>
            <a:schemeClr val="dk2"/>
          </a:solidFill>
        </p:spPr>
        <p:txBody>
          <a:bodyPr spcFirstLastPara="1" wrap="square" lIns="91425" tIns="91425" rIns="91425" bIns="91425" anchor="ctr" anchorCtr="0">
            <a:noAutofit/>
          </a:bodyPr>
          <a:lstStyle>
            <a:lvl1pPr lvl="0" rtl="0">
              <a:lnSpc>
                <a:spcPct val="115000"/>
              </a:lnSpc>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07"/>
        <p:cNvGrpSpPr/>
        <p:nvPr/>
      </p:nvGrpSpPr>
      <p:grpSpPr>
        <a:xfrm>
          <a:off x="0" y="0"/>
          <a:ext cx="0" cy="0"/>
          <a:chOff x="0" y="0"/>
          <a:chExt cx="0" cy="0"/>
        </a:xfrm>
      </p:grpSpPr>
      <p:pic>
        <p:nvPicPr>
          <p:cNvPr id="108" name="Google Shape;108;p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9" name="Google Shape;109;p11"/>
          <p:cNvSpPr txBox="1">
            <a:spLocks noGrp="1"/>
          </p:cNvSpPr>
          <p:nvPr>
            <p:ph type="title" hasCustomPrompt="1"/>
          </p:nvPr>
        </p:nvSpPr>
        <p:spPr>
          <a:xfrm>
            <a:off x="1541975" y="2206088"/>
            <a:ext cx="6576000" cy="1039800"/>
          </a:xfrm>
          <a:prstGeom prst="rect">
            <a:avLst/>
          </a:prstGeom>
        </p:spPr>
        <p:txBody>
          <a:bodyPr spcFirstLastPara="1" wrap="square" lIns="91425" tIns="91425" rIns="91425" bIns="91425" anchor="b" anchorCtr="0">
            <a:noAutofit/>
          </a:bodyPr>
          <a:lstStyle>
            <a:lvl1pPr marL="0" marR="0" lvl="0" indent="0" algn="r" rtl="0">
              <a:lnSpc>
                <a:spcPct val="100000"/>
              </a:lnSpc>
              <a:spcBef>
                <a:spcPts val="0"/>
              </a:spcBef>
              <a:spcAft>
                <a:spcPts val="0"/>
              </a:spcAft>
              <a:buSzPts val="9600"/>
              <a:buNone/>
              <a:defRPr sz="60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0" name="Google Shape;110;p11"/>
          <p:cNvSpPr txBox="1">
            <a:spLocks noGrp="1"/>
          </p:cNvSpPr>
          <p:nvPr>
            <p:ph type="subTitle" idx="1"/>
          </p:nvPr>
        </p:nvSpPr>
        <p:spPr>
          <a:xfrm>
            <a:off x="1541975" y="3189563"/>
            <a:ext cx="6576000" cy="4971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11" name="Google Shape;111;p11"/>
          <p:cNvSpPr/>
          <p:nvPr/>
        </p:nvSpPr>
        <p:spPr>
          <a:xfrm>
            <a:off x="-813163" y="2810632"/>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2" name="Google Shape;112;p11"/>
          <p:cNvGrpSpPr/>
          <p:nvPr/>
        </p:nvGrpSpPr>
        <p:grpSpPr>
          <a:xfrm>
            <a:off x="677500" y="-126523"/>
            <a:ext cx="8912413" cy="4658519"/>
            <a:chOff x="677500" y="-126523"/>
            <a:chExt cx="8912413" cy="4658519"/>
          </a:xfrm>
        </p:grpSpPr>
        <p:grpSp>
          <p:nvGrpSpPr>
            <p:cNvPr id="113" name="Google Shape;113;p11"/>
            <p:cNvGrpSpPr/>
            <p:nvPr/>
          </p:nvGrpSpPr>
          <p:grpSpPr>
            <a:xfrm rot="5400000">
              <a:off x="7473850" y="723583"/>
              <a:ext cx="1771650" cy="71438"/>
              <a:chOff x="1150025" y="4460558"/>
              <a:chExt cx="1771650" cy="71438"/>
            </a:xfrm>
          </p:grpSpPr>
          <p:sp>
            <p:nvSpPr>
              <p:cNvPr id="114" name="Google Shape;114;p11"/>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 name="Google Shape;115;p11"/>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6" name="Google Shape;116;p11"/>
            <p:cNvGrpSpPr/>
            <p:nvPr/>
          </p:nvGrpSpPr>
          <p:grpSpPr>
            <a:xfrm rot="10800000">
              <a:off x="677500" y="4460558"/>
              <a:ext cx="8912413" cy="71438"/>
              <a:chOff x="-2308750" y="4879233"/>
              <a:chExt cx="8912413" cy="71438"/>
            </a:xfrm>
          </p:grpSpPr>
          <p:sp>
            <p:nvSpPr>
              <p:cNvPr id="117" name="Google Shape;117;p11"/>
              <p:cNvSpPr/>
              <p:nvPr/>
            </p:nvSpPr>
            <p:spPr>
              <a:xfrm>
                <a:off x="-2308750" y="4907750"/>
                <a:ext cx="88761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 name="Google Shape;118;p11"/>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 name="Google Shape;119;p11"/>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2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21"/>
        <p:cNvGrpSpPr/>
        <p:nvPr/>
      </p:nvGrpSpPr>
      <p:grpSpPr>
        <a:xfrm>
          <a:off x="0" y="0"/>
          <a:ext cx="0" cy="0"/>
          <a:chOff x="0" y="0"/>
          <a:chExt cx="0" cy="0"/>
        </a:xfrm>
      </p:grpSpPr>
      <p:pic>
        <p:nvPicPr>
          <p:cNvPr id="122" name="Google Shape;122;p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3" name="Google Shape;123;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b="0">
                <a:latin typeface="DM Sans ExtraBold"/>
                <a:ea typeface="DM Sans ExtraBold"/>
                <a:cs typeface="DM Sans ExtraBold"/>
                <a:sym typeface="DM Sans Extra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4" name="Google Shape;124;p13"/>
          <p:cNvSpPr txBox="1">
            <a:spLocks noGrp="1"/>
          </p:cNvSpPr>
          <p:nvPr>
            <p:ph type="subTitle" idx="1"/>
          </p:nvPr>
        </p:nvSpPr>
        <p:spPr>
          <a:xfrm>
            <a:off x="713225" y="2057075"/>
            <a:ext cx="23055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25" name="Google Shape;125;p13"/>
          <p:cNvSpPr txBox="1">
            <a:spLocks noGrp="1"/>
          </p:cNvSpPr>
          <p:nvPr>
            <p:ph type="subTitle" idx="2"/>
          </p:nvPr>
        </p:nvSpPr>
        <p:spPr>
          <a:xfrm>
            <a:off x="713225" y="3603302"/>
            <a:ext cx="23055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26" name="Google Shape;126;p13"/>
          <p:cNvSpPr txBox="1">
            <a:spLocks noGrp="1"/>
          </p:cNvSpPr>
          <p:nvPr>
            <p:ph type="subTitle" idx="3"/>
          </p:nvPr>
        </p:nvSpPr>
        <p:spPr>
          <a:xfrm>
            <a:off x="3419250" y="3603302"/>
            <a:ext cx="23055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27" name="Google Shape;127;p13"/>
          <p:cNvSpPr txBox="1">
            <a:spLocks noGrp="1"/>
          </p:cNvSpPr>
          <p:nvPr>
            <p:ph type="subTitle" idx="4"/>
          </p:nvPr>
        </p:nvSpPr>
        <p:spPr>
          <a:xfrm>
            <a:off x="3419250" y="2057075"/>
            <a:ext cx="23055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28" name="Google Shape;128;p13"/>
          <p:cNvSpPr txBox="1">
            <a:spLocks noGrp="1"/>
          </p:cNvSpPr>
          <p:nvPr>
            <p:ph type="title" idx="5" hasCustomPrompt="1"/>
          </p:nvPr>
        </p:nvSpPr>
        <p:spPr>
          <a:xfrm>
            <a:off x="1415375" y="1191725"/>
            <a:ext cx="901200" cy="616800"/>
          </a:xfrm>
          <a:prstGeom prst="rect">
            <a:avLst/>
          </a:prstGeom>
          <a:noFill/>
        </p:spPr>
        <p:txBody>
          <a:bodyPr spcFirstLastPara="1" wrap="square" lIns="91425" tIns="91425" rIns="91425" bIns="91425" anchor="b" anchorCtr="0">
            <a:noAutofit/>
          </a:bodyPr>
          <a:lstStyle>
            <a:lvl1pPr lvl="0" algn="ctr" rtl="0">
              <a:lnSpc>
                <a:spcPct val="115000"/>
              </a:lnSpc>
              <a:spcBef>
                <a:spcPts val="0"/>
              </a:spcBef>
              <a:spcAft>
                <a:spcPts val="0"/>
              </a:spcAft>
              <a:buSzPts val="3000"/>
              <a:buNone/>
              <a:defRPr sz="2200" b="0">
                <a:solidFill>
                  <a:schemeClr val="lt1"/>
                </a:solidFill>
                <a:latin typeface="DM Sans ExtraBold"/>
                <a:ea typeface="DM Sans ExtraBold"/>
                <a:cs typeface="DM Sans ExtraBold"/>
                <a:sym typeface="DM Sans Extra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9" name="Google Shape;129;p13"/>
          <p:cNvSpPr txBox="1">
            <a:spLocks noGrp="1"/>
          </p:cNvSpPr>
          <p:nvPr>
            <p:ph type="title" idx="6" hasCustomPrompt="1"/>
          </p:nvPr>
        </p:nvSpPr>
        <p:spPr>
          <a:xfrm>
            <a:off x="4121400" y="2738100"/>
            <a:ext cx="901200" cy="616800"/>
          </a:xfrm>
          <a:prstGeom prst="rect">
            <a:avLst/>
          </a:prstGeom>
          <a:noFill/>
        </p:spPr>
        <p:txBody>
          <a:bodyPr spcFirstLastPara="1" wrap="square" lIns="91425" tIns="91425" rIns="91425" bIns="91425" anchor="b" anchorCtr="0">
            <a:noAutofit/>
          </a:bodyPr>
          <a:lstStyle>
            <a:lvl1pPr lvl="0" algn="ctr" rtl="0">
              <a:lnSpc>
                <a:spcPct val="115000"/>
              </a:lnSpc>
              <a:spcBef>
                <a:spcPts val="0"/>
              </a:spcBef>
              <a:spcAft>
                <a:spcPts val="0"/>
              </a:spcAft>
              <a:buSzPts val="3000"/>
              <a:buNone/>
              <a:defRPr sz="2200" b="0">
                <a:solidFill>
                  <a:schemeClr val="lt1"/>
                </a:solidFill>
                <a:latin typeface="DM Sans ExtraBold"/>
                <a:ea typeface="DM Sans ExtraBold"/>
                <a:cs typeface="DM Sans ExtraBold"/>
                <a:sym typeface="DM Sans Extra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0" name="Google Shape;130;p13"/>
          <p:cNvSpPr txBox="1">
            <a:spLocks noGrp="1"/>
          </p:cNvSpPr>
          <p:nvPr>
            <p:ph type="title" idx="7" hasCustomPrompt="1"/>
          </p:nvPr>
        </p:nvSpPr>
        <p:spPr>
          <a:xfrm>
            <a:off x="1415375" y="2738100"/>
            <a:ext cx="901200" cy="616800"/>
          </a:xfrm>
          <a:prstGeom prst="rect">
            <a:avLst/>
          </a:prstGeom>
          <a:noFill/>
        </p:spPr>
        <p:txBody>
          <a:bodyPr spcFirstLastPara="1" wrap="square" lIns="91425" tIns="91425" rIns="91425" bIns="91425" anchor="b" anchorCtr="0">
            <a:noAutofit/>
          </a:bodyPr>
          <a:lstStyle>
            <a:lvl1pPr lvl="0" algn="ctr" rtl="0">
              <a:lnSpc>
                <a:spcPct val="115000"/>
              </a:lnSpc>
              <a:spcBef>
                <a:spcPts val="0"/>
              </a:spcBef>
              <a:spcAft>
                <a:spcPts val="0"/>
              </a:spcAft>
              <a:buSzPts val="3000"/>
              <a:buNone/>
              <a:defRPr sz="2200" b="0">
                <a:solidFill>
                  <a:schemeClr val="lt1"/>
                </a:solidFill>
                <a:latin typeface="DM Sans ExtraBold"/>
                <a:ea typeface="DM Sans ExtraBold"/>
                <a:cs typeface="DM Sans ExtraBold"/>
                <a:sym typeface="DM Sans Extra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1" name="Google Shape;131;p13"/>
          <p:cNvSpPr txBox="1">
            <a:spLocks noGrp="1"/>
          </p:cNvSpPr>
          <p:nvPr>
            <p:ph type="title" idx="8" hasCustomPrompt="1"/>
          </p:nvPr>
        </p:nvSpPr>
        <p:spPr>
          <a:xfrm>
            <a:off x="4121400" y="1191725"/>
            <a:ext cx="901200" cy="616800"/>
          </a:xfrm>
          <a:prstGeom prst="rect">
            <a:avLst/>
          </a:prstGeom>
          <a:noFill/>
        </p:spPr>
        <p:txBody>
          <a:bodyPr spcFirstLastPara="1" wrap="square" lIns="91425" tIns="91425" rIns="91425" bIns="91425" anchor="b" anchorCtr="0">
            <a:noAutofit/>
          </a:bodyPr>
          <a:lstStyle>
            <a:lvl1pPr lvl="0" algn="ctr" rtl="0">
              <a:lnSpc>
                <a:spcPct val="115000"/>
              </a:lnSpc>
              <a:spcBef>
                <a:spcPts val="0"/>
              </a:spcBef>
              <a:spcAft>
                <a:spcPts val="0"/>
              </a:spcAft>
              <a:buSzPts val="3000"/>
              <a:buNone/>
              <a:defRPr sz="2200" b="0">
                <a:solidFill>
                  <a:schemeClr val="lt1"/>
                </a:solidFill>
                <a:latin typeface="DM Sans ExtraBold"/>
                <a:ea typeface="DM Sans ExtraBold"/>
                <a:cs typeface="DM Sans ExtraBold"/>
                <a:sym typeface="DM Sans Extra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2" name="Google Shape;132;p13"/>
          <p:cNvSpPr txBox="1">
            <a:spLocks noGrp="1"/>
          </p:cNvSpPr>
          <p:nvPr>
            <p:ph type="subTitle" idx="9"/>
          </p:nvPr>
        </p:nvSpPr>
        <p:spPr>
          <a:xfrm>
            <a:off x="6125275" y="3603302"/>
            <a:ext cx="23055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33" name="Google Shape;133;p13"/>
          <p:cNvSpPr txBox="1">
            <a:spLocks noGrp="1"/>
          </p:cNvSpPr>
          <p:nvPr>
            <p:ph type="subTitle" idx="13"/>
          </p:nvPr>
        </p:nvSpPr>
        <p:spPr>
          <a:xfrm>
            <a:off x="6125275" y="2057075"/>
            <a:ext cx="23055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34" name="Google Shape;134;p13"/>
          <p:cNvSpPr txBox="1">
            <a:spLocks noGrp="1"/>
          </p:cNvSpPr>
          <p:nvPr>
            <p:ph type="title" idx="14" hasCustomPrompt="1"/>
          </p:nvPr>
        </p:nvSpPr>
        <p:spPr>
          <a:xfrm>
            <a:off x="6827425" y="2738100"/>
            <a:ext cx="901200" cy="616800"/>
          </a:xfrm>
          <a:prstGeom prst="rect">
            <a:avLst/>
          </a:prstGeom>
          <a:noFill/>
        </p:spPr>
        <p:txBody>
          <a:bodyPr spcFirstLastPara="1" wrap="square" lIns="91425" tIns="91425" rIns="91425" bIns="91425" anchor="b" anchorCtr="0">
            <a:noAutofit/>
          </a:bodyPr>
          <a:lstStyle>
            <a:lvl1pPr lvl="0" algn="ctr" rtl="0">
              <a:lnSpc>
                <a:spcPct val="115000"/>
              </a:lnSpc>
              <a:spcBef>
                <a:spcPts val="0"/>
              </a:spcBef>
              <a:spcAft>
                <a:spcPts val="0"/>
              </a:spcAft>
              <a:buSzPts val="3000"/>
              <a:buNone/>
              <a:defRPr sz="2200" b="0">
                <a:solidFill>
                  <a:schemeClr val="lt1"/>
                </a:solidFill>
                <a:latin typeface="DM Sans ExtraBold"/>
                <a:ea typeface="DM Sans ExtraBold"/>
                <a:cs typeface="DM Sans ExtraBold"/>
                <a:sym typeface="DM Sans Extra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5" name="Google Shape;135;p13"/>
          <p:cNvSpPr txBox="1">
            <a:spLocks noGrp="1"/>
          </p:cNvSpPr>
          <p:nvPr>
            <p:ph type="title" idx="15" hasCustomPrompt="1"/>
          </p:nvPr>
        </p:nvSpPr>
        <p:spPr>
          <a:xfrm>
            <a:off x="6827425" y="1191725"/>
            <a:ext cx="901200" cy="616800"/>
          </a:xfrm>
          <a:prstGeom prst="rect">
            <a:avLst/>
          </a:prstGeom>
          <a:noFill/>
        </p:spPr>
        <p:txBody>
          <a:bodyPr spcFirstLastPara="1" wrap="square" lIns="91425" tIns="91425" rIns="91425" bIns="91425" anchor="b" anchorCtr="0">
            <a:noAutofit/>
          </a:bodyPr>
          <a:lstStyle>
            <a:lvl1pPr lvl="0" algn="ctr" rtl="0">
              <a:lnSpc>
                <a:spcPct val="115000"/>
              </a:lnSpc>
              <a:spcBef>
                <a:spcPts val="0"/>
              </a:spcBef>
              <a:spcAft>
                <a:spcPts val="0"/>
              </a:spcAft>
              <a:buSzPts val="3000"/>
              <a:buNone/>
              <a:defRPr sz="2200" b="0">
                <a:solidFill>
                  <a:schemeClr val="lt1"/>
                </a:solidFill>
                <a:latin typeface="DM Sans ExtraBold"/>
                <a:ea typeface="DM Sans ExtraBold"/>
                <a:cs typeface="DM Sans ExtraBold"/>
                <a:sym typeface="DM Sans Extra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6" name="Google Shape;136;p13"/>
          <p:cNvSpPr txBox="1">
            <a:spLocks noGrp="1"/>
          </p:cNvSpPr>
          <p:nvPr>
            <p:ph type="subTitle" idx="16"/>
          </p:nvPr>
        </p:nvSpPr>
        <p:spPr>
          <a:xfrm>
            <a:off x="713225" y="1775675"/>
            <a:ext cx="2305500" cy="385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400"/>
              <a:buFont typeface="DM Sans"/>
              <a:buNone/>
              <a:defRPr sz="2000">
                <a:latin typeface="DM Sans ExtraBold"/>
                <a:ea typeface="DM Sans ExtraBold"/>
                <a:cs typeface="DM Sans ExtraBold"/>
                <a:sym typeface="DM Sans ExtraBold"/>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37" name="Google Shape;137;p13"/>
          <p:cNvSpPr txBox="1">
            <a:spLocks noGrp="1"/>
          </p:cNvSpPr>
          <p:nvPr>
            <p:ph type="subTitle" idx="17"/>
          </p:nvPr>
        </p:nvSpPr>
        <p:spPr>
          <a:xfrm>
            <a:off x="713225" y="3321898"/>
            <a:ext cx="2305500" cy="385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400"/>
              <a:buFont typeface="DM Sans"/>
              <a:buNone/>
              <a:defRPr sz="2000">
                <a:latin typeface="DM Sans ExtraBold"/>
                <a:ea typeface="DM Sans ExtraBold"/>
                <a:cs typeface="DM Sans ExtraBold"/>
                <a:sym typeface="DM Sans ExtraBold"/>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38" name="Google Shape;138;p13"/>
          <p:cNvSpPr txBox="1">
            <a:spLocks noGrp="1"/>
          </p:cNvSpPr>
          <p:nvPr>
            <p:ph type="subTitle" idx="18"/>
          </p:nvPr>
        </p:nvSpPr>
        <p:spPr>
          <a:xfrm>
            <a:off x="3419250" y="3321898"/>
            <a:ext cx="2305500" cy="385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400"/>
              <a:buFont typeface="DM Sans"/>
              <a:buNone/>
              <a:defRPr sz="2000">
                <a:latin typeface="DM Sans ExtraBold"/>
                <a:ea typeface="DM Sans ExtraBold"/>
                <a:cs typeface="DM Sans ExtraBold"/>
                <a:sym typeface="DM Sans ExtraBold"/>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39" name="Google Shape;139;p13"/>
          <p:cNvSpPr txBox="1">
            <a:spLocks noGrp="1"/>
          </p:cNvSpPr>
          <p:nvPr>
            <p:ph type="subTitle" idx="19"/>
          </p:nvPr>
        </p:nvSpPr>
        <p:spPr>
          <a:xfrm>
            <a:off x="3419250" y="1775675"/>
            <a:ext cx="2305500" cy="385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400"/>
              <a:buFont typeface="DM Sans"/>
              <a:buNone/>
              <a:defRPr sz="2000">
                <a:latin typeface="DM Sans ExtraBold"/>
                <a:ea typeface="DM Sans ExtraBold"/>
                <a:cs typeface="DM Sans ExtraBold"/>
                <a:sym typeface="DM Sans ExtraBold"/>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40" name="Google Shape;140;p13"/>
          <p:cNvSpPr txBox="1">
            <a:spLocks noGrp="1"/>
          </p:cNvSpPr>
          <p:nvPr>
            <p:ph type="subTitle" idx="20"/>
          </p:nvPr>
        </p:nvSpPr>
        <p:spPr>
          <a:xfrm>
            <a:off x="6125275" y="3321898"/>
            <a:ext cx="2305500" cy="385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400"/>
              <a:buFont typeface="DM Sans"/>
              <a:buNone/>
              <a:defRPr sz="2000">
                <a:latin typeface="DM Sans ExtraBold"/>
                <a:ea typeface="DM Sans ExtraBold"/>
                <a:cs typeface="DM Sans ExtraBold"/>
                <a:sym typeface="DM Sans ExtraBold"/>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41" name="Google Shape;141;p13"/>
          <p:cNvSpPr txBox="1">
            <a:spLocks noGrp="1"/>
          </p:cNvSpPr>
          <p:nvPr>
            <p:ph type="subTitle" idx="21"/>
          </p:nvPr>
        </p:nvSpPr>
        <p:spPr>
          <a:xfrm>
            <a:off x="6125275" y="1775675"/>
            <a:ext cx="2305500" cy="385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400"/>
              <a:buFont typeface="DM Sans"/>
              <a:buNone/>
              <a:defRPr sz="2000">
                <a:latin typeface="DM Sans ExtraBold"/>
                <a:ea typeface="DM Sans ExtraBold"/>
                <a:cs typeface="DM Sans ExtraBold"/>
                <a:sym typeface="DM Sans ExtraBold"/>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grpSp>
        <p:nvGrpSpPr>
          <p:cNvPr id="142" name="Google Shape;142;p13"/>
          <p:cNvGrpSpPr/>
          <p:nvPr/>
        </p:nvGrpSpPr>
        <p:grpSpPr>
          <a:xfrm rot="5400000">
            <a:off x="-2432457" y="1770414"/>
            <a:ext cx="5611922" cy="64395"/>
            <a:chOff x="2290561" y="4544171"/>
            <a:chExt cx="5611922" cy="64395"/>
          </a:xfrm>
        </p:grpSpPr>
        <p:sp>
          <p:nvSpPr>
            <p:cNvPr id="143" name="Google Shape;143;p13"/>
            <p:cNvSpPr/>
            <p:nvPr/>
          </p:nvSpPr>
          <p:spPr>
            <a:xfrm>
              <a:off x="2290561" y="4569922"/>
              <a:ext cx="55161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 name="Google Shape;144;p13"/>
            <p:cNvSpPr/>
            <p:nvPr/>
          </p:nvSpPr>
          <p:spPr>
            <a:xfrm>
              <a:off x="7789434" y="4544171"/>
              <a:ext cx="113049" cy="64395"/>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45" name="Google Shape;145;p13"/>
          <p:cNvSpPr/>
          <p:nvPr/>
        </p:nvSpPr>
        <p:spPr>
          <a:xfrm rot="5400000">
            <a:off x="-370272" y="3596151"/>
            <a:ext cx="2452727" cy="4477588"/>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9">
    <p:spTree>
      <p:nvGrpSpPr>
        <p:cNvPr id="1" name="Shape 146"/>
        <p:cNvGrpSpPr/>
        <p:nvPr/>
      </p:nvGrpSpPr>
      <p:grpSpPr>
        <a:xfrm>
          <a:off x="0" y="0"/>
          <a:ext cx="0" cy="0"/>
          <a:chOff x="0" y="0"/>
          <a:chExt cx="0" cy="0"/>
        </a:xfrm>
      </p:grpSpPr>
      <p:pic>
        <p:nvPicPr>
          <p:cNvPr id="147" name="Google Shape;147;p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8" name="Google Shape;148;p14"/>
          <p:cNvSpPr txBox="1">
            <a:spLocks noGrp="1"/>
          </p:cNvSpPr>
          <p:nvPr>
            <p:ph type="title"/>
          </p:nvPr>
        </p:nvSpPr>
        <p:spPr>
          <a:xfrm>
            <a:off x="1134950" y="896900"/>
            <a:ext cx="3519600" cy="1473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9" name="Google Shape;149;p14"/>
          <p:cNvSpPr txBox="1">
            <a:spLocks noGrp="1"/>
          </p:cNvSpPr>
          <p:nvPr>
            <p:ph type="subTitle" idx="1"/>
          </p:nvPr>
        </p:nvSpPr>
        <p:spPr>
          <a:xfrm>
            <a:off x="1134950" y="2370225"/>
            <a:ext cx="3519600" cy="1116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0" name="Google Shape;150;p14"/>
          <p:cNvSpPr>
            <a:spLocks noGrp="1"/>
          </p:cNvSpPr>
          <p:nvPr>
            <p:ph type="pic" idx="2"/>
          </p:nvPr>
        </p:nvSpPr>
        <p:spPr>
          <a:xfrm>
            <a:off x="5112775" y="533863"/>
            <a:ext cx="2910000" cy="4075800"/>
          </a:xfrm>
          <a:prstGeom prst="rect">
            <a:avLst/>
          </a:prstGeom>
          <a:noFill/>
          <a:ln>
            <a:noFill/>
          </a:ln>
        </p:spPr>
        <p:txBody>
          <a:bodyPr/>
          <a:lstStyle/>
          <a:p>
            <a:endParaRPr lang="vi-VN"/>
          </a:p>
        </p:txBody>
      </p:sp>
      <p:grpSp>
        <p:nvGrpSpPr>
          <p:cNvPr id="151" name="Google Shape;151;p14"/>
          <p:cNvGrpSpPr/>
          <p:nvPr/>
        </p:nvGrpSpPr>
        <p:grpSpPr>
          <a:xfrm rot="5400000">
            <a:off x="-4082112" y="651583"/>
            <a:ext cx="8912413" cy="71438"/>
            <a:chOff x="-2308750" y="4879233"/>
            <a:chExt cx="8912413" cy="71438"/>
          </a:xfrm>
        </p:grpSpPr>
        <p:sp>
          <p:nvSpPr>
            <p:cNvPr id="152" name="Google Shape;152;p14"/>
            <p:cNvSpPr/>
            <p:nvPr/>
          </p:nvSpPr>
          <p:spPr>
            <a:xfrm>
              <a:off x="-2308750" y="4907750"/>
              <a:ext cx="88761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 name="Google Shape;153;p14"/>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 name="Google Shape;154;p14"/>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5" name="Google Shape;155;p14"/>
          <p:cNvGrpSpPr/>
          <p:nvPr/>
        </p:nvGrpSpPr>
        <p:grpSpPr>
          <a:xfrm>
            <a:off x="-3158952" y="-2761668"/>
            <a:ext cx="14310715" cy="8500853"/>
            <a:chOff x="-3158952" y="-2761668"/>
            <a:chExt cx="14310715" cy="8500853"/>
          </a:xfrm>
        </p:grpSpPr>
        <p:sp>
          <p:nvSpPr>
            <p:cNvPr id="156" name="Google Shape;156;p14"/>
            <p:cNvSpPr/>
            <p:nvPr/>
          </p:nvSpPr>
          <p:spPr>
            <a:xfrm rot="-5400000">
              <a:off x="-1420638" y="2510207"/>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 name="Google Shape;157;p14"/>
            <p:cNvSpPr/>
            <p:nvPr/>
          </p:nvSpPr>
          <p:spPr>
            <a:xfrm>
              <a:off x="8430787" y="-2761668"/>
              <a:ext cx="2720976" cy="4967292"/>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11">
    <p:spTree>
      <p:nvGrpSpPr>
        <p:cNvPr id="1" name="Shape 158"/>
        <p:cNvGrpSpPr/>
        <p:nvPr/>
      </p:nvGrpSpPr>
      <p:grpSpPr>
        <a:xfrm>
          <a:off x="0" y="0"/>
          <a:ext cx="0" cy="0"/>
          <a:chOff x="0" y="0"/>
          <a:chExt cx="0" cy="0"/>
        </a:xfrm>
      </p:grpSpPr>
      <p:pic>
        <p:nvPicPr>
          <p:cNvPr id="159" name="Google Shape;159;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 name="Google Shape;160;p1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b="0">
                <a:latin typeface="DM Sans ExtraBold"/>
                <a:ea typeface="DM Sans ExtraBold"/>
                <a:cs typeface="DM Sans ExtraBold"/>
                <a:sym typeface="DM Sans ExtraBold"/>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161" name="Google Shape;161;p15"/>
          <p:cNvSpPr txBox="1">
            <a:spLocks noGrp="1"/>
          </p:cNvSpPr>
          <p:nvPr>
            <p:ph type="subTitle" idx="1"/>
          </p:nvPr>
        </p:nvSpPr>
        <p:spPr>
          <a:xfrm>
            <a:off x="720000" y="1162975"/>
            <a:ext cx="7710600" cy="840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1"/>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162" name="Google Shape;162;p15"/>
          <p:cNvGrpSpPr/>
          <p:nvPr/>
        </p:nvGrpSpPr>
        <p:grpSpPr>
          <a:xfrm>
            <a:off x="-1116563" y="-951167"/>
            <a:ext cx="12856953" cy="9005240"/>
            <a:chOff x="-1116563" y="-951167"/>
            <a:chExt cx="12856953" cy="9005240"/>
          </a:xfrm>
        </p:grpSpPr>
        <p:sp>
          <p:nvSpPr>
            <p:cNvPr id="163" name="Google Shape;163;p15"/>
            <p:cNvSpPr/>
            <p:nvPr/>
          </p:nvSpPr>
          <p:spPr>
            <a:xfrm>
              <a:off x="-1116563" y="3086782"/>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4" name="Google Shape;164;p15"/>
            <p:cNvSpPr/>
            <p:nvPr/>
          </p:nvSpPr>
          <p:spPr>
            <a:xfrm rot="-5400000">
              <a:off x="8511412" y="-2689481"/>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5" name="Google Shape;165;p15"/>
          <p:cNvGrpSpPr/>
          <p:nvPr/>
        </p:nvGrpSpPr>
        <p:grpSpPr>
          <a:xfrm rot="-5400000">
            <a:off x="5929618" y="3313264"/>
            <a:ext cx="5611922" cy="64395"/>
            <a:chOff x="2290561" y="4544171"/>
            <a:chExt cx="5611922" cy="64395"/>
          </a:xfrm>
        </p:grpSpPr>
        <p:sp>
          <p:nvSpPr>
            <p:cNvPr id="166" name="Google Shape;166;p15"/>
            <p:cNvSpPr/>
            <p:nvPr/>
          </p:nvSpPr>
          <p:spPr>
            <a:xfrm>
              <a:off x="2290561" y="4569922"/>
              <a:ext cx="55161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7" name="Google Shape;167;p15"/>
            <p:cNvSpPr/>
            <p:nvPr/>
          </p:nvSpPr>
          <p:spPr>
            <a:xfrm>
              <a:off x="7789434" y="4544171"/>
              <a:ext cx="113049" cy="64395"/>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2">
  <p:cSld name="CUSTOM_11_1">
    <p:spTree>
      <p:nvGrpSpPr>
        <p:cNvPr id="1" name="Shape 168"/>
        <p:cNvGrpSpPr/>
        <p:nvPr/>
      </p:nvGrpSpPr>
      <p:grpSpPr>
        <a:xfrm>
          <a:off x="0" y="0"/>
          <a:ext cx="0" cy="0"/>
          <a:chOff x="0" y="0"/>
          <a:chExt cx="0" cy="0"/>
        </a:xfrm>
      </p:grpSpPr>
      <p:pic>
        <p:nvPicPr>
          <p:cNvPr id="169" name="Google Shape;169;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0" name="Google Shape;170;p1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b="0">
                <a:latin typeface="DM Sans ExtraBold"/>
                <a:ea typeface="DM Sans ExtraBold"/>
                <a:cs typeface="DM Sans ExtraBold"/>
                <a:sym typeface="DM Sans Extra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1" name="Google Shape;171;p16"/>
          <p:cNvSpPr txBox="1">
            <a:spLocks noGrp="1"/>
          </p:cNvSpPr>
          <p:nvPr>
            <p:ph type="subTitle" idx="1"/>
          </p:nvPr>
        </p:nvSpPr>
        <p:spPr>
          <a:xfrm>
            <a:off x="720000" y="1149525"/>
            <a:ext cx="7710600" cy="2362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1"/>
              </a:buClr>
              <a:buSzPts val="1400"/>
              <a:buFont typeface="Arial"/>
              <a:buChar char="●"/>
              <a:defRPr/>
            </a:lvl1pPr>
            <a:lvl2pPr lvl="1" algn="ctr" rtl="0">
              <a:lnSpc>
                <a:spcPct val="100000"/>
              </a:lnSpc>
              <a:spcBef>
                <a:spcPts val="0"/>
              </a:spcBef>
              <a:spcAft>
                <a:spcPts val="0"/>
              </a:spcAft>
              <a:buClr>
                <a:srgbClr val="000000"/>
              </a:buClr>
              <a:buSzPts val="1400"/>
              <a:buFont typeface="Arial"/>
              <a:buChar char="○"/>
              <a:defRPr/>
            </a:lvl2pPr>
            <a:lvl3pPr lvl="2" algn="ctr" rtl="0">
              <a:lnSpc>
                <a:spcPct val="100000"/>
              </a:lnSpc>
              <a:spcBef>
                <a:spcPts val="0"/>
              </a:spcBef>
              <a:spcAft>
                <a:spcPts val="0"/>
              </a:spcAft>
              <a:buClr>
                <a:srgbClr val="000000"/>
              </a:buClr>
              <a:buSzPts val="1400"/>
              <a:buFont typeface="Arial"/>
              <a:buChar char="■"/>
              <a:defRPr/>
            </a:lvl3pPr>
            <a:lvl4pPr lvl="3" algn="ctr" rtl="0">
              <a:lnSpc>
                <a:spcPct val="100000"/>
              </a:lnSpc>
              <a:spcBef>
                <a:spcPts val="0"/>
              </a:spcBef>
              <a:spcAft>
                <a:spcPts val="0"/>
              </a:spcAft>
              <a:buClr>
                <a:srgbClr val="000000"/>
              </a:buClr>
              <a:buSzPts val="1400"/>
              <a:buFont typeface="Arial"/>
              <a:buChar char="●"/>
              <a:defRPr/>
            </a:lvl4pPr>
            <a:lvl5pPr lvl="4" algn="ctr" rtl="0">
              <a:lnSpc>
                <a:spcPct val="100000"/>
              </a:lnSpc>
              <a:spcBef>
                <a:spcPts val="0"/>
              </a:spcBef>
              <a:spcAft>
                <a:spcPts val="0"/>
              </a:spcAft>
              <a:buClr>
                <a:srgbClr val="000000"/>
              </a:buClr>
              <a:buSzPts val="1400"/>
              <a:buFont typeface="Arial"/>
              <a:buChar char="○"/>
              <a:defRPr/>
            </a:lvl5pPr>
            <a:lvl6pPr lvl="5" algn="ctr" rtl="0">
              <a:lnSpc>
                <a:spcPct val="100000"/>
              </a:lnSpc>
              <a:spcBef>
                <a:spcPts val="0"/>
              </a:spcBef>
              <a:spcAft>
                <a:spcPts val="0"/>
              </a:spcAft>
              <a:buClr>
                <a:srgbClr val="000000"/>
              </a:buClr>
              <a:buSzPts val="1400"/>
              <a:buFont typeface="Arial"/>
              <a:buChar char="■"/>
              <a:defRPr/>
            </a:lvl6pPr>
            <a:lvl7pPr lvl="6" algn="ctr" rtl="0">
              <a:lnSpc>
                <a:spcPct val="100000"/>
              </a:lnSpc>
              <a:spcBef>
                <a:spcPts val="0"/>
              </a:spcBef>
              <a:spcAft>
                <a:spcPts val="0"/>
              </a:spcAft>
              <a:buClr>
                <a:srgbClr val="000000"/>
              </a:buClr>
              <a:buSzPts val="1400"/>
              <a:buFont typeface="Arial"/>
              <a:buChar char="●"/>
              <a:defRPr/>
            </a:lvl7pPr>
            <a:lvl8pPr lvl="7" algn="ctr" rtl="0">
              <a:lnSpc>
                <a:spcPct val="100000"/>
              </a:lnSpc>
              <a:spcBef>
                <a:spcPts val="0"/>
              </a:spcBef>
              <a:spcAft>
                <a:spcPts val="0"/>
              </a:spcAft>
              <a:buClr>
                <a:srgbClr val="000000"/>
              </a:buClr>
              <a:buSzPts val="1400"/>
              <a:buFont typeface="Arial"/>
              <a:buChar char="○"/>
              <a:defRPr/>
            </a:lvl8pPr>
            <a:lvl9pPr lvl="8" algn="ctr" rtl="0">
              <a:lnSpc>
                <a:spcPct val="100000"/>
              </a:lnSpc>
              <a:spcBef>
                <a:spcPts val="0"/>
              </a:spcBef>
              <a:spcAft>
                <a:spcPts val="0"/>
              </a:spcAft>
              <a:buClr>
                <a:srgbClr val="000000"/>
              </a:buClr>
              <a:buSzPts val="1400"/>
              <a:buFont typeface="Arial"/>
              <a:buChar char="■"/>
              <a:defRPr/>
            </a:lvl9pPr>
          </a:lstStyle>
          <a:p>
            <a:endParaRPr/>
          </a:p>
        </p:txBody>
      </p:sp>
      <p:sp>
        <p:nvSpPr>
          <p:cNvPr id="172" name="Google Shape;172;p16"/>
          <p:cNvSpPr/>
          <p:nvPr/>
        </p:nvSpPr>
        <p:spPr>
          <a:xfrm rot="-5400000">
            <a:off x="356437" y="2870270"/>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3" name="Google Shape;173;p16"/>
          <p:cNvGrpSpPr/>
          <p:nvPr/>
        </p:nvGrpSpPr>
        <p:grpSpPr>
          <a:xfrm rot="-5400000">
            <a:off x="758575" y="5458683"/>
            <a:ext cx="1771650" cy="71438"/>
            <a:chOff x="1150025" y="4460558"/>
            <a:chExt cx="1771650" cy="71438"/>
          </a:xfrm>
        </p:grpSpPr>
        <p:sp>
          <p:nvSpPr>
            <p:cNvPr id="174" name="Google Shape;174;p16"/>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 name="Google Shape;175;p16"/>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
  <p:cSld name="CUSTOM_6_1">
    <p:spTree>
      <p:nvGrpSpPr>
        <p:cNvPr id="1" name="Shape 176"/>
        <p:cNvGrpSpPr/>
        <p:nvPr/>
      </p:nvGrpSpPr>
      <p:grpSpPr>
        <a:xfrm>
          <a:off x="0" y="0"/>
          <a:ext cx="0" cy="0"/>
          <a:chOff x="0" y="0"/>
          <a:chExt cx="0" cy="0"/>
        </a:xfrm>
      </p:grpSpPr>
      <p:pic>
        <p:nvPicPr>
          <p:cNvPr id="177" name="Google Shape;177;p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8" name="Google Shape;178;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b="0">
                <a:latin typeface="DM Sans ExtraBold"/>
                <a:ea typeface="DM Sans ExtraBold"/>
                <a:cs typeface="DM Sans ExtraBold"/>
                <a:sym typeface="DM Sans Extra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9" name="Google Shape;179;p17"/>
          <p:cNvSpPr txBox="1">
            <a:spLocks noGrp="1"/>
          </p:cNvSpPr>
          <p:nvPr>
            <p:ph type="subTitle" idx="1"/>
          </p:nvPr>
        </p:nvSpPr>
        <p:spPr>
          <a:xfrm>
            <a:off x="720025" y="1645617"/>
            <a:ext cx="7704000" cy="530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180" name="Google Shape;180;p17"/>
          <p:cNvSpPr txBox="1">
            <a:spLocks noGrp="1"/>
          </p:cNvSpPr>
          <p:nvPr>
            <p:ph type="subTitle" idx="2"/>
          </p:nvPr>
        </p:nvSpPr>
        <p:spPr>
          <a:xfrm>
            <a:off x="720025" y="2767309"/>
            <a:ext cx="7704000" cy="527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181" name="Google Shape;181;p17"/>
          <p:cNvSpPr txBox="1">
            <a:spLocks noGrp="1"/>
          </p:cNvSpPr>
          <p:nvPr>
            <p:ph type="subTitle" idx="3"/>
          </p:nvPr>
        </p:nvSpPr>
        <p:spPr>
          <a:xfrm>
            <a:off x="720025" y="3886300"/>
            <a:ext cx="7704000" cy="527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182" name="Google Shape;182;p17"/>
          <p:cNvSpPr txBox="1">
            <a:spLocks noGrp="1"/>
          </p:cNvSpPr>
          <p:nvPr>
            <p:ph type="subTitle" idx="4"/>
          </p:nvPr>
        </p:nvSpPr>
        <p:spPr>
          <a:xfrm>
            <a:off x="720025" y="1232826"/>
            <a:ext cx="7704000" cy="5304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DM Sans"/>
              <a:buNone/>
              <a:defRPr sz="2000">
                <a:latin typeface="DM Sans ExtraBold"/>
                <a:ea typeface="DM Sans ExtraBold"/>
                <a:cs typeface="DM Sans ExtraBold"/>
                <a:sym typeface="DM Sans ExtraBold"/>
              </a:defRPr>
            </a:lvl1pPr>
            <a:lvl2pPr lvl="1" rtl="0">
              <a:lnSpc>
                <a:spcPct val="115000"/>
              </a:lnSpc>
              <a:spcBef>
                <a:spcPts val="0"/>
              </a:spcBef>
              <a:spcAft>
                <a:spcPts val="0"/>
              </a:spcAft>
              <a:buSzPts val="2400"/>
              <a:buFont typeface="DM Sans"/>
              <a:buNone/>
              <a:defRPr sz="2400" b="1">
                <a:latin typeface="DM Sans"/>
                <a:ea typeface="DM Sans"/>
                <a:cs typeface="DM Sans"/>
                <a:sym typeface="DM Sans"/>
              </a:defRPr>
            </a:lvl2pPr>
            <a:lvl3pPr lvl="2" rtl="0">
              <a:lnSpc>
                <a:spcPct val="115000"/>
              </a:lnSpc>
              <a:spcBef>
                <a:spcPts val="0"/>
              </a:spcBef>
              <a:spcAft>
                <a:spcPts val="0"/>
              </a:spcAft>
              <a:buSzPts val="2400"/>
              <a:buFont typeface="DM Sans"/>
              <a:buNone/>
              <a:defRPr sz="2400" b="1">
                <a:latin typeface="DM Sans"/>
                <a:ea typeface="DM Sans"/>
                <a:cs typeface="DM Sans"/>
                <a:sym typeface="DM Sans"/>
              </a:defRPr>
            </a:lvl3pPr>
            <a:lvl4pPr lvl="3" rtl="0">
              <a:lnSpc>
                <a:spcPct val="115000"/>
              </a:lnSpc>
              <a:spcBef>
                <a:spcPts val="0"/>
              </a:spcBef>
              <a:spcAft>
                <a:spcPts val="0"/>
              </a:spcAft>
              <a:buSzPts val="2400"/>
              <a:buFont typeface="DM Sans"/>
              <a:buNone/>
              <a:defRPr sz="2400" b="1">
                <a:latin typeface="DM Sans"/>
                <a:ea typeface="DM Sans"/>
                <a:cs typeface="DM Sans"/>
                <a:sym typeface="DM Sans"/>
              </a:defRPr>
            </a:lvl4pPr>
            <a:lvl5pPr lvl="4" rtl="0">
              <a:lnSpc>
                <a:spcPct val="115000"/>
              </a:lnSpc>
              <a:spcBef>
                <a:spcPts val="0"/>
              </a:spcBef>
              <a:spcAft>
                <a:spcPts val="0"/>
              </a:spcAft>
              <a:buSzPts val="2400"/>
              <a:buFont typeface="DM Sans"/>
              <a:buNone/>
              <a:defRPr sz="2400" b="1">
                <a:latin typeface="DM Sans"/>
                <a:ea typeface="DM Sans"/>
                <a:cs typeface="DM Sans"/>
                <a:sym typeface="DM Sans"/>
              </a:defRPr>
            </a:lvl5pPr>
            <a:lvl6pPr lvl="5" rtl="0">
              <a:lnSpc>
                <a:spcPct val="115000"/>
              </a:lnSpc>
              <a:spcBef>
                <a:spcPts val="0"/>
              </a:spcBef>
              <a:spcAft>
                <a:spcPts val="0"/>
              </a:spcAft>
              <a:buSzPts val="2400"/>
              <a:buFont typeface="DM Sans"/>
              <a:buNone/>
              <a:defRPr sz="2400" b="1">
                <a:latin typeface="DM Sans"/>
                <a:ea typeface="DM Sans"/>
                <a:cs typeface="DM Sans"/>
                <a:sym typeface="DM Sans"/>
              </a:defRPr>
            </a:lvl6pPr>
            <a:lvl7pPr lvl="6" rtl="0">
              <a:lnSpc>
                <a:spcPct val="115000"/>
              </a:lnSpc>
              <a:spcBef>
                <a:spcPts val="0"/>
              </a:spcBef>
              <a:spcAft>
                <a:spcPts val="0"/>
              </a:spcAft>
              <a:buSzPts val="2400"/>
              <a:buFont typeface="DM Sans"/>
              <a:buNone/>
              <a:defRPr sz="2400" b="1">
                <a:latin typeface="DM Sans"/>
                <a:ea typeface="DM Sans"/>
                <a:cs typeface="DM Sans"/>
                <a:sym typeface="DM Sans"/>
              </a:defRPr>
            </a:lvl7pPr>
            <a:lvl8pPr lvl="7" rtl="0">
              <a:lnSpc>
                <a:spcPct val="115000"/>
              </a:lnSpc>
              <a:spcBef>
                <a:spcPts val="0"/>
              </a:spcBef>
              <a:spcAft>
                <a:spcPts val="0"/>
              </a:spcAft>
              <a:buSzPts val="2400"/>
              <a:buFont typeface="DM Sans"/>
              <a:buNone/>
              <a:defRPr sz="2400" b="1">
                <a:latin typeface="DM Sans"/>
                <a:ea typeface="DM Sans"/>
                <a:cs typeface="DM Sans"/>
                <a:sym typeface="DM Sans"/>
              </a:defRPr>
            </a:lvl8pPr>
            <a:lvl9pPr lvl="8"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83" name="Google Shape;183;p17"/>
          <p:cNvSpPr txBox="1">
            <a:spLocks noGrp="1"/>
          </p:cNvSpPr>
          <p:nvPr>
            <p:ph type="subTitle" idx="5"/>
          </p:nvPr>
        </p:nvSpPr>
        <p:spPr>
          <a:xfrm>
            <a:off x="720025" y="2353075"/>
            <a:ext cx="7704000" cy="527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000">
                <a:latin typeface="DM Sans ExtraBold"/>
                <a:ea typeface="DM Sans ExtraBold"/>
                <a:cs typeface="DM Sans ExtraBold"/>
                <a:sym typeface="DM Sans ExtraBold"/>
              </a:defRPr>
            </a:lvl1pPr>
            <a:lvl2pPr lvl="1" rtl="0">
              <a:lnSpc>
                <a:spcPct val="115000"/>
              </a:lnSpc>
              <a:spcBef>
                <a:spcPts val="0"/>
              </a:spcBef>
              <a:spcAft>
                <a:spcPts val="0"/>
              </a:spcAft>
              <a:buSzPts val="2400"/>
              <a:buFont typeface="DM Sans"/>
              <a:buNone/>
              <a:defRPr sz="2400" b="1">
                <a:latin typeface="DM Sans"/>
                <a:ea typeface="DM Sans"/>
                <a:cs typeface="DM Sans"/>
                <a:sym typeface="DM Sans"/>
              </a:defRPr>
            </a:lvl2pPr>
            <a:lvl3pPr lvl="2" rtl="0">
              <a:lnSpc>
                <a:spcPct val="115000"/>
              </a:lnSpc>
              <a:spcBef>
                <a:spcPts val="0"/>
              </a:spcBef>
              <a:spcAft>
                <a:spcPts val="0"/>
              </a:spcAft>
              <a:buSzPts val="2400"/>
              <a:buFont typeface="DM Sans"/>
              <a:buNone/>
              <a:defRPr sz="2400" b="1">
                <a:latin typeface="DM Sans"/>
                <a:ea typeface="DM Sans"/>
                <a:cs typeface="DM Sans"/>
                <a:sym typeface="DM Sans"/>
              </a:defRPr>
            </a:lvl3pPr>
            <a:lvl4pPr lvl="3" rtl="0">
              <a:lnSpc>
                <a:spcPct val="115000"/>
              </a:lnSpc>
              <a:spcBef>
                <a:spcPts val="0"/>
              </a:spcBef>
              <a:spcAft>
                <a:spcPts val="0"/>
              </a:spcAft>
              <a:buSzPts val="2400"/>
              <a:buFont typeface="DM Sans"/>
              <a:buNone/>
              <a:defRPr sz="2400" b="1">
                <a:latin typeface="DM Sans"/>
                <a:ea typeface="DM Sans"/>
                <a:cs typeface="DM Sans"/>
                <a:sym typeface="DM Sans"/>
              </a:defRPr>
            </a:lvl4pPr>
            <a:lvl5pPr lvl="4" rtl="0">
              <a:lnSpc>
                <a:spcPct val="115000"/>
              </a:lnSpc>
              <a:spcBef>
                <a:spcPts val="0"/>
              </a:spcBef>
              <a:spcAft>
                <a:spcPts val="0"/>
              </a:spcAft>
              <a:buSzPts val="2400"/>
              <a:buFont typeface="DM Sans"/>
              <a:buNone/>
              <a:defRPr sz="2400" b="1">
                <a:latin typeface="DM Sans"/>
                <a:ea typeface="DM Sans"/>
                <a:cs typeface="DM Sans"/>
                <a:sym typeface="DM Sans"/>
              </a:defRPr>
            </a:lvl5pPr>
            <a:lvl6pPr lvl="5" rtl="0">
              <a:lnSpc>
                <a:spcPct val="115000"/>
              </a:lnSpc>
              <a:spcBef>
                <a:spcPts val="0"/>
              </a:spcBef>
              <a:spcAft>
                <a:spcPts val="0"/>
              </a:spcAft>
              <a:buSzPts val="2400"/>
              <a:buFont typeface="DM Sans"/>
              <a:buNone/>
              <a:defRPr sz="2400" b="1">
                <a:latin typeface="DM Sans"/>
                <a:ea typeface="DM Sans"/>
                <a:cs typeface="DM Sans"/>
                <a:sym typeface="DM Sans"/>
              </a:defRPr>
            </a:lvl6pPr>
            <a:lvl7pPr lvl="6" rtl="0">
              <a:lnSpc>
                <a:spcPct val="115000"/>
              </a:lnSpc>
              <a:spcBef>
                <a:spcPts val="0"/>
              </a:spcBef>
              <a:spcAft>
                <a:spcPts val="0"/>
              </a:spcAft>
              <a:buSzPts val="2400"/>
              <a:buFont typeface="DM Sans"/>
              <a:buNone/>
              <a:defRPr sz="2400" b="1">
                <a:latin typeface="DM Sans"/>
                <a:ea typeface="DM Sans"/>
                <a:cs typeface="DM Sans"/>
                <a:sym typeface="DM Sans"/>
              </a:defRPr>
            </a:lvl7pPr>
            <a:lvl8pPr lvl="7" rtl="0">
              <a:lnSpc>
                <a:spcPct val="115000"/>
              </a:lnSpc>
              <a:spcBef>
                <a:spcPts val="0"/>
              </a:spcBef>
              <a:spcAft>
                <a:spcPts val="0"/>
              </a:spcAft>
              <a:buSzPts val="2400"/>
              <a:buFont typeface="DM Sans"/>
              <a:buNone/>
              <a:defRPr sz="2400" b="1">
                <a:latin typeface="DM Sans"/>
                <a:ea typeface="DM Sans"/>
                <a:cs typeface="DM Sans"/>
                <a:sym typeface="DM Sans"/>
              </a:defRPr>
            </a:lvl8pPr>
            <a:lvl9pPr lvl="8"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84" name="Google Shape;184;p17"/>
          <p:cNvSpPr txBox="1">
            <a:spLocks noGrp="1"/>
          </p:cNvSpPr>
          <p:nvPr>
            <p:ph type="subTitle" idx="6"/>
          </p:nvPr>
        </p:nvSpPr>
        <p:spPr>
          <a:xfrm>
            <a:off x="720025" y="3470625"/>
            <a:ext cx="7704000" cy="527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000">
                <a:latin typeface="DM Sans ExtraBold"/>
                <a:ea typeface="DM Sans ExtraBold"/>
                <a:cs typeface="DM Sans ExtraBold"/>
                <a:sym typeface="DM Sans ExtraBold"/>
              </a:defRPr>
            </a:lvl1pPr>
            <a:lvl2pPr lvl="1" rtl="0">
              <a:lnSpc>
                <a:spcPct val="115000"/>
              </a:lnSpc>
              <a:spcBef>
                <a:spcPts val="0"/>
              </a:spcBef>
              <a:spcAft>
                <a:spcPts val="0"/>
              </a:spcAft>
              <a:buSzPts val="2400"/>
              <a:buFont typeface="DM Sans"/>
              <a:buNone/>
              <a:defRPr sz="2400" b="1">
                <a:latin typeface="DM Sans"/>
                <a:ea typeface="DM Sans"/>
                <a:cs typeface="DM Sans"/>
                <a:sym typeface="DM Sans"/>
              </a:defRPr>
            </a:lvl2pPr>
            <a:lvl3pPr lvl="2" rtl="0">
              <a:lnSpc>
                <a:spcPct val="115000"/>
              </a:lnSpc>
              <a:spcBef>
                <a:spcPts val="0"/>
              </a:spcBef>
              <a:spcAft>
                <a:spcPts val="0"/>
              </a:spcAft>
              <a:buSzPts val="2400"/>
              <a:buFont typeface="DM Sans"/>
              <a:buNone/>
              <a:defRPr sz="2400" b="1">
                <a:latin typeface="DM Sans"/>
                <a:ea typeface="DM Sans"/>
                <a:cs typeface="DM Sans"/>
                <a:sym typeface="DM Sans"/>
              </a:defRPr>
            </a:lvl3pPr>
            <a:lvl4pPr lvl="3" rtl="0">
              <a:lnSpc>
                <a:spcPct val="115000"/>
              </a:lnSpc>
              <a:spcBef>
                <a:spcPts val="0"/>
              </a:spcBef>
              <a:spcAft>
                <a:spcPts val="0"/>
              </a:spcAft>
              <a:buSzPts val="2400"/>
              <a:buFont typeface="DM Sans"/>
              <a:buNone/>
              <a:defRPr sz="2400" b="1">
                <a:latin typeface="DM Sans"/>
                <a:ea typeface="DM Sans"/>
                <a:cs typeface="DM Sans"/>
                <a:sym typeface="DM Sans"/>
              </a:defRPr>
            </a:lvl4pPr>
            <a:lvl5pPr lvl="4" rtl="0">
              <a:lnSpc>
                <a:spcPct val="115000"/>
              </a:lnSpc>
              <a:spcBef>
                <a:spcPts val="0"/>
              </a:spcBef>
              <a:spcAft>
                <a:spcPts val="0"/>
              </a:spcAft>
              <a:buSzPts val="2400"/>
              <a:buFont typeface="DM Sans"/>
              <a:buNone/>
              <a:defRPr sz="2400" b="1">
                <a:latin typeface="DM Sans"/>
                <a:ea typeface="DM Sans"/>
                <a:cs typeface="DM Sans"/>
                <a:sym typeface="DM Sans"/>
              </a:defRPr>
            </a:lvl5pPr>
            <a:lvl6pPr lvl="5" rtl="0">
              <a:lnSpc>
                <a:spcPct val="115000"/>
              </a:lnSpc>
              <a:spcBef>
                <a:spcPts val="0"/>
              </a:spcBef>
              <a:spcAft>
                <a:spcPts val="0"/>
              </a:spcAft>
              <a:buSzPts val="2400"/>
              <a:buFont typeface="DM Sans"/>
              <a:buNone/>
              <a:defRPr sz="2400" b="1">
                <a:latin typeface="DM Sans"/>
                <a:ea typeface="DM Sans"/>
                <a:cs typeface="DM Sans"/>
                <a:sym typeface="DM Sans"/>
              </a:defRPr>
            </a:lvl6pPr>
            <a:lvl7pPr lvl="6" rtl="0">
              <a:lnSpc>
                <a:spcPct val="115000"/>
              </a:lnSpc>
              <a:spcBef>
                <a:spcPts val="0"/>
              </a:spcBef>
              <a:spcAft>
                <a:spcPts val="0"/>
              </a:spcAft>
              <a:buSzPts val="2400"/>
              <a:buFont typeface="DM Sans"/>
              <a:buNone/>
              <a:defRPr sz="2400" b="1">
                <a:latin typeface="DM Sans"/>
                <a:ea typeface="DM Sans"/>
                <a:cs typeface="DM Sans"/>
                <a:sym typeface="DM Sans"/>
              </a:defRPr>
            </a:lvl7pPr>
            <a:lvl8pPr lvl="7" rtl="0">
              <a:lnSpc>
                <a:spcPct val="115000"/>
              </a:lnSpc>
              <a:spcBef>
                <a:spcPts val="0"/>
              </a:spcBef>
              <a:spcAft>
                <a:spcPts val="0"/>
              </a:spcAft>
              <a:buSzPts val="2400"/>
              <a:buFont typeface="DM Sans"/>
              <a:buNone/>
              <a:defRPr sz="2400" b="1">
                <a:latin typeface="DM Sans"/>
                <a:ea typeface="DM Sans"/>
                <a:cs typeface="DM Sans"/>
                <a:sym typeface="DM Sans"/>
              </a:defRPr>
            </a:lvl8pPr>
            <a:lvl9pPr lvl="8"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85" name="Google Shape;185;p17"/>
          <p:cNvSpPr/>
          <p:nvPr/>
        </p:nvSpPr>
        <p:spPr>
          <a:xfrm>
            <a:off x="8676293" y="2237651"/>
            <a:ext cx="1343707" cy="4477588"/>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86" name="Google Shape;186;p17"/>
          <p:cNvGrpSpPr/>
          <p:nvPr/>
        </p:nvGrpSpPr>
        <p:grpSpPr>
          <a:xfrm rot="5400000">
            <a:off x="9454499" y="3167632"/>
            <a:ext cx="64395" cy="1596993"/>
            <a:chOff x="911949" y="-535943"/>
            <a:chExt cx="64395" cy="1596993"/>
          </a:xfrm>
        </p:grpSpPr>
        <p:sp>
          <p:nvSpPr>
            <p:cNvPr id="187" name="Google Shape;187;p17"/>
            <p:cNvSpPr/>
            <p:nvPr/>
          </p:nvSpPr>
          <p:spPr>
            <a:xfrm rot="5400000">
              <a:off x="184246" y="217507"/>
              <a:ext cx="15198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 name="Google Shape;188;p17"/>
            <p:cNvSpPr/>
            <p:nvPr/>
          </p:nvSpPr>
          <p:spPr>
            <a:xfrm rot="5400000">
              <a:off x="888337" y="973043"/>
              <a:ext cx="111618" cy="64395"/>
            </a:xfrm>
            <a:custGeom>
              <a:avLst/>
              <a:gdLst/>
              <a:ahLst/>
              <a:cxnLst/>
              <a:rect l="l" t="t" r="r" b="b"/>
              <a:pathLst>
                <a:path w="78" h="45" extrusionOk="0">
                  <a:moveTo>
                    <a:pt x="0" y="23"/>
                  </a:moveTo>
                  <a:lnTo>
                    <a:pt x="39" y="0"/>
                  </a:lnTo>
                  <a:lnTo>
                    <a:pt x="78"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1">
  <p:cSld name="CUSTOM_6_1_1">
    <p:spTree>
      <p:nvGrpSpPr>
        <p:cNvPr id="1" name="Shape 189"/>
        <p:cNvGrpSpPr/>
        <p:nvPr/>
      </p:nvGrpSpPr>
      <p:grpSpPr>
        <a:xfrm>
          <a:off x="0" y="0"/>
          <a:ext cx="0" cy="0"/>
          <a:chOff x="0" y="0"/>
          <a:chExt cx="0" cy="0"/>
        </a:xfrm>
      </p:grpSpPr>
      <p:pic>
        <p:nvPicPr>
          <p:cNvPr id="190" name="Google Shape;190;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1" name="Google Shape;191;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2" name="Google Shape;192;p18"/>
          <p:cNvSpPr txBox="1">
            <a:spLocks noGrp="1"/>
          </p:cNvSpPr>
          <p:nvPr>
            <p:ph type="subTitle" idx="1"/>
          </p:nvPr>
        </p:nvSpPr>
        <p:spPr>
          <a:xfrm>
            <a:off x="1294375" y="1633950"/>
            <a:ext cx="7129800" cy="527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193" name="Google Shape;193;p18"/>
          <p:cNvSpPr txBox="1">
            <a:spLocks noGrp="1"/>
          </p:cNvSpPr>
          <p:nvPr>
            <p:ph type="subTitle" idx="2"/>
          </p:nvPr>
        </p:nvSpPr>
        <p:spPr>
          <a:xfrm>
            <a:off x="1294385" y="2753474"/>
            <a:ext cx="7129800" cy="527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194" name="Google Shape;194;p18"/>
          <p:cNvSpPr txBox="1">
            <a:spLocks noGrp="1"/>
          </p:cNvSpPr>
          <p:nvPr>
            <p:ph type="subTitle" idx="3"/>
          </p:nvPr>
        </p:nvSpPr>
        <p:spPr>
          <a:xfrm>
            <a:off x="1294385" y="3872998"/>
            <a:ext cx="7129800" cy="527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195" name="Google Shape;195;p18"/>
          <p:cNvSpPr txBox="1">
            <a:spLocks noGrp="1"/>
          </p:cNvSpPr>
          <p:nvPr>
            <p:ph type="subTitle" idx="4"/>
          </p:nvPr>
        </p:nvSpPr>
        <p:spPr>
          <a:xfrm>
            <a:off x="1294375" y="1329825"/>
            <a:ext cx="7129800" cy="427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600"/>
              <a:buFont typeface="DM Sans"/>
              <a:buNone/>
              <a:defRPr sz="2000">
                <a:latin typeface="DM Sans ExtraBold"/>
                <a:ea typeface="DM Sans ExtraBold"/>
                <a:cs typeface="DM Sans ExtraBold"/>
                <a:sym typeface="DM Sans ExtraBold"/>
              </a:defRPr>
            </a:lvl1pPr>
            <a:lvl2pPr lvl="1" rtl="0">
              <a:lnSpc>
                <a:spcPct val="115000"/>
              </a:lnSpc>
              <a:spcBef>
                <a:spcPts val="0"/>
              </a:spcBef>
              <a:spcAft>
                <a:spcPts val="0"/>
              </a:spcAft>
              <a:buSzPts val="2600"/>
              <a:buFont typeface="DM Sans"/>
              <a:buNone/>
              <a:defRPr sz="2600" b="1">
                <a:latin typeface="DM Sans"/>
                <a:ea typeface="DM Sans"/>
                <a:cs typeface="DM Sans"/>
                <a:sym typeface="DM Sans"/>
              </a:defRPr>
            </a:lvl2pPr>
            <a:lvl3pPr lvl="2" rtl="0">
              <a:lnSpc>
                <a:spcPct val="115000"/>
              </a:lnSpc>
              <a:spcBef>
                <a:spcPts val="0"/>
              </a:spcBef>
              <a:spcAft>
                <a:spcPts val="0"/>
              </a:spcAft>
              <a:buSzPts val="2600"/>
              <a:buFont typeface="DM Sans"/>
              <a:buNone/>
              <a:defRPr sz="2600" b="1">
                <a:latin typeface="DM Sans"/>
                <a:ea typeface="DM Sans"/>
                <a:cs typeface="DM Sans"/>
                <a:sym typeface="DM Sans"/>
              </a:defRPr>
            </a:lvl3pPr>
            <a:lvl4pPr lvl="3" rtl="0">
              <a:lnSpc>
                <a:spcPct val="115000"/>
              </a:lnSpc>
              <a:spcBef>
                <a:spcPts val="0"/>
              </a:spcBef>
              <a:spcAft>
                <a:spcPts val="0"/>
              </a:spcAft>
              <a:buSzPts val="2600"/>
              <a:buFont typeface="DM Sans"/>
              <a:buNone/>
              <a:defRPr sz="2600" b="1">
                <a:latin typeface="DM Sans"/>
                <a:ea typeface="DM Sans"/>
                <a:cs typeface="DM Sans"/>
                <a:sym typeface="DM Sans"/>
              </a:defRPr>
            </a:lvl4pPr>
            <a:lvl5pPr lvl="4" rtl="0">
              <a:lnSpc>
                <a:spcPct val="115000"/>
              </a:lnSpc>
              <a:spcBef>
                <a:spcPts val="0"/>
              </a:spcBef>
              <a:spcAft>
                <a:spcPts val="0"/>
              </a:spcAft>
              <a:buSzPts val="2600"/>
              <a:buFont typeface="DM Sans"/>
              <a:buNone/>
              <a:defRPr sz="2600" b="1">
                <a:latin typeface="DM Sans"/>
                <a:ea typeface="DM Sans"/>
                <a:cs typeface="DM Sans"/>
                <a:sym typeface="DM Sans"/>
              </a:defRPr>
            </a:lvl5pPr>
            <a:lvl6pPr lvl="5" rtl="0">
              <a:lnSpc>
                <a:spcPct val="115000"/>
              </a:lnSpc>
              <a:spcBef>
                <a:spcPts val="0"/>
              </a:spcBef>
              <a:spcAft>
                <a:spcPts val="0"/>
              </a:spcAft>
              <a:buSzPts val="2600"/>
              <a:buFont typeface="DM Sans"/>
              <a:buNone/>
              <a:defRPr sz="2600" b="1">
                <a:latin typeface="DM Sans"/>
                <a:ea typeface="DM Sans"/>
                <a:cs typeface="DM Sans"/>
                <a:sym typeface="DM Sans"/>
              </a:defRPr>
            </a:lvl6pPr>
            <a:lvl7pPr lvl="6" rtl="0">
              <a:lnSpc>
                <a:spcPct val="115000"/>
              </a:lnSpc>
              <a:spcBef>
                <a:spcPts val="0"/>
              </a:spcBef>
              <a:spcAft>
                <a:spcPts val="0"/>
              </a:spcAft>
              <a:buSzPts val="2600"/>
              <a:buFont typeface="DM Sans"/>
              <a:buNone/>
              <a:defRPr sz="2600" b="1">
                <a:latin typeface="DM Sans"/>
                <a:ea typeface="DM Sans"/>
                <a:cs typeface="DM Sans"/>
                <a:sym typeface="DM Sans"/>
              </a:defRPr>
            </a:lvl7pPr>
            <a:lvl8pPr lvl="7" rtl="0">
              <a:lnSpc>
                <a:spcPct val="115000"/>
              </a:lnSpc>
              <a:spcBef>
                <a:spcPts val="0"/>
              </a:spcBef>
              <a:spcAft>
                <a:spcPts val="0"/>
              </a:spcAft>
              <a:buSzPts val="2600"/>
              <a:buFont typeface="DM Sans"/>
              <a:buNone/>
              <a:defRPr sz="2600" b="1">
                <a:latin typeface="DM Sans"/>
                <a:ea typeface="DM Sans"/>
                <a:cs typeface="DM Sans"/>
                <a:sym typeface="DM Sans"/>
              </a:defRPr>
            </a:lvl8pPr>
            <a:lvl9pPr lvl="8" rtl="0">
              <a:lnSpc>
                <a:spcPct val="115000"/>
              </a:lnSpc>
              <a:spcBef>
                <a:spcPts val="0"/>
              </a:spcBef>
              <a:spcAft>
                <a:spcPts val="0"/>
              </a:spcAft>
              <a:buSzPts val="2600"/>
              <a:buFont typeface="DM Sans"/>
              <a:buNone/>
              <a:defRPr sz="2600" b="1">
                <a:latin typeface="DM Sans"/>
                <a:ea typeface="DM Sans"/>
                <a:cs typeface="DM Sans"/>
                <a:sym typeface="DM Sans"/>
              </a:defRPr>
            </a:lvl9pPr>
          </a:lstStyle>
          <a:p>
            <a:endParaRPr/>
          </a:p>
        </p:txBody>
      </p:sp>
      <p:sp>
        <p:nvSpPr>
          <p:cNvPr id="196" name="Google Shape;196;p18"/>
          <p:cNvSpPr txBox="1">
            <a:spLocks noGrp="1"/>
          </p:cNvSpPr>
          <p:nvPr>
            <p:ph type="subTitle" idx="5"/>
          </p:nvPr>
        </p:nvSpPr>
        <p:spPr>
          <a:xfrm>
            <a:off x="1294375" y="2450375"/>
            <a:ext cx="7129800" cy="427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600"/>
              <a:buFont typeface="DM Sans"/>
              <a:buNone/>
              <a:defRPr sz="2000" b="1">
                <a:latin typeface="DM Sans"/>
                <a:ea typeface="DM Sans"/>
                <a:cs typeface="DM Sans"/>
                <a:sym typeface="DM Sans"/>
              </a:defRPr>
            </a:lvl1pPr>
            <a:lvl2pPr lvl="1" rtl="0">
              <a:lnSpc>
                <a:spcPct val="115000"/>
              </a:lnSpc>
              <a:spcBef>
                <a:spcPts val="0"/>
              </a:spcBef>
              <a:spcAft>
                <a:spcPts val="0"/>
              </a:spcAft>
              <a:buSzPts val="2600"/>
              <a:buFont typeface="DM Sans"/>
              <a:buNone/>
              <a:defRPr sz="2600" b="1">
                <a:latin typeface="DM Sans"/>
                <a:ea typeface="DM Sans"/>
                <a:cs typeface="DM Sans"/>
                <a:sym typeface="DM Sans"/>
              </a:defRPr>
            </a:lvl2pPr>
            <a:lvl3pPr lvl="2" rtl="0">
              <a:lnSpc>
                <a:spcPct val="115000"/>
              </a:lnSpc>
              <a:spcBef>
                <a:spcPts val="0"/>
              </a:spcBef>
              <a:spcAft>
                <a:spcPts val="0"/>
              </a:spcAft>
              <a:buSzPts val="2600"/>
              <a:buFont typeface="DM Sans"/>
              <a:buNone/>
              <a:defRPr sz="2600" b="1">
                <a:latin typeface="DM Sans"/>
                <a:ea typeface="DM Sans"/>
                <a:cs typeface="DM Sans"/>
                <a:sym typeface="DM Sans"/>
              </a:defRPr>
            </a:lvl3pPr>
            <a:lvl4pPr lvl="3" rtl="0">
              <a:lnSpc>
                <a:spcPct val="115000"/>
              </a:lnSpc>
              <a:spcBef>
                <a:spcPts val="0"/>
              </a:spcBef>
              <a:spcAft>
                <a:spcPts val="0"/>
              </a:spcAft>
              <a:buSzPts val="2600"/>
              <a:buFont typeface="DM Sans"/>
              <a:buNone/>
              <a:defRPr sz="2600" b="1">
                <a:latin typeface="DM Sans"/>
                <a:ea typeface="DM Sans"/>
                <a:cs typeface="DM Sans"/>
                <a:sym typeface="DM Sans"/>
              </a:defRPr>
            </a:lvl4pPr>
            <a:lvl5pPr lvl="4" rtl="0">
              <a:lnSpc>
                <a:spcPct val="115000"/>
              </a:lnSpc>
              <a:spcBef>
                <a:spcPts val="0"/>
              </a:spcBef>
              <a:spcAft>
                <a:spcPts val="0"/>
              </a:spcAft>
              <a:buSzPts val="2600"/>
              <a:buFont typeface="DM Sans"/>
              <a:buNone/>
              <a:defRPr sz="2600" b="1">
                <a:latin typeface="DM Sans"/>
                <a:ea typeface="DM Sans"/>
                <a:cs typeface="DM Sans"/>
                <a:sym typeface="DM Sans"/>
              </a:defRPr>
            </a:lvl5pPr>
            <a:lvl6pPr lvl="5" rtl="0">
              <a:lnSpc>
                <a:spcPct val="115000"/>
              </a:lnSpc>
              <a:spcBef>
                <a:spcPts val="0"/>
              </a:spcBef>
              <a:spcAft>
                <a:spcPts val="0"/>
              </a:spcAft>
              <a:buSzPts val="2600"/>
              <a:buFont typeface="DM Sans"/>
              <a:buNone/>
              <a:defRPr sz="2600" b="1">
                <a:latin typeface="DM Sans"/>
                <a:ea typeface="DM Sans"/>
                <a:cs typeface="DM Sans"/>
                <a:sym typeface="DM Sans"/>
              </a:defRPr>
            </a:lvl6pPr>
            <a:lvl7pPr lvl="6" rtl="0">
              <a:lnSpc>
                <a:spcPct val="115000"/>
              </a:lnSpc>
              <a:spcBef>
                <a:spcPts val="0"/>
              </a:spcBef>
              <a:spcAft>
                <a:spcPts val="0"/>
              </a:spcAft>
              <a:buSzPts val="2600"/>
              <a:buFont typeface="DM Sans"/>
              <a:buNone/>
              <a:defRPr sz="2600" b="1">
                <a:latin typeface="DM Sans"/>
                <a:ea typeface="DM Sans"/>
                <a:cs typeface="DM Sans"/>
                <a:sym typeface="DM Sans"/>
              </a:defRPr>
            </a:lvl7pPr>
            <a:lvl8pPr lvl="7" rtl="0">
              <a:lnSpc>
                <a:spcPct val="115000"/>
              </a:lnSpc>
              <a:spcBef>
                <a:spcPts val="0"/>
              </a:spcBef>
              <a:spcAft>
                <a:spcPts val="0"/>
              </a:spcAft>
              <a:buSzPts val="2600"/>
              <a:buFont typeface="DM Sans"/>
              <a:buNone/>
              <a:defRPr sz="2600" b="1">
                <a:latin typeface="DM Sans"/>
                <a:ea typeface="DM Sans"/>
                <a:cs typeface="DM Sans"/>
                <a:sym typeface="DM Sans"/>
              </a:defRPr>
            </a:lvl8pPr>
            <a:lvl9pPr lvl="8" rtl="0">
              <a:lnSpc>
                <a:spcPct val="115000"/>
              </a:lnSpc>
              <a:spcBef>
                <a:spcPts val="0"/>
              </a:spcBef>
              <a:spcAft>
                <a:spcPts val="0"/>
              </a:spcAft>
              <a:buSzPts val="2600"/>
              <a:buFont typeface="DM Sans"/>
              <a:buNone/>
              <a:defRPr sz="2600" b="1">
                <a:latin typeface="DM Sans"/>
                <a:ea typeface="DM Sans"/>
                <a:cs typeface="DM Sans"/>
                <a:sym typeface="DM Sans"/>
              </a:defRPr>
            </a:lvl9pPr>
          </a:lstStyle>
          <a:p>
            <a:endParaRPr/>
          </a:p>
        </p:txBody>
      </p:sp>
      <p:sp>
        <p:nvSpPr>
          <p:cNvPr id="197" name="Google Shape;197;p18"/>
          <p:cNvSpPr txBox="1">
            <a:spLocks noGrp="1"/>
          </p:cNvSpPr>
          <p:nvPr>
            <p:ph type="subTitle" idx="6"/>
          </p:nvPr>
        </p:nvSpPr>
        <p:spPr>
          <a:xfrm>
            <a:off x="1294375" y="3570925"/>
            <a:ext cx="7129800" cy="427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600"/>
              <a:buFont typeface="DM Sans"/>
              <a:buNone/>
              <a:defRPr sz="2000" b="1">
                <a:latin typeface="DM Sans"/>
                <a:ea typeface="DM Sans"/>
                <a:cs typeface="DM Sans"/>
                <a:sym typeface="DM Sans"/>
              </a:defRPr>
            </a:lvl1pPr>
            <a:lvl2pPr lvl="1" rtl="0">
              <a:lnSpc>
                <a:spcPct val="115000"/>
              </a:lnSpc>
              <a:spcBef>
                <a:spcPts val="0"/>
              </a:spcBef>
              <a:spcAft>
                <a:spcPts val="0"/>
              </a:spcAft>
              <a:buSzPts val="2600"/>
              <a:buFont typeface="DM Sans"/>
              <a:buNone/>
              <a:defRPr sz="2600" b="1">
                <a:latin typeface="DM Sans"/>
                <a:ea typeface="DM Sans"/>
                <a:cs typeface="DM Sans"/>
                <a:sym typeface="DM Sans"/>
              </a:defRPr>
            </a:lvl2pPr>
            <a:lvl3pPr lvl="2" rtl="0">
              <a:lnSpc>
                <a:spcPct val="115000"/>
              </a:lnSpc>
              <a:spcBef>
                <a:spcPts val="0"/>
              </a:spcBef>
              <a:spcAft>
                <a:spcPts val="0"/>
              </a:spcAft>
              <a:buSzPts val="2600"/>
              <a:buFont typeface="DM Sans"/>
              <a:buNone/>
              <a:defRPr sz="2600" b="1">
                <a:latin typeface="DM Sans"/>
                <a:ea typeface="DM Sans"/>
                <a:cs typeface="DM Sans"/>
                <a:sym typeface="DM Sans"/>
              </a:defRPr>
            </a:lvl3pPr>
            <a:lvl4pPr lvl="3" rtl="0">
              <a:lnSpc>
                <a:spcPct val="115000"/>
              </a:lnSpc>
              <a:spcBef>
                <a:spcPts val="0"/>
              </a:spcBef>
              <a:spcAft>
                <a:spcPts val="0"/>
              </a:spcAft>
              <a:buSzPts val="2600"/>
              <a:buFont typeface="DM Sans"/>
              <a:buNone/>
              <a:defRPr sz="2600" b="1">
                <a:latin typeface="DM Sans"/>
                <a:ea typeface="DM Sans"/>
                <a:cs typeface="DM Sans"/>
                <a:sym typeface="DM Sans"/>
              </a:defRPr>
            </a:lvl4pPr>
            <a:lvl5pPr lvl="4" rtl="0">
              <a:lnSpc>
                <a:spcPct val="115000"/>
              </a:lnSpc>
              <a:spcBef>
                <a:spcPts val="0"/>
              </a:spcBef>
              <a:spcAft>
                <a:spcPts val="0"/>
              </a:spcAft>
              <a:buSzPts val="2600"/>
              <a:buFont typeface="DM Sans"/>
              <a:buNone/>
              <a:defRPr sz="2600" b="1">
                <a:latin typeface="DM Sans"/>
                <a:ea typeface="DM Sans"/>
                <a:cs typeface="DM Sans"/>
                <a:sym typeface="DM Sans"/>
              </a:defRPr>
            </a:lvl5pPr>
            <a:lvl6pPr lvl="5" rtl="0">
              <a:lnSpc>
                <a:spcPct val="115000"/>
              </a:lnSpc>
              <a:spcBef>
                <a:spcPts val="0"/>
              </a:spcBef>
              <a:spcAft>
                <a:spcPts val="0"/>
              </a:spcAft>
              <a:buSzPts val="2600"/>
              <a:buFont typeface="DM Sans"/>
              <a:buNone/>
              <a:defRPr sz="2600" b="1">
                <a:latin typeface="DM Sans"/>
                <a:ea typeface="DM Sans"/>
                <a:cs typeface="DM Sans"/>
                <a:sym typeface="DM Sans"/>
              </a:defRPr>
            </a:lvl6pPr>
            <a:lvl7pPr lvl="6" rtl="0">
              <a:lnSpc>
                <a:spcPct val="115000"/>
              </a:lnSpc>
              <a:spcBef>
                <a:spcPts val="0"/>
              </a:spcBef>
              <a:spcAft>
                <a:spcPts val="0"/>
              </a:spcAft>
              <a:buSzPts val="2600"/>
              <a:buFont typeface="DM Sans"/>
              <a:buNone/>
              <a:defRPr sz="2600" b="1">
                <a:latin typeface="DM Sans"/>
                <a:ea typeface="DM Sans"/>
                <a:cs typeface="DM Sans"/>
                <a:sym typeface="DM Sans"/>
              </a:defRPr>
            </a:lvl7pPr>
            <a:lvl8pPr lvl="7" rtl="0">
              <a:lnSpc>
                <a:spcPct val="115000"/>
              </a:lnSpc>
              <a:spcBef>
                <a:spcPts val="0"/>
              </a:spcBef>
              <a:spcAft>
                <a:spcPts val="0"/>
              </a:spcAft>
              <a:buSzPts val="2600"/>
              <a:buFont typeface="DM Sans"/>
              <a:buNone/>
              <a:defRPr sz="2600" b="1">
                <a:latin typeface="DM Sans"/>
                <a:ea typeface="DM Sans"/>
                <a:cs typeface="DM Sans"/>
                <a:sym typeface="DM Sans"/>
              </a:defRPr>
            </a:lvl8pPr>
            <a:lvl9pPr lvl="8" rtl="0">
              <a:lnSpc>
                <a:spcPct val="115000"/>
              </a:lnSpc>
              <a:spcBef>
                <a:spcPts val="0"/>
              </a:spcBef>
              <a:spcAft>
                <a:spcPts val="0"/>
              </a:spcAft>
              <a:buSzPts val="2600"/>
              <a:buFont typeface="DM Sans"/>
              <a:buNone/>
              <a:defRPr sz="2600" b="1">
                <a:latin typeface="DM Sans"/>
                <a:ea typeface="DM Sans"/>
                <a:cs typeface="DM Sans"/>
                <a:sym typeface="DM Sans"/>
              </a:defRPr>
            </a:lvl9pPr>
          </a:lstStyle>
          <a:p>
            <a:endParaRPr/>
          </a:p>
        </p:txBody>
      </p:sp>
      <p:grpSp>
        <p:nvGrpSpPr>
          <p:cNvPr id="198" name="Google Shape;198;p18"/>
          <p:cNvGrpSpPr/>
          <p:nvPr/>
        </p:nvGrpSpPr>
        <p:grpSpPr>
          <a:xfrm rot="5400000">
            <a:off x="5882675" y="-894817"/>
            <a:ext cx="2797175" cy="71438"/>
            <a:chOff x="969625" y="5671683"/>
            <a:chExt cx="2797175" cy="71438"/>
          </a:xfrm>
        </p:grpSpPr>
        <p:sp>
          <p:nvSpPr>
            <p:cNvPr id="199" name="Google Shape;199;p18"/>
            <p:cNvSpPr/>
            <p:nvPr/>
          </p:nvSpPr>
          <p:spPr>
            <a:xfrm>
              <a:off x="969625" y="5700202"/>
              <a:ext cx="26973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0" name="Google Shape;200;p18"/>
            <p:cNvSpPr/>
            <p:nvPr/>
          </p:nvSpPr>
          <p:spPr>
            <a:xfrm>
              <a:off x="3644562" y="5671683"/>
              <a:ext cx="122238" cy="71438"/>
            </a:xfrm>
            <a:custGeom>
              <a:avLst/>
              <a:gdLst/>
              <a:ahLst/>
              <a:cxnLst/>
              <a:rect l="l" t="t" r="r" b="b"/>
              <a:pathLst>
                <a:path w="77" h="45" extrusionOk="0">
                  <a:moveTo>
                    <a:pt x="0" y="23"/>
                  </a:moveTo>
                  <a:lnTo>
                    <a:pt x="39" y="0"/>
                  </a:lnTo>
                  <a:lnTo>
                    <a:pt x="77"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1" name="Google Shape;201;p18"/>
            <p:cNvSpPr/>
            <p:nvPr/>
          </p:nvSpPr>
          <p:spPr>
            <a:xfrm>
              <a:off x="3644562" y="5671683"/>
              <a:ext cx="122238" cy="71438"/>
            </a:xfrm>
            <a:custGeom>
              <a:avLst/>
              <a:gdLst/>
              <a:ahLst/>
              <a:cxnLst/>
              <a:rect l="l" t="t" r="r" b="b"/>
              <a:pathLst>
                <a:path w="77" h="45" extrusionOk="0">
                  <a:moveTo>
                    <a:pt x="0" y="23"/>
                  </a:moveTo>
                  <a:lnTo>
                    <a:pt x="39" y="0"/>
                  </a:lnTo>
                  <a:lnTo>
                    <a:pt x="77"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02" name="Google Shape;202;p18"/>
          <p:cNvGrpSpPr/>
          <p:nvPr/>
        </p:nvGrpSpPr>
        <p:grpSpPr>
          <a:xfrm>
            <a:off x="-1116563" y="-951154"/>
            <a:ext cx="11413703" cy="8943978"/>
            <a:chOff x="-1116563" y="-951154"/>
            <a:chExt cx="11413703" cy="8943978"/>
          </a:xfrm>
        </p:grpSpPr>
        <p:sp>
          <p:nvSpPr>
            <p:cNvPr id="203" name="Google Shape;203;p18"/>
            <p:cNvSpPr/>
            <p:nvPr/>
          </p:nvSpPr>
          <p:spPr>
            <a:xfrm rot="-5400000">
              <a:off x="7068162" y="-2689468"/>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4" name="Google Shape;204;p18"/>
            <p:cNvSpPr/>
            <p:nvPr/>
          </p:nvSpPr>
          <p:spPr>
            <a:xfrm rot="10800000">
              <a:off x="-1116563" y="3025532"/>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05"/>
        <p:cNvGrpSpPr/>
        <p:nvPr/>
      </p:nvGrpSpPr>
      <p:grpSpPr>
        <a:xfrm>
          <a:off x="0" y="0"/>
          <a:ext cx="0" cy="0"/>
          <a:chOff x="0" y="0"/>
          <a:chExt cx="0" cy="0"/>
        </a:xfrm>
      </p:grpSpPr>
      <p:pic>
        <p:nvPicPr>
          <p:cNvPr id="206" name="Google Shape;206;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7" name="Google Shape;207;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08" name="Google Shape;208;p19"/>
          <p:cNvSpPr txBox="1">
            <a:spLocks noGrp="1"/>
          </p:cNvSpPr>
          <p:nvPr>
            <p:ph type="subTitle" idx="1"/>
          </p:nvPr>
        </p:nvSpPr>
        <p:spPr>
          <a:xfrm>
            <a:off x="2142250" y="1715325"/>
            <a:ext cx="2409300" cy="9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09" name="Google Shape;209;p19"/>
          <p:cNvSpPr txBox="1">
            <a:spLocks noGrp="1"/>
          </p:cNvSpPr>
          <p:nvPr>
            <p:ph type="subTitle" idx="2"/>
          </p:nvPr>
        </p:nvSpPr>
        <p:spPr>
          <a:xfrm>
            <a:off x="5490197" y="1715325"/>
            <a:ext cx="2409300" cy="9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0" name="Google Shape;210;p19"/>
          <p:cNvSpPr txBox="1">
            <a:spLocks noGrp="1"/>
          </p:cNvSpPr>
          <p:nvPr>
            <p:ph type="subTitle" idx="3"/>
          </p:nvPr>
        </p:nvSpPr>
        <p:spPr>
          <a:xfrm>
            <a:off x="2142250" y="3299325"/>
            <a:ext cx="2409300" cy="9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1" name="Google Shape;211;p19"/>
          <p:cNvSpPr txBox="1">
            <a:spLocks noGrp="1"/>
          </p:cNvSpPr>
          <p:nvPr>
            <p:ph type="subTitle" idx="4"/>
          </p:nvPr>
        </p:nvSpPr>
        <p:spPr>
          <a:xfrm>
            <a:off x="5490197" y="3299325"/>
            <a:ext cx="2409300" cy="9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2" name="Google Shape;212;p19"/>
          <p:cNvSpPr txBox="1">
            <a:spLocks noGrp="1"/>
          </p:cNvSpPr>
          <p:nvPr>
            <p:ph type="subTitle" idx="5"/>
          </p:nvPr>
        </p:nvSpPr>
        <p:spPr>
          <a:xfrm>
            <a:off x="2142250" y="1485240"/>
            <a:ext cx="2409300" cy="35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DM Sans"/>
              <a:buNone/>
              <a:defRPr sz="2000" b="1">
                <a:latin typeface="DM Sans"/>
                <a:ea typeface="DM Sans"/>
                <a:cs typeface="DM Sans"/>
                <a:sym typeface="DM Sans"/>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13" name="Google Shape;213;p19"/>
          <p:cNvSpPr txBox="1">
            <a:spLocks noGrp="1"/>
          </p:cNvSpPr>
          <p:nvPr>
            <p:ph type="subTitle" idx="6"/>
          </p:nvPr>
        </p:nvSpPr>
        <p:spPr>
          <a:xfrm>
            <a:off x="5490197" y="1485240"/>
            <a:ext cx="2409300" cy="35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DM Sans"/>
              <a:buNone/>
              <a:defRPr sz="2000" b="1">
                <a:latin typeface="DM Sans"/>
                <a:ea typeface="DM Sans"/>
                <a:cs typeface="DM Sans"/>
                <a:sym typeface="DM Sans"/>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14" name="Google Shape;214;p19"/>
          <p:cNvSpPr txBox="1">
            <a:spLocks noGrp="1"/>
          </p:cNvSpPr>
          <p:nvPr>
            <p:ph type="subTitle" idx="7"/>
          </p:nvPr>
        </p:nvSpPr>
        <p:spPr>
          <a:xfrm>
            <a:off x="2142250" y="3033688"/>
            <a:ext cx="2409300" cy="35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DM Sans"/>
              <a:buNone/>
              <a:defRPr sz="2000" b="1">
                <a:latin typeface="DM Sans"/>
                <a:ea typeface="DM Sans"/>
                <a:cs typeface="DM Sans"/>
                <a:sym typeface="DM Sans"/>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15" name="Google Shape;215;p19"/>
          <p:cNvSpPr txBox="1">
            <a:spLocks noGrp="1"/>
          </p:cNvSpPr>
          <p:nvPr>
            <p:ph type="subTitle" idx="8"/>
          </p:nvPr>
        </p:nvSpPr>
        <p:spPr>
          <a:xfrm>
            <a:off x="5490197" y="3033688"/>
            <a:ext cx="2409300" cy="35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DM Sans"/>
              <a:buNone/>
              <a:defRPr sz="2000" b="1">
                <a:latin typeface="DM Sans"/>
                <a:ea typeface="DM Sans"/>
                <a:cs typeface="DM Sans"/>
                <a:sym typeface="DM Sans"/>
              </a:defRPr>
            </a:lvl1pPr>
            <a:lvl2pPr lvl="1" algn="ctr" rtl="0">
              <a:lnSpc>
                <a:spcPct val="115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15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15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15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15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15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15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15000"/>
              </a:lnSpc>
              <a:spcBef>
                <a:spcPts val="0"/>
              </a:spcBef>
              <a:spcAft>
                <a:spcPts val="0"/>
              </a:spcAft>
              <a:buSzPts val="2400"/>
              <a:buFont typeface="DM Sans"/>
              <a:buNone/>
              <a:defRPr sz="2400" b="1">
                <a:latin typeface="DM Sans"/>
                <a:ea typeface="DM Sans"/>
                <a:cs typeface="DM Sans"/>
                <a:sym typeface="DM Sans"/>
              </a:defRPr>
            </a:lvl9pPr>
          </a:lstStyle>
          <a:p>
            <a:endParaRPr/>
          </a:p>
        </p:txBody>
      </p:sp>
      <p:grpSp>
        <p:nvGrpSpPr>
          <p:cNvPr id="216" name="Google Shape;216;p19"/>
          <p:cNvGrpSpPr/>
          <p:nvPr/>
        </p:nvGrpSpPr>
        <p:grpSpPr>
          <a:xfrm>
            <a:off x="-772100" y="-951167"/>
            <a:ext cx="11200590" cy="7464651"/>
            <a:chOff x="-772100" y="-951167"/>
            <a:chExt cx="11200590" cy="7464651"/>
          </a:xfrm>
        </p:grpSpPr>
        <p:sp>
          <p:nvSpPr>
            <p:cNvPr id="217" name="Google Shape;217;p19"/>
            <p:cNvSpPr/>
            <p:nvPr/>
          </p:nvSpPr>
          <p:spPr>
            <a:xfrm rot="-5400000">
              <a:off x="7199512" y="-2689481"/>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 name="Google Shape;218;p19"/>
            <p:cNvSpPr/>
            <p:nvPr/>
          </p:nvSpPr>
          <p:spPr>
            <a:xfrm>
              <a:off x="-772100" y="3103533"/>
              <a:ext cx="1870076" cy="3409951"/>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19" name="Google Shape;219;p19"/>
          <p:cNvGrpSpPr/>
          <p:nvPr/>
        </p:nvGrpSpPr>
        <p:grpSpPr>
          <a:xfrm>
            <a:off x="-673675" y="4244483"/>
            <a:ext cx="1771650" cy="71438"/>
            <a:chOff x="1150025" y="4460558"/>
            <a:chExt cx="1771650" cy="71438"/>
          </a:xfrm>
        </p:grpSpPr>
        <p:sp>
          <p:nvSpPr>
            <p:cNvPr id="220" name="Google Shape;220;p19"/>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 name="Google Shape;221;p19"/>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222"/>
        <p:cNvGrpSpPr/>
        <p:nvPr/>
      </p:nvGrpSpPr>
      <p:grpSpPr>
        <a:xfrm>
          <a:off x="0" y="0"/>
          <a:ext cx="0" cy="0"/>
          <a:chOff x="0" y="0"/>
          <a:chExt cx="0" cy="0"/>
        </a:xfrm>
      </p:grpSpPr>
      <p:pic>
        <p:nvPicPr>
          <p:cNvPr id="223" name="Google Shape;223;p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4" name="Google Shape;224;p20"/>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grpSp>
        <p:nvGrpSpPr>
          <p:cNvPr id="225" name="Google Shape;225;p20"/>
          <p:cNvGrpSpPr/>
          <p:nvPr/>
        </p:nvGrpSpPr>
        <p:grpSpPr>
          <a:xfrm>
            <a:off x="-1116563" y="-1944143"/>
            <a:ext cx="11645964" cy="8999027"/>
            <a:chOff x="-1116563" y="-1944143"/>
            <a:chExt cx="11645964" cy="8999027"/>
          </a:xfrm>
        </p:grpSpPr>
        <p:sp>
          <p:nvSpPr>
            <p:cNvPr id="226" name="Google Shape;226;p20"/>
            <p:cNvSpPr/>
            <p:nvPr/>
          </p:nvSpPr>
          <p:spPr>
            <a:xfrm>
              <a:off x="8659325" y="3644933"/>
              <a:ext cx="1870076" cy="3409951"/>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 name="Google Shape;227;p20"/>
            <p:cNvSpPr/>
            <p:nvPr/>
          </p:nvSpPr>
          <p:spPr>
            <a:xfrm>
              <a:off x="-1116563" y="-1944143"/>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8" name="Google Shape;228;p20"/>
          <p:cNvGrpSpPr/>
          <p:nvPr/>
        </p:nvGrpSpPr>
        <p:grpSpPr>
          <a:xfrm>
            <a:off x="-1397550" y="695658"/>
            <a:ext cx="11828525" cy="3967588"/>
            <a:chOff x="-1397550" y="695658"/>
            <a:chExt cx="11828525" cy="3967588"/>
          </a:xfrm>
        </p:grpSpPr>
        <p:grpSp>
          <p:nvGrpSpPr>
            <p:cNvPr id="229" name="Google Shape;229;p20"/>
            <p:cNvGrpSpPr/>
            <p:nvPr/>
          </p:nvGrpSpPr>
          <p:grpSpPr>
            <a:xfrm>
              <a:off x="-1397550" y="695658"/>
              <a:ext cx="1771650" cy="71438"/>
              <a:chOff x="1150025" y="4460558"/>
              <a:chExt cx="1771650" cy="71438"/>
            </a:xfrm>
          </p:grpSpPr>
          <p:sp>
            <p:nvSpPr>
              <p:cNvPr id="230" name="Google Shape;230;p20"/>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 name="Google Shape;231;p20"/>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2" name="Google Shape;232;p20"/>
            <p:cNvGrpSpPr/>
            <p:nvPr/>
          </p:nvGrpSpPr>
          <p:grpSpPr>
            <a:xfrm rot="10800000">
              <a:off x="8659325" y="4591808"/>
              <a:ext cx="1771650" cy="71438"/>
              <a:chOff x="1150025" y="4460558"/>
              <a:chExt cx="1771650" cy="71438"/>
            </a:xfrm>
          </p:grpSpPr>
          <p:sp>
            <p:nvSpPr>
              <p:cNvPr id="233" name="Google Shape;233;p20"/>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 name="Google Shape;234;p20"/>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235"/>
        <p:cNvGrpSpPr/>
        <p:nvPr/>
      </p:nvGrpSpPr>
      <p:grpSpPr>
        <a:xfrm>
          <a:off x="0" y="0"/>
          <a:ext cx="0" cy="0"/>
          <a:chOff x="0" y="0"/>
          <a:chExt cx="0" cy="0"/>
        </a:xfrm>
      </p:grpSpPr>
      <p:pic>
        <p:nvPicPr>
          <p:cNvPr id="236" name="Google Shape;236;p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7" name="Google Shape;237;p21"/>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38" name="Google Shape;238;p21"/>
          <p:cNvGrpSpPr/>
          <p:nvPr/>
        </p:nvGrpSpPr>
        <p:grpSpPr>
          <a:xfrm>
            <a:off x="-4247302" y="-3550068"/>
            <a:ext cx="14441353" cy="9176065"/>
            <a:chOff x="-4247302" y="-3550068"/>
            <a:chExt cx="14441353" cy="9176065"/>
          </a:xfrm>
        </p:grpSpPr>
        <p:sp>
          <p:nvSpPr>
            <p:cNvPr id="239" name="Google Shape;239;p21"/>
            <p:cNvSpPr/>
            <p:nvPr/>
          </p:nvSpPr>
          <p:spPr>
            <a:xfrm rot="-5400000">
              <a:off x="-2508988" y="2397020"/>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0" name="Google Shape;240;p21"/>
            <p:cNvSpPr/>
            <p:nvPr/>
          </p:nvSpPr>
          <p:spPr>
            <a:xfrm rot="10800000">
              <a:off x="8703387" y="-3550068"/>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41" name="Google Shape;241;p21"/>
          <p:cNvGrpSpPr/>
          <p:nvPr/>
        </p:nvGrpSpPr>
        <p:grpSpPr>
          <a:xfrm>
            <a:off x="720000" y="308483"/>
            <a:ext cx="9755025" cy="4607901"/>
            <a:chOff x="720000" y="308483"/>
            <a:chExt cx="9755025" cy="4607901"/>
          </a:xfrm>
        </p:grpSpPr>
        <p:grpSp>
          <p:nvGrpSpPr>
            <p:cNvPr id="242" name="Google Shape;242;p21"/>
            <p:cNvGrpSpPr/>
            <p:nvPr/>
          </p:nvGrpSpPr>
          <p:grpSpPr>
            <a:xfrm rot="10800000">
              <a:off x="8703375" y="308483"/>
              <a:ext cx="1771650" cy="71438"/>
              <a:chOff x="1150025" y="4460558"/>
              <a:chExt cx="1771650" cy="71438"/>
            </a:xfrm>
          </p:grpSpPr>
          <p:sp>
            <p:nvSpPr>
              <p:cNvPr id="243" name="Google Shape;243;p21"/>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4" name="Google Shape;244;p21"/>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45" name="Google Shape;245;p21"/>
            <p:cNvGrpSpPr/>
            <p:nvPr/>
          </p:nvGrpSpPr>
          <p:grpSpPr>
            <a:xfrm rot="10800000">
              <a:off x="720000" y="4844946"/>
              <a:ext cx="8912413" cy="71438"/>
              <a:chOff x="-2308750" y="4879233"/>
              <a:chExt cx="8912413" cy="71438"/>
            </a:xfrm>
          </p:grpSpPr>
          <p:sp>
            <p:nvSpPr>
              <p:cNvPr id="246" name="Google Shape;246;p21"/>
              <p:cNvSpPr/>
              <p:nvPr/>
            </p:nvSpPr>
            <p:spPr>
              <a:xfrm>
                <a:off x="-2308750" y="4907750"/>
                <a:ext cx="88761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7" name="Google Shape;247;p21"/>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8" name="Google Shape;248;p21"/>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49"/>
        <p:cNvGrpSpPr/>
        <p:nvPr/>
      </p:nvGrpSpPr>
      <p:grpSpPr>
        <a:xfrm>
          <a:off x="0" y="0"/>
          <a:ext cx="0" cy="0"/>
          <a:chOff x="0" y="0"/>
          <a:chExt cx="0" cy="0"/>
        </a:xfrm>
      </p:grpSpPr>
      <p:pic>
        <p:nvPicPr>
          <p:cNvPr id="250" name="Google Shape;250;p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51" name="Google Shape;251;p22"/>
          <p:cNvSpPr txBox="1">
            <a:spLocks noGrp="1"/>
          </p:cNvSpPr>
          <p:nvPr>
            <p:ph type="title"/>
          </p:nvPr>
        </p:nvSpPr>
        <p:spPr>
          <a:xfrm>
            <a:off x="713263" y="616175"/>
            <a:ext cx="4448100" cy="1058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6100" b="0">
                <a:latin typeface="DM Sans ExtraBold"/>
                <a:ea typeface="DM Sans ExtraBold"/>
                <a:cs typeface="DM Sans ExtraBold"/>
                <a:sym typeface="DM Sans Extra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52" name="Google Shape;252;p22"/>
          <p:cNvSpPr txBox="1">
            <a:spLocks noGrp="1"/>
          </p:cNvSpPr>
          <p:nvPr>
            <p:ph type="subTitle" idx="1"/>
          </p:nvPr>
        </p:nvSpPr>
        <p:spPr>
          <a:xfrm>
            <a:off x="713225" y="1618262"/>
            <a:ext cx="4448100" cy="1224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3" name="Google Shape;253;p22"/>
          <p:cNvSpPr txBox="1"/>
          <p:nvPr/>
        </p:nvSpPr>
        <p:spPr>
          <a:xfrm>
            <a:off x="713225" y="3459550"/>
            <a:ext cx="4945800" cy="556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300"/>
              </a:spcBef>
              <a:spcAft>
                <a:spcPts val="0"/>
              </a:spcAft>
              <a:buNone/>
            </a:pPr>
            <a:r>
              <a:rPr lang="en" sz="1200">
                <a:solidFill>
                  <a:schemeClr val="dk1"/>
                </a:solidFill>
                <a:latin typeface="Lato"/>
                <a:ea typeface="Lato"/>
                <a:cs typeface="Lato"/>
                <a:sym typeface="Lato"/>
              </a:rPr>
              <a:t>CREDITS: This presentation template was created by </a:t>
            </a:r>
            <a:r>
              <a:rPr lang="en" sz="1200" b="1" u="sng">
                <a:solidFill>
                  <a:schemeClr val="hlink"/>
                </a:solidFill>
                <a:latin typeface="Lato"/>
                <a:ea typeface="Lato"/>
                <a:cs typeface="Lato"/>
                <a:sym typeface="Lato"/>
                <a:hlinkClick r:id="rId3"/>
              </a:rPr>
              <a:t>Slidesgo</a:t>
            </a:r>
            <a:r>
              <a:rPr lang="en" sz="1200" b="1">
                <a:solidFill>
                  <a:schemeClr val="dk1"/>
                </a:solidFill>
                <a:latin typeface="Lato"/>
                <a:ea typeface="Lato"/>
                <a:cs typeface="Lato"/>
                <a:sym typeface="Lato"/>
              </a:rPr>
              <a:t>,</a:t>
            </a:r>
            <a:r>
              <a:rPr lang="en" sz="1200">
                <a:solidFill>
                  <a:schemeClr val="dk1"/>
                </a:solidFill>
                <a:latin typeface="Lato"/>
                <a:ea typeface="Lato"/>
                <a:cs typeface="Lato"/>
                <a:sym typeface="Lato"/>
              </a:rPr>
              <a:t> and includes icons by</a:t>
            </a:r>
            <a:r>
              <a:rPr lang="en" sz="1200" b="1">
                <a:solidFill>
                  <a:schemeClr val="dk1"/>
                </a:solidFill>
                <a:latin typeface="Lato"/>
                <a:ea typeface="Lato"/>
                <a:cs typeface="Lato"/>
                <a:sym typeface="Lato"/>
              </a:rPr>
              <a:t> </a:t>
            </a:r>
            <a:r>
              <a:rPr lang="en" sz="1200" b="1" u="sng">
                <a:solidFill>
                  <a:schemeClr val="dk1"/>
                </a:solidFill>
                <a:latin typeface="Lato"/>
                <a:ea typeface="Lato"/>
                <a:cs typeface="Lato"/>
                <a:sym typeface="Lato"/>
                <a:hlinkClick r:id="rId4">
                  <a:extLst>
                    <a:ext uri="{A12FA001-AC4F-418D-AE19-62706E023703}">
                      <ahyp:hlinkClr xmlns:ahyp="http://schemas.microsoft.com/office/drawing/2018/hyperlinkcolor" val="tx"/>
                    </a:ext>
                  </a:extLst>
                </a:hlinkClick>
              </a:rPr>
              <a:t>Flaticon</a:t>
            </a:r>
            <a:r>
              <a:rPr lang="en" sz="1200" b="1">
                <a:solidFill>
                  <a:schemeClr val="dk1"/>
                </a:solidFill>
                <a:latin typeface="Lato"/>
                <a:ea typeface="Lato"/>
                <a:cs typeface="Lato"/>
                <a:sym typeface="Lato"/>
              </a:rPr>
              <a:t>,</a:t>
            </a:r>
            <a:r>
              <a:rPr lang="en" sz="1200">
                <a:solidFill>
                  <a:schemeClr val="dk1"/>
                </a:solidFill>
                <a:latin typeface="Lato"/>
                <a:ea typeface="Lato"/>
                <a:cs typeface="Lato"/>
                <a:sym typeface="Lato"/>
              </a:rPr>
              <a:t> and infographics &amp; images by </a:t>
            </a:r>
            <a:r>
              <a:rPr lang="en" sz="1200" b="1" u="sng">
                <a:solidFill>
                  <a:schemeClr val="dk1"/>
                </a:solidFill>
                <a:latin typeface="Lato"/>
                <a:ea typeface="Lato"/>
                <a:cs typeface="Lato"/>
                <a:sym typeface="Lato"/>
                <a:hlinkClick r:id="rId5">
                  <a:extLst>
                    <a:ext uri="{A12FA001-AC4F-418D-AE19-62706E023703}">
                      <ahyp:hlinkClr xmlns:ahyp="http://schemas.microsoft.com/office/drawing/2018/hyperlinkcolor" val="tx"/>
                    </a:ext>
                  </a:extLst>
                </a:hlinkClick>
              </a:rPr>
              <a:t>Freepik</a:t>
            </a:r>
            <a:r>
              <a:rPr lang="en" sz="1200" b="1" u="sng">
                <a:solidFill>
                  <a:schemeClr val="dk1"/>
                </a:solidFill>
                <a:latin typeface="Lato"/>
                <a:ea typeface="Lato"/>
                <a:cs typeface="Lato"/>
                <a:sym typeface="Lato"/>
              </a:rPr>
              <a:t> </a:t>
            </a:r>
            <a:endParaRPr sz="1200" b="1" u="sng">
              <a:solidFill>
                <a:schemeClr val="dk1"/>
              </a:solidFill>
              <a:latin typeface="Lato"/>
              <a:ea typeface="Lato"/>
              <a:cs typeface="Lato"/>
              <a:sym typeface="Lato"/>
            </a:endParaRPr>
          </a:p>
        </p:txBody>
      </p:sp>
      <p:grpSp>
        <p:nvGrpSpPr>
          <p:cNvPr id="254" name="Google Shape;254;p22"/>
          <p:cNvGrpSpPr/>
          <p:nvPr/>
        </p:nvGrpSpPr>
        <p:grpSpPr>
          <a:xfrm>
            <a:off x="99650" y="692408"/>
            <a:ext cx="9608575" cy="4195938"/>
            <a:chOff x="99650" y="692408"/>
            <a:chExt cx="9608575" cy="4195938"/>
          </a:xfrm>
        </p:grpSpPr>
        <p:grpSp>
          <p:nvGrpSpPr>
            <p:cNvPr id="255" name="Google Shape;255;p22"/>
            <p:cNvGrpSpPr/>
            <p:nvPr/>
          </p:nvGrpSpPr>
          <p:grpSpPr>
            <a:xfrm rot="10800000">
              <a:off x="6911050" y="692408"/>
              <a:ext cx="2797175" cy="71438"/>
              <a:chOff x="969625" y="5671683"/>
              <a:chExt cx="2797175" cy="71438"/>
            </a:xfrm>
          </p:grpSpPr>
          <p:sp>
            <p:nvSpPr>
              <p:cNvPr id="256" name="Google Shape;256;p22"/>
              <p:cNvSpPr/>
              <p:nvPr/>
            </p:nvSpPr>
            <p:spPr>
              <a:xfrm>
                <a:off x="969625" y="5700202"/>
                <a:ext cx="26973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7" name="Google Shape;257;p22"/>
              <p:cNvSpPr/>
              <p:nvPr/>
            </p:nvSpPr>
            <p:spPr>
              <a:xfrm>
                <a:off x="3644562" y="5671683"/>
                <a:ext cx="122238" cy="71438"/>
              </a:xfrm>
              <a:custGeom>
                <a:avLst/>
                <a:gdLst/>
                <a:ahLst/>
                <a:cxnLst/>
                <a:rect l="l" t="t" r="r" b="b"/>
                <a:pathLst>
                  <a:path w="77" h="45" extrusionOk="0">
                    <a:moveTo>
                      <a:pt x="0" y="23"/>
                    </a:moveTo>
                    <a:lnTo>
                      <a:pt x="39" y="0"/>
                    </a:lnTo>
                    <a:lnTo>
                      <a:pt x="77"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8" name="Google Shape;258;p22"/>
              <p:cNvSpPr/>
              <p:nvPr/>
            </p:nvSpPr>
            <p:spPr>
              <a:xfrm>
                <a:off x="3644562" y="5671683"/>
                <a:ext cx="122238" cy="71438"/>
              </a:xfrm>
              <a:custGeom>
                <a:avLst/>
                <a:gdLst/>
                <a:ahLst/>
                <a:cxnLst/>
                <a:rect l="l" t="t" r="r" b="b"/>
                <a:pathLst>
                  <a:path w="77" h="45" extrusionOk="0">
                    <a:moveTo>
                      <a:pt x="0" y="23"/>
                    </a:moveTo>
                    <a:lnTo>
                      <a:pt x="39" y="0"/>
                    </a:lnTo>
                    <a:lnTo>
                      <a:pt x="77"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59" name="Google Shape;259;p22"/>
            <p:cNvGrpSpPr/>
            <p:nvPr/>
          </p:nvGrpSpPr>
          <p:grpSpPr>
            <a:xfrm>
              <a:off x="99650" y="4816908"/>
              <a:ext cx="5634038" cy="71438"/>
              <a:chOff x="969625" y="4766808"/>
              <a:chExt cx="5634038" cy="71438"/>
            </a:xfrm>
          </p:grpSpPr>
          <p:sp>
            <p:nvSpPr>
              <p:cNvPr id="260" name="Google Shape;260;p22"/>
              <p:cNvSpPr/>
              <p:nvPr/>
            </p:nvSpPr>
            <p:spPr>
              <a:xfrm>
                <a:off x="969625" y="4795327"/>
                <a:ext cx="55278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1" name="Google Shape;261;p22"/>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 name="Google Shape;262;p22"/>
              <p:cNvSpPr/>
              <p:nvPr/>
            </p:nvSpPr>
            <p:spPr>
              <a:xfrm>
                <a:off x="6478250" y="4766808"/>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7">
    <p:spTree>
      <p:nvGrpSpPr>
        <p:cNvPr id="1" name="Shape 263"/>
        <p:cNvGrpSpPr/>
        <p:nvPr/>
      </p:nvGrpSpPr>
      <p:grpSpPr>
        <a:xfrm>
          <a:off x="0" y="0"/>
          <a:ext cx="0" cy="0"/>
          <a:chOff x="0" y="0"/>
          <a:chExt cx="0" cy="0"/>
        </a:xfrm>
      </p:grpSpPr>
      <p:pic>
        <p:nvPicPr>
          <p:cNvPr id="264" name="Google Shape;264;p2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65" name="Google Shape;265;p23"/>
          <p:cNvGrpSpPr/>
          <p:nvPr/>
        </p:nvGrpSpPr>
        <p:grpSpPr>
          <a:xfrm>
            <a:off x="-1353152" y="-951167"/>
            <a:ext cx="11547203" cy="7961265"/>
            <a:chOff x="-1353152" y="-951167"/>
            <a:chExt cx="11547203" cy="7961265"/>
          </a:xfrm>
        </p:grpSpPr>
        <p:sp>
          <p:nvSpPr>
            <p:cNvPr id="266" name="Google Shape;266;p23"/>
            <p:cNvSpPr/>
            <p:nvPr/>
          </p:nvSpPr>
          <p:spPr>
            <a:xfrm rot="-5400000">
              <a:off x="385162" y="-2689480"/>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 name="Google Shape;267;p23"/>
            <p:cNvSpPr/>
            <p:nvPr/>
          </p:nvSpPr>
          <p:spPr>
            <a:xfrm rot="10800000">
              <a:off x="8703387" y="2042807"/>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8" name="Google Shape;268;p23"/>
          <p:cNvGrpSpPr/>
          <p:nvPr/>
        </p:nvGrpSpPr>
        <p:grpSpPr>
          <a:xfrm rot="5400000">
            <a:off x="985675" y="-382042"/>
            <a:ext cx="1771650" cy="71438"/>
            <a:chOff x="1150025" y="4460558"/>
            <a:chExt cx="1771650" cy="71438"/>
          </a:xfrm>
        </p:grpSpPr>
        <p:sp>
          <p:nvSpPr>
            <p:cNvPr id="269" name="Google Shape;269;p23"/>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 name="Google Shape;270;p23"/>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8">
    <p:spTree>
      <p:nvGrpSpPr>
        <p:cNvPr id="1" name="Shape 271"/>
        <p:cNvGrpSpPr/>
        <p:nvPr/>
      </p:nvGrpSpPr>
      <p:grpSpPr>
        <a:xfrm>
          <a:off x="0" y="0"/>
          <a:ext cx="0" cy="0"/>
          <a:chOff x="0" y="0"/>
          <a:chExt cx="0" cy="0"/>
        </a:xfrm>
      </p:grpSpPr>
      <p:pic>
        <p:nvPicPr>
          <p:cNvPr id="272" name="Google Shape;272;p2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73" name="Google Shape;273;p24"/>
          <p:cNvGrpSpPr/>
          <p:nvPr/>
        </p:nvGrpSpPr>
        <p:grpSpPr>
          <a:xfrm>
            <a:off x="-481650" y="795633"/>
            <a:ext cx="8912413" cy="4500744"/>
            <a:chOff x="-481650" y="795633"/>
            <a:chExt cx="8912413" cy="4500744"/>
          </a:xfrm>
        </p:grpSpPr>
        <p:grpSp>
          <p:nvGrpSpPr>
            <p:cNvPr id="274" name="Google Shape;274;p24"/>
            <p:cNvGrpSpPr/>
            <p:nvPr/>
          </p:nvGrpSpPr>
          <p:grpSpPr>
            <a:xfrm rot="-5400000">
              <a:off x="1013950" y="4374833"/>
              <a:ext cx="1771650" cy="71438"/>
              <a:chOff x="1150025" y="4460558"/>
              <a:chExt cx="1771650" cy="71438"/>
            </a:xfrm>
          </p:grpSpPr>
          <p:sp>
            <p:nvSpPr>
              <p:cNvPr id="275" name="Google Shape;275;p24"/>
              <p:cNvSpPr/>
              <p:nvPr/>
            </p:nvSpPr>
            <p:spPr>
              <a:xfrm>
                <a:off x="1150025" y="4489077"/>
                <a:ext cx="16860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 name="Google Shape;276;p24"/>
              <p:cNvSpPr/>
              <p:nvPr/>
            </p:nvSpPr>
            <p:spPr>
              <a:xfrm>
                <a:off x="2797850" y="4460558"/>
                <a:ext cx="123825" cy="71438"/>
              </a:xfrm>
              <a:custGeom>
                <a:avLst/>
                <a:gdLst/>
                <a:ahLst/>
                <a:cxnLst/>
                <a:rect l="l" t="t" r="r" b="b"/>
                <a:pathLst>
                  <a:path w="78" h="45" extrusionOk="0">
                    <a:moveTo>
                      <a:pt x="0" y="23"/>
                    </a:moveTo>
                    <a:lnTo>
                      <a:pt x="39" y="0"/>
                    </a:lnTo>
                    <a:lnTo>
                      <a:pt x="78"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7" name="Google Shape;277;p24"/>
            <p:cNvGrpSpPr/>
            <p:nvPr/>
          </p:nvGrpSpPr>
          <p:grpSpPr>
            <a:xfrm>
              <a:off x="-481650" y="795633"/>
              <a:ext cx="8912413" cy="71438"/>
              <a:chOff x="-2308750" y="4879233"/>
              <a:chExt cx="8912413" cy="71438"/>
            </a:xfrm>
          </p:grpSpPr>
          <p:sp>
            <p:nvSpPr>
              <p:cNvPr id="278" name="Google Shape;278;p24"/>
              <p:cNvSpPr/>
              <p:nvPr/>
            </p:nvSpPr>
            <p:spPr>
              <a:xfrm>
                <a:off x="-2308750" y="4907750"/>
                <a:ext cx="88761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 name="Google Shape;279;p24"/>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 name="Google Shape;280;p24"/>
              <p:cNvSpPr/>
              <p:nvPr/>
            </p:nvSpPr>
            <p:spPr>
              <a:xfrm>
                <a:off x="6478250" y="4879233"/>
                <a:ext cx="125413" cy="71438"/>
              </a:xfrm>
              <a:custGeom>
                <a:avLst/>
                <a:gdLst/>
                <a:ahLst/>
                <a:cxnLst/>
                <a:rect l="l" t="t" r="r" b="b"/>
                <a:pathLst>
                  <a:path w="79" h="45" extrusionOk="0">
                    <a:moveTo>
                      <a:pt x="0" y="23"/>
                    </a:moveTo>
                    <a:lnTo>
                      <a:pt x="39" y="0"/>
                    </a:lnTo>
                    <a:lnTo>
                      <a:pt x="79"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281" name="Google Shape;281;p24"/>
          <p:cNvGrpSpPr/>
          <p:nvPr/>
        </p:nvGrpSpPr>
        <p:grpSpPr>
          <a:xfrm>
            <a:off x="539287" y="-1724343"/>
            <a:ext cx="9382164" cy="10216367"/>
            <a:chOff x="539287" y="-1724343"/>
            <a:chExt cx="9382164" cy="10216367"/>
          </a:xfrm>
        </p:grpSpPr>
        <p:sp>
          <p:nvSpPr>
            <p:cNvPr id="282" name="Google Shape;282;p24"/>
            <p:cNvSpPr/>
            <p:nvPr/>
          </p:nvSpPr>
          <p:spPr>
            <a:xfrm>
              <a:off x="8430787" y="-1724343"/>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3" name="Google Shape;283;p24"/>
            <p:cNvSpPr/>
            <p:nvPr/>
          </p:nvSpPr>
          <p:spPr>
            <a:xfrm>
              <a:off x="539287" y="3524732"/>
              <a:ext cx="2720976" cy="4967292"/>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8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88"/>
        <p:cNvGrpSpPr/>
        <p:nvPr/>
      </p:nvGrpSpPr>
      <p:grpSpPr>
        <a:xfrm>
          <a:off x="0" y="0"/>
          <a:ext cx="0" cy="0"/>
          <a:chOff x="0" y="0"/>
          <a:chExt cx="0" cy="0"/>
        </a:xfrm>
      </p:grpSpPr>
      <p:sp>
        <p:nvSpPr>
          <p:cNvPr id="289" name="Google Shape;289;p2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1pPr>
            <a:lvl2pPr lvl="1"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2pPr>
            <a:lvl3pPr lvl="2"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3pPr>
            <a:lvl4pPr lvl="3"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4pPr>
            <a:lvl5pPr lvl="4"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5pPr>
            <a:lvl6pPr lvl="5"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6pPr>
            <a:lvl7pPr lvl="6"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7pPr>
            <a:lvl8pPr lvl="7"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8pPr>
            <a:lvl9pPr lvl="8" rtl="0">
              <a:spcBef>
                <a:spcPts val="0"/>
              </a:spcBef>
              <a:spcAft>
                <a:spcPts val="0"/>
              </a:spcAft>
              <a:buClr>
                <a:schemeClr val="dk1"/>
              </a:buClr>
              <a:buSzPts val="3000"/>
              <a:buFont typeface="DM Sans"/>
              <a:buNone/>
              <a:defRPr sz="3000" b="1">
                <a:solidFill>
                  <a:schemeClr val="dk1"/>
                </a:solidFill>
                <a:latin typeface="DM Sans"/>
                <a:ea typeface="DM Sans"/>
                <a:cs typeface="DM Sans"/>
                <a:sym typeface="DM Sans"/>
              </a:defRPr>
            </a:lvl9pPr>
          </a:lstStyle>
          <a:p>
            <a:endParaRPr/>
          </a:p>
        </p:txBody>
      </p:sp>
      <p:sp>
        <p:nvSpPr>
          <p:cNvPr id="7" name="Google Shape;7;p1"/>
          <p:cNvSpPr txBox="1">
            <a:spLocks noGrp="1"/>
          </p:cNvSpPr>
          <p:nvPr>
            <p:ph type="body" idx="1"/>
          </p:nvPr>
        </p:nvSpPr>
        <p:spPr>
          <a:xfrm>
            <a:off x="713400"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marL="914400" lvl="1"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marL="1371600" lvl="2"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marL="1828800" lvl="3"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marL="2286000" lvl="4"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marL="2743200" lvl="5"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marL="3200400" lvl="6"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marL="3657600" lvl="7"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marL="4114800" lvl="8"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84"/>
        <p:cNvGrpSpPr/>
        <p:nvPr/>
      </p:nvGrpSpPr>
      <p:grpSpPr>
        <a:xfrm>
          <a:off x="0" y="0"/>
          <a:ext cx="0" cy="0"/>
          <a:chOff x="0" y="0"/>
          <a:chExt cx="0" cy="0"/>
        </a:xfrm>
      </p:grpSpPr>
      <p:sp>
        <p:nvSpPr>
          <p:cNvPr id="285" name="Google Shape;285;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86" name="Google Shape;286;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6.xml"/><Relationship Id="rId1" Type="http://schemas.openxmlformats.org/officeDocument/2006/relationships/slideLayout" Target="../slideLayouts/slideLayout5.xml"/><Relationship Id="rId5" Type="http://schemas.openxmlformats.org/officeDocument/2006/relationships/image" Target="../media/image3.png"/><Relationship Id="rId4" Type="http://schemas.openxmlformats.org/officeDocument/2006/relationships/hyperlink" Target="https://docs.google.com/spreadsheets/d/1bDvj9wPPDFKkBm-T2_Z7-7vravsiUbziEjrayV42iKM/copy#gid=453268611" TargetMode="External"/></Relationships>
</file>

<file path=ppt/slides/_rels/slide17.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7.xml"/><Relationship Id="rId1" Type="http://schemas.openxmlformats.org/officeDocument/2006/relationships/slideLayout" Target="../slideLayouts/slideLayout19.xml"/><Relationship Id="rId5" Type="http://schemas.openxmlformats.org/officeDocument/2006/relationships/image" Target="../media/image4.png"/><Relationship Id="rId4" Type="http://schemas.openxmlformats.org/officeDocument/2006/relationships/hyperlink" Target="https://docs.google.com/spreadsheets/d/1bDvj9wPPDFKkBm-T2_Z7-7vravsiUbziEjrayV42iKM/copy#gid=1051421447" TargetMode="Externa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3" Type="http://schemas.openxmlformats.org/officeDocument/2006/relationships/hyperlink" Target="https://www.freepik.com/free-vector/geometric-background-concept_8398866.htm/?utm_source=slidesgo_template&amp;utm_medium=referral-link&amp;utm_campaign=sg_resources&amp;utm_content=freepik" TargetMode="External"/><Relationship Id="rId2" Type="http://schemas.openxmlformats.org/officeDocument/2006/relationships/notesSlide" Target="../notesSlides/notesSlide2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3" Type="http://schemas.openxmlformats.org/officeDocument/2006/relationships/hyperlink" Target="https://www.freepik.com/free-ai-image/white-paper-texture-background_94946047.htm/?utm_source=slidesgo_template&amp;utm_medium=referral-link&amp;utm_campaign=sg_resources&amp;utm_content=freepik" TargetMode="External"/><Relationship Id="rId2" Type="http://schemas.openxmlformats.org/officeDocument/2006/relationships/notesSlide" Target="../notesSlides/notesSlide24.xml"/><Relationship Id="rId1" Type="http://schemas.openxmlformats.org/officeDocument/2006/relationships/slideLayout" Target="../slideLayouts/slideLayout15.xml"/><Relationship Id="rId6" Type="http://schemas.openxmlformats.org/officeDocument/2006/relationships/hyperlink" Target="https://www.freepik.com/free-photo/young-student-learning-library_21138940.htm/?utm_source=slidesgo_template&amp;utm_medium=referral-link&amp;utm_campaign=sg_resources&amp;utm_content=freepik" TargetMode="External"/><Relationship Id="rId5" Type="http://schemas.openxmlformats.org/officeDocument/2006/relationships/hyperlink" Target="https://www.flaticon.com/packs/history-3?word=history/?utm_source=slidesgo_template&amp;utm_medium=referral-link&amp;utm_campaign=sg_resources&amp;utm_content=flaticon" TargetMode="External"/><Relationship Id="rId4" Type="http://schemas.openxmlformats.org/officeDocument/2006/relationships/hyperlink" Target="https://www.flaticon.com/packs/mental-health-19?word=psychology/?utm_source=slidesgo_template&amp;utm_medium=referral-link&amp;utm_campaign=sg_resources&amp;utm_content=flaticon"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5.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2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6.xml"/><Relationship Id="rId1" Type="http://schemas.openxmlformats.org/officeDocument/2006/relationships/slideLayout" Target="../slideLayouts/slideLayout25.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27.xml.rels><?xml version="1.0" encoding="UTF-8" standalone="yes"?>
<Relationships xmlns="http://schemas.openxmlformats.org/package/2006/relationships"><Relationship Id="rId3" Type="http://schemas.openxmlformats.org/officeDocument/2006/relationships/hyperlink" Target="https://fonts.google.com/specimen/DM+Sans" TargetMode="External"/><Relationship Id="rId2" Type="http://schemas.openxmlformats.org/officeDocument/2006/relationships/notesSlide" Target="../notesSlides/notesSlide27.xml"/><Relationship Id="rId1" Type="http://schemas.openxmlformats.org/officeDocument/2006/relationships/slideLayout" Target="../slideLayouts/slideLayout25.xml"/><Relationship Id="rId4" Type="http://schemas.openxmlformats.org/officeDocument/2006/relationships/hyperlink" Target="https://fonts.google.com/specimen/Lato" TargetMode="External"/></Relationships>
</file>

<file path=ppt/slides/_rels/slide28.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9.png"/><Relationship Id="rId2" Type="http://schemas.openxmlformats.org/officeDocument/2006/relationships/notesSlide" Target="../notesSlides/notesSlide28.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8.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7.png"/><Relationship Id="rId4" Type="http://schemas.openxmlformats.org/officeDocument/2006/relationships/image" Target="../media/image5.png"/><Relationship Id="rId9" Type="http://schemas.openxmlformats.org/officeDocument/2006/relationships/image" Target="../media/image6.png"/></Relationships>
</file>

<file path=ppt/slides/_rels/slide2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24.xm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93"/>
        <p:cNvGrpSpPr/>
        <p:nvPr/>
      </p:nvGrpSpPr>
      <p:grpSpPr>
        <a:xfrm>
          <a:off x="0" y="0"/>
          <a:ext cx="0" cy="0"/>
          <a:chOff x="0" y="0"/>
          <a:chExt cx="0" cy="0"/>
        </a:xfrm>
      </p:grpSpPr>
      <p:sp>
        <p:nvSpPr>
          <p:cNvPr id="294" name="Google Shape;294;p28"/>
          <p:cNvSpPr txBox="1">
            <a:spLocks noGrp="1"/>
          </p:cNvSpPr>
          <p:nvPr>
            <p:ph type="ctrTitle"/>
          </p:nvPr>
        </p:nvSpPr>
        <p:spPr>
          <a:xfrm>
            <a:off x="1991833" y="586415"/>
            <a:ext cx="5160335" cy="94927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b="0" dirty="0">
                <a:latin typeface="DM Sans ExtraBold"/>
                <a:ea typeface="DM Sans ExtraBold"/>
                <a:cs typeface="DM Sans ExtraBold"/>
                <a:sym typeface="DM Sans ExtraBold"/>
              </a:rPr>
              <a:t>BigProject Report</a:t>
            </a:r>
            <a:endParaRPr b="0" dirty="0">
              <a:latin typeface="DM Sans ExtraBold"/>
              <a:ea typeface="DM Sans ExtraBold"/>
              <a:cs typeface="DM Sans ExtraBold"/>
              <a:sym typeface="DM Sans ExtraBold"/>
            </a:endParaRPr>
          </a:p>
        </p:txBody>
      </p:sp>
      <p:sp>
        <p:nvSpPr>
          <p:cNvPr id="295" name="Google Shape;295;p28"/>
          <p:cNvSpPr txBox="1">
            <a:spLocks noGrp="1"/>
          </p:cNvSpPr>
          <p:nvPr>
            <p:ph type="subTitle" idx="1"/>
          </p:nvPr>
        </p:nvSpPr>
        <p:spPr>
          <a:xfrm>
            <a:off x="198473" y="3067486"/>
            <a:ext cx="5769935" cy="47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dirty="0"/>
              <a:t>Supervisor: 	Dr.NGUYEN Van Hieu</a:t>
            </a:r>
            <a:endParaRPr sz="1600" dirty="0"/>
          </a:p>
        </p:txBody>
      </p:sp>
      <p:sp>
        <p:nvSpPr>
          <p:cNvPr id="296" name="Google Shape;296;p28"/>
          <p:cNvSpPr/>
          <p:nvPr/>
        </p:nvSpPr>
        <p:spPr>
          <a:xfrm rot="5400000">
            <a:off x="625212" y="973043"/>
            <a:ext cx="111618" cy="64395"/>
          </a:xfrm>
          <a:custGeom>
            <a:avLst/>
            <a:gdLst/>
            <a:ahLst/>
            <a:cxnLst/>
            <a:rect l="l" t="t" r="r" b="b"/>
            <a:pathLst>
              <a:path w="78" h="45" extrusionOk="0">
                <a:moveTo>
                  <a:pt x="0" y="23"/>
                </a:moveTo>
                <a:lnTo>
                  <a:pt x="39" y="0"/>
                </a:lnTo>
                <a:lnTo>
                  <a:pt x="78" y="23"/>
                </a:lnTo>
                <a:lnTo>
                  <a:pt x="39" y="45"/>
                </a:lnTo>
                <a:lnTo>
                  <a:pt x="0" y="23"/>
                </a:ln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 name="Google Shape;294;p28">
            <a:extLst>
              <a:ext uri="{FF2B5EF4-FFF2-40B4-BE49-F238E27FC236}">
                <a16:creationId xmlns:a16="http://schemas.microsoft.com/office/drawing/2014/main" id="{D3C0003B-3146-0528-35CC-BA80C9071506}"/>
              </a:ext>
            </a:extLst>
          </p:cNvPr>
          <p:cNvSpPr txBox="1">
            <a:spLocks/>
          </p:cNvSpPr>
          <p:nvPr/>
        </p:nvSpPr>
        <p:spPr>
          <a:xfrm>
            <a:off x="198474" y="1622480"/>
            <a:ext cx="8747051" cy="94927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5200"/>
              <a:buFont typeface="DM Sans"/>
              <a:buNone/>
              <a:defRPr sz="4800" b="1" i="0" u="none" strike="noStrike" cap="none">
                <a:solidFill>
                  <a:schemeClr val="dk1"/>
                </a:solidFill>
                <a:latin typeface="DM Sans"/>
                <a:ea typeface="DM Sans"/>
                <a:cs typeface="DM Sans"/>
                <a:sym typeface="DM Sans"/>
              </a:defRPr>
            </a:lvl1pPr>
            <a:lvl2pPr marR="0" lvl="1"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2pPr>
            <a:lvl3pPr marR="0" lvl="2"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3pPr>
            <a:lvl4pPr marR="0" lvl="3"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4pPr>
            <a:lvl5pPr marR="0" lvl="4"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5pPr>
            <a:lvl6pPr marR="0" lvl="5"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6pPr>
            <a:lvl7pPr marR="0" lvl="6"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7pPr>
            <a:lvl8pPr marR="0" lvl="7"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8pPr>
            <a:lvl9pPr marR="0" lvl="8" algn="ctr" rtl="0">
              <a:lnSpc>
                <a:spcPct val="100000"/>
              </a:lnSpc>
              <a:spcBef>
                <a:spcPts val="0"/>
              </a:spcBef>
              <a:spcAft>
                <a:spcPts val="0"/>
              </a:spcAft>
              <a:buClr>
                <a:schemeClr val="dk1"/>
              </a:buClr>
              <a:buSzPts val="5200"/>
              <a:buFont typeface="DM Sans"/>
              <a:buNone/>
              <a:defRPr sz="5200" b="1" i="0" u="none" strike="noStrike" cap="none">
                <a:solidFill>
                  <a:schemeClr val="dk1"/>
                </a:solidFill>
                <a:latin typeface="DM Sans"/>
                <a:ea typeface="DM Sans"/>
                <a:cs typeface="DM Sans"/>
                <a:sym typeface="DM Sans"/>
              </a:defRPr>
            </a:lvl9pPr>
          </a:lstStyle>
          <a:p>
            <a:pPr algn="ctr"/>
            <a:r>
              <a:rPr lang="en-US" sz="3200" b="0" i="1" dirty="0">
                <a:latin typeface="DM Sans ExtraBold"/>
                <a:ea typeface="DM Sans ExtraBold"/>
                <a:cs typeface="DM Sans ExtraBold"/>
                <a:sym typeface="DM Sans ExtraBold"/>
              </a:rPr>
              <a:t>Design of 2.4 GHz BLE Transmitter with Wake-Up Receiver (WuRx)</a:t>
            </a:r>
          </a:p>
        </p:txBody>
      </p:sp>
      <p:sp>
        <p:nvSpPr>
          <p:cNvPr id="3" name="Google Shape;295;p28">
            <a:extLst>
              <a:ext uri="{FF2B5EF4-FFF2-40B4-BE49-F238E27FC236}">
                <a16:creationId xmlns:a16="http://schemas.microsoft.com/office/drawing/2014/main" id="{460CE7CF-28D9-E9D5-99F5-9A9C84CECEB1}"/>
              </a:ext>
            </a:extLst>
          </p:cNvPr>
          <p:cNvSpPr txBox="1">
            <a:spLocks/>
          </p:cNvSpPr>
          <p:nvPr/>
        </p:nvSpPr>
        <p:spPr>
          <a:xfrm>
            <a:off x="198474" y="2591686"/>
            <a:ext cx="6578010" cy="475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1pPr>
            <a:lvl2pPr marL="914400" marR="0" lvl="1"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2pPr>
            <a:lvl3pPr marL="1371600" marR="0" lvl="2"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3pPr>
            <a:lvl4pPr marL="1828800" marR="0" lvl="3"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4pPr>
            <a:lvl5pPr marL="2286000" marR="0" lvl="4"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5pPr>
            <a:lvl6pPr marL="2743200" marR="0" lvl="5"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6pPr>
            <a:lvl7pPr marL="3200400" marR="0" lvl="6"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7pPr>
            <a:lvl8pPr marL="3657600" marR="0" lvl="7"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8pPr>
            <a:lvl9pPr marL="4114800" marR="0" lvl="8"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9pPr>
          </a:lstStyle>
          <a:p>
            <a:pPr marL="0" indent="0"/>
            <a:r>
              <a:rPr lang="en-US" sz="2000" b="1" dirty="0"/>
              <a:t>Project 4: </a:t>
            </a:r>
            <a:r>
              <a:rPr lang="en-US" sz="2000" b="1" i="1" dirty="0"/>
              <a:t>Sensor node BLE and Directional coupler</a:t>
            </a:r>
            <a:endParaRPr lang="nl-NL" sz="2000" b="1" i="1" dirty="0"/>
          </a:p>
        </p:txBody>
      </p:sp>
      <p:sp>
        <p:nvSpPr>
          <p:cNvPr id="4" name="Google Shape;295;p28">
            <a:extLst>
              <a:ext uri="{FF2B5EF4-FFF2-40B4-BE49-F238E27FC236}">
                <a16:creationId xmlns:a16="http://schemas.microsoft.com/office/drawing/2014/main" id="{E87D0B8F-1977-54FC-E2EB-09ABBABE119D}"/>
              </a:ext>
            </a:extLst>
          </p:cNvPr>
          <p:cNvSpPr txBox="1">
            <a:spLocks/>
          </p:cNvSpPr>
          <p:nvPr/>
        </p:nvSpPr>
        <p:spPr>
          <a:xfrm>
            <a:off x="198473" y="3543286"/>
            <a:ext cx="5840819" cy="475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1pPr>
            <a:lvl2pPr marL="914400" marR="0" lvl="1"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2pPr>
            <a:lvl3pPr marL="1371600" marR="0" lvl="2"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3pPr>
            <a:lvl4pPr marL="1828800" marR="0" lvl="3"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4pPr>
            <a:lvl5pPr marL="2286000" marR="0" lvl="4"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5pPr>
            <a:lvl6pPr marL="2743200" marR="0" lvl="5"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6pPr>
            <a:lvl7pPr marL="3200400" marR="0" lvl="6"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7pPr>
            <a:lvl8pPr marL="3657600" marR="0" lvl="7"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8pPr>
            <a:lvl9pPr marL="4114800" marR="0" lvl="8"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9pPr>
          </a:lstStyle>
          <a:p>
            <a:pPr marL="0" indent="0"/>
            <a:r>
              <a:rPr lang="nl-NL" sz="1600" dirty="0"/>
              <a:t>Subject: 		Microwave Engineering</a:t>
            </a:r>
          </a:p>
        </p:txBody>
      </p:sp>
      <p:sp>
        <p:nvSpPr>
          <p:cNvPr id="5" name="Google Shape;295;p28">
            <a:extLst>
              <a:ext uri="{FF2B5EF4-FFF2-40B4-BE49-F238E27FC236}">
                <a16:creationId xmlns:a16="http://schemas.microsoft.com/office/drawing/2014/main" id="{A4775ADB-C95E-3452-85B6-6C86CFE6A229}"/>
              </a:ext>
            </a:extLst>
          </p:cNvPr>
          <p:cNvSpPr txBox="1">
            <a:spLocks/>
          </p:cNvSpPr>
          <p:nvPr/>
        </p:nvSpPr>
        <p:spPr>
          <a:xfrm>
            <a:off x="198474" y="4019086"/>
            <a:ext cx="3375838" cy="475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1pPr>
            <a:lvl2pPr marL="914400" marR="0" lvl="1"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2pPr>
            <a:lvl3pPr marL="1371600" marR="0" lvl="2"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3pPr>
            <a:lvl4pPr marL="1828800" marR="0" lvl="3"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4pPr>
            <a:lvl5pPr marL="2286000" marR="0" lvl="4"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5pPr>
            <a:lvl6pPr marL="2743200" marR="0" lvl="5"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6pPr>
            <a:lvl7pPr marL="3200400" marR="0" lvl="6"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7pPr>
            <a:lvl8pPr marL="3657600" marR="0" lvl="7"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8pPr>
            <a:lvl9pPr marL="4114800" marR="0" lvl="8" indent="-317500" algn="ctr" rtl="0">
              <a:lnSpc>
                <a:spcPct val="100000"/>
              </a:lnSpc>
              <a:spcBef>
                <a:spcPts val="0"/>
              </a:spcBef>
              <a:spcAft>
                <a:spcPts val="0"/>
              </a:spcAft>
              <a:buClr>
                <a:schemeClr val="dk1"/>
              </a:buClr>
              <a:buSzPts val="1800"/>
              <a:buFont typeface="Lato"/>
              <a:buNone/>
              <a:defRPr sz="1800" b="0" i="0" u="none" strike="noStrike" cap="none">
                <a:solidFill>
                  <a:schemeClr val="dk1"/>
                </a:solidFill>
                <a:latin typeface="Lato"/>
                <a:ea typeface="Lato"/>
                <a:cs typeface="Lato"/>
                <a:sym typeface="Lato"/>
              </a:defRPr>
            </a:lvl9pPr>
          </a:lstStyle>
          <a:p>
            <a:pPr marL="0" indent="0"/>
            <a:r>
              <a:rPr lang="nl-NL" sz="1600" dirty="0"/>
              <a:t>Group: 		N_04		</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00"/>
        <p:cNvGrpSpPr/>
        <p:nvPr/>
      </p:nvGrpSpPr>
      <p:grpSpPr>
        <a:xfrm>
          <a:off x="0" y="0"/>
          <a:ext cx="0" cy="0"/>
          <a:chOff x="0" y="0"/>
          <a:chExt cx="0" cy="0"/>
        </a:xfrm>
      </p:grpSpPr>
      <p:sp>
        <p:nvSpPr>
          <p:cNvPr id="301" name="Google Shape;301;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3000" dirty="0">
                <a:latin typeface="DM Sans ExtraBold"/>
                <a:ea typeface="DM Sans ExtraBold"/>
                <a:cs typeface="DM Sans ExtraBold"/>
                <a:sym typeface="DM Sans ExtraBold"/>
              </a:rPr>
              <a:t>Thành viên của nhóm</a:t>
            </a:r>
            <a:endParaRPr sz="3000" dirty="0">
              <a:latin typeface="DM Sans ExtraBold"/>
              <a:ea typeface="DM Sans ExtraBold"/>
              <a:cs typeface="DM Sans ExtraBold"/>
              <a:sym typeface="DM Sans ExtraBold"/>
            </a:endParaRPr>
          </a:p>
        </p:txBody>
      </p:sp>
      <p:graphicFrame>
        <p:nvGraphicFramePr>
          <p:cNvPr id="305" name="Google Shape;305;p29"/>
          <p:cNvGraphicFramePr/>
          <p:nvPr>
            <p:extLst>
              <p:ext uri="{D42A27DB-BD31-4B8C-83A1-F6EECF244321}">
                <p14:modId xmlns:p14="http://schemas.microsoft.com/office/powerpoint/2010/main" val="2748341742"/>
              </p:ext>
            </p:extLst>
          </p:nvPr>
        </p:nvGraphicFramePr>
        <p:xfrm>
          <a:off x="76200" y="1185365"/>
          <a:ext cx="8991601" cy="3870690"/>
        </p:xfrm>
        <a:graphic>
          <a:graphicData uri="http://schemas.openxmlformats.org/drawingml/2006/table">
            <a:tbl>
              <a:tblPr>
                <a:noFill/>
                <a:tableStyleId>{BBA4B85B-C6BC-4E5F-98F4-0400EEE86A36}</a:tableStyleId>
              </a:tblPr>
              <a:tblGrid>
                <a:gridCol w="655848">
                  <a:extLst>
                    <a:ext uri="{9D8B030D-6E8A-4147-A177-3AD203B41FA5}">
                      <a16:colId xmlns:a16="http://schemas.microsoft.com/office/drawing/2014/main" val="20000"/>
                    </a:ext>
                  </a:extLst>
                </a:gridCol>
                <a:gridCol w="2483592">
                  <a:extLst>
                    <a:ext uri="{9D8B030D-6E8A-4147-A177-3AD203B41FA5}">
                      <a16:colId xmlns:a16="http://schemas.microsoft.com/office/drawing/2014/main" val="20001"/>
                    </a:ext>
                  </a:extLst>
                </a:gridCol>
                <a:gridCol w="1226820">
                  <a:extLst>
                    <a:ext uri="{9D8B030D-6E8A-4147-A177-3AD203B41FA5}">
                      <a16:colId xmlns:a16="http://schemas.microsoft.com/office/drawing/2014/main" val="2101878698"/>
                    </a:ext>
                  </a:extLst>
                </a:gridCol>
                <a:gridCol w="3558540">
                  <a:extLst>
                    <a:ext uri="{9D8B030D-6E8A-4147-A177-3AD203B41FA5}">
                      <a16:colId xmlns:a16="http://schemas.microsoft.com/office/drawing/2014/main" val="1448912266"/>
                    </a:ext>
                  </a:extLst>
                </a:gridCol>
                <a:gridCol w="1066801">
                  <a:extLst>
                    <a:ext uri="{9D8B030D-6E8A-4147-A177-3AD203B41FA5}">
                      <a16:colId xmlns:a16="http://schemas.microsoft.com/office/drawing/2014/main" val="981829279"/>
                    </a:ext>
                  </a:extLst>
                </a:gridCol>
              </a:tblGrid>
              <a:tr h="368700">
                <a:tc>
                  <a:txBody>
                    <a:bodyPr/>
                    <a:lstStyle/>
                    <a:p>
                      <a:pPr marL="0" lvl="0" indent="0" algn="ctr" rtl="0">
                        <a:spcBef>
                          <a:spcPts val="0"/>
                        </a:spcBef>
                        <a:spcAft>
                          <a:spcPts val="0"/>
                        </a:spcAft>
                        <a:buNone/>
                      </a:pPr>
                      <a:r>
                        <a:rPr lang="en" sz="1800" u="sng" dirty="0">
                          <a:solidFill>
                            <a:schemeClr val="hlink"/>
                          </a:solidFill>
                          <a:latin typeface="DM Sans ExtraBold"/>
                          <a:ea typeface="DM Sans ExtraBold"/>
                          <a:cs typeface="DM Sans ExtraBold"/>
                          <a:sym typeface="DM Sans ExtraBold"/>
                        </a:rPr>
                        <a:t>STT</a:t>
                      </a:r>
                      <a:endParaRPr sz="18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1600"/>
                        </a:spcAft>
                        <a:buNone/>
                      </a:pPr>
                      <a:r>
                        <a:rPr lang="en" sz="1800" u="sng" dirty="0">
                          <a:solidFill>
                            <a:schemeClr val="dk1"/>
                          </a:solidFill>
                          <a:latin typeface="Lato"/>
                          <a:ea typeface="Lato"/>
                          <a:cs typeface="Lato"/>
                          <a:sym typeface="Lato"/>
                        </a:rPr>
                        <a:t>Họ và Tên</a:t>
                      </a:r>
                      <a:endParaRPr sz="1800" u="sng"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tx2"/>
                    </a:solidFill>
                  </a:tcPr>
                </a:tc>
                <a:tc>
                  <a:txBody>
                    <a:bodyPr/>
                    <a:lstStyle/>
                    <a:p>
                      <a:pPr marL="0" lvl="0" indent="0" algn="ctr" rtl="0">
                        <a:spcBef>
                          <a:spcPts val="0"/>
                        </a:spcBef>
                        <a:spcAft>
                          <a:spcPts val="1600"/>
                        </a:spcAft>
                        <a:buNone/>
                      </a:pPr>
                      <a:r>
                        <a:rPr lang="en-US" sz="1800" u="sng" dirty="0">
                          <a:solidFill>
                            <a:schemeClr val="dk1"/>
                          </a:solidFill>
                          <a:latin typeface="Lato"/>
                          <a:ea typeface="Lato"/>
                          <a:cs typeface="Lato"/>
                          <a:sym typeface="Lato"/>
                        </a:rPr>
                        <a:t>MSSV</a:t>
                      </a:r>
                      <a:endParaRPr sz="1800" u="sng"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tx2"/>
                    </a:solidFill>
                  </a:tcPr>
                </a:tc>
                <a:tc>
                  <a:txBody>
                    <a:bodyPr/>
                    <a:lstStyle/>
                    <a:p>
                      <a:pPr marL="0" lvl="0" indent="0" algn="ctr" rtl="0">
                        <a:spcBef>
                          <a:spcPts val="0"/>
                        </a:spcBef>
                        <a:spcAft>
                          <a:spcPts val="1600"/>
                        </a:spcAft>
                        <a:buNone/>
                      </a:pPr>
                      <a:r>
                        <a:rPr lang="en-US" sz="1800" u="sng" dirty="0">
                          <a:solidFill>
                            <a:schemeClr val="dk1"/>
                          </a:solidFill>
                          <a:latin typeface="Lato"/>
                          <a:ea typeface="Lato"/>
                          <a:cs typeface="Lato"/>
                          <a:sym typeface="Lato"/>
                        </a:rPr>
                        <a:t>Nhiệm vụ</a:t>
                      </a:r>
                      <a:endParaRPr sz="1800" u="sng"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tx2"/>
                    </a:solidFill>
                  </a:tcPr>
                </a:tc>
                <a:tc>
                  <a:txBody>
                    <a:bodyPr/>
                    <a:lstStyle/>
                    <a:p>
                      <a:pPr marL="0" lvl="0" indent="0" algn="ctr" rtl="0">
                        <a:spcBef>
                          <a:spcPts val="0"/>
                        </a:spcBef>
                        <a:spcAft>
                          <a:spcPts val="1600"/>
                        </a:spcAft>
                        <a:buNone/>
                      </a:pPr>
                      <a:r>
                        <a:rPr lang="en-US" sz="1800" u="sng" dirty="0">
                          <a:solidFill>
                            <a:schemeClr val="dk1"/>
                          </a:solidFill>
                          <a:latin typeface="Lato"/>
                          <a:ea typeface="Lato"/>
                          <a:cs typeface="Lato"/>
                          <a:sym typeface="Lato"/>
                        </a:rPr>
                        <a:t>Tiến độ</a:t>
                      </a:r>
                      <a:endParaRPr sz="1800" u="sng"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tx2"/>
                    </a:solidFill>
                  </a:tcPr>
                </a:tc>
                <a:extLst>
                  <a:ext uri="{0D108BD9-81ED-4DB2-BD59-A6C34878D82A}">
                    <a16:rowId xmlns:a16="http://schemas.microsoft.com/office/drawing/2014/main" val="10000"/>
                  </a:ext>
                </a:extLst>
              </a:tr>
              <a:tr h="370150">
                <a:tc>
                  <a:txBody>
                    <a:bodyPr/>
                    <a:lstStyle/>
                    <a:p>
                      <a:pPr marL="0" lvl="0" indent="0" algn="ctr" rtl="0">
                        <a:spcBef>
                          <a:spcPts val="0"/>
                        </a:spcBef>
                        <a:spcAft>
                          <a:spcPts val="0"/>
                        </a:spcAft>
                        <a:buNone/>
                      </a:pPr>
                      <a:r>
                        <a:rPr lang="en" sz="1600" u="sng" dirty="0">
                          <a:solidFill>
                            <a:schemeClr val="hlink"/>
                          </a:solidFill>
                          <a:latin typeface="DM Sans ExtraBold"/>
                          <a:ea typeface="DM Sans ExtraBold"/>
                          <a:cs typeface="DM Sans ExtraBold"/>
                          <a:sym typeface="DM Sans ExtraBold"/>
                        </a:rPr>
                        <a:t>1</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1600"/>
                        </a:spcAft>
                        <a:buNone/>
                      </a:pPr>
                      <a:r>
                        <a:rPr lang="en-US" sz="1400" b="0" u="none" dirty="0">
                          <a:solidFill>
                            <a:schemeClr val="dk1"/>
                          </a:solidFill>
                          <a:latin typeface="Lato"/>
                          <a:ea typeface="Lato"/>
                          <a:cs typeface="Lato"/>
                          <a:sym typeface="Lato"/>
                        </a:rPr>
                        <a:t>Lâm Gia Bảo</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marR="0" lvl="0" indent="0" algn="ctr" rtl="0">
                        <a:lnSpc>
                          <a:spcPct val="100000"/>
                        </a:lnSpc>
                        <a:spcBef>
                          <a:spcPts val="0"/>
                        </a:spcBef>
                        <a:spcAft>
                          <a:spcPts val="1600"/>
                        </a:spcAft>
                        <a:buNone/>
                      </a:pPr>
                      <a:r>
                        <a:rPr lang="en-US" sz="1400" dirty="0">
                          <a:solidFill>
                            <a:schemeClr val="dk1"/>
                          </a:solidFill>
                          <a:latin typeface="Lato"/>
                          <a:ea typeface="Lato"/>
                          <a:cs typeface="Lato"/>
                          <a:sym typeface="Lato"/>
                        </a:rPr>
                        <a:t>2210214</a:t>
                      </a:r>
                      <a:endParaRPr sz="1400"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marR="0" lvl="0" indent="0" algn="l" rtl="0">
                        <a:lnSpc>
                          <a:spcPct val="100000"/>
                        </a:lnSpc>
                        <a:spcBef>
                          <a:spcPts val="0"/>
                        </a:spcBef>
                        <a:spcAft>
                          <a:spcPts val="1600"/>
                        </a:spcAft>
                        <a:buNone/>
                      </a:pPr>
                      <a:r>
                        <a:rPr lang="en-US" sz="1400" b="0" u="none" dirty="0" err="1">
                          <a:solidFill>
                            <a:schemeClr val="dk1"/>
                          </a:solidFill>
                          <a:latin typeface="Lato"/>
                          <a:ea typeface="Lato"/>
                          <a:cs typeface="Lato"/>
                          <a:sym typeface="Lato"/>
                        </a:rPr>
                        <a:t>Viết</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chương</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trình</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cho</a:t>
                      </a:r>
                      <a:r>
                        <a:rPr lang="en-US" sz="1400" b="0" u="none" dirty="0">
                          <a:solidFill>
                            <a:schemeClr val="dk1"/>
                          </a:solidFill>
                          <a:latin typeface="Lato"/>
                          <a:ea typeface="Lato"/>
                          <a:cs typeface="Lato"/>
                          <a:sym typeface="Lato"/>
                        </a:rPr>
                        <a:t> Node</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marR="0" lvl="0" indent="0" algn="ctr" rtl="0">
                        <a:lnSpc>
                          <a:spcPct val="100000"/>
                        </a:lnSpc>
                        <a:spcBef>
                          <a:spcPts val="0"/>
                        </a:spcBef>
                        <a:spcAft>
                          <a:spcPts val="1600"/>
                        </a:spcAft>
                        <a:buNone/>
                      </a:pPr>
                      <a:r>
                        <a:rPr lang="en-US" sz="1400" b="0" u="none" dirty="0">
                          <a:solidFill>
                            <a:schemeClr val="dk1"/>
                          </a:solidFill>
                          <a:latin typeface="Lato"/>
                          <a:ea typeface="Lato"/>
                          <a:cs typeface="Lato"/>
                          <a:sym typeface="Lato"/>
                        </a:rPr>
                        <a:t>100%</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70150">
                <a:tc>
                  <a:txBody>
                    <a:bodyPr/>
                    <a:lstStyle/>
                    <a:p>
                      <a:pPr marL="0" lvl="0" indent="0" algn="ctr" rtl="0">
                        <a:spcBef>
                          <a:spcPts val="0"/>
                        </a:spcBef>
                        <a:spcAft>
                          <a:spcPts val="0"/>
                        </a:spcAft>
                        <a:buNone/>
                      </a:pPr>
                      <a:r>
                        <a:rPr lang="en" sz="1600" u="sng" dirty="0">
                          <a:solidFill>
                            <a:schemeClr val="hlink"/>
                          </a:solidFill>
                          <a:latin typeface="DM Sans ExtraBold"/>
                          <a:ea typeface="DM Sans ExtraBold"/>
                          <a:cs typeface="DM Sans ExtraBold"/>
                          <a:sym typeface="DM Sans ExtraBold"/>
                        </a:rPr>
                        <a:t>2</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US" sz="1400" b="0" u="none" dirty="0">
                          <a:solidFill>
                            <a:schemeClr val="dk1"/>
                          </a:solidFill>
                          <a:latin typeface="Lato"/>
                          <a:ea typeface="Lato"/>
                          <a:cs typeface="Lato"/>
                          <a:sym typeface="Lato"/>
                        </a:rPr>
                        <a:t>Trần Quốc Bảo</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dirty="0">
                          <a:solidFill>
                            <a:schemeClr val="dk1"/>
                          </a:solidFill>
                          <a:latin typeface="Lato"/>
                          <a:ea typeface="Lato"/>
                          <a:cs typeface="Lato"/>
                          <a:sym typeface="Lato"/>
                        </a:rPr>
                        <a:t>2210278</a:t>
                      </a:r>
                      <a:endParaRPr sz="1400"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marR="0" lvl="0" indent="0" algn="l" defTabSz="914400" rtl="0" eaLnBrk="1" fontAlgn="auto" latinLnBrk="0" hangingPunct="1">
                        <a:lnSpc>
                          <a:spcPct val="100000"/>
                        </a:lnSpc>
                        <a:spcBef>
                          <a:spcPts val="0"/>
                        </a:spcBef>
                        <a:spcAft>
                          <a:spcPts val="1600"/>
                        </a:spcAft>
                        <a:buClr>
                          <a:srgbClr val="000000"/>
                        </a:buClr>
                        <a:buSzTx/>
                        <a:buFont typeface="Arial"/>
                        <a:buNone/>
                        <a:tabLst/>
                        <a:defRPr/>
                      </a:pPr>
                      <a:r>
                        <a:rPr lang="en-US" sz="1400" b="0" u="none" dirty="0" err="1">
                          <a:solidFill>
                            <a:schemeClr val="dk1"/>
                          </a:solidFill>
                          <a:latin typeface="Lato"/>
                          <a:ea typeface="Lato"/>
                          <a:cs typeface="Lato"/>
                          <a:sym typeface="Lato"/>
                        </a:rPr>
                        <a:t>Thực</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hiện</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làm</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mạch</a:t>
                      </a:r>
                      <a:r>
                        <a:rPr lang="en-US" sz="1400" b="0" u="none" dirty="0">
                          <a:solidFill>
                            <a:schemeClr val="dk1"/>
                          </a:solidFill>
                          <a:latin typeface="Lato"/>
                          <a:ea typeface="Lato"/>
                          <a:cs typeface="Lato"/>
                          <a:sym typeface="Lato"/>
                        </a:rPr>
                        <a:t> PCB</a:t>
                      </a: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marR="0" lvl="0" indent="0" algn="ctr" defTabSz="914400" rtl="0" eaLnBrk="1" fontAlgn="auto" latinLnBrk="0" hangingPunct="1">
                        <a:lnSpc>
                          <a:spcPct val="100000"/>
                        </a:lnSpc>
                        <a:spcBef>
                          <a:spcPts val="0"/>
                        </a:spcBef>
                        <a:spcAft>
                          <a:spcPts val="1600"/>
                        </a:spcAft>
                        <a:buClr>
                          <a:srgbClr val="000000"/>
                        </a:buClr>
                        <a:buSzTx/>
                        <a:buFont typeface="Arial"/>
                        <a:buNone/>
                        <a:tabLst/>
                        <a:defRPr/>
                      </a:pPr>
                      <a:r>
                        <a:rPr lang="en-US" sz="1400" b="0" u="none" dirty="0">
                          <a:solidFill>
                            <a:schemeClr val="dk1"/>
                          </a:solidFill>
                          <a:latin typeface="Lato"/>
                          <a:ea typeface="Lato"/>
                          <a:cs typeface="Lato"/>
                          <a:sym typeface="Lato"/>
                        </a:rPr>
                        <a:t>100%</a:t>
                      </a: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70150">
                <a:tc>
                  <a:txBody>
                    <a:bodyPr/>
                    <a:lstStyle/>
                    <a:p>
                      <a:pPr marL="0" lvl="0" indent="0" algn="ctr" rtl="0">
                        <a:spcBef>
                          <a:spcPts val="0"/>
                        </a:spcBef>
                        <a:spcAft>
                          <a:spcPts val="0"/>
                        </a:spcAft>
                        <a:buNone/>
                      </a:pPr>
                      <a:r>
                        <a:rPr lang="en" sz="1600" u="sng" dirty="0">
                          <a:solidFill>
                            <a:schemeClr val="hlink"/>
                          </a:solidFill>
                          <a:latin typeface="DM Sans ExtraBold"/>
                          <a:ea typeface="DM Sans ExtraBold"/>
                          <a:cs typeface="DM Sans ExtraBold"/>
                          <a:sym typeface="DM Sans ExtraBold"/>
                        </a:rPr>
                        <a:t>3</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US" sz="1400" b="0" u="none" dirty="0">
                          <a:solidFill>
                            <a:schemeClr val="dk1"/>
                          </a:solidFill>
                          <a:latin typeface="Lato"/>
                          <a:ea typeface="Lato"/>
                          <a:cs typeface="Lato"/>
                          <a:sym typeface="Lato"/>
                        </a:rPr>
                        <a:t>Hà Xuân Cát</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dirty="0">
                          <a:solidFill>
                            <a:schemeClr val="dk1"/>
                          </a:solidFill>
                          <a:latin typeface="Lato"/>
                          <a:ea typeface="Lato"/>
                          <a:cs typeface="Lato"/>
                          <a:sym typeface="Lato"/>
                        </a:rPr>
                        <a:t>2210342</a:t>
                      </a:r>
                      <a:endParaRPr sz="1400"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US" sz="1400" b="0" u="none" dirty="0" err="1">
                          <a:solidFill>
                            <a:schemeClr val="dk1"/>
                          </a:solidFill>
                          <a:latin typeface="Lato"/>
                          <a:ea typeface="Lato"/>
                          <a:cs typeface="Lato"/>
                          <a:sym typeface="Lato"/>
                        </a:rPr>
                        <a:t>Thực</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hiện</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thiết</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kế</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kiểm</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định</a:t>
                      </a:r>
                      <a:r>
                        <a:rPr lang="en-US" sz="1400" b="0" u="none" dirty="0">
                          <a:solidFill>
                            <a:schemeClr val="dk1"/>
                          </a:solidFill>
                          <a:latin typeface="Lato"/>
                          <a:ea typeface="Lato"/>
                          <a:cs typeface="Lato"/>
                          <a:sym typeface="Lato"/>
                        </a:rPr>
                        <a:t> Schematic</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b="0" u="none" dirty="0">
                          <a:solidFill>
                            <a:schemeClr val="dk1"/>
                          </a:solidFill>
                          <a:latin typeface="Lato"/>
                          <a:ea typeface="Lato"/>
                          <a:cs typeface="Lato"/>
                          <a:sym typeface="Lato"/>
                        </a:rPr>
                        <a:t>100%</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70150">
                <a:tc>
                  <a:txBody>
                    <a:bodyPr/>
                    <a:lstStyle/>
                    <a:p>
                      <a:pPr marL="0" lvl="0" indent="0" algn="ctr" rtl="0">
                        <a:spcBef>
                          <a:spcPts val="0"/>
                        </a:spcBef>
                        <a:spcAft>
                          <a:spcPts val="0"/>
                        </a:spcAft>
                        <a:buNone/>
                      </a:pPr>
                      <a:r>
                        <a:rPr lang="en" sz="1600" u="sng" dirty="0">
                          <a:solidFill>
                            <a:schemeClr val="hlink"/>
                          </a:solidFill>
                          <a:latin typeface="DM Sans ExtraBold"/>
                          <a:ea typeface="DM Sans ExtraBold"/>
                          <a:cs typeface="DM Sans ExtraBold"/>
                          <a:sym typeface="DM Sans ExtraBold"/>
                        </a:rPr>
                        <a:t>4</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r>
                        <a:rPr lang="en-US" sz="1400" b="0" u="none" dirty="0">
                          <a:solidFill>
                            <a:schemeClr val="dk1"/>
                          </a:solidFill>
                          <a:latin typeface="Lato"/>
                          <a:ea typeface="Lato"/>
                          <a:cs typeface="Lato"/>
                          <a:sym typeface="Lato"/>
                        </a:rPr>
                        <a:t>Lý Đoàn Dự</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US" sz="1400" dirty="0">
                          <a:solidFill>
                            <a:schemeClr val="dk1"/>
                          </a:solidFill>
                          <a:latin typeface="Lato"/>
                          <a:ea typeface="Lato"/>
                          <a:cs typeface="Lato"/>
                          <a:sym typeface="Lato"/>
                        </a:rPr>
                        <a:t>2210631</a:t>
                      </a:r>
                      <a:endParaRPr sz="1400"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400" b="0" u="none" dirty="0" err="1">
                          <a:solidFill>
                            <a:schemeClr val="dk1"/>
                          </a:solidFill>
                          <a:latin typeface="Lato"/>
                          <a:ea typeface="Lato"/>
                          <a:cs typeface="Lato"/>
                          <a:sym typeface="Lato"/>
                        </a:rPr>
                        <a:t>Thực</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hiện</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thiết</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kế</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kiểm</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định</a:t>
                      </a:r>
                      <a:r>
                        <a:rPr lang="en-US" sz="1400" b="0" u="none" dirty="0">
                          <a:solidFill>
                            <a:schemeClr val="dk1"/>
                          </a:solidFill>
                          <a:latin typeface="Lato"/>
                          <a:ea typeface="Lato"/>
                          <a:cs typeface="Lato"/>
                          <a:sym typeface="Lato"/>
                        </a:rPr>
                        <a:t> Schematic</a:t>
                      </a: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US" sz="1400" b="0" u="none" dirty="0">
                          <a:solidFill>
                            <a:schemeClr val="dk1"/>
                          </a:solidFill>
                          <a:latin typeface="Lato"/>
                          <a:ea typeface="Lato"/>
                          <a:cs typeface="Lato"/>
                          <a:sym typeface="Lato"/>
                        </a:rPr>
                        <a:t>100%</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70150">
                <a:tc>
                  <a:txBody>
                    <a:bodyPr/>
                    <a:lstStyle/>
                    <a:p>
                      <a:pPr marL="0" lvl="0" indent="0" algn="ctr" rtl="0">
                        <a:spcBef>
                          <a:spcPts val="0"/>
                        </a:spcBef>
                        <a:spcAft>
                          <a:spcPts val="0"/>
                        </a:spcAft>
                        <a:buNone/>
                      </a:pPr>
                      <a:r>
                        <a:rPr lang="en" sz="1600" u="sng" dirty="0">
                          <a:solidFill>
                            <a:schemeClr val="dk1"/>
                          </a:solidFill>
                          <a:latin typeface="DM Sans ExtraBold"/>
                          <a:ea typeface="DM Sans ExtraBold"/>
                          <a:cs typeface="DM Sans ExtraBold"/>
                          <a:sym typeface="DM Sans ExtraBold"/>
                        </a:rPr>
                        <a:t>5</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US" sz="1400" b="0" u="none" dirty="0">
                          <a:solidFill>
                            <a:schemeClr val="dk1"/>
                          </a:solidFill>
                          <a:latin typeface="Lato"/>
                          <a:ea typeface="Lato"/>
                          <a:cs typeface="Lato"/>
                          <a:sym typeface="Lato"/>
                        </a:rPr>
                        <a:t>Võ Phát Đạt</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b="0" u="none" dirty="0">
                          <a:solidFill>
                            <a:schemeClr val="dk1"/>
                          </a:solidFill>
                          <a:latin typeface="Lato"/>
                          <a:ea typeface="Lato"/>
                          <a:cs typeface="Lato"/>
                          <a:sym typeface="Lato"/>
                        </a:rPr>
                        <a:t>2210725</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marR="0" lvl="0" indent="0" algn="l" defTabSz="914400" rtl="0" eaLnBrk="1" fontAlgn="auto" latinLnBrk="0" hangingPunct="1">
                        <a:lnSpc>
                          <a:spcPct val="100000"/>
                        </a:lnSpc>
                        <a:spcBef>
                          <a:spcPts val="0"/>
                        </a:spcBef>
                        <a:spcAft>
                          <a:spcPts val="1600"/>
                        </a:spcAft>
                        <a:buClr>
                          <a:srgbClr val="000000"/>
                        </a:buClr>
                        <a:buSzTx/>
                        <a:buFont typeface="Arial"/>
                        <a:buNone/>
                        <a:tabLst/>
                        <a:defRPr/>
                      </a:pPr>
                      <a:r>
                        <a:rPr lang="en-US" sz="1400" b="0" u="none" dirty="0" err="1">
                          <a:solidFill>
                            <a:schemeClr val="dk1"/>
                          </a:solidFill>
                          <a:latin typeface="Lato"/>
                          <a:ea typeface="Lato"/>
                          <a:cs typeface="Lato"/>
                          <a:sym typeface="Lato"/>
                        </a:rPr>
                        <a:t>Thực</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hiện</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làm</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mạch</a:t>
                      </a:r>
                      <a:r>
                        <a:rPr lang="en-US" sz="1400" b="0" u="none" dirty="0">
                          <a:solidFill>
                            <a:schemeClr val="dk1"/>
                          </a:solidFill>
                          <a:latin typeface="Lato"/>
                          <a:ea typeface="Lato"/>
                          <a:cs typeface="Lato"/>
                          <a:sym typeface="Lato"/>
                        </a:rPr>
                        <a:t> PCB</a:t>
                      </a:r>
                    </a:p>
                  </a:txBody>
                  <a:tcPr marL="91425" marR="91425" marT="91425" marB="91425" anchor="ctr">
                    <a:lnL w="9525" cap="flat" cmpd="sng">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b="0" u="none" dirty="0">
                          <a:solidFill>
                            <a:schemeClr val="dk1"/>
                          </a:solidFill>
                          <a:latin typeface="Lato"/>
                          <a:ea typeface="Lato"/>
                          <a:cs typeface="Lato"/>
                          <a:sym typeface="Lato"/>
                        </a:rPr>
                        <a:t>100%</a:t>
                      </a:r>
                      <a:endParaRPr sz="1400" b="0" u="none" dirty="0">
                        <a:solidFill>
                          <a:schemeClr val="dk1"/>
                        </a:solidFill>
                        <a:latin typeface="Lato"/>
                        <a:ea typeface="Lato"/>
                        <a:cs typeface="Lato"/>
                        <a:sym typeface="La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70150">
                <a:tc>
                  <a:txBody>
                    <a:bodyPr/>
                    <a:lstStyle/>
                    <a:p>
                      <a:pPr marL="0" lvl="0" indent="0" algn="ctr" rtl="0">
                        <a:spcBef>
                          <a:spcPts val="0"/>
                        </a:spcBef>
                        <a:spcAft>
                          <a:spcPts val="0"/>
                        </a:spcAft>
                        <a:buNone/>
                      </a:pPr>
                      <a:r>
                        <a:rPr lang="en-US" sz="1600" u="sng" dirty="0">
                          <a:solidFill>
                            <a:schemeClr val="dk1"/>
                          </a:solidFill>
                          <a:latin typeface="DM Sans ExtraBold"/>
                          <a:ea typeface="DM Sans ExtraBold"/>
                          <a:cs typeface="DM Sans ExtraBold"/>
                          <a:sym typeface="DM Sans ExtraBold"/>
                        </a:rPr>
                        <a:t>6</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US" sz="1400" b="0" u="none" dirty="0">
                          <a:solidFill>
                            <a:schemeClr val="dk1"/>
                          </a:solidFill>
                          <a:latin typeface="Lato"/>
                          <a:ea typeface="Lato"/>
                          <a:cs typeface="Lato"/>
                          <a:sym typeface="Lato"/>
                        </a:rPr>
                        <a:t>Trương Nguyễn Nhật Đông</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b="0" u="none" dirty="0">
                          <a:solidFill>
                            <a:schemeClr val="dk1"/>
                          </a:solidFill>
                          <a:latin typeface="Lato"/>
                          <a:ea typeface="Lato"/>
                          <a:cs typeface="Lato"/>
                          <a:sym typeface="Lato"/>
                        </a:rPr>
                        <a:t>2210779</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US" sz="1400" b="0" u="none" dirty="0" err="1">
                          <a:solidFill>
                            <a:schemeClr val="dk1"/>
                          </a:solidFill>
                          <a:latin typeface="Lato"/>
                          <a:ea typeface="Lato"/>
                          <a:cs typeface="Lato"/>
                          <a:sym typeface="Lato"/>
                        </a:rPr>
                        <a:t>Thực</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hiện</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làm</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mạch</a:t>
                      </a:r>
                      <a:r>
                        <a:rPr lang="en-US" sz="1400" b="0" u="none" dirty="0">
                          <a:solidFill>
                            <a:schemeClr val="dk1"/>
                          </a:solidFill>
                          <a:latin typeface="Lato"/>
                          <a:ea typeface="Lato"/>
                          <a:cs typeface="Lato"/>
                          <a:sym typeface="Lato"/>
                        </a:rPr>
                        <a:t> PCB</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b="0" u="none" dirty="0">
                          <a:solidFill>
                            <a:schemeClr val="dk1"/>
                          </a:solidFill>
                          <a:latin typeface="Lato"/>
                          <a:ea typeface="Lato"/>
                          <a:cs typeface="Lato"/>
                          <a:sym typeface="Lato"/>
                        </a:rPr>
                        <a:t>100%</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105913672"/>
                  </a:ext>
                </a:extLst>
              </a:tr>
              <a:tr h="370150">
                <a:tc>
                  <a:txBody>
                    <a:bodyPr/>
                    <a:lstStyle/>
                    <a:p>
                      <a:pPr marL="0" lvl="0" indent="0" algn="ctr" rtl="0">
                        <a:spcBef>
                          <a:spcPts val="0"/>
                        </a:spcBef>
                        <a:spcAft>
                          <a:spcPts val="0"/>
                        </a:spcAft>
                        <a:buNone/>
                      </a:pPr>
                      <a:r>
                        <a:rPr lang="en-US" sz="1600" u="sng" dirty="0">
                          <a:solidFill>
                            <a:schemeClr val="dk1"/>
                          </a:solidFill>
                          <a:latin typeface="DM Sans ExtraBold"/>
                          <a:ea typeface="DM Sans ExtraBold"/>
                          <a:cs typeface="DM Sans ExtraBold"/>
                          <a:sym typeface="DM Sans ExtraBold"/>
                        </a:rPr>
                        <a:t>7</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US" sz="1400" b="0" u="none" dirty="0">
                          <a:solidFill>
                            <a:schemeClr val="dk1"/>
                          </a:solidFill>
                          <a:latin typeface="Lato"/>
                          <a:ea typeface="Lato"/>
                          <a:cs typeface="Lato"/>
                          <a:sym typeface="Lato"/>
                        </a:rPr>
                        <a:t>Nguyễn Đại Đồng</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marR="0" lvl="0" indent="0" algn="ctr" rtl="0">
                        <a:lnSpc>
                          <a:spcPct val="100000"/>
                        </a:lnSpc>
                        <a:spcBef>
                          <a:spcPts val="0"/>
                        </a:spcBef>
                        <a:spcAft>
                          <a:spcPts val="1600"/>
                        </a:spcAft>
                        <a:buClr>
                          <a:srgbClr val="000000"/>
                        </a:buClr>
                        <a:buFont typeface="Arial"/>
                        <a:buNone/>
                      </a:pPr>
                      <a:r>
                        <a:rPr lang="en-US" sz="1400" b="0" i="0" u="none" strike="noStrike" cap="none" dirty="0">
                          <a:solidFill>
                            <a:schemeClr val="dk1"/>
                          </a:solidFill>
                          <a:latin typeface="Lato"/>
                          <a:ea typeface="Lato"/>
                          <a:cs typeface="Lato"/>
                          <a:sym typeface="Lato"/>
                        </a:rPr>
                        <a:t>2210780</a:t>
                      </a:r>
                      <a:endParaRPr sz="1400" b="0" i="0" u="none" strike="noStrike" cap="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US" sz="1400" b="0" u="none" dirty="0" err="1">
                          <a:solidFill>
                            <a:schemeClr val="dk1"/>
                          </a:solidFill>
                          <a:latin typeface="Lato"/>
                          <a:ea typeface="Lato"/>
                          <a:cs typeface="Lato"/>
                          <a:sym typeface="Lato"/>
                        </a:rPr>
                        <a:t>Viết</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chương</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trình</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cho</a:t>
                      </a:r>
                      <a:r>
                        <a:rPr lang="en-US" sz="1400" b="0" u="none" dirty="0">
                          <a:solidFill>
                            <a:schemeClr val="dk1"/>
                          </a:solidFill>
                          <a:latin typeface="Lato"/>
                          <a:ea typeface="Lato"/>
                          <a:cs typeface="Lato"/>
                          <a:sym typeface="Lato"/>
                        </a:rPr>
                        <a:t> Node</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b="0" u="none" dirty="0">
                          <a:solidFill>
                            <a:schemeClr val="dk1"/>
                          </a:solidFill>
                          <a:latin typeface="Lato"/>
                          <a:ea typeface="Lato"/>
                          <a:cs typeface="Lato"/>
                          <a:sym typeface="Lato"/>
                        </a:rPr>
                        <a:t>100%</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lgn="ctr">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2352259541"/>
                  </a:ext>
                </a:extLst>
              </a:tr>
              <a:tr h="370150">
                <a:tc>
                  <a:txBody>
                    <a:bodyPr/>
                    <a:lstStyle/>
                    <a:p>
                      <a:pPr marL="0" lvl="0" indent="0" algn="ctr" rtl="0">
                        <a:spcBef>
                          <a:spcPts val="0"/>
                        </a:spcBef>
                        <a:spcAft>
                          <a:spcPts val="0"/>
                        </a:spcAft>
                        <a:buNone/>
                      </a:pPr>
                      <a:r>
                        <a:rPr lang="en-US" sz="1600" u="sng" dirty="0">
                          <a:solidFill>
                            <a:schemeClr val="dk1"/>
                          </a:solidFill>
                          <a:latin typeface="DM Sans ExtraBold"/>
                          <a:ea typeface="DM Sans ExtraBold"/>
                          <a:cs typeface="DM Sans ExtraBold"/>
                          <a:sym typeface="DM Sans ExtraBold"/>
                        </a:rPr>
                        <a:t>8</a:t>
                      </a:r>
                      <a:endParaRPr sz="1600" u="sng" dirty="0">
                        <a:solidFill>
                          <a:schemeClr val="dk1"/>
                        </a:solidFill>
                        <a:latin typeface="DM Sans ExtraBold"/>
                        <a:ea typeface="DM Sans ExtraBold"/>
                        <a:cs typeface="DM Sans ExtraBold"/>
                        <a:sym typeface="DM Sans ExtraBold"/>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US" sz="1400" b="0" u="none" dirty="0">
                          <a:solidFill>
                            <a:schemeClr val="dk1"/>
                          </a:solidFill>
                          <a:latin typeface="Lato"/>
                          <a:ea typeface="Lato"/>
                          <a:cs typeface="Lato"/>
                          <a:sym typeface="Lato"/>
                        </a:rPr>
                        <a:t>Đỗ Tiến Giáp</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marR="0" lvl="0" indent="0" algn="ctr" rtl="0">
                        <a:lnSpc>
                          <a:spcPct val="100000"/>
                        </a:lnSpc>
                        <a:spcBef>
                          <a:spcPts val="0"/>
                        </a:spcBef>
                        <a:spcAft>
                          <a:spcPts val="1600"/>
                        </a:spcAft>
                        <a:buClr>
                          <a:srgbClr val="000000"/>
                        </a:buClr>
                        <a:buFont typeface="Arial"/>
                        <a:buNone/>
                      </a:pPr>
                      <a:r>
                        <a:rPr lang="en-US" sz="1400" b="0" i="0" u="none" strike="noStrike" cap="none" dirty="0">
                          <a:solidFill>
                            <a:schemeClr val="dk1"/>
                          </a:solidFill>
                          <a:latin typeface="Lato"/>
                          <a:ea typeface="Lato"/>
                          <a:cs typeface="Lato"/>
                          <a:sym typeface="Lato"/>
                        </a:rPr>
                        <a:t>2210838</a:t>
                      </a:r>
                      <a:endParaRPr sz="1400" b="0" i="0" u="none" strike="noStrike" cap="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US" sz="1400" b="0" u="none" dirty="0" err="1">
                          <a:solidFill>
                            <a:schemeClr val="dk1"/>
                          </a:solidFill>
                          <a:latin typeface="Lato"/>
                          <a:ea typeface="Lato"/>
                          <a:cs typeface="Lato"/>
                          <a:sym typeface="Lato"/>
                        </a:rPr>
                        <a:t>Thực</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hiện</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mô</a:t>
                      </a:r>
                      <a:r>
                        <a:rPr lang="en-US" sz="1400" b="0" u="none" dirty="0">
                          <a:solidFill>
                            <a:schemeClr val="dk1"/>
                          </a:solidFill>
                          <a:latin typeface="Lato"/>
                          <a:ea typeface="Lato"/>
                          <a:cs typeface="Lato"/>
                          <a:sym typeface="Lato"/>
                        </a:rPr>
                        <a:t> </a:t>
                      </a:r>
                      <a:r>
                        <a:rPr lang="en-US" sz="1400" b="0" u="none" dirty="0" err="1">
                          <a:solidFill>
                            <a:schemeClr val="dk1"/>
                          </a:solidFill>
                          <a:latin typeface="Lato"/>
                          <a:ea typeface="Lato"/>
                          <a:cs typeface="Lato"/>
                          <a:sym typeface="Lato"/>
                        </a:rPr>
                        <a:t>phỏng</a:t>
                      </a:r>
                      <a:r>
                        <a:rPr lang="en-US" sz="1400" b="0" u="none" dirty="0">
                          <a:solidFill>
                            <a:schemeClr val="dk1"/>
                          </a:solidFill>
                          <a:latin typeface="Lato"/>
                          <a:ea typeface="Lato"/>
                          <a:cs typeface="Lato"/>
                          <a:sym typeface="Lato"/>
                        </a:rPr>
                        <a:t> Directional Coupler</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lgn="ctr">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1600"/>
                        </a:spcAft>
                        <a:buNone/>
                      </a:pPr>
                      <a:r>
                        <a:rPr lang="en-US" sz="1400" b="0" u="none" dirty="0">
                          <a:solidFill>
                            <a:schemeClr val="dk1"/>
                          </a:solidFill>
                          <a:latin typeface="Lato"/>
                          <a:ea typeface="Lato"/>
                          <a:cs typeface="Lato"/>
                          <a:sym typeface="Lato"/>
                        </a:rPr>
                        <a:t>100%</a:t>
                      </a:r>
                      <a:endParaRPr sz="1400" b="0" u="none" dirty="0">
                        <a:solidFill>
                          <a:schemeClr val="dk1"/>
                        </a:solidFill>
                        <a:latin typeface="Lato"/>
                        <a:ea typeface="Lato"/>
                        <a:cs typeface="Lato"/>
                        <a:sym typeface="Lato"/>
                      </a:endParaRPr>
                    </a:p>
                  </a:txBody>
                  <a:tcPr marL="91425" marR="91425" marT="91425" marB="91425" anchor="ctr">
                    <a:lnL w="9525" cap="flat" cmpd="sng" algn="ctr">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lgn="ctr">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4117397274"/>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09"/>
        <p:cNvGrpSpPr/>
        <p:nvPr/>
      </p:nvGrpSpPr>
      <p:grpSpPr>
        <a:xfrm>
          <a:off x="0" y="0"/>
          <a:ext cx="0" cy="0"/>
          <a:chOff x="0" y="0"/>
          <a:chExt cx="0" cy="0"/>
        </a:xfrm>
      </p:grpSpPr>
      <p:sp>
        <p:nvSpPr>
          <p:cNvPr id="310" name="Google Shape;310;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311" name="Google Shape;311;p30"/>
          <p:cNvSpPr txBox="1">
            <a:spLocks noGrp="1"/>
          </p:cNvSpPr>
          <p:nvPr>
            <p:ph type="subTitle" idx="3"/>
          </p:nvPr>
        </p:nvSpPr>
        <p:spPr>
          <a:xfrm>
            <a:off x="3419250" y="3603302"/>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sz="1600">
              <a:solidFill>
                <a:srgbClr val="666666"/>
              </a:solidFill>
            </a:endParaRPr>
          </a:p>
        </p:txBody>
      </p:sp>
      <p:sp>
        <p:nvSpPr>
          <p:cNvPr id="312" name="Google Shape;312;p30"/>
          <p:cNvSpPr txBox="1">
            <a:spLocks noGrp="1"/>
          </p:cNvSpPr>
          <p:nvPr>
            <p:ph type="subTitle" idx="1"/>
          </p:nvPr>
        </p:nvSpPr>
        <p:spPr>
          <a:xfrm>
            <a:off x="713225" y="2057075"/>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13" name="Google Shape;313;p30"/>
          <p:cNvSpPr txBox="1">
            <a:spLocks noGrp="1"/>
          </p:cNvSpPr>
          <p:nvPr>
            <p:ph type="subTitle" idx="2"/>
          </p:nvPr>
        </p:nvSpPr>
        <p:spPr>
          <a:xfrm>
            <a:off x="713225" y="3603302"/>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14" name="Google Shape;314;p30"/>
          <p:cNvSpPr txBox="1">
            <a:spLocks noGrp="1"/>
          </p:cNvSpPr>
          <p:nvPr>
            <p:ph type="subTitle" idx="4"/>
          </p:nvPr>
        </p:nvSpPr>
        <p:spPr>
          <a:xfrm>
            <a:off x="3419250" y="2057075"/>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15" name="Google Shape;315;p30"/>
          <p:cNvSpPr txBox="1">
            <a:spLocks noGrp="1"/>
          </p:cNvSpPr>
          <p:nvPr>
            <p:ph type="title" idx="5"/>
          </p:nvPr>
        </p:nvSpPr>
        <p:spPr>
          <a:xfrm>
            <a:off x="1415375" y="1191725"/>
            <a:ext cx="9012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316" name="Google Shape;316;p30"/>
          <p:cNvSpPr txBox="1">
            <a:spLocks noGrp="1"/>
          </p:cNvSpPr>
          <p:nvPr>
            <p:ph type="title" idx="6"/>
          </p:nvPr>
        </p:nvSpPr>
        <p:spPr>
          <a:xfrm>
            <a:off x="4121400" y="2738100"/>
            <a:ext cx="9012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05</a:t>
            </a:r>
            <a:endParaRPr/>
          </a:p>
        </p:txBody>
      </p:sp>
      <p:sp>
        <p:nvSpPr>
          <p:cNvPr id="317" name="Google Shape;317;p30"/>
          <p:cNvSpPr txBox="1">
            <a:spLocks noGrp="1"/>
          </p:cNvSpPr>
          <p:nvPr>
            <p:ph type="title" idx="7"/>
          </p:nvPr>
        </p:nvSpPr>
        <p:spPr>
          <a:xfrm>
            <a:off x="1415375" y="2738100"/>
            <a:ext cx="9012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04</a:t>
            </a:r>
            <a:endParaRPr/>
          </a:p>
        </p:txBody>
      </p:sp>
      <p:sp>
        <p:nvSpPr>
          <p:cNvPr id="318" name="Google Shape;318;p30"/>
          <p:cNvSpPr txBox="1">
            <a:spLocks noGrp="1"/>
          </p:cNvSpPr>
          <p:nvPr>
            <p:ph type="title" idx="8"/>
          </p:nvPr>
        </p:nvSpPr>
        <p:spPr>
          <a:xfrm>
            <a:off x="4121400" y="1191725"/>
            <a:ext cx="9012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02</a:t>
            </a:r>
            <a:endParaRPr/>
          </a:p>
        </p:txBody>
      </p:sp>
      <p:sp>
        <p:nvSpPr>
          <p:cNvPr id="319" name="Google Shape;319;p30"/>
          <p:cNvSpPr txBox="1">
            <a:spLocks noGrp="1"/>
          </p:cNvSpPr>
          <p:nvPr>
            <p:ph type="subTitle" idx="9"/>
          </p:nvPr>
        </p:nvSpPr>
        <p:spPr>
          <a:xfrm>
            <a:off x="6125275" y="3603302"/>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20" name="Google Shape;320;p30"/>
          <p:cNvSpPr txBox="1">
            <a:spLocks noGrp="1"/>
          </p:cNvSpPr>
          <p:nvPr>
            <p:ph type="subTitle" idx="13"/>
          </p:nvPr>
        </p:nvSpPr>
        <p:spPr>
          <a:xfrm>
            <a:off x="6125275" y="2057075"/>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21" name="Google Shape;321;p30"/>
          <p:cNvSpPr txBox="1">
            <a:spLocks noGrp="1"/>
          </p:cNvSpPr>
          <p:nvPr>
            <p:ph type="title" idx="14"/>
          </p:nvPr>
        </p:nvSpPr>
        <p:spPr>
          <a:xfrm>
            <a:off x="6827425" y="2738100"/>
            <a:ext cx="9012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06</a:t>
            </a:r>
            <a:endParaRPr/>
          </a:p>
        </p:txBody>
      </p:sp>
      <p:sp>
        <p:nvSpPr>
          <p:cNvPr id="322" name="Google Shape;322;p30"/>
          <p:cNvSpPr txBox="1">
            <a:spLocks noGrp="1"/>
          </p:cNvSpPr>
          <p:nvPr>
            <p:ph type="title" idx="15"/>
          </p:nvPr>
        </p:nvSpPr>
        <p:spPr>
          <a:xfrm>
            <a:off x="6827425" y="1191725"/>
            <a:ext cx="9012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03</a:t>
            </a:r>
            <a:endParaRPr/>
          </a:p>
        </p:txBody>
      </p:sp>
      <p:sp>
        <p:nvSpPr>
          <p:cNvPr id="323" name="Google Shape;323;p30"/>
          <p:cNvSpPr txBox="1">
            <a:spLocks noGrp="1"/>
          </p:cNvSpPr>
          <p:nvPr>
            <p:ph type="subTitle" idx="16"/>
          </p:nvPr>
        </p:nvSpPr>
        <p:spPr>
          <a:xfrm>
            <a:off x="713225" y="1775675"/>
            <a:ext cx="2305500" cy="38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Statement</a:t>
            </a:r>
            <a:endParaRPr/>
          </a:p>
        </p:txBody>
      </p:sp>
      <p:sp>
        <p:nvSpPr>
          <p:cNvPr id="324" name="Google Shape;324;p30"/>
          <p:cNvSpPr txBox="1">
            <a:spLocks noGrp="1"/>
          </p:cNvSpPr>
          <p:nvPr>
            <p:ph type="subTitle" idx="17"/>
          </p:nvPr>
        </p:nvSpPr>
        <p:spPr>
          <a:xfrm>
            <a:off x="713225" y="3321898"/>
            <a:ext cx="2305500" cy="38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Methodology</a:t>
            </a:r>
            <a:endParaRPr/>
          </a:p>
        </p:txBody>
      </p:sp>
      <p:sp>
        <p:nvSpPr>
          <p:cNvPr id="325" name="Google Shape;325;p30"/>
          <p:cNvSpPr txBox="1">
            <a:spLocks noGrp="1"/>
          </p:cNvSpPr>
          <p:nvPr>
            <p:ph type="subTitle" idx="18"/>
          </p:nvPr>
        </p:nvSpPr>
        <p:spPr>
          <a:xfrm>
            <a:off x="3419250" y="3321898"/>
            <a:ext cx="2305500" cy="38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Analysis</a:t>
            </a:r>
            <a:endParaRPr/>
          </a:p>
        </p:txBody>
      </p:sp>
      <p:sp>
        <p:nvSpPr>
          <p:cNvPr id="326" name="Google Shape;326;p30"/>
          <p:cNvSpPr txBox="1">
            <a:spLocks noGrp="1"/>
          </p:cNvSpPr>
          <p:nvPr>
            <p:ph type="subTitle" idx="19"/>
          </p:nvPr>
        </p:nvSpPr>
        <p:spPr>
          <a:xfrm>
            <a:off x="3419250" y="1775675"/>
            <a:ext cx="2305500" cy="38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Hypothesis</a:t>
            </a:r>
            <a:endParaRPr/>
          </a:p>
        </p:txBody>
      </p:sp>
      <p:sp>
        <p:nvSpPr>
          <p:cNvPr id="327" name="Google Shape;327;p30"/>
          <p:cNvSpPr txBox="1">
            <a:spLocks noGrp="1"/>
          </p:cNvSpPr>
          <p:nvPr>
            <p:ph type="subTitle" idx="20"/>
          </p:nvPr>
        </p:nvSpPr>
        <p:spPr>
          <a:xfrm>
            <a:off x="6125275" y="3321898"/>
            <a:ext cx="2305500" cy="38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Conclusions</a:t>
            </a:r>
            <a:endParaRPr/>
          </a:p>
        </p:txBody>
      </p:sp>
      <p:sp>
        <p:nvSpPr>
          <p:cNvPr id="328" name="Google Shape;328;p30"/>
          <p:cNvSpPr txBox="1">
            <a:spLocks noGrp="1"/>
          </p:cNvSpPr>
          <p:nvPr>
            <p:ph type="subTitle" idx="21"/>
          </p:nvPr>
        </p:nvSpPr>
        <p:spPr>
          <a:xfrm>
            <a:off x="6125275" y="1775675"/>
            <a:ext cx="2305500" cy="38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32"/>
        <p:cNvGrpSpPr/>
        <p:nvPr/>
      </p:nvGrpSpPr>
      <p:grpSpPr>
        <a:xfrm>
          <a:off x="0" y="0"/>
          <a:ext cx="0" cy="0"/>
          <a:chOff x="0" y="0"/>
          <a:chExt cx="0" cy="0"/>
        </a:xfrm>
      </p:grpSpPr>
      <p:sp>
        <p:nvSpPr>
          <p:cNvPr id="333" name="Google Shape;333;p31"/>
          <p:cNvSpPr txBox="1">
            <a:spLocks noGrp="1"/>
          </p:cNvSpPr>
          <p:nvPr>
            <p:ph type="title"/>
          </p:nvPr>
        </p:nvSpPr>
        <p:spPr>
          <a:xfrm>
            <a:off x="720000" y="2909475"/>
            <a:ext cx="5067600" cy="84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Statement</a:t>
            </a:r>
            <a:endParaRPr/>
          </a:p>
        </p:txBody>
      </p:sp>
      <p:sp>
        <p:nvSpPr>
          <p:cNvPr id="334" name="Google Shape;334;p31"/>
          <p:cNvSpPr txBox="1">
            <a:spLocks noGrp="1"/>
          </p:cNvSpPr>
          <p:nvPr>
            <p:ph type="subTitle" idx="1"/>
          </p:nvPr>
        </p:nvSpPr>
        <p:spPr>
          <a:xfrm>
            <a:off x="720000" y="3734775"/>
            <a:ext cx="5067600" cy="51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335" name="Google Shape;335;p31"/>
          <p:cNvSpPr txBox="1">
            <a:spLocks noGrp="1"/>
          </p:cNvSpPr>
          <p:nvPr>
            <p:ph type="title" idx="2"/>
          </p:nvPr>
        </p:nvSpPr>
        <p:spPr>
          <a:xfrm>
            <a:off x="720000" y="2244925"/>
            <a:ext cx="13242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39"/>
        <p:cNvGrpSpPr/>
        <p:nvPr/>
      </p:nvGrpSpPr>
      <p:grpSpPr>
        <a:xfrm>
          <a:off x="0" y="0"/>
          <a:ext cx="0" cy="0"/>
          <a:chOff x="0" y="0"/>
          <a:chExt cx="0" cy="0"/>
        </a:xfrm>
      </p:grpSpPr>
      <p:sp>
        <p:nvSpPr>
          <p:cNvPr id="340" name="Google Shape;340;p3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Purpose statement</a:t>
            </a:r>
            <a:endParaRPr/>
          </a:p>
        </p:txBody>
      </p:sp>
      <p:sp>
        <p:nvSpPr>
          <p:cNvPr id="341" name="Google Shape;341;p32"/>
          <p:cNvSpPr txBox="1">
            <a:spLocks noGrp="1"/>
          </p:cNvSpPr>
          <p:nvPr>
            <p:ph type="subTitle" idx="1"/>
          </p:nvPr>
        </p:nvSpPr>
        <p:spPr>
          <a:xfrm>
            <a:off x="720025" y="1645617"/>
            <a:ext cx="7704000" cy="53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42" name="Google Shape;342;p32"/>
          <p:cNvSpPr txBox="1">
            <a:spLocks noGrp="1"/>
          </p:cNvSpPr>
          <p:nvPr>
            <p:ph type="subTitle" idx="2"/>
          </p:nvPr>
        </p:nvSpPr>
        <p:spPr>
          <a:xfrm>
            <a:off x="720025" y="2767309"/>
            <a:ext cx="77040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43" name="Google Shape;343;p32"/>
          <p:cNvSpPr txBox="1">
            <a:spLocks noGrp="1"/>
          </p:cNvSpPr>
          <p:nvPr>
            <p:ph type="subTitle" idx="3"/>
          </p:nvPr>
        </p:nvSpPr>
        <p:spPr>
          <a:xfrm>
            <a:off x="720025" y="3886300"/>
            <a:ext cx="77040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44" name="Google Shape;344;p32"/>
          <p:cNvSpPr txBox="1">
            <a:spLocks noGrp="1"/>
          </p:cNvSpPr>
          <p:nvPr>
            <p:ph type="subTitle" idx="4"/>
          </p:nvPr>
        </p:nvSpPr>
        <p:spPr>
          <a:xfrm>
            <a:off x="720025" y="1232826"/>
            <a:ext cx="7704000" cy="53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about Mercury?</a:t>
            </a:r>
            <a:endParaRPr/>
          </a:p>
        </p:txBody>
      </p:sp>
      <p:sp>
        <p:nvSpPr>
          <p:cNvPr id="345" name="Google Shape;345;p32"/>
          <p:cNvSpPr txBox="1">
            <a:spLocks noGrp="1"/>
          </p:cNvSpPr>
          <p:nvPr>
            <p:ph type="subTitle" idx="5"/>
          </p:nvPr>
        </p:nvSpPr>
        <p:spPr>
          <a:xfrm>
            <a:off x="720025" y="2353075"/>
            <a:ext cx="77040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about Venus?</a:t>
            </a:r>
            <a:endParaRPr/>
          </a:p>
        </p:txBody>
      </p:sp>
      <p:sp>
        <p:nvSpPr>
          <p:cNvPr id="346" name="Google Shape;346;p32"/>
          <p:cNvSpPr txBox="1">
            <a:spLocks noGrp="1"/>
          </p:cNvSpPr>
          <p:nvPr>
            <p:ph type="subTitle" idx="6"/>
          </p:nvPr>
        </p:nvSpPr>
        <p:spPr>
          <a:xfrm>
            <a:off x="720025" y="3470625"/>
            <a:ext cx="77040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0"/>
        <p:cNvGrpSpPr/>
        <p:nvPr/>
      </p:nvGrpSpPr>
      <p:grpSpPr>
        <a:xfrm>
          <a:off x="0" y="0"/>
          <a:ext cx="0" cy="0"/>
          <a:chOff x="0" y="0"/>
          <a:chExt cx="0" cy="0"/>
        </a:xfrm>
      </p:grpSpPr>
      <p:sp>
        <p:nvSpPr>
          <p:cNvPr id="351" name="Google Shape;351;p33"/>
          <p:cNvSpPr txBox="1">
            <a:spLocks noGrp="1"/>
          </p:cNvSpPr>
          <p:nvPr>
            <p:ph type="title"/>
          </p:nvPr>
        </p:nvSpPr>
        <p:spPr>
          <a:xfrm>
            <a:off x="1541975" y="2206088"/>
            <a:ext cx="6576000" cy="1039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98,300,000</a:t>
            </a:r>
            <a:endParaRPr/>
          </a:p>
        </p:txBody>
      </p:sp>
      <p:sp>
        <p:nvSpPr>
          <p:cNvPr id="352" name="Google Shape;352;p33"/>
          <p:cNvSpPr txBox="1">
            <a:spLocks noGrp="1"/>
          </p:cNvSpPr>
          <p:nvPr>
            <p:ph type="subTitle" idx="1"/>
          </p:nvPr>
        </p:nvSpPr>
        <p:spPr>
          <a:xfrm>
            <a:off x="1541975" y="3189563"/>
            <a:ext cx="6576000" cy="4971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Big numbers catch your audience’s attention</a:t>
            </a:r>
            <a:endParaRPr/>
          </a:p>
        </p:txBody>
      </p:sp>
      <p:sp>
        <p:nvSpPr>
          <p:cNvPr id="353" name="Google Shape;353;p33"/>
          <p:cNvSpPr/>
          <p:nvPr/>
        </p:nvSpPr>
        <p:spPr>
          <a:xfrm rot="5400000">
            <a:off x="7857762" y="-2187993"/>
            <a:ext cx="2720976" cy="4967292"/>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7"/>
        <p:cNvGrpSpPr/>
        <p:nvPr/>
      </p:nvGrpSpPr>
      <p:grpSpPr>
        <a:xfrm>
          <a:off x="0" y="0"/>
          <a:ext cx="0" cy="0"/>
          <a:chOff x="0" y="0"/>
          <a:chExt cx="0" cy="0"/>
        </a:xfrm>
      </p:grpSpPr>
      <p:pic>
        <p:nvPicPr>
          <p:cNvPr id="358" name="Google Shape;358;p34"/>
          <p:cNvPicPr preferRelativeResize="0">
            <a:picLocks noGrp="1"/>
          </p:cNvPicPr>
          <p:nvPr>
            <p:ph type="pic" idx="2"/>
          </p:nvPr>
        </p:nvPicPr>
        <p:blipFill rotWithShape="1">
          <a:blip r:embed="rId3">
            <a:alphaModFix/>
          </a:blip>
          <a:srcRect l="26172" r="26172"/>
          <a:stretch/>
        </p:blipFill>
        <p:spPr>
          <a:xfrm>
            <a:off x="5112775" y="533863"/>
            <a:ext cx="2910003" cy="4075803"/>
          </a:xfrm>
          <a:prstGeom prst="rect">
            <a:avLst/>
          </a:prstGeom>
        </p:spPr>
      </p:pic>
      <p:sp>
        <p:nvSpPr>
          <p:cNvPr id="359" name="Google Shape;359;p34"/>
          <p:cNvSpPr txBox="1">
            <a:spLocks noGrp="1"/>
          </p:cNvSpPr>
          <p:nvPr>
            <p:ph type="title"/>
          </p:nvPr>
        </p:nvSpPr>
        <p:spPr>
          <a:xfrm>
            <a:off x="1134950" y="896900"/>
            <a:ext cx="3519600" cy="147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360" name="Google Shape;360;p34"/>
          <p:cNvSpPr txBox="1">
            <a:spLocks noGrp="1"/>
          </p:cNvSpPr>
          <p:nvPr>
            <p:ph type="subTitle" idx="1"/>
          </p:nvPr>
        </p:nvSpPr>
        <p:spPr>
          <a:xfrm>
            <a:off x="1134950" y="2370225"/>
            <a:ext cx="3519600" cy="111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64"/>
        <p:cNvGrpSpPr/>
        <p:nvPr/>
      </p:nvGrpSpPr>
      <p:grpSpPr>
        <a:xfrm>
          <a:off x="0" y="0"/>
          <a:ext cx="0" cy="0"/>
          <a:chOff x="0" y="0"/>
          <a:chExt cx="0" cy="0"/>
        </a:xfrm>
      </p:grpSpPr>
      <p:sp>
        <p:nvSpPr>
          <p:cNvPr id="365" name="Google Shape;365;p35"/>
          <p:cNvSpPr txBox="1">
            <a:spLocks noGrp="1"/>
          </p:cNvSpPr>
          <p:nvPr>
            <p:ph type="title"/>
          </p:nvPr>
        </p:nvSpPr>
        <p:spPr>
          <a:xfrm>
            <a:off x="996150" y="2474600"/>
            <a:ext cx="4699200" cy="1793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Awesome words</a:t>
            </a:r>
            <a:endParaRPr/>
          </a:p>
        </p:txBody>
      </p:sp>
      <p:sp>
        <p:nvSpPr>
          <p:cNvPr id="366" name="Google Shape;366;p35"/>
          <p:cNvSpPr/>
          <p:nvPr/>
        </p:nvSpPr>
        <p:spPr>
          <a:xfrm>
            <a:off x="7070287" y="-1846893"/>
            <a:ext cx="2720976" cy="4967292"/>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67" name="Google Shape;367;p35"/>
          <p:cNvGrpSpPr/>
          <p:nvPr/>
        </p:nvGrpSpPr>
        <p:grpSpPr>
          <a:xfrm>
            <a:off x="-792263" y="-1494461"/>
            <a:ext cx="3409951" cy="2797182"/>
            <a:chOff x="-792263" y="-1494461"/>
            <a:chExt cx="3409951" cy="2797182"/>
          </a:xfrm>
        </p:grpSpPr>
        <p:sp>
          <p:nvSpPr>
            <p:cNvPr id="368" name="Google Shape;368;p35"/>
            <p:cNvSpPr/>
            <p:nvPr/>
          </p:nvSpPr>
          <p:spPr>
            <a:xfrm rot="5400000">
              <a:off x="-22325" y="-1337292"/>
              <a:ext cx="1870076" cy="3409951"/>
            </a:xfrm>
            <a:custGeom>
              <a:avLst/>
              <a:gdLst/>
              <a:ahLst/>
              <a:cxnLst/>
              <a:rect l="l" t="t" r="r" b="b"/>
              <a:pathLst>
                <a:path w="1575" h="2871" extrusionOk="0">
                  <a:moveTo>
                    <a:pt x="787" y="2871"/>
                  </a:moveTo>
                  <a:cubicBezTo>
                    <a:pt x="353" y="2871"/>
                    <a:pt x="0" y="2518"/>
                    <a:pt x="0" y="2084"/>
                  </a:cubicBezTo>
                  <a:cubicBezTo>
                    <a:pt x="0" y="787"/>
                    <a:pt x="0" y="787"/>
                    <a:pt x="0" y="787"/>
                  </a:cubicBezTo>
                  <a:cubicBezTo>
                    <a:pt x="0" y="353"/>
                    <a:pt x="353" y="0"/>
                    <a:pt x="787" y="0"/>
                  </a:cubicBezTo>
                  <a:cubicBezTo>
                    <a:pt x="1222" y="0"/>
                    <a:pt x="1575" y="353"/>
                    <a:pt x="1575" y="787"/>
                  </a:cubicBezTo>
                  <a:cubicBezTo>
                    <a:pt x="1575" y="2084"/>
                    <a:pt x="1575" y="2084"/>
                    <a:pt x="1575" y="2084"/>
                  </a:cubicBezTo>
                  <a:cubicBezTo>
                    <a:pt x="1575" y="2518"/>
                    <a:pt x="1222" y="2871"/>
                    <a:pt x="787" y="2871"/>
                  </a:cubicBezTo>
                  <a:close/>
                  <a:moveTo>
                    <a:pt x="787" y="12"/>
                  </a:moveTo>
                  <a:cubicBezTo>
                    <a:pt x="360" y="12"/>
                    <a:pt x="12" y="359"/>
                    <a:pt x="12" y="787"/>
                  </a:cubicBezTo>
                  <a:cubicBezTo>
                    <a:pt x="12" y="2084"/>
                    <a:pt x="12" y="2084"/>
                    <a:pt x="12" y="2084"/>
                  </a:cubicBezTo>
                  <a:cubicBezTo>
                    <a:pt x="12" y="2511"/>
                    <a:pt x="360" y="2859"/>
                    <a:pt x="787" y="2859"/>
                  </a:cubicBezTo>
                  <a:cubicBezTo>
                    <a:pt x="787" y="2859"/>
                    <a:pt x="787" y="2859"/>
                    <a:pt x="787" y="2859"/>
                  </a:cubicBezTo>
                  <a:cubicBezTo>
                    <a:pt x="1215" y="2859"/>
                    <a:pt x="1563" y="2511"/>
                    <a:pt x="1563" y="2084"/>
                  </a:cubicBezTo>
                  <a:cubicBezTo>
                    <a:pt x="1563" y="787"/>
                    <a:pt x="1563" y="787"/>
                    <a:pt x="1563" y="787"/>
                  </a:cubicBezTo>
                  <a:cubicBezTo>
                    <a:pt x="1563" y="359"/>
                    <a:pt x="1215" y="12"/>
                    <a:pt x="78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69" name="Google Shape;369;p35"/>
            <p:cNvGrpSpPr/>
            <p:nvPr/>
          </p:nvGrpSpPr>
          <p:grpSpPr>
            <a:xfrm rot="5400000">
              <a:off x="7325" y="-131592"/>
              <a:ext cx="2797175" cy="71438"/>
              <a:chOff x="969625" y="5671683"/>
              <a:chExt cx="2797175" cy="71438"/>
            </a:xfrm>
          </p:grpSpPr>
          <p:sp>
            <p:nvSpPr>
              <p:cNvPr id="370" name="Google Shape;370;p35"/>
              <p:cNvSpPr/>
              <p:nvPr/>
            </p:nvSpPr>
            <p:spPr>
              <a:xfrm>
                <a:off x="969625" y="5700202"/>
                <a:ext cx="2697300" cy="144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1" name="Google Shape;371;p35"/>
              <p:cNvSpPr/>
              <p:nvPr/>
            </p:nvSpPr>
            <p:spPr>
              <a:xfrm>
                <a:off x="3644562" y="5671683"/>
                <a:ext cx="122238" cy="71438"/>
              </a:xfrm>
              <a:custGeom>
                <a:avLst/>
                <a:gdLst/>
                <a:ahLst/>
                <a:cxnLst/>
                <a:rect l="l" t="t" r="r" b="b"/>
                <a:pathLst>
                  <a:path w="77" h="45" extrusionOk="0">
                    <a:moveTo>
                      <a:pt x="0" y="23"/>
                    </a:moveTo>
                    <a:lnTo>
                      <a:pt x="39" y="0"/>
                    </a:lnTo>
                    <a:lnTo>
                      <a:pt x="77"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 name="Google Shape;372;p35"/>
              <p:cNvSpPr/>
              <p:nvPr/>
            </p:nvSpPr>
            <p:spPr>
              <a:xfrm>
                <a:off x="3644562" y="5671683"/>
                <a:ext cx="122238" cy="71438"/>
              </a:xfrm>
              <a:custGeom>
                <a:avLst/>
                <a:gdLst/>
                <a:ahLst/>
                <a:cxnLst/>
                <a:rect l="l" t="t" r="r" b="b"/>
                <a:pathLst>
                  <a:path w="77" h="45" extrusionOk="0">
                    <a:moveTo>
                      <a:pt x="0" y="23"/>
                    </a:moveTo>
                    <a:lnTo>
                      <a:pt x="39" y="0"/>
                    </a:lnTo>
                    <a:lnTo>
                      <a:pt x="77" y="23"/>
                    </a:lnTo>
                    <a:lnTo>
                      <a:pt x="39" y="45"/>
                    </a:lnTo>
                    <a:lnTo>
                      <a:pt x="0" y="23"/>
                    </a:ln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76"/>
        <p:cNvGrpSpPr/>
        <p:nvPr/>
      </p:nvGrpSpPr>
      <p:grpSpPr>
        <a:xfrm>
          <a:off x="0" y="0"/>
          <a:ext cx="0" cy="0"/>
          <a:chOff x="0" y="0"/>
          <a:chExt cx="0" cy="0"/>
        </a:xfrm>
      </p:grpSpPr>
      <p:sp>
        <p:nvSpPr>
          <p:cNvPr id="377" name="Google Shape;377;p36"/>
          <p:cNvSpPr/>
          <p:nvPr/>
        </p:nvSpPr>
        <p:spPr>
          <a:xfrm>
            <a:off x="7340816" y="3272085"/>
            <a:ext cx="5487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378" name="Google Shape;378;p36"/>
          <p:cNvSpPr/>
          <p:nvPr/>
        </p:nvSpPr>
        <p:spPr>
          <a:xfrm>
            <a:off x="5684696" y="3272085"/>
            <a:ext cx="5487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379" name="Google Shape;379;p36"/>
          <p:cNvSpPr/>
          <p:nvPr/>
        </p:nvSpPr>
        <p:spPr>
          <a:xfrm>
            <a:off x="4028589" y="3272085"/>
            <a:ext cx="5487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380" name="Google Shape;380;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3000">
                <a:latin typeface="DM Sans ExtraBold"/>
                <a:ea typeface="DM Sans ExtraBold"/>
                <a:cs typeface="DM Sans ExtraBold"/>
                <a:sym typeface="DM Sans ExtraBold"/>
              </a:rPr>
              <a:t>Situation &amp; problems statement</a:t>
            </a:r>
            <a:endParaRPr sz="3000">
              <a:latin typeface="DM Sans ExtraBold"/>
              <a:ea typeface="DM Sans ExtraBold"/>
              <a:cs typeface="DM Sans ExtraBold"/>
              <a:sym typeface="DM Sans ExtraBold"/>
            </a:endParaRPr>
          </a:p>
        </p:txBody>
      </p:sp>
      <p:sp>
        <p:nvSpPr>
          <p:cNvPr id="381" name="Google Shape;381;p36"/>
          <p:cNvSpPr txBox="1"/>
          <p:nvPr/>
        </p:nvSpPr>
        <p:spPr>
          <a:xfrm>
            <a:off x="722491" y="1959300"/>
            <a:ext cx="2557200" cy="4116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Clr>
                <a:srgbClr val="000000"/>
              </a:buClr>
              <a:buSzPts val="1100"/>
              <a:buFont typeface="Arial"/>
              <a:buNone/>
            </a:pPr>
            <a:r>
              <a:rPr lang="en" sz="2000">
                <a:solidFill>
                  <a:schemeClr val="dk1"/>
                </a:solidFill>
                <a:latin typeface="DM Sans ExtraBold"/>
                <a:ea typeface="DM Sans ExtraBold"/>
                <a:cs typeface="DM Sans ExtraBold"/>
                <a:sym typeface="DM Sans ExtraBold"/>
              </a:rPr>
              <a:t>Current situation</a:t>
            </a:r>
            <a:endParaRPr sz="2000">
              <a:solidFill>
                <a:schemeClr val="dk1"/>
              </a:solidFill>
              <a:latin typeface="DM Sans ExtraBold"/>
              <a:ea typeface="DM Sans ExtraBold"/>
              <a:cs typeface="DM Sans ExtraBold"/>
              <a:sym typeface="DM Sans ExtraBold"/>
            </a:endParaRPr>
          </a:p>
        </p:txBody>
      </p:sp>
      <p:sp>
        <p:nvSpPr>
          <p:cNvPr id="382" name="Google Shape;382;p36"/>
          <p:cNvSpPr txBox="1"/>
          <p:nvPr/>
        </p:nvSpPr>
        <p:spPr>
          <a:xfrm>
            <a:off x="722450" y="2242050"/>
            <a:ext cx="2557200" cy="19803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ato"/>
                <a:ea typeface="Lato"/>
                <a:cs typeface="Lato"/>
                <a:sym typeface="Lato"/>
              </a:rPr>
              <a:t>Jupiter is a gas giant and the biggest planet in the Solar System. It's the fourth-brightest object in the night sky. It was named after the Roman god of the skies and lightning</a:t>
            </a:r>
            <a:endParaRPr>
              <a:solidFill>
                <a:schemeClr val="dk1"/>
              </a:solidFill>
              <a:latin typeface="Lato"/>
              <a:ea typeface="Lato"/>
              <a:cs typeface="Lato"/>
              <a:sym typeface="Lato"/>
            </a:endParaRPr>
          </a:p>
        </p:txBody>
      </p:sp>
      <p:sp>
        <p:nvSpPr>
          <p:cNvPr id="383" name="Google Shape;383;p36"/>
          <p:cNvSpPr txBox="1"/>
          <p:nvPr/>
        </p:nvSpPr>
        <p:spPr>
          <a:xfrm>
            <a:off x="3494139" y="1960350"/>
            <a:ext cx="1617600" cy="409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dk1"/>
                </a:solidFill>
                <a:latin typeface="DM Sans ExtraBold"/>
                <a:ea typeface="DM Sans ExtraBold"/>
                <a:cs typeface="DM Sans ExtraBold"/>
                <a:sym typeface="DM Sans ExtraBold"/>
              </a:rPr>
              <a:t>Earth</a:t>
            </a:r>
            <a:endParaRPr sz="2000">
              <a:solidFill>
                <a:schemeClr val="dk1"/>
              </a:solidFill>
              <a:latin typeface="DM Sans ExtraBold"/>
              <a:ea typeface="DM Sans ExtraBold"/>
              <a:cs typeface="DM Sans ExtraBold"/>
              <a:sym typeface="DM Sans ExtraBold"/>
            </a:endParaRPr>
          </a:p>
        </p:txBody>
      </p:sp>
      <p:sp>
        <p:nvSpPr>
          <p:cNvPr id="384" name="Google Shape;384;p36"/>
          <p:cNvSpPr txBox="1"/>
          <p:nvPr/>
        </p:nvSpPr>
        <p:spPr>
          <a:xfrm>
            <a:off x="3494139" y="2242050"/>
            <a:ext cx="1617600" cy="9015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Earth is the third planet from the Sun and has life</a:t>
            </a:r>
            <a:endParaRPr>
              <a:solidFill>
                <a:schemeClr val="dk1"/>
              </a:solidFill>
              <a:latin typeface="Lato"/>
              <a:ea typeface="Lato"/>
              <a:cs typeface="Lato"/>
              <a:sym typeface="Lato"/>
            </a:endParaRPr>
          </a:p>
        </p:txBody>
      </p:sp>
      <p:sp>
        <p:nvSpPr>
          <p:cNvPr id="385" name="Google Shape;385;p36"/>
          <p:cNvSpPr txBox="1"/>
          <p:nvPr/>
        </p:nvSpPr>
        <p:spPr>
          <a:xfrm>
            <a:off x="5150246" y="1960350"/>
            <a:ext cx="1617600" cy="409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dk1"/>
                </a:solidFill>
                <a:latin typeface="DM Sans ExtraBold"/>
                <a:ea typeface="DM Sans ExtraBold"/>
                <a:cs typeface="DM Sans ExtraBold"/>
                <a:sym typeface="DM Sans ExtraBold"/>
              </a:rPr>
              <a:t>Mars</a:t>
            </a:r>
            <a:endParaRPr sz="2000">
              <a:solidFill>
                <a:schemeClr val="dk1"/>
              </a:solidFill>
              <a:latin typeface="DM Sans ExtraBold"/>
              <a:ea typeface="DM Sans ExtraBold"/>
              <a:cs typeface="DM Sans ExtraBold"/>
              <a:sym typeface="DM Sans ExtraBold"/>
            </a:endParaRPr>
          </a:p>
        </p:txBody>
      </p:sp>
      <p:sp>
        <p:nvSpPr>
          <p:cNvPr id="386" name="Google Shape;386;p36"/>
          <p:cNvSpPr txBox="1"/>
          <p:nvPr/>
        </p:nvSpPr>
        <p:spPr>
          <a:xfrm>
            <a:off x="5150252" y="2242050"/>
            <a:ext cx="1617600" cy="9015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a:t>
            </a:r>
            <a:endParaRPr>
              <a:solidFill>
                <a:schemeClr val="dk1"/>
              </a:solidFill>
              <a:latin typeface="Lato"/>
              <a:ea typeface="Lato"/>
              <a:cs typeface="Lato"/>
              <a:sym typeface="Lato"/>
            </a:endParaRPr>
          </a:p>
        </p:txBody>
      </p:sp>
      <p:sp>
        <p:nvSpPr>
          <p:cNvPr id="387" name="Google Shape;387;p36"/>
          <p:cNvSpPr txBox="1"/>
          <p:nvPr/>
        </p:nvSpPr>
        <p:spPr>
          <a:xfrm>
            <a:off x="6806366" y="1960350"/>
            <a:ext cx="1617600" cy="409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dk1"/>
                </a:solidFill>
                <a:latin typeface="DM Sans ExtraBold"/>
                <a:ea typeface="DM Sans ExtraBold"/>
                <a:cs typeface="DM Sans ExtraBold"/>
                <a:sym typeface="DM Sans ExtraBold"/>
              </a:rPr>
              <a:t>Mercury</a:t>
            </a:r>
            <a:endParaRPr sz="2000">
              <a:solidFill>
                <a:schemeClr val="dk1"/>
              </a:solidFill>
              <a:latin typeface="DM Sans ExtraBold"/>
              <a:ea typeface="DM Sans ExtraBold"/>
              <a:cs typeface="DM Sans ExtraBold"/>
              <a:sym typeface="DM Sans ExtraBold"/>
            </a:endParaRPr>
          </a:p>
        </p:txBody>
      </p:sp>
      <p:sp>
        <p:nvSpPr>
          <p:cNvPr id="388" name="Google Shape;388;p36"/>
          <p:cNvSpPr txBox="1"/>
          <p:nvPr/>
        </p:nvSpPr>
        <p:spPr>
          <a:xfrm>
            <a:off x="6806366" y="2242050"/>
            <a:ext cx="1617600" cy="9015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Mercury is the smallest planet in the Solar System</a:t>
            </a:r>
            <a:endParaRPr>
              <a:solidFill>
                <a:schemeClr val="dk1"/>
              </a:solidFill>
              <a:latin typeface="Lato"/>
              <a:ea typeface="Lato"/>
              <a:cs typeface="Lato"/>
              <a:sym typeface="Lato"/>
            </a:endParaRPr>
          </a:p>
        </p:txBody>
      </p:sp>
      <p:sp>
        <p:nvSpPr>
          <p:cNvPr id="389" name="Google Shape;389;p36"/>
          <p:cNvSpPr txBox="1"/>
          <p:nvPr/>
        </p:nvSpPr>
        <p:spPr>
          <a:xfrm>
            <a:off x="5197650" y="4193969"/>
            <a:ext cx="1522800" cy="374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Clr>
                <a:srgbClr val="000000"/>
              </a:buClr>
              <a:buSzPts val="1100"/>
              <a:buFont typeface="Arial"/>
              <a:buNone/>
            </a:pPr>
            <a:r>
              <a:rPr lang="en" sz="2000" b="1">
                <a:solidFill>
                  <a:schemeClr val="dk1"/>
                </a:solidFill>
                <a:latin typeface="DM Sans"/>
                <a:ea typeface="DM Sans"/>
                <a:cs typeface="DM Sans"/>
                <a:sym typeface="DM Sans"/>
              </a:rPr>
              <a:t>Problems</a:t>
            </a:r>
            <a:endParaRPr sz="2000" b="1">
              <a:solidFill>
                <a:schemeClr val="dk1"/>
              </a:solidFill>
              <a:latin typeface="DM Sans"/>
              <a:ea typeface="DM Sans"/>
              <a:cs typeface="DM Sans"/>
              <a:sym typeface="DM Sans"/>
            </a:endParaRPr>
          </a:p>
        </p:txBody>
      </p:sp>
      <p:grpSp>
        <p:nvGrpSpPr>
          <p:cNvPr id="390" name="Google Shape;390;p36"/>
          <p:cNvGrpSpPr/>
          <p:nvPr/>
        </p:nvGrpSpPr>
        <p:grpSpPr>
          <a:xfrm>
            <a:off x="7454613" y="3351793"/>
            <a:ext cx="321104" cy="389284"/>
            <a:chOff x="3952859" y="3782591"/>
            <a:chExt cx="321104" cy="389284"/>
          </a:xfrm>
        </p:grpSpPr>
        <p:sp>
          <p:nvSpPr>
            <p:cNvPr id="391" name="Google Shape;391;p36"/>
            <p:cNvSpPr/>
            <p:nvPr/>
          </p:nvSpPr>
          <p:spPr>
            <a:xfrm>
              <a:off x="3952859" y="3782591"/>
              <a:ext cx="321104" cy="389284"/>
            </a:xfrm>
            <a:custGeom>
              <a:avLst/>
              <a:gdLst/>
              <a:ahLst/>
              <a:cxnLst/>
              <a:rect l="l" t="t" r="r" b="b"/>
              <a:pathLst>
                <a:path w="123" h="149" extrusionOk="0">
                  <a:moveTo>
                    <a:pt x="114" y="0"/>
                  </a:moveTo>
                  <a:cubicBezTo>
                    <a:pt x="16" y="0"/>
                    <a:pt x="16" y="0"/>
                    <a:pt x="16" y="0"/>
                  </a:cubicBezTo>
                  <a:cubicBezTo>
                    <a:pt x="7" y="0"/>
                    <a:pt x="0" y="7"/>
                    <a:pt x="0" y="16"/>
                  </a:cubicBezTo>
                  <a:cubicBezTo>
                    <a:pt x="0" y="133"/>
                    <a:pt x="0" y="133"/>
                    <a:pt x="0" y="133"/>
                  </a:cubicBezTo>
                  <a:cubicBezTo>
                    <a:pt x="0" y="142"/>
                    <a:pt x="7" y="149"/>
                    <a:pt x="16" y="149"/>
                  </a:cubicBezTo>
                  <a:cubicBezTo>
                    <a:pt x="114" y="149"/>
                    <a:pt x="114" y="149"/>
                    <a:pt x="114" y="149"/>
                  </a:cubicBezTo>
                  <a:cubicBezTo>
                    <a:pt x="119" y="149"/>
                    <a:pt x="123" y="145"/>
                    <a:pt x="123" y="140"/>
                  </a:cubicBezTo>
                  <a:cubicBezTo>
                    <a:pt x="123" y="8"/>
                    <a:pt x="123" y="8"/>
                    <a:pt x="123" y="8"/>
                  </a:cubicBezTo>
                  <a:cubicBezTo>
                    <a:pt x="123" y="4"/>
                    <a:pt x="119" y="0"/>
                    <a:pt x="114" y="0"/>
                  </a:cubicBezTo>
                  <a:close/>
                  <a:moveTo>
                    <a:pt x="16" y="143"/>
                  </a:moveTo>
                  <a:cubicBezTo>
                    <a:pt x="10" y="143"/>
                    <a:pt x="6" y="138"/>
                    <a:pt x="6" y="132"/>
                  </a:cubicBezTo>
                  <a:cubicBezTo>
                    <a:pt x="6" y="127"/>
                    <a:pt x="11" y="123"/>
                    <a:pt x="16" y="123"/>
                  </a:cubicBezTo>
                  <a:cubicBezTo>
                    <a:pt x="105" y="123"/>
                    <a:pt x="105" y="123"/>
                    <a:pt x="105" y="123"/>
                  </a:cubicBezTo>
                  <a:cubicBezTo>
                    <a:pt x="105" y="143"/>
                    <a:pt x="105" y="143"/>
                    <a:pt x="105" y="143"/>
                  </a:cubicBezTo>
                  <a:lnTo>
                    <a:pt x="16" y="143"/>
                  </a:lnTo>
                  <a:close/>
                  <a:moveTo>
                    <a:pt x="114" y="143"/>
                  </a:moveTo>
                  <a:cubicBezTo>
                    <a:pt x="111" y="143"/>
                    <a:pt x="111" y="143"/>
                    <a:pt x="111" y="143"/>
                  </a:cubicBezTo>
                  <a:cubicBezTo>
                    <a:pt x="111" y="123"/>
                    <a:pt x="111" y="123"/>
                    <a:pt x="111" y="123"/>
                  </a:cubicBezTo>
                  <a:cubicBezTo>
                    <a:pt x="114" y="123"/>
                    <a:pt x="114" y="123"/>
                    <a:pt x="114" y="123"/>
                  </a:cubicBezTo>
                  <a:cubicBezTo>
                    <a:pt x="115" y="123"/>
                    <a:pt x="116" y="122"/>
                    <a:pt x="117" y="122"/>
                  </a:cubicBezTo>
                  <a:cubicBezTo>
                    <a:pt x="117" y="140"/>
                    <a:pt x="117" y="140"/>
                    <a:pt x="117" y="140"/>
                  </a:cubicBezTo>
                  <a:cubicBezTo>
                    <a:pt x="117" y="142"/>
                    <a:pt x="115" y="143"/>
                    <a:pt x="114" y="143"/>
                  </a:cubicBezTo>
                  <a:close/>
                  <a:moveTo>
                    <a:pt x="117" y="114"/>
                  </a:moveTo>
                  <a:cubicBezTo>
                    <a:pt x="117" y="115"/>
                    <a:pt x="115" y="117"/>
                    <a:pt x="114" y="117"/>
                  </a:cubicBezTo>
                  <a:cubicBezTo>
                    <a:pt x="19" y="117"/>
                    <a:pt x="19" y="117"/>
                    <a:pt x="19" y="117"/>
                  </a:cubicBezTo>
                  <a:cubicBezTo>
                    <a:pt x="19" y="74"/>
                    <a:pt x="19" y="74"/>
                    <a:pt x="19" y="74"/>
                  </a:cubicBezTo>
                  <a:cubicBezTo>
                    <a:pt x="19" y="73"/>
                    <a:pt x="18" y="72"/>
                    <a:pt x="17" y="71"/>
                  </a:cubicBezTo>
                  <a:cubicBezTo>
                    <a:pt x="15" y="71"/>
                    <a:pt x="13" y="72"/>
                    <a:pt x="13" y="74"/>
                  </a:cubicBezTo>
                  <a:cubicBezTo>
                    <a:pt x="13" y="117"/>
                    <a:pt x="13" y="117"/>
                    <a:pt x="13" y="117"/>
                  </a:cubicBezTo>
                  <a:cubicBezTo>
                    <a:pt x="11" y="117"/>
                    <a:pt x="8" y="119"/>
                    <a:pt x="6" y="120"/>
                  </a:cubicBezTo>
                  <a:cubicBezTo>
                    <a:pt x="6" y="16"/>
                    <a:pt x="6" y="16"/>
                    <a:pt x="6" y="16"/>
                  </a:cubicBezTo>
                  <a:cubicBezTo>
                    <a:pt x="6" y="11"/>
                    <a:pt x="9" y="7"/>
                    <a:pt x="13" y="6"/>
                  </a:cubicBezTo>
                  <a:cubicBezTo>
                    <a:pt x="13" y="48"/>
                    <a:pt x="13" y="48"/>
                    <a:pt x="13" y="48"/>
                  </a:cubicBezTo>
                  <a:cubicBezTo>
                    <a:pt x="13" y="49"/>
                    <a:pt x="14" y="51"/>
                    <a:pt x="16" y="51"/>
                  </a:cubicBezTo>
                  <a:cubicBezTo>
                    <a:pt x="18" y="51"/>
                    <a:pt x="19" y="50"/>
                    <a:pt x="19" y="48"/>
                  </a:cubicBezTo>
                  <a:cubicBezTo>
                    <a:pt x="19" y="5"/>
                    <a:pt x="19" y="5"/>
                    <a:pt x="19" y="5"/>
                  </a:cubicBezTo>
                  <a:cubicBezTo>
                    <a:pt x="114" y="5"/>
                    <a:pt x="114" y="5"/>
                    <a:pt x="114" y="5"/>
                  </a:cubicBezTo>
                  <a:cubicBezTo>
                    <a:pt x="115" y="5"/>
                    <a:pt x="117" y="7"/>
                    <a:pt x="117" y="8"/>
                  </a:cubicBezTo>
                  <a:cubicBezTo>
                    <a:pt x="117" y="114"/>
                    <a:pt x="117" y="114"/>
                    <a:pt x="117" y="11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 name="Google Shape;392;p36"/>
            <p:cNvSpPr/>
            <p:nvPr/>
          </p:nvSpPr>
          <p:spPr>
            <a:xfrm>
              <a:off x="3986950" y="3934346"/>
              <a:ext cx="15395" cy="15395"/>
            </a:xfrm>
            <a:custGeom>
              <a:avLst/>
              <a:gdLst/>
              <a:ahLst/>
              <a:cxnLst/>
              <a:rect l="l" t="t" r="r" b="b"/>
              <a:pathLst>
                <a:path w="6" h="6" extrusionOk="0">
                  <a:moveTo>
                    <a:pt x="4" y="0"/>
                  </a:moveTo>
                  <a:cubicBezTo>
                    <a:pt x="2" y="0"/>
                    <a:pt x="0" y="1"/>
                    <a:pt x="0" y="3"/>
                  </a:cubicBezTo>
                  <a:cubicBezTo>
                    <a:pt x="0" y="5"/>
                    <a:pt x="2" y="6"/>
                    <a:pt x="3" y="6"/>
                  </a:cubicBezTo>
                  <a:cubicBezTo>
                    <a:pt x="5" y="6"/>
                    <a:pt x="6" y="5"/>
                    <a:pt x="6" y="3"/>
                  </a:cubicBezTo>
                  <a:cubicBezTo>
                    <a:pt x="6" y="3"/>
                    <a:pt x="6" y="3"/>
                    <a:pt x="6" y="3"/>
                  </a:cubicBezTo>
                  <a:cubicBezTo>
                    <a:pt x="6" y="2"/>
                    <a:pt x="5" y="1"/>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 name="Google Shape;393;p36"/>
            <p:cNvSpPr/>
            <p:nvPr/>
          </p:nvSpPr>
          <p:spPr>
            <a:xfrm>
              <a:off x="4078222" y="3898056"/>
              <a:ext cx="104469" cy="104469"/>
            </a:xfrm>
            <a:custGeom>
              <a:avLst/>
              <a:gdLst/>
              <a:ahLst/>
              <a:cxnLst/>
              <a:rect l="l" t="t" r="r" b="b"/>
              <a:pathLst>
                <a:path w="40" h="40" extrusionOk="0">
                  <a:moveTo>
                    <a:pt x="37" y="0"/>
                  </a:moveTo>
                  <a:cubicBezTo>
                    <a:pt x="33" y="0"/>
                    <a:pt x="30" y="3"/>
                    <a:pt x="30" y="7"/>
                  </a:cubicBezTo>
                  <a:cubicBezTo>
                    <a:pt x="30" y="13"/>
                    <a:pt x="30" y="13"/>
                    <a:pt x="30" y="13"/>
                  </a:cubicBezTo>
                  <a:cubicBezTo>
                    <a:pt x="30" y="17"/>
                    <a:pt x="27" y="20"/>
                    <a:pt x="23" y="20"/>
                  </a:cubicBezTo>
                  <a:cubicBezTo>
                    <a:pt x="23" y="20"/>
                    <a:pt x="23" y="20"/>
                    <a:pt x="23" y="20"/>
                  </a:cubicBezTo>
                  <a:cubicBezTo>
                    <a:pt x="23" y="5"/>
                    <a:pt x="23" y="5"/>
                    <a:pt x="23" y="5"/>
                  </a:cubicBezTo>
                  <a:cubicBezTo>
                    <a:pt x="25" y="5"/>
                    <a:pt x="25" y="5"/>
                    <a:pt x="25" y="5"/>
                  </a:cubicBezTo>
                  <a:cubicBezTo>
                    <a:pt x="25" y="5"/>
                    <a:pt x="25" y="5"/>
                    <a:pt x="26" y="5"/>
                  </a:cubicBezTo>
                  <a:cubicBezTo>
                    <a:pt x="28" y="2"/>
                    <a:pt x="26" y="0"/>
                    <a:pt x="24" y="0"/>
                  </a:cubicBezTo>
                  <a:cubicBezTo>
                    <a:pt x="16" y="0"/>
                    <a:pt x="16" y="0"/>
                    <a:pt x="16" y="0"/>
                  </a:cubicBezTo>
                  <a:cubicBezTo>
                    <a:pt x="15" y="0"/>
                    <a:pt x="15" y="0"/>
                    <a:pt x="15" y="0"/>
                  </a:cubicBezTo>
                  <a:cubicBezTo>
                    <a:pt x="12" y="3"/>
                    <a:pt x="14" y="5"/>
                    <a:pt x="16" y="5"/>
                  </a:cubicBezTo>
                  <a:cubicBezTo>
                    <a:pt x="17" y="5"/>
                    <a:pt x="17" y="5"/>
                    <a:pt x="17" y="5"/>
                  </a:cubicBezTo>
                  <a:cubicBezTo>
                    <a:pt x="17" y="20"/>
                    <a:pt x="17" y="20"/>
                    <a:pt x="17" y="20"/>
                  </a:cubicBezTo>
                  <a:cubicBezTo>
                    <a:pt x="17" y="20"/>
                    <a:pt x="17" y="20"/>
                    <a:pt x="17" y="20"/>
                  </a:cubicBezTo>
                  <a:cubicBezTo>
                    <a:pt x="13" y="20"/>
                    <a:pt x="10" y="17"/>
                    <a:pt x="10" y="13"/>
                  </a:cubicBezTo>
                  <a:cubicBezTo>
                    <a:pt x="10" y="7"/>
                    <a:pt x="10" y="7"/>
                    <a:pt x="10" y="7"/>
                  </a:cubicBezTo>
                  <a:cubicBezTo>
                    <a:pt x="10" y="3"/>
                    <a:pt x="7" y="0"/>
                    <a:pt x="3" y="0"/>
                  </a:cubicBezTo>
                  <a:cubicBezTo>
                    <a:pt x="2" y="0"/>
                    <a:pt x="0" y="1"/>
                    <a:pt x="0" y="2"/>
                  </a:cubicBezTo>
                  <a:cubicBezTo>
                    <a:pt x="0" y="4"/>
                    <a:pt x="1" y="5"/>
                    <a:pt x="3" y="5"/>
                  </a:cubicBezTo>
                  <a:cubicBezTo>
                    <a:pt x="4" y="5"/>
                    <a:pt x="4" y="6"/>
                    <a:pt x="4" y="7"/>
                  </a:cubicBezTo>
                  <a:cubicBezTo>
                    <a:pt x="4" y="13"/>
                    <a:pt x="4" y="13"/>
                    <a:pt x="4" y="13"/>
                  </a:cubicBezTo>
                  <a:cubicBezTo>
                    <a:pt x="4" y="20"/>
                    <a:pt x="10" y="26"/>
                    <a:pt x="17" y="26"/>
                  </a:cubicBezTo>
                  <a:cubicBezTo>
                    <a:pt x="17" y="26"/>
                    <a:pt x="17" y="26"/>
                    <a:pt x="17" y="26"/>
                  </a:cubicBezTo>
                  <a:cubicBezTo>
                    <a:pt x="17" y="35"/>
                    <a:pt x="17" y="35"/>
                    <a:pt x="17" y="35"/>
                  </a:cubicBezTo>
                  <a:cubicBezTo>
                    <a:pt x="15" y="35"/>
                    <a:pt x="15" y="35"/>
                    <a:pt x="15" y="35"/>
                  </a:cubicBezTo>
                  <a:cubicBezTo>
                    <a:pt x="15" y="35"/>
                    <a:pt x="15" y="35"/>
                    <a:pt x="14" y="35"/>
                  </a:cubicBezTo>
                  <a:cubicBezTo>
                    <a:pt x="12" y="38"/>
                    <a:pt x="14" y="40"/>
                    <a:pt x="16" y="40"/>
                  </a:cubicBezTo>
                  <a:cubicBezTo>
                    <a:pt x="24" y="40"/>
                    <a:pt x="24" y="40"/>
                    <a:pt x="24" y="40"/>
                  </a:cubicBezTo>
                  <a:cubicBezTo>
                    <a:pt x="25" y="40"/>
                    <a:pt x="25" y="40"/>
                    <a:pt x="25" y="40"/>
                  </a:cubicBezTo>
                  <a:cubicBezTo>
                    <a:pt x="28" y="37"/>
                    <a:pt x="26" y="35"/>
                    <a:pt x="23" y="35"/>
                  </a:cubicBezTo>
                  <a:cubicBezTo>
                    <a:pt x="23" y="35"/>
                    <a:pt x="23" y="35"/>
                    <a:pt x="23" y="35"/>
                  </a:cubicBezTo>
                  <a:cubicBezTo>
                    <a:pt x="23" y="26"/>
                    <a:pt x="23" y="26"/>
                    <a:pt x="23" y="26"/>
                  </a:cubicBezTo>
                  <a:cubicBezTo>
                    <a:pt x="23" y="26"/>
                    <a:pt x="23" y="26"/>
                    <a:pt x="23" y="26"/>
                  </a:cubicBezTo>
                  <a:cubicBezTo>
                    <a:pt x="30" y="26"/>
                    <a:pt x="36" y="20"/>
                    <a:pt x="36" y="13"/>
                  </a:cubicBezTo>
                  <a:cubicBezTo>
                    <a:pt x="36" y="7"/>
                    <a:pt x="36" y="7"/>
                    <a:pt x="36" y="7"/>
                  </a:cubicBezTo>
                  <a:cubicBezTo>
                    <a:pt x="36" y="6"/>
                    <a:pt x="36" y="5"/>
                    <a:pt x="37" y="5"/>
                  </a:cubicBezTo>
                  <a:cubicBezTo>
                    <a:pt x="39" y="5"/>
                    <a:pt x="40" y="4"/>
                    <a:pt x="40" y="2"/>
                  </a:cubicBezTo>
                  <a:cubicBezTo>
                    <a:pt x="40" y="1"/>
                    <a:pt x="38" y="0"/>
                    <a:pt x="37"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 name="Google Shape;394;p36"/>
            <p:cNvSpPr/>
            <p:nvPr/>
          </p:nvSpPr>
          <p:spPr>
            <a:xfrm>
              <a:off x="4032036" y="3843072"/>
              <a:ext cx="197941" cy="199041"/>
            </a:xfrm>
            <a:custGeom>
              <a:avLst/>
              <a:gdLst/>
              <a:ahLst/>
              <a:cxnLst/>
              <a:rect l="l" t="t" r="r" b="b"/>
              <a:pathLst>
                <a:path w="76" h="76" extrusionOk="0">
                  <a:moveTo>
                    <a:pt x="38" y="0"/>
                  </a:moveTo>
                  <a:cubicBezTo>
                    <a:pt x="17" y="0"/>
                    <a:pt x="0" y="17"/>
                    <a:pt x="0" y="38"/>
                  </a:cubicBezTo>
                  <a:cubicBezTo>
                    <a:pt x="0" y="59"/>
                    <a:pt x="17" y="76"/>
                    <a:pt x="38" y="76"/>
                  </a:cubicBezTo>
                  <a:cubicBezTo>
                    <a:pt x="59" y="76"/>
                    <a:pt x="76" y="59"/>
                    <a:pt x="76" y="38"/>
                  </a:cubicBezTo>
                  <a:cubicBezTo>
                    <a:pt x="76" y="17"/>
                    <a:pt x="59" y="0"/>
                    <a:pt x="38" y="0"/>
                  </a:cubicBezTo>
                  <a:close/>
                  <a:moveTo>
                    <a:pt x="38" y="70"/>
                  </a:moveTo>
                  <a:cubicBezTo>
                    <a:pt x="20" y="70"/>
                    <a:pt x="6" y="56"/>
                    <a:pt x="6" y="38"/>
                  </a:cubicBezTo>
                  <a:cubicBezTo>
                    <a:pt x="6" y="20"/>
                    <a:pt x="20" y="6"/>
                    <a:pt x="38" y="6"/>
                  </a:cubicBezTo>
                  <a:cubicBezTo>
                    <a:pt x="56" y="6"/>
                    <a:pt x="70" y="20"/>
                    <a:pt x="70" y="38"/>
                  </a:cubicBezTo>
                  <a:cubicBezTo>
                    <a:pt x="70" y="56"/>
                    <a:pt x="56" y="70"/>
                    <a:pt x="38" y="7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5" name="Google Shape;395;p36"/>
          <p:cNvGrpSpPr/>
          <p:nvPr/>
        </p:nvGrpSpPr>
        <p:grpSpPr>
          <a:xfrm>
            <a:off x="5789697" y="3351793"/>
            <a:ext cx="338699" cy="389284"/>
            <a:chOff x="4725929" y="3176670"/>
            <a:chExt cx="338699" cy="389284"/>
          </a:xfrm>
        </p:grpSpPr>
        <p:sp>
          <p:nvSpPr>
            <p:cNvPr id="396" name="Google Shape;396;p36"/>
            <p:cNvSpPr/>
            <p:nvPr/>
          </p:nvSpPr>
          <p:spPr>
            <a:xfrm>
              <a:off x="4725929" y="3176670"/>
              <a:ext cx="338699" cy="389284"/>
            </a:xfrm>
            <a:custGeom>
              <a:avLst/>
              <a:gdLst/>
              <a:ahLst/>
              <a:cxnLst/>
              <a:rect l="l" t="t" r="r" b="b"/>
              <a:pathLst>
                <a:path w="130" h="149" extrusionOk="0">
                  <a:moveTo>
                    <a:pt x="113" y="17"/>
                  </a:moveTo>
                  <a:cubicBezTo>
                    <a:pt x="102" y="6"/>
                    <a:pt x="87" y="0"/>
                    <a:pt x="72" y="0"/>
                  </a:cubicBezTo>
                  <a:cubicBezTo>
                    <a:pt x="56" y="0"/>
                    <a:pt x="41" y="6"/>
                    <a:pt x="30" y="17"/>
                  </a:cubicBezTo>
                  <a:cubicBezTo>
                    <a:pt x="19" y="27"/>
                    <a:pt x="13" y="42"/>
                    <a:pt x="13" y="57"/>
                  </a:cubicBezTo>
                  <a:cubicBezTo>
                    <a:pt x="13" y="61"/>
                    <a:pt x="10" y="67"/>
                    <a:pt x="5" y="75"/>
                  </a:cubicBezTo>
                  <a:cubicBezTo>
                    <a:pt x="0" y="82"/>
                    <a:pt x="1" y="86"/>
                    <a:pt x="2" y="89"/>
                  </a:cubicBezTo>
                  <a:cubicBezTo>
                    <a:pt x="4" y="92"/>
                    <a:pt x="7" y="95"/>
                    <a:pt x="17" y="96"/>
                  </a:cubicBezTo>
                  <a:cubicBezTo>
                    <a:pt x="17" y="111"/>
                    <a:pt x="17" y="111"/>
                    <a:pt x="17" y="111"/>
                  </a:cubicBezTo>
                  <a:cubicBezTo>
                    <a:pt x="17" y="121"/>
                    <a:pt x="25" y="129"/>
                    <a:pt x="35" y="129"/>
                  </a:cubicBezTo>
                  <a:cubicBezTo>
                    <a:pt x="44" y="129"/>
                    <a:pt x="49" y="129"/>
                    <a:pt x="51" y="131"/>
                  </a:cubicBezTo>
                  <a:cubicBezTo>
                    <a:pt x="53" y="133"/>
                    <a:pt x="54" y="138"/>
                    <a:pt x="54" y="146"/>
                  </a:cubicBezTo>
                  <a:cubicBezTo>
                    <a:pt x="54" y="148"/>
                    <a:pt x="56" y="149"/>
                    <a:pt x="57" y="149"/>
                  </a:cubicBezTo>
                  <a:cubicBezTo>
                    <a:pt x="107" y="149"/>
                    <a:pt x="107" y="149"/>
                    <a:pt x="107" y="149"/>
                  </a:cubicBezTo>
                  <a:cubicBezTo>
                    <a:pt x="107" y="149"/>
                    <a:pt x="107" y="149"/>
                    <a:pt x="107" y="149"/>
                  </a:cubicBezTo>
                  <a:cubicBezTo>
                    <a:pt x="108" y="148"/>
                    <a:pt x="109" y="147"/>
                    <a:pt x="109" y="146"/>
                  </a:cubicBezTo>
                  <a:cubicBezTo>
                    <a:pt x="109" y="138"/>
                    <a:pt x="108" y="133"/>
                    <a:pt x="109" y="128"/>
                  </a:cubicBezTo>
                  <a:cubicBezTo>
                    <a:pt x="109" y="126"/>
                    <a:pt x="107" y="125"/>
                    <a:pt x="106" y="125"/>
                  </a:cubicBezTo>
                  <a:cubicBezTo>
                    <a:pt x="104" y="125"/>
                    <a:pt x="103" y="126"/>
                    <a:pt x="103" y="127"/>
                  </a:cubicBezTo>
                  <a:cubicBezTo>
                    <a:pt x="103" y="132"/>
                    <a:pt x="103" y="137"/>
                    <a:pt x="103" y="143"/>
                  </a:cubicBezTo>
                  <a:cubicBezTo>
                    <a:pt x="60" y="143"/>
                    <a:pt x="60" y="143"/>
                    <a:pt x="60" y="143"/>
                  </a:cubicBezTo>
                  <a:cubicBezTo>
                    <a:pt x="59" y="135"/>
                    <a:pt x="58" y="130"/>
                    <a:pt x="55" y="127"/>
                  </a:cubicBezTo>
                  <a:cubicBezTo>
                    <a:pt x="51" y="123"/>
                    <a:pt x="45" y="123"/>
                    <a:pt x="35" y="123"/>
                  </a:cubicBezTo>
                  <a:cubicBezTo>
                    <a:pt x="28" y="123"/>
                    <a:pt x="23" y="118"/>
                    <a:pt x="23" y="111"/>
                  </a:cubicBezTo>
                  <a:cubicBezTo>
                    <a:pt x="23" y="106"/>
                    <a:pt x="23" y="106"/>
                    <a:pt x="23" y="106"/>
                  </a:cubicBezTo>
                  <a:cubicBezTo>
                    <a:pt x="23" y="106"/>
                    <a:pt x="23" y="106"/>
                    <a:pt x="23" y="106"/>
                  </a:cubicBezTo>
                  <a:cubicBezTo>
                    <a:pt x="26" y="106"/>
                    <a:pt x="29" y="107"/>
                    <a:pt x="32" y="109"/>
                  </a:cubicBezTo>
                  <a:cubicBezTo>
                    <a:pt x="32" y="109"/>
                    <a:pt x="33" y="109"/>
                    <a:pt x="33" y="109"/>
                  </a:cubicBezTo>
                  <a:cubicBezTo>
                    <a:pt x="35" y="109"/>
                    <a:pt x="37" y="107"/>
                    <a:pt x="36" y="105"/>
                  </a:cubicBezTo>
                  <a:cubicBezTo>
                    <a:pt x="36" y="105"/>
                    <a:pt x="36" y="104"/>
                    <a:pt x="36" y="104"/>
                  </a:cubicBezTo>
                  <a:cubicBezTo>
                    <a:pt x="32" y="102"/>
                    <a:pt x="27" y="100"/>
                    <a:pt x="23" y="100"/>
                  </a:cubicBezTo>
                  <a:cubicBezTo>
                    <a:pt x="23" y="100"/>
                    <a:pt x="23" y="100"/>
                    <a:pt x="23" y="100"/>
                  </a:cubicBezTo>
                  <a:cubicBezTo>
                    <a:pt x="23" y="91"/>
                    <a:pt x="23" y="91"/>
                    <a:pt x="23" y="91"/>
                  </a:cubicBezTo>
                  <a:cubicBezTo>
                    <a:pt x="23" y="90"/>
                    <a:pt x="22" y="90"/>
                    <a:pt x="22" y="90"/>
                  </a:cubicBezTo>
                  <a:cubicBezTo>
                    <a:pt x="14" y="90"/>
                    <a:pt x="9" y="89"/>
                    <a:pt x="7" y="86"/>
                  </a:cubicBezTo>
                  <a:cubicBezTo>
                    <a:pt x="6" y="84"/>
                    <a:pt x="7" y="82"/>
                    <a:pt x="10" y="78"/>
                  </a:cubicBezTo>
                  <a:cubicBezTo>
                    <a:pt x="14" y="72"/>
                    <a:pt x="19" y="64"/>
                    <a:pt x="19" y="57"/>
                  </a:cubicBezTo>
                  <a:cubicBezTo>
                    <a:pt x="19" y="29"/>
                    <a:pt x="43" y="5"/>
                    <a:pt x="72" y="5"/>
                  </a:cubicBezTo>
                  <a:cubicBezTo>
                    <a:pt x="100" y="5"/>
                    <a:pt x="124" y="29"/>
                    <a:pt x="124" y="57"/>
                  </a:cubicBezTo>
                  <a:cubicBezTo>
                    <a:pt x="124" y="67"/>
                    <a:pt x="121" y="76"/>
                    <a:pt x="116" y="84"/>
                  </a:cubicBezTo>
                  <a:cubicBezTo>
                    <a:pt x="112" y="90"/>
                    <a:pt x="109" y="96"/>
                    <a:pt x="107" y="102"/>
                  </a:cubicBezTo>
                  <a:cubicBezTo>
                    <a:pt x="107" y="102"/>
                    <a:pt x="107" y="102"/>
                    <a:pt x="107" y="102"/>
                  </a:cubicBezTo>
                  <a:cubicBezTo>
                    <a:pt x="109" y="106"/>
                    <a:pt x="112" y="105"/>
                    <a:pt x="113" y="103"/>
                  </a:cubicBezTo>
                  <a:cubicBezTo>
                    <a:pt x="115" y="98"/>
                    <a:pt x="118" y="93"/>
                    <a:pt x="121" y="87"/>
                  </a:cubicBezTo>
                  <a:cubicBezTo>
                    <a:pt x="127" y="78"/>
                    <a:pt x="130" y="68"/>
                    <a:pt x="130" y="57"/>
                  </a:cubicBezTo>
                  <a:cubicBezTo>
                    <a:pt x="130" y="42"/>
                    <a:pt x="124" y="27"/>
                    <a:pt x="11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 name="Google Shape;397;p36"/>
            <p:cNvSpPr/>
            <p:nvPr/>
          </p:nvSpPr>
          <p:spPr>
            <a:xfrm>
              <a:off x="4798508" y="3205262"/>
              <a:ext cx="235330" cy="172649"/>
            </a:xfrm>
            <a:custGeom>
              <a:avLst/>
              <a:gdLst/>
              <a:ahLst/>
              <a:cxnLst/>
              <a:rect l="l" t="t" r="r" b="b"/>
              <a:pathLst>
                <a:path w="90" h="66" extrusionOk="0">
                  <a:moveTo>
                    <a:pt x="39" y="55"/>
                  </a:moveTo>
                  <a:cubicBezTo>
                    <a:pt x="48" y="56"/>
                    <a:pt x="58" y="57"/>
                    <a:pt x="68" y="63"/>
                  </a:cubicBezTo>
                  <a:cubicBezTo>
                    <a:pt x="71" y="65"/>
                    <a:pt x="74" y="66"/>
                    <a:pt x="77" y="66"/>
                  </a:cubicBezTo>
                  <a:cubicBezTo>
                    <a:pt x="79" y="66"/>
                    <a:pt x="81" y="65"/>
                    <a:pt x="82" y="64"/>
                  </a:cubicBezTo>
                  <a:cubicBezTo>
                    <a:pt x="87" y="61"/>
                    <a:pt x="90" y="55"/>
                    <a:pt x="90" y="46"/>
                  </a:cubicBezTo>
                  <a:cubicBezTo>
                    <a:pt x="90" y="34"/>
                    <a:pt x="85" y="22"/>
                    <a:pt x="76" y="14"/>
                  </a:cubicBezTo>
                  <a:cubicBezTo>
                    <a:pt x="68" y="5"/>
                    <a:pt x="56" y="0"/>
                    <a:pt x="44" y="0"/>
                  </a:cubicBezTo>
                  <a:cubicBezTo>
                    <a:pt x="30" y="0"/>
                    <a:pt x="16" y="7"/>
                    <a:pt x="8" y="17"/>
                  </a:cubicBezTo>
                  <a:cubicBezTo>
                    <a:pt x="2" y="24"/>
                    <a:pt x="0" y="31"/>
                    <a:pt x="1" y="37"/>
                  </a:cubicBezTo>
                  <a:cubicBezTo>
                    <a:pt x="3" y="44"/>
                    <a:pt x="9" y="49"/>
                    <a:pt x="19" y="52"/>
                  </a:cubicBezTo>
                  <a:cubicBezTo>
                    <a:pt x="25" y="54"/>
                    <a:pt x="32" y="55"/>
                    <a:pt x="39" y="55"/>
                  </a:cubicBezTo>
                  <a:close/>
                  <a:moveTo>
                    <a:pt x="7" y="36"/>
                  </a:moveTo>
                  <a:cubicBezTo>
                    <a:pt x="6" y="31"/>
                    <a:pt x="7" y="27"/>
                    <a:pt x="12" y="21"/>
                  </a:cubicBezTo>
                  <a:cubicBezTo>
                    <a:pt x="20" y="12"/>
                    <a:pt x="31" y="6"/>
                    <a:pt x="44" y="6"/>
                  </a:cubicBezTo>
                  <a:cubicBezTo>
                    <a:pt x="66" y="6"/>
                    <a:pt x="84" y="24"/>
                    <a:pt x="84" y="46"/>
                  </a:cubicBezTo>
                  <a:cubicBezTo>
                    <a:pt x="84" y="52"/>
                    <a:pt x="82" y="57"/>
                    <a:pt x="80" y="59"/>
                  </a:cubicBezTo>
                  <a:cubicBezTo>
                    <a:pt x="77" y="60"/>
                    <a:pt x="74" y="60"/>
                    <a:pt x="71" y="58"/>
                  </a:cubicBezTo>
                  <a:cubicBezTo>
                    <a:pt x="60" y="52"/>
                    <a:pt x="50" y="51"/>
                    <a:pt x="39" y="50"/>
                  </a:cubicBezTo>
                  <a:cubicBezTo>
                    <a:pt x="33" y="49"/>
                    <a:pt x="27" y="48"/>
                    <a:pt x="21" y="46"/>
                  </a:cubicBezTo>
                  <a:cubicBezTo>
                    <a:pt x="13" y="44"/>
                    <a:pt x="8" y="40"/>
                    <a:pt x="7" y="3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 name="Google Shape;398;p36"/>
            <p:cNvSpPr/>
            <p:nvPr/>
          </p:nvSpPr>
          <p:spPr>
            <a:xfrm>
              <a:off x="4834797" y="3237153"/>
              <a:ext cx="169350" cy="98971"/>
            </a:xfrm>
            <a:custGeom>
              <a:avLst/>
              <a:gdLst/>
              <a:ahLst/>
              <a:cxnLst/>
              <a:rect l="l" t="t" r="r" b="b"/>
              <a:pathLst>
                <a:path w="65" h="38" extrusionOk="0">
                  <a:moveTo>
                    <a:pt x="26" y="32"/>
                  </a:moveTo>
                  <a:cubicBezTo>
                    <a:pt x="28" y="32"/>
                    <a:pt x="30" y="32"/>
                    <a:pt x="31" y="32"/>
                  </a:cubicBezTo>
                  <a:cubicBezTo>
                    <a:pt x="41" y="33"/>
                    <a:pt x="48" y="35"/>
                    <a:pt x="54" y="38"/>
                  </a:cubicBezTo>
                  <a:cubicBezTo>
                    <a:pt x="55" y="38"/>
                    <a:pt x="56" y="38"/>
                    <a:pt x="57" y="38"/>
                  </a:cubicBezTo>
                  <a:cubicBezTo>
                    <a:pt x="59" y="38"/>
                    <a:pt x="60" y="38"/>
                    <a:pt x="62" y="37"/>
                  </a:cubicBezTo>
                  <a:cubicBezTo>
                    <a:pt x="64" y="36"/>
                    <a:pt x="65" y="33"/>
                    <a:pt x="64" y="30"/>
                  </a:cubicBezTo>
                  <a:cubicBezTo>
                    <a:pt x="63" y="22"/>
                    <a:pt x="59" y="14"/>
                    <a:pt x="53" y="9"/>
                  </a:cubicBezTo>
                  <a:cubicBezTo>
                    <a:pt x="46" y="3"/>
                    <a:pt x="38" y="0"/>
                    <a:pt x="30" y="0"/>
                  </a:cubicBezTo>
                  <a:cubicBezTo>
                    <a:pt x="19" y="0"/>
                    <a:pt x="9" y="5"/>
                    <a:pt x="3" y="13"/>
                  </a:cubicBezTo>
                  <a:cubicBezTo>
                    <a:pt x="1" y="15"/>
                    <a:pt x="0" y="18"/>
                    <a:pt x="0" y="21"/>
                  </a:cubicBezTo>
                  <a:cubicBezTo>
                    <a:pt x="1" y="24"/>
                    <a:pt x="4" y="27"/>
                    <a:pt x="9" y="29"/>
                  </a:cubicBezTo>
                  <a:cubicBezTo>
                    <a:pt x="14" y="31"/>
                    <a:pt x="20" y="31"/>
                    <a:pt x="26" y="32"/>
                  </a:cubicBezTo>
                  <a:close/>
                  <a:moveTo>
                    <a:pt x="6" y="19"/>
                  </a:moveTo>
                  <a:cubicBezTo>
                    <a:pt x="6" y="18"/>
                    <a:pt x="6" y="17"/>
                    <a:pt x="7" y="17"/>
                  </a:cubicBezTo>
                  <a:cubicBezTo>
                    <a:pt x="7" y="17"/>
                    <a:pt x="7" y="17"/>
                    <a:pt x="7" y="16"/>
                  </a:cubicBezTo>
                  <a:cubicBezTo>
                    <a:pt x="13" y="10"/>
                    <a:pt x="21" y="6"/>
                    <a:pt x="30" y="6"/>
                  </a:cubicBezTo>
                  <a:cubicBezTo>
                    <a:pt x="44" y="6"/>
                    <a:pt x="57" y="17"/>
                    <a:pt x="58" y="31"/>
                  </a:cubicBezTo>
                  <a:cubicBezTo>
                    <a:pt x="59" y="32"/>
                    <a:pt x="58" y="32"/>
                    <a:pt x="58" y="32"/>
                  </a:cubicBezTo>
                  <a:cubicBezTo>
                    <a:pt x="58" y="33"/>
                    <a:pt x="57" y="33"/>
                    <a:pt x="56" y="32"/>
                  </a:cubicBezTo>
                  <a:cubicBezTo>
                    <a:pt x="47" y="29"/>
                    <a:pt x="39" y="27"/>
                    <a:pt x="32" y="27"/>
                  </a:cubicBezTo>
                  <a:cubicBezTo>
                    <a:pt x="30" y="26"/>
                    <a:pt x="29" y="26"/>
                    <a:pt x="27" y="26"/>
                  </a:cubicBezTo>
                  <a:cubicBezTo>
                    <a:pt x="21" y="25"/>
                    <a:pt x="15" y="25"/>
                    <a:pt x="11" y="23"/>
                  </a:cubicBezTo>
                  <a:cubicBezTo>
                    <a:pt x="8" y="23"/>
                    <a:pt x="7" y="21"/>
                    <a:pt x="6" y="1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 name="Google Shape;399;p36"/>
            <p:cNvSpPr/>
            <p:nvPr/>
          </p:nvSpPr>
          <p:spPr>
            <a:xfrm>
              <a:off x="4887581" y="3270143"/>
              <a:ext cx="62682" cy="24193"/>
            </a:xfrm>
            <a:custGeom>
              <a:avLst/>
              <a:gdLst/>
              <a:ahLst/>
              <a:cxnLst/>
              <a:rect l="l" t="t" r="r" b="b"/>
              <a:pathLst>
                <a:path w="24" h="9" extrusionOk="0">
                  <a:moveTo>
                    <a:pt x="5" y="7"/>
                  </a:moveTo>
                  <a:cubicBezTo>
                    <a:pt x="7" y="6"/>
                    <a:pt x="9" y="6"/>
                    <a:pt x="11" y="6"/>
                  </a:cubicBezTo>
                  <a:cubicBezTo>
                    <a:pt x="14" y="6"/>
                    <a:pt x="17" y="7"/>
                    <a:pt x="19" y="9"/>
                  </a:cubicBezTo>
                  <a:cubicBezTo>
                    <a:pt x="19" y="9"/>
                    <a:pt x="20" y="9"/>
                    <a:pt x="21" y="9"/>
                  </a:cubicBezTo>
                  <a:cubicBezTo>
                    <a:pt x="22" y="9"/>
                    <a:pt x="22" y="9"/>
                    <a:pt x="23" y="8"/>
                  </a:cubicBezTo>
                  <a:cubicBezTo>
                    <a:pt x="24" y="7"/>
                    <a:pt x="24" y="5"/>
                    <a:pt x="23" y="4"/>
                  </a:cubicBezTo>
                  <a:cubicBezTo>
                    <a:pt x="19" y="1"/>
                    <a:pt x="15" y="0"/>
                    <a:pt x="11" y="0"/>
                  </a:cubicBezTo>
                  <a:cubicBezTo>
                    <a:pt x="8" y="0"/>
                    <a:pt x="5" y="0"/>
                    <a:pt x="2" y="2"/>
                  </a:cubicBezTo>
                  <a:cubicBezTo>
                    <a:pt x="1" y="2"/>
                    <a:pt x="0" y="4"/>
                    <a:pt x="1" y="6"/>
                  </a:cubicBezTo>
                  <a:cubicBezTo>
                    <a:pt x="2" y="7"/>
                    <a:pt x="4" y="8"/>
                    <a:pt x="5"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 name="Google Shape;400;p36"/>
            <p:cNvSpPr/>
            <p:nvPr/>
          </p:nvSpPr>
          <p:spPr>
            <a:xfrm>
              <a:off x="4796308" y="3338323"/>
              <a:ext cx="17595" cy="18695"/>
            </a:xfrm>
            <a:custGeom>
              <a:avLst/>
              <a:gdLst/>
              <a:ahLst/>
              <a:cxnLst/>
              <a:rect l="l" t="t" r="r" b="b"/>
              <a:pathLst>
                <a:path w="7" h="7" extrusionOk="0">
                  <a:moveTo>
                    <a:pt x="4" y="0"/>
                  </a:moveTo>
                  <a:cubicBezTo>
                    <a:pt x="4" y="0"/>
                    <a:pt x="4" y="0"/>
                    <a:pt x="4" y="0"/>
                  </a:cubicBezTo>
                  <a:cubicBezTo>
                    <a:pt x="3" y="0"/>
                    <a:pt x="2" y="1"/>
                    <a:pt x="1" y="2"/>
                  </a:cubicBezTo>
                  <a:cubicBezTo>
                    <a:pt x="0" y="4"/>
                    <a:pt x="2" y="7"/>
                    <a:pt x="5" y="6"/>
                  </a:cubicBezTo>
                  <a:cubicBezTo>
                    <a:pt x="6" y="6"/>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 name="Google Shape;401;p36"/>
            <p:cNvSpPr/>
            <p:nvPr/>
          </p:nvSpPr>
          <p:spPr>
            <a:xfrm>
              <a:off x="4994249" y="3469183"/>
              <a:ext cx="20894" cy="15395"/>
            </a:xfrm>
            <a:custGeom>
              <a:avLst/>
              <a:gdLst/>
              <a:ahLst/>
              <a:cxnLst/>
              <a:rect l="l" t="t" r="r" b="b"/>
              <a:pathLst>
                <a:path w="8" h="6" extrusionOk="0">
                  <a:moveTo>
                    <a:pt x="4" y="6"/>
                  </a:moveTo>
                  <a:cubicBezTo>
                    <a:pt x="6" y="6"/>
                    <a:pt x="8" y="3"/>
                    <a:pt x="6" y="1"/>
                  </a:cubicBezTo>
                  <a:cubicBezTo>
                    <a:pt x="6" y="0"/>
                    <a:pt x="5" y="0"/>
                    <a:pt x="4" y="0"/>
                  </a:cubicBezTo>
                  <a:cubicBezTo>
                    <a:pt x="4" y="0"/>
                    <a:pt x="4" y="0"/>
                    <a:pt x="4" y="0"/>
                  </a:cubicBezTo>
                  <a:cubicBezTo>
                    <a:pt x="3" y="0"/>
                    <a:pt x="2" y="0"/>
                    <a:pt x="1" y="1"/>
                  </a:cubicBezTo>
                  <a:cubicBezTo>
                    <a:pt x="0" y="3"/>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2" name="Google Shape;402;p36"/>
          <p:cNvGrpSpPr/>
          <p:nvPr/>
        </p:nvGrpSpPr>
        <p:grpSpPr>
          <a:xfrm>
            <a:off x="4128091" y="3351793"/>
            <a:ext cx="349696" cy="389284"/>
            <a:chOff x="713225" y="1974728"/>
            <a:chExt cx="349696" cy="389284"/>
          </a:xfrm>
        </p:grpSpPr>
        <p:sp>
          <p:nvSpPr>
            <p:cNvPr id="403" name="Google Shape;403;p36"/>
            <p:cNvSpPr/>
            <p:nvPr/>
          </p:nvSpPr>
          <p:spPr>
            <a:xfrm>
              <a:off x="713225" y="1974728"/>
              <a:ext cx="349696" cy="389284"/>
            </a:xfrm>
            <a:custGeom>
              <a:avLst/>
              <a:gdLst/>
              <a:ahLst/>
              <a:cxnLst/>
              <a:rect l="l" t="t" r="r" b="b"/>
              <a:pathLst>
                <a:path w="134" h="149" extrusionOk="0">
                  <a:moveTo>
                    <a:pt x="134" y="88"/>
                  </a:moveTo>
                  <a:cubicBezTo>
                    <a:pt x="134" y="80"/>
                    <a:pt x="130" y="72"/>
                    <a:pt x="123" y="67"/>
                  </a:cubicBezTo>
                  <a:cubicBezTo>
                    <a:pt x="126" y="63"/>
                    <a:pt x="128" y="58"/>
                    <a:pt x="128" y="53"/>
                  </a:cubicBezTo>
                  <a:cubicBezTo>
                    <a:pt x="128" y="45"/>
                    <a:pt x="124" y="38"/>
                    <a:pt x="117" y="34"/>
                  </a:cubicBezTo>
                  <a:cubicBezTo>
                    <a:pt x="118" y="33"/>
                    <a:pt x="118" y="32"/>
                    <a:pt x="118" y="30"/>
                  </a:cubicBezTo>
                  <a:cubicBezTo>
                    <a:pt x="118" y="20"/>
                    <a:pt x="110" y="12"/>
                    <a:pt x="100" y="12"/>
                  </a:cubicBezTo>
                  <a:cubicBezTo>
                    <a:pt x="99" y="12"/>
                    <a:pt x="97" y="13"/>
                    <a:pt x="96" y="13"/>
                  </a:cubicBezTo>
                  <a:cubicBezTo>
                    <a:pt x="95" y="5"/>
                    <a:pt x="88" y="0"/>
                    <a:pt x="80" y="0"/>
                  </a:cubicBezTo>
                  <a:cubicBezTo>
                    <a:pt x="75" y="0"/>
                    <a:pt x="70" y="2"/>
                    <a:pt x="67" y="6"/>
                  </a:cubicBezTo>
                  <a:cubicBezTo>
                    <a:pt x="65" y="2"/>
                    <a:pt x="60" y="0"/>
                    <a:pt x="54" y="0"/>
                  </a:cubicBezTo>
                  <a:cubicBezTo>
                    <a:pt x="47" y="0"/>
                    <a:pt x="40" y="5"/>
                    <a:pt x="39" y="13"/>
                  </a:cubicBezTo>
                  <a:cubicBezTo>
                    <a:pt x="38" y="13"/>
                    <a:pt x="38" y="13"/>
                    <a:pt x="37" y="13"/>
                  </a:cubicBezTo>
                  <a:cubicBezTo>
                    <a:pt x="35" y="12"/>
                    <a:pt x="34" y="14"/>
                    <a:pt x="34" y="16"/>
                  </a:cubicBezTo>
                  <a:cubicBezTo>
                    <a:pt x="34" y="17"/>
                    <a:pt x="35" y="18"/>
                    <a:pt x="36" y="18"/>
                  </a:cubicBezTo>
                  <a:cubicBezTo>
                    <a:pt x="38" y="18"/>
                    <a:pt x="39" y="19"/>
                    <a:pt x="40" y="19"/>
                  </a:cubicBezTo>
                  <a:cubicBezTo>
                    <a:pt x="40" y="19"/>
                    <a:pt x="40" y="19"/>
                    <a:pt x="40" y="19"/>
                  </a:cubicBezTo>
                  <a:cubicBezTo>
                    <a:pt x="42" y="20"/>
                    <a:pt x="44" y="22"/>
                    <a:pt x="46" y="24"/>
                  </a:cubicBezTo>
                  <a:cubicBezTo>
                    <a:pt x="46" y="25"/>
                    <a:pt x="47" y="26"/>
                    <a:pt x="48" y="26"/>
                  </a:cubicBezTo>
                  <a:cubicBezTo>
                    <a:pt x="49" y="26"/>
                    <a:pt x="50" y="25"/>
                    <a:pt x="50" y="25"/>
                  </a:cubicBezTo>
                  <a:cubicBezTo>
                    <a:pt x="51" y="24"/>
                    <a:pt x="51" y="22"/>
                    <a:pt x="51" y="21"/>
                  </a:cubicBezTo>
                  <a:cubicBezTo>
                    <a:pt x="49" y="19"/>
                    <a:pt x="47" y="17"/>
                    <a:pt x="44" y="15"/>
                  </a:cubicBezTo>
                  <a:cubicBezTo>
                    <a:pt x="45" y="9"/>
                    <a:pt x="51" y="4"/>
                    <a:pt x="57" y="6"/>
                  </a:cubicBezTo>
                  <a:cubicBezTo>
                    <a:pt x="62" y="7"/>
                    <a:pt x="64" y="11"/>
                    <a:pt x="64" y="16"/>
                  </a:cubicBezTo>
                  <a:cubicBezTo>
                    <a:pt x="64" y="47"/>
                    <a:pt x="64" y="47"/>
                    <a:pt x="64" y="47"/>
                  </a:cubicBezTo>
                  <a:cubicBezTo>
                    <a:pt x="56" y="47"/>
                    <a:pt x="56" y="47"/>
                    <a:pt x="56" y="47"/>
                  </a:cubicBezTo>
                  <a:cubicBezTo>
                    <a:pt x="55" y="47"/>
                    <a:pt x="54" y="48"/>
                    <a:pt x="54" y="50"/>
                  </a:cubicBezTo>
                  <a:cubicBezTo>
                    <a:pt x="54" y="54"/>
                    <a:pt x="50" y="58"/>
                    <a:pt x="46" y="58"/>
                  </a:cubicBezTo>
                  <a:cubicBezTo>
                    <a:pt x="44" y="58"/>
                    <a:pt x="43" y="59"/>
                    <a:pt x="43" y="61"/>
                  </a:cubicBezTo>
                  <a:cubicBezTo>
                    <a:pt x="43" y="70"/>
                    <a:pt x="44" y="78"/>
                    <a:pt x="47" y="85"/>
                  </a:cubicBezTo>
                  <a:cubicBezTo>
                    <a:pt x="51" y="93"/>
                    <a:pt x="57" y="98"/>
                    <a:pt x="64" y="101"/>
                  </a:cubicBezTo>
                  <a:cubicBezTo>
                    <a:pt x="64" y="129"/>
                    <a:pt x="64" y="129"/>
                    <a:pt x="64" y="129"/>
                  </a:cubicBezTo>
                  <a:cubicBezTo>
                    <a:pt x="64" y="135"/>
                    <a:pt x="61" y="140"/>
                    <a:pt x="56" y="142"/>
                  </a:cubicBezTo>
                  <a:cubicBezTo>
                    <a:pt x="48" y="145"/>
                    <a:pt x="41" y="141"/>
                    <a:pt x="38" y="135"/>
                  </a:cubicBezTo>
                  <a:cubicBezTo>
                    <a:pt x="39" y="135"/>
                    <a:pt x="41" y="135"/>
                    <a:pt x="43" y="135"/>
                  </a:cubicBezTo>
                  <a:cubicBezTo>
                    <a:pt x="44" y="134"/>
                    <a:pt x="45" y="133"/>
                    <a:pt x="45" y="132"/>
                  </a:cubicBezTo>
                  <a:cubicBezTo>
                    <a:pt x="45" y="130"/>
                    <a:pt x="43" y="128"/>
                    <a:pt x="41" y="129"/>
                  </a:cubicBezTo>
                  <a:cubicBezTo>
                    <a:pt x="39" y="130"/>
                    <a:pt x="36" y="130"/>
                    <a:pt x="34" y="129"/>
                  </a:cubicBezTo>
                  <a:cubicBezTo>
                    <a:pt x="34" y="129"/>
                    <a:pt x="34" y="129"/>
                    <a:pt x="34" y="129"/>
                  </a:cubicBezTo>
                  <a:cubicBezTo>
                    <a:pt x="26" y="128"/>
                    <a:pt x="20" y="121"/>
                    <a:pt x="20" y="113"/>
                  </a:cubicBezTo>
                  <a:cubicBezTo>
                    <a:pt x="22" y="114"/>
                    <a:pt x="24" y="114"/>
                    <a:pt x="26" y="114"/>
                  </a:cubicBezTo>
                  <a:cubicBezTo>
                    <a:pt x="28" y="114"/>
                    <a:pt x="31" y="113"/>
                    <a:pt x="33" y="113"/>
                  </a:cubicBezTo>
                  <a:cubicBezTo>
                    <a:pt x="34" y="112"/>
                    <a:pt x="35" y="111"/>
                    <a:pt x="35" y="109"/>
                  </a:cubicBezTo>
                  <a:cubicBezTo>
                    <a:pt x="34" y="108"/>
                    <a:pt x="33" y="107"/>
                    <a:pt x="31" y="107"/>
                  </a:cubicBezTo>
                  <a:cubicBezTo>
                    <a:pt x="30" y="108"/>
                    <a:pt x="28" y="108"/>
                    <a:pt x="26" y="108"/>
                  </a:cubicBezTo>
                  <a:cubicBezTo>
                    <a:pt x="24" y="108"/>
                    <a:pt x="21" y="107"/>
                    <a:pt x="19" y="106"/>
                  </a:cubicBezTo>
                  <a:cubicBezTo>
                    <a:pt x="19" y="106"/>
                    <a:pt x="19" y="106"/>
                    <a:pt x="19" y="106"/>
                  </a:cubicBezTo>
                  <a:cubicBezTo>
                    <a:pt x="11" y="103"/>
                    <a:pt x="6" y="96"/>
                    <a:pt x="6" y="88"/>
                  </a:cubicBezTo>
                  <a:cubicBezTo>
                    <a:pt x="6" y="81"/>
                    <a:pt x="11" y="74"/>
                    <a:pt x="17" y="70"/>
                  </a:cubicBezTo>
                  <a:cubicBezTo>
                    <a:pt x="17" y="70"/>
                    <a:pt x="17" y="70"/>
                    <a:pt x="17" y="70"/>
                  </a:cubicBezTo>
                  <a:cubicBezTo>
                    <a:pt x="18" y="69"/>
                    <a:pt x="19" y="69"/>
                    <a:pt x="20" y="69"/>
                  </a:cubicBezTo>
                  <a:cubicBezTo>
                    <a:pt x="22" y="69"/>
                    <a:pt x="24" y="67"/>
                    <a:pt x="23" y="65"/>
                  </a:cubicBezTo>
                  <a:cubicBezTo>
                    <a:pt x="23" y="64"/>
                    <a:pt x="21" y="63"/>
                    <a:pt x="19" y="63"/>
                  </a:cubicBezTo>
                  <a:cubicBezTo>
                    <a:pt x="19" y="64"/>
                    <a:pt x="18" y="64"/>
                    <a:pt x="17" y="64"/>
                  </a:cubicBezTo>
                  <a:cubicBezTo>
                    <a:pt x="14" y="61"/>
                    <a:pt x="12" y="57"/>
                    <a:pt x="12" y="53"/>
                  </a:cubicBezTo>
                  <a:cubicBezTo>
                    <a:pt x="12" y="48"/>
                    <a:pt x="15" y="42"/>
                    <a:pt x="20" y="39"/>
                  </a:cubicBezTo>
                  <a:cubicBezTo>
                    <a:pt x="21" y="42"/>
                    <a:pt x="23" y="44"/>
                    <a:pt x="26" y="46"/>
                  </a:cubicBezTo>
                  <a:cubicBezTo>
                    <a:pt x="27" y="46"/>
                    <a:pt x="27" y="46"/>
                    <a:pt x="28" y="46"/>
                  </a:cubicBezTo>
                  <a:cubicBezTo>
                    <a:pt x="29" y="46"/>
                    <a:pt x="30" y="45"/>
                    <a:pt x="30" y="44"/>
                  </a:cubicBezTo>
                  <a:cubicBezTo>
                    <a:pt x="31" y="43"/>
                    <a:pt x="30" y="41"/>
                    <a:pt x="29" y="41"/>
                  </a:cubicBezTo>
                  <a:cubicBezTo>
                    <a:pt x="26" y="39"/>
                    <a:pt x="25" y="37"/>
                    <a:pt x="24" y="34"/>
                  </a:cubicBezTo>
                  <a:cubicBezTo>
                    <a:pt x="24" y="34"/>
                    <a:pt x="24" y="34"/>
                    <a:pt x="24" y="34"/>
                  </a:cubicBezTo>
                  <a:cubicBezTo>
                    <a:pt x="23" y="34"/>
                    <a:pt x="23" y="33"/>
                    <a:pt x="23" y="32"/>
                  </a:cubicBezTo>
                  <a:cubicBezTo>
                    <a:pt x="23" y="31"/>
                    <a:pt x="22" y="30"/>
                    <a:pt x="21" y="29"/>
                  </a:cubicBezTo>
                  <a:cubicBezTo>
                    <a:pt x="19" y="29"/>
                    <a:pt x="17" y="31"/>
                    <a:pt x="17" y="32"/>
                  </a:cubicBezTo>
                  <a:cubicBezTo>
                    <a:pt x="17" y="33"/>
                    <a:pt x="17" y="33"/>
                    <a:pt x="17" y="34"/>
                  </a:cubicBezTo>
                  <a:cubicBezTo>
                    <a:pt x="11" y="38"/>
                    <a:pt x="7" y="45"/>
                    <a:pt x="7" y="53"/>
                  </a:cubicBezTo>
                  <a:cubicBezTo>
                    <a:pt x="7" y="58"/>
                    <a:pt x="8" y="63"/>
                    <a:pt x="11" y="67"/>
                  </a:cubicBezTo>
                  <a:cubicBezTo>
                    <a:pt x="5" y="72"/>
                    <a:pt x="0" y="80"/>
                    <a:pt x="0" y="88"/>
                  </a:cubicBezTo>
                  <a:cubicBezTo>
                    <a:pt x="0" y="98"/>
                    <a:pt x="6" y="107"/>
                    <a:pt x="14" y="111"/>
                  </a:cubicBezTo>
                  <a:cubicBezTo>
                    <a:pt x="14" y="112"/>
                    <a:pt x="14" y="112"/>
                    <a:pt x="14" y="113"/>
                  </a:cubicBezTo>
                  <a:cubicBezTo>
                    <a:pt x="14" y="118"/>
                    <a:pt x="16" y="123"/>
                    <a:pt x="20" y="127"/>
                  </a:cubicBezTo>
                  <a:cubicBezTo>
                    <a:pt x="23" y="131"/>
                    <a:pt x="27" y="133"/>
                    <a:pt x="31" y="135"/>
                  </a:cubicBezTo>
                  <a:cubicBezTo>
                    <a:pt x="34" y="143"/>
                    <a:pt x="42" y="149"/>
                    <a:pt x="50" y="149"/>
                  </a:cubicBezTo>
                  <a:cubicBezTo>
                    <a:pt x="58" y="149"/>
                    <a:pt x="64" y="145"/>
                    <a:pt x="67" y="139"/>
                  </a:cubicBezTo>
                  <a:cubicBezTo>
                    <a:pt x="71" y="145"/>
                    <a:pt x="77" y="149"/>
                    <a:pt x="84" y="149"/>
                  </a:cubicBezTo>
                  <a:cubicBezTo>
                    <a:pt x="93" y="149"/>
                    <a:pt x="101" y="143"/>
                    <a:pt x="104" y="135"/>
                  </a:cubicBezTo>
                  <a:cubicBezTo>
                    <a:pt x="108" y="133"/>
                    <a:pt x="112" y="131"/>
                    <a:pt x="115" y="127"/>
                  </a:cubicBezTo>
                  <a:cubicBezTo>
                    <a:pt x="119" y="123"/>
                    <a:pt x="121" y="118"/>
                    <a:pt x="121" y="113"/>
                  </a:cubicBezTo>
                  <a:cubicBezTo>
                    <a:pt x="121" y="112"/>
                    <a:pt x="120" y="112"/>
                    <a:pt x="120" y="111"/>
                  </a:cubicBezTo>
                  <a:cubicBezTo>
                    <a:pt x="129" y="107"/>
                    <a:pt x="134" y="98"/>
                    <a:pt x="134" y="88"/>
                  </a:cubicBezTo>
                  <a:close/>
                  <a:moveTo>
                    <a:pt x="49" y="63"/>
                  </a:moveTo>
                  <a:cubicBezTo>
                    <a:pt x="54" y="62"/>
                    <a:pt x="58" y="58"/>
                    <a:pt x="59" y="53"/>
                  </a:cubicBezTo>
                  <a:cubicBezTo>
                    <a:pt x="76" y="53"/>
                    <a:pt x="76" y="53"/>
                    <a:pt x="76" y="53"/>
                  </a:cubicBezTo>
                  <a:cubicBezTo>
                    <a:pt x="77" y="58"/>
                    <a:pt x="81" y="62"/>
                    <a:pt x="86" y="63"/>
                  </a:cubicBezTo>
                  <a:cubicBezTo>
                    <a:pt x="86" y="76"/>
                    <a:pt x="82" y="91"/>
                    <a:pt x="67" y="96"/>
                  </a:cubicBezTo>
                  <a:cubicBezTo>
                    <a:pt x="53" y="91"/>
                    <a:pt x="49" y="76"/>
                    <a:pt x="49" y="63"/>
                  </a:cubicBezTo>
                  <a:close/>
                  <a:moveTo>
                    <a:pt x="116" y="106"/>
                  </a:moveTo>
                  <a:cubicBezTo>
                    <a:pt x="116" y="106"/>
                    <a:pt x="116" y="106"/>
                    <a:pt x="116" y="106"/>
                  </a:cubicBezTo>
                  <a:cubicBezTo>
                    <a:pt x="114" y="107"/>
                    <a:pt x="111" y="108"/>
                    <a:pt x="109" y="108"/>
                  </a:cubicBezTo>
                  <a:cubicBezTo>
                    <a:pt x="107" y="108"/>
                    <a:pt x="105" y="108"/>
                    <a:pt x="104" y="107"/>
                  </a:cubicBezTo>
                  <a:cubicBezTo>
                    <a:pt x="101" y="107"/>
                    <a:pt x="99" y="109"/>
                    <a:pt x="101" y="112"/>
                  </a:cubicBezTo>
                  <a:cubicBezTo>
                    <a:pt x="101" y="112"/>
                    <a:pt x="101" y="112"/>
                    <a:pt x="101" y="113"/>
                  </a:cubicBezTo>
                  <a:cubicBezTo>
                    <a:pt x="104" y="113"/>
                    <a:pt x="106" y="114"/>
                    <a:pt x="109" y="114"/>
                  </a:cubicBezTo>
                  <a:cubicBezTo>
                    <a:pt x="111" y="114"/>
                    <a:pt x="113" y="114"/>
                    <a:pt x="115" y="113"/>
                  </a:cubicBezTo>
                  <a:cubicBezTo>
                    <a:pt x="115" y="121"/>
                    <a:pt x="109" y="128"/>
                    <a:pt x="101" y="129"/>
                  </a:cubicBezTo>
                  <a:cubicBezTo>
                    <a:pt x="101" y="129"/>
                    <a:pt x="101" y="129"/>
                    <a:pt x="101" y="129"/>
                  </a:cubicBezTo>
                  <a:cubicBezTo>
                    <a:pt x="98" y="130"/>
                    <a:pt x="95" y="129"/>
                    <a:pt x="93" y="129"/>
                  </a:cubicBezTo>
                  <a:cubicBezTo>
                    <a:pt x="93" y="129"/>
                    <a:pt x="92" y="129"/>
                    <a:pt x="92" y="129"/>
                  </a:cubicBezTo>
                  <a:cubicBezTo>
                    <a:pt x="89" y="130"/>
                    <a:pt x="90" y="134"/>
                    <a:pt x="92" y="135"/>
                  </a:cubicBezTo>
                  <a:cubicBezTo>
                    <a:pt x="94" y="135"/>
                    <a:pt x="95" y="135"/>
                    <a:pt x="97" y="135"/>
                  </a:cubicBezTo>
                  <a:cubicBezTo>
                    <a:pt x="93" y="144"/>
                    <a:pt x="80" y="147"/>
                    <a:pt x="71" y="136"/>
                  </a:cubicBezTo>
                  <a:cubicBezTo>
                    <a:pt x="71" y="135"/>
                    <a:pt x="70" y="134"/>
                    <a:pt x="70" y="134"/>
                  </a:cubicBezTo>
                  <a:cubicBezTo>
                    <a:pt x="70" y="101"/>
                    <a:pt x="70" y="101"/>
                    <a:pt x="70" y="101"/>
                  </a:cubicBezTo>
                  <a:cubicBezTo>
                    <a:pt x="78" y="98"/>
                    <a:pt x="84" y="93"/>
                    <a:pt x="87" y="85"/>
                  </a:cubicBezTo>
                  <a:cubicBezTo>
                    <a:pt x="91" y="78"/>
                    <a:pt x="92" y="69"/>
                    <a:pt x="92" y="58"/>
                  </a:cubicBezTo>
                  <a:cubicBezTo>
                    <a:pt x="92" y="58"/>
                    <a:pt x="92" y="57"/>
                    <a:pt x="91" y="57"/>
                  </a:cubicBezTo>
                  <a:cubicBezTo>
                    <a:pt x="85" y="59"/>
                    <a:pt x="80" y="54"/>
                    <a:pt x="81" y="48"/>
                  </a:cubicBezTo>
                  <a:cubicBezTo>
                    <a:pt x="82" y="47"/>
                    <a:pt x="81" y="47"/>
                    <a:pt x="81" y="47"/>
                  </a:cubicBezTo>
                  <a:cubicBezTo>
                    <a:pt x="70" y="47"/>
                    <a:pt x="70" y="47"/>
                    <a:pt x="70" y="47"/>
                  </a:cubicBezTo>
                  <a:cubicBezTo>
                    <a:pt x="70" y="12"/>
                    <a:pt x="70" y="12"/>
                    <a:pt x="70" y="12"/>
                  </a:cubicBezTo>
                  <a:cubicBezTo>
                    <a:pt x="70" y="11"/>
                    <a:pt x="71" y="11"/>
                    <a:pt x="71" y="10"/>
                  </a:cubicBezTo>
                  <a:cubicBezTo>
                    <a:pt x="80" y="1"/>
                    <a:pt x="90" y="7"/>
                    <a:pt x="91" y="15"/>
                  </a:cubicBezTo>
                  <a:cubicBezTo>
                    <a:pt x="88" y="17"/>
                    <a:pt x="85" y="19"/>
                    <a:pt x="84" y="22"/>
                  </a:cubicBezTo>
                  <a:cubicBezTo>
                    <a:pt x="84" y="23"/>
                    <a:pt x="84" y="23"/>
                    <a:pt x="84" y="23"/>
                  </a:cubicBezTo>
                  <a:cubicBezTo>
                    <a:pt x="84" y="25"/>
                    <a:pt x="85" y="26"/>
                    <a:pt x="87" y="26"/>
                  </a:cubicBezTo>
                  <a:cubicBezTo>
                    <a:pt x="88" y="26"/>
                    <a:pt x="89" y="25"/>
                    <a:pt x="89" y="24"/>
                  </a:cubicBezTo>
                  <a:cubicBezTo>
                    <a:pt x="91" y="22"/>
                    <a:pt x="92" y="20"/>
                    <a:pt x="95" y="19"/>
                  </a:cubicBezTo>
                  <a:cubicBezTo>
                    <a:pt x="95" y="19"/>
                    <a:pt x="95" y="19"/>
                    <a:pt x="95" y="19"/>
                  </a:cubicBezTo>
                  <a:cubicBezTo>
                    <a:pt x="99" y="18"/>
                    <a:pt x="103" y="18"/>
                    <a:pt x="108" y="21"/>
                  </a:cubicBezTo>
                  <a:cubicBezTo>
                    <a:pt x="108" y="21"/>
                    <a:pt x="108" y="21"/>
                    <a:pt x="108" y="21"/>
                  </a:cubicBezTo>
                  <a:cubicBezTo>
                    <a:pt x="112" y="25"/>
                    <a:pt x="113" y="30"/>
                    <a:pt x="111" y="34"/>
                  </a:cubicBezTo>
                  <a:cubicBezTo>
                    <a:pt x="111" y="34"/>
                    <a:pt x="111" y="34"/>
                    <a:pt x="111" y="34"/>
                  </a:cubicBezTo>
                  <a:cubicBezTo>
                    <a:pt x="110" y="37"/>
                    <a:pt x="108" y="40"/>
                    <a:pt x="105" y="41"/>
                  </a:cubicBezTo>
                  <a:cubicBezTo>
                    <a:pt x="105" y="41"/>
                    <a:pt x="105" y="42"/>
                    <a:pt x="105" y="42"/>
                  </a:cubicBezTo>
                  <a:cubicBezTo>
                    <a:pt x="104" y="45"/>
                    <a:pt x="105" y="46"/>
                    <a:pt x="107" y="46"/>
                  </a:cubicBezTo>
                  <a:cubicBezTo>
                    <a:pt x="108" y="46"/>
                    <a:pt x="108" y="46"/>
                    <a:pt x="109" y="46"/>
                  </a:cubicBezTo>
                  <a:cubicBezTo>
                    <a:pt x="111" y="44"/>
                    <a:pt x="114" y="42"/>
                    <a:pt x="115" y="39"/>
                  </a:cubicBezTo>
                  <a:cubicBezTo>
                    <a:pt x="120" y="42"/>
                    <a:pt x="122" y="48"/>
                    <a:pt x="122" y="53"/>
                  </a:cubicBezTo>
                  <a:cubicBezTo>
                    <a:pt x="122" y="57"/>
                    <a:pt x="121" y="61"/>
                    <a:pt x="118" y="64"/>
                  </a:cubicBezTo>
                  <a:cubicBezTo>
                    <a:pt x="117" y="64"/>
                    <a:pt x="116" y="63"/>
                    <a:pt x="114" y="63"/>
                  </a:cubicBezTo>
                  <a:cubicBezTo>
                    <a:pt x="114" y="63"/>
                    <a:pt x="114" y="63"/>
                    <a:pt x="114" y="63"/>
                  </a:cubicBezTo>
                  <a:cubicBezTo>
                    <a:pt x="110" y="66"/>
                    <a:pt x="113" y="71"/>
                    <a:pt x="117" y="69"/>
                  </a:cubicBezTo>
                  <a:cubicBezTo>
                    <a:pt x="117" y="68"/>
                    <a:pt x="117" y="69"/>
                    <a:pt x="117" y="69"/>
                  </a:cubicBezTo>
                  <a:cubicBezTo>
                    <a:pt x="117" y="70"/>
                    <a:pt x="117" y="70"/>
                    <a:pt x="117" y="70"/>
                  </a:cubicBezTo>
                  <a:cubicBezTo>
                    <a:pt x="124" y="74"/>
                    <a:pt x="129" y="81"/>
                    <a:pt x="129" y="88"/>
                  </a:cubicBezTo>
                  <a:cubicBezTo>
                    <a:pt x="129" y="96"/>
                    <a:pt x="124" y="103"/>
                    <a:pt x="116" y="10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 name="Google Shape;404;p36"/>
            <p:cNvSpPr/>
            <p:nvPr/>
          </p:nvSpPr>
          <p:spPr>
            <a:xfrm>
              <a:off x="775907" y="2120984"/>
              <a:ext cx="38489" cy="62682"/>
            </a:xfrm>
            <a:custGeom>
              <a:avLst/>
              <a:gdLst/>
              <a:ahLst/>
              <a:cxnLst/>
              <a:rect l="l" t="t" r="r" b="b"/>
              <a:pathLst>
                <a:path w="15" h="24" extrusionOk="0">
                  <a:moveTo>
                    <a:pt x="9" y="9"/>
                  </a:moveTo>
                  <a:cubicBezTo>
                    <a:pt x="9" y="13"/>
                    <a:pt x="6" y="17"/>
                    <a:pt x="2" y="18"/>
                  </a:cubicBezTo>
                  <a:cubicBezTo>
                    <a:pt x="1" y="18"/>
                    <a:pt x="0" y="20"/>
                    <a:pt x="0" y="22"/>
                  </a:cubicBezTo>
                  <a:cubicBezTo>
                    <a:pt x="1" y="23"/>
                    <a:pt x="2" y="24"/>
                    <a:pt x="3" y="24"/>
                  </a:cubicBezTo>
                  <a:cubicBezTo>
                    <a:pt x="3" y="24"/>
                    <a:pt x="4" y="24"/>
                    <a:pt x="4" y="24"/>
                  </a:cubicBezTo>
                  <a:cubicBezTo>
                    <a:pt x="10" y="22"/>
                    <a:pt x="15" y="16"/>
                    <a:pt x="15" y="9"/>
                  </a:cubicBezTo>
                  <a:cubicBezTo>
                    <a:pt x="15" y="7"/>
                    <a:pt x="14" y="4"/>
                    <a:pt x="13" y="2"/>
                  </a:cubicBezTo>
                  <a:cubicBezTo>
                    <a:pt x="12" y="0"/>
                    <a:pt x="10" y="0"/>
                    <a:pt x="9" y="1"/>
                  </a:cubicBezTo>
                  <a:cubicBezTo>
                    <a:pt x="7" y="2"/>
                    <a:pt x="7" y="3"/>
                    <a:pt x="8" y="5"/>
                  </a:cubicBezTo>
                  <a:cubicBezTo>
                    <a:pt x="9" y="6"/>
                    <a:pt x="9" y="8"/>
                    <a:pt x="9"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 name="Google Shape;405;p36"/>
            <p:cNvSpPr/>
            <p:nvPr/>
          </p:nvSpPr>
          <p:spPr>
            <a:xfrm>
              <a:off x="801199" y="2219955"/>
              <a:ext cx="47286" cy="54984"/>
            </a:xfrm>
            <a:custGeom>
              <a:avLst/>
              <a:gdLst/>
              <a:ahLst/>
              <a:cxnLst/>
              <a:rect l="l" t="t" r="r" b="b"/>
              <a:pathLst>
                <a:path w="18" h="21" extrusionOk="0">
                  <a:moveTo>
                    <a:pt x="14" y="21"/>
                  </a:moveTo>
                  <a:cubicBezTo>
                    <a:pt x="14" y="21"/>
                    <a:pt x="14" y="21"/>
                    <a:pt x="15" y="21"/>
                  </a:cubicBezTo>
                  <a:cubicBezTo>
                    <a:pt x="16" y="21"/>
                    <a:pt x="17" y="20"/>
                    <a:pt x="18" y="19"/>
                  </a:cubicBezTo>
                  <a:cubicBezTo>
                    <a:pt x="18" y="18"/>
                    <a:pt x="18" y="16"/>
                    <a:pt x="18" y="15"/>
                  </a:cubicBezTo>
                  <a:cubicBezTo>
                    <a:pt x="18" y="7"/>
                    <a:pt x="11" y="0"/>
                    <a:pt x="3" y="0"/>
                  </a:cubicBezTo>
                  <a:cubicBezTo>
                    <a:pt x="2" y="0"/>
                    <a:pt x="0" y="1"/>
                    <a:pt x="0" y="3"/>
                  </a:cubicBezTo>
                  <a:cubicBezTo>
                    <a:pt x="0" y="5"/>
                    <a:pt x="2" y="6"/>
                    <a:pt x="3" y="6"/>
                  </a:cubicBezTo>
                  <a:cubicBezTo>
                    <a:pt x="8" y="6"/>
                    <a:pt x="12" y="10"/>
                    <a:pt x="12" y="15"/>
                  </a:cubicBezTo>
                  <a:cubicBezTo>
                    <a:pt x="12" y="16"/>
                    <a:pt x="12" y="17"/>
                    <a:pt x="12" y="17"/>
                  </a:cubicBezTo>
                  <a:cubicBezTo>
                    <a:pt x="11" y="19"/>
                    <a:pt x="12" y="20"/>
                    <a:pt x="14" y="2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 name="Google Shape;406;p36"/>
            <p:cNvSpPr/>
            <p:nvPr/>
          </p:nvSpPr>
          <p:spPr>
            <a:xfrm>
              <a:off x="808897" y="2060502"/>
              <a:ext cx="60482" cy="23093"/>
            </a:xfrm>
            <a:custGeom>
              <a:avLst/>
              <a:gdLst/>
              <a:ahLst/>
              <a:cxnLst/>
              <a:rect l="l" t="t" r="r" b="b"/>
              <a:pathLst>
                <a:path w="23" h="9" extrusionOk="0">
                  <a:moveTo>
                    <a:pt x="22" y="5"/>
                  </a:moveTo>
                  <a:cubicBezTo>
                    <a:pt x="23" y="4"/>
                    <a:pt x="23" y="2"/>
                    <a:pt x="22" y="1"/>
                  </a:cubicBezTo>
                  <a:cubicBezTo>
                    <a:pt x="21" y="0"/>
                    <a:pt x="19" y="0"/>
                    <a:pt x="18" y="1"/>
                  </a:cubicBezTo>
                  <a:cubicBezTo>
                    <a:pt x="16" y="3"/>
                    <a:pt x="14" y="4"/>
                    <a:pt x="12" y="4"/>
                  </a:cubicBezTo>
                  <a:cubicBezTo>
                    <a:pt x="9" y="4"/>
                    <a:pt x="7" y="3"/>
                    <a:pt x="5" y="1"/>
                  </a:cubicBezTo>
                  <a:cubicBezTo>
                    <a:pt x="4" y="0"/>
                    <a:pt x="2" y="0"/>
                    <a:pt x="1" y="1"/>
                  </a:cubicBezTo>
                  <a:cubicBezTo>
                    <a:pt x="0" y="2"/>
                    <a:pt x="0" y="4"/>
                    <a:pt x="1" y="5"/>
                  </a:cubicBezTo>
                  <a:cubicBezTo>
                    <a:pt x="4" y="8"/>
                    <a:pt x="8" y="9"/>
                    <a:pt x="12" y="9"/>
                  </a:cubicBezTo>
                  <a:cubicBezTo>
                    <a:pt x="16" y="9"/>
                    <a:pt x="19" y="8"/>
                    <a:pt x="2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 name="Google Shape;407;p36"/>
            <p:cNvSpPr/>
            <p:nvPr/>
          </p:nvSpPr>
          <p:spPr>
            <a:xfrm>
              <a:off x="962851" y="2120984"/>
              <a:ext cx="39588" cy="62682"/>
            </a:xfrm>
            <a:custGeom>
              <a:avLst/>
              <a:gdLst/>
              <a:ahLst/>
              <a:cxnLst/>
              <a:rect l="l" t="t" r="r" b="b"/>
              <a:pathLst>
                <a:path w="15" h="24" extrusionOk="0">
                  <a:moveTo>
                    <a:pt x="13" y="18"/>
                  </a:moveTo>
                  <a:cubicBezTo>
                    <a:pt x="9" y="17"/>
                    <a:pt x="6" y="13"/>
                    <a:pt x="6" y="9"/>
                  </a:cubicBezTo>
                  <a:cubicBezTo>
                    <a:pt x="6" y="8"/>
                    <a:pt x="6" y="6"/>
                    <a:pt x="7" y="5"/>
                  </a:cubicBezTo>
                  <a:cubicBezTo>
                    <a:pt x="8" y="3"/>
                    <a:pt x="7" y="2"/>
                    <a:pt x="6" y="1"/>
                  </a:cubicBezTo>
                  <a:cubicBezTo>
                    <a:pt x="5" y="0"/>
                    <a:pt x="3" y="0"/>
                    <a:pt x="2" y="2"/>
                  </a:cubicBezTo>
                  <a:cubicBezTo>
                    <a:pt x="1" y="4"/>
                    <a:pt x="0" y="7"/>
                    <a:pt x="0" y="9"/>
                  </a:cubicBezTo>
                  <a:cubicBezTo>
                    <a:pt x="0" y="16"/>
                    <a:pt x="5" y="22"/>
                    <a:pt x="11" y="24"/>
                  </a:cubicBezTo>
                  <a:cubicBezTo>
                    <a:pt x="11" y="24"/>
                    <a:pt x="12" y="24"/>
                    <a:pt x="12" y="24"/>
                  </a:cubicBezTo>
                  <a:cubicBezTo>
                    <a:pt x="13" y="24"/>
                    <a:pt x="14" y="23"/>
                    <a:pt x="15" y="22"/>
                  </a:cubicBezTo>
                  <a:cubicBezTo>
                    <a:pt x="15" y="20"/>
                    <a:pt x="14" y="18"/>
                    <a:pt x="13"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 name="Google Shape;408;p36"/>
            <p:cNvSpPr/>
            <p:nvPr/>
          </p:nvSpPr>
          <p:spPr>
            <a:xfrm>
              <a:off x="929861" y="2219955"/>
              <a:ext cx="46186" cy="54984"/>
            </a:xfrm>
            <a:custGeom>
              <a:avLst/>
              <a:gdLst/>
              <a:ahLst/>
              <a:cxnLst/>
              <a:rect l="l" t="t" r="r" b="b"/>
              <a:pathLst>
                <a:path w="18" h="21" extrusionOk="0">
                  <a:moveTo>
                    <a:pt x="15" y="0"/>
                  </a:moveTo>
                  <a:cubicBezTo>
                    <a:pt x="6" y="0"/>
                    <a:pt x="0" y="7"/>
                    <a:pt x="0" y="15"/>
                  </a:cubicBezTo>
                  <a:cubicBezTo>
                    <a:pt x="0" y="16"/>
                    <a:pt x="0" y="18"/>
                    <a:pt x="0" y="19"/>
                  </a:cubicBezTo>
                  <a:cubicBezTo>
                    <a:pt x="1" y="20"/>
                    <a:pt x="2" y="21"/>
                    <a:pt x="3" y="21"/>
                  </a:cubicBezTo>
                  <a:cubicBezTo>
                    <a:pt x="3" y="21"/>
                    <a:pt x="4" y="21"/>
                    <a:pt x="4" y="21"/>
                  </a:cubicBezTo>
                  <a:cubicBezTo>
                    <a:pt x="5" y="20"/>
                    <a:pt x="6" y="19"/>
                    <a:pt x="6" y="17"/>
                  </a:cubicBezTo>
                  <a:cubicBezTo>
                    <a:pt x="6" y="17"/>
                    <a:pt x="6" y="16"/>
                    <a:pt x="6" y="15"/>
                  </a:cubicBezTo>
                  <a:cubicBezTo>
                    <a:pt x="6" y="10"/>
                    <a:pt x="10" y="6"/>
                    <a:pt x="15" y="6"/>
                  </a:cubicBezTo>
                  <a:cubicBezTo>
                    <a:pt x="16" y="6"/>
                    <a:pt x="18" y="5"/>
                    <a:pt x="18" y="3"/>
                  </a:cubicBezTo>
                  <a:cubicBezTo>
                    <a:pt x="18" y="1"/>
                    <a:pt x="16" y="0"/>
                    <a:pt x="15"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 name="Google Shape;409;p36"/>
            <p:cNvSpPr/>
            <p:nvPr/>
          </p:nvSpPr>
          <p:spPr>
            <a:xfrm>
              <a:off x="908967" y="2060502"/>
              <a:ext cx="59382" cy="23093"/>
            </a:xfrm>
            <a:custGeom>
              <a:avLst/>
              <a:gdLst/>
              <a:ahLst/>
              <a:cxnLst/>
              <a:rect l="l" t="t" r="r" b="b"/>
              <a:pathLst>
                <a:path w="23" h="9" extrusionOk="0">
                  <a:moveTo>
                    <a:pt x="22" y="1"/>
                  </a:moveTo>
                  <a:cubicBezTo>
                    <a:pt x="21" y="0"/>
                    <a:pt x="19" y="0"/>
                    <a:pt x="18" y="1"/>
                  </a:cubicBezTo>
                  <a:cubicBezTo>
                    <a:pt x="16" y="3"/>
                    <a:pt x="14" y="4"/>
                    <a:pt x="11" y="4"/>
                  </a:cubicBezTo>
                  <a:cubicBezTo>
                    <a:pt x="9" y="4"/>
                    <a:pt x="7" y="3"/>
                    <a:pt x="5" y="1"/>
                  </a:cubicBezTo>
                  <a:cubicBezTo>
                    <a:pt x="4" y="0"/>
                    <a:pt x="2" y="0"/>
                    <a:pt x="1" y="1"/>
                  </a:cubicBezTo>
                  <a:cubicBezTo>
                    <a:pt x="0" y="2"/>
                    <a:pt x="0" y="4"/>
                    <a:pt x="1" y="5"/>
                  </a:cubicBezTo>
                  <a:cubicBezTo>
                    <a:pt x="4" y="8"/>
                    <a:pt x="7" y="9"/>
                    <a:pt x="11" y="9"/>
                  </a:cubicBezTo>
                  <a:cubicBezTo>
                    <a:pt x="15" y="9"/>
                    <a:pt x="19" y="8"/>
                    <a:pt x="22" y="5"/>
                  </a:cubicBezTo>
                  <a:cubicBezTo>
                    <a:pt x="23" y="4"/>
                    <a:pt x="23" y="2"/>
                    <a:pt x="22"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 name="Google Shape;410;p36"/>
            <p:cNvSpPr/>
            <p:nvPr/>
          </p:nvSpPr>
          <p:spPr>
            <a:xfrm>
              <a:off x="767109" y="2018715"/>
              <a:ext cx="18695" cy="15395"/>
            </a:xfrm>
            <a:custGeom>
              <a:avLst/>
              <a:gdLst/>
              <a:ahLst/>
              <a:cxnLst/>
              <a:rect l="l" t="t" r="r" b="b"/>
              <a:pathLst>
                <a:path w="7" h="6" extrusionOk="0">
                  <a:moveTo>
                    <a:pt x="3" y="6"/>
                  </a:moveTo>
                  <a:cubicBezTo>
                    <a:pt x="6" y="6"/>
                    <a:pt x="7" y="3"/>
                    <a:pt x="6" y="1"/>
                  </a:cubicBezTo>
                  <a:cubicBezTo>
                    <a:pt x="5" y="0"/>
                    <a:pt x="5" y="0"/>
                    <a:pt x="4" y="0"/>
                  </a:cubicBezTo>
                  <a:cubicBezTo>
                    <a:pt x="3" y="0"/>
                    <a:pt x="3" y="0"/>
                    <a:pt x="3" y="0"/>
                  </a:cubicBezTo>
                  <a:cubicBezTo>
                    <a:pt x="2" y="0"/>
                    <a:pt x="1" y="0"/>
                    <a:pt x="1" y="1"/>
                  </a:cubicBezTo>
                  <a:cubicBezTo>
                    <a:pt x="0" y="3"/>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 name="Google Shape;411;p36"/>
            <p:cNvSpPr/>
            <p:nvPr/>
          </p:nvSpPr>
          <p:spPr>
            <a:xfrm>
              <a:off x="861681" y="2147376"/>
              <a:ext cx="54984" cy="41788"/>
            </a:xfrm>
            <a:custGeom>
              <a:avLst/>
              <a:gdLst/>
              <a:ahLst/>
              <a:cxnLst/>
              <a:rect l="l" t="t" r="r" b="b"/>
              <a:pathLst>
                <a:path w="21" h="16" extrusionOk="0">
                  <a:moveTo>
                    <a:pt x="19" y="1"/>
                  </a:moveTo>
                  <a:cubicBezTo>
                    <a:pt x="18" y="0"/>
                    <a:pt x="16" y="0"/>
                    <a:pt x="15" y="1"/>
                  </a:cubicBezTo>
                  <a:cubicBezTo>
                    <a:pt x="8" y="9"/>
                    <a:pt x="8" y="9"/>
                    <a:pt x="8" y="9"/>
                  </a:cubicBezTo>
                  <a:cubicBezTo>
                    <a:pt x="5" y="6"/>
                    <a:pt x="5" y="6"/>
                    <a:pt x="5" y="6"/>
                  </a:cubicBezTo>
                  <a:cubicBezTo>
                    <a:pt x="4" y="5"/>
                    <a:pt x="2" y="5"/>
                    <a:pt x="1" y="6"/>
                  </a:cubicBezTo>
                  <a:cubicBezTo>
                    <a:pt x="0" y="7"/>
                    <a:pt x="0" y="9"/>
                    <a:pt x="1" y="10"/>
                  </a:cubicBezTo>
                  <a:cubicBezTo>
                    <a:pt x="6" y="15"/>
                    <a:pt x="6" y="15"/>
                    <a:pt x="6" y="15"/>
                  </a:cubicBezTo>
                  <a:cubicBezTo>
                    <a:pt x="7" y="15"/>
                    <a:pt x="7" y="16"/>
                    <a:pt x="8" y="16"/>
                  </a:cubicBezTo>
                  <a:cubicBezTo>
                    <a:pt x="9" y="16"/>
                    <a:pt x="10" y="15"/>
                    <a:pt x="10" y="15"/>
                  </a:cubicBezTo>
                  <a:cubicBezTo>
                    <a:pt x="19" y="5"/>
                    <a:pt x="19" y="5"/>
                    <a:pt x="19" y="5"/>
                  </a:cubicBezTo>
                  <a:cubicBezTo>
                    <a:pt x="21" y="4"/>
                    <a:pt x="21" y="3"/>
                    <a:pt x="19"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cxnSp>
        <p:nvCxnSpPr>
          <p:cNvPr id="412" name="Google Shape;412;p36"/>
          <p:cNvCxnSpPr>
            <a:stCxn id="379" idx="3"/>
            <a:endCxn id="378" idx="1"/>
          </p:cNvCxnSpPr>
          <p:nvPr/>
        </p:nvCxnSpPr>
        <p:spPr>
          <a:xfrm>
            <a:off x="4577289" y="3546435"/>
            <a:ext cx="1107300" cy="0"/>
          </a:xfrm>
          <a:prstGeom prst="straightConnector1">
            <a:avLst/>
          </a:prstGeom>
          <a:noFill/>
          <a:ln w="9525" cap="flat" cmpd="sng">
            <a:solidFill>
              <a:schemeClr val="lt1"/>
            </a:solidFill>
            <a:prstDash val="solid"/>
            <a:round/>
            <a:headEnd type="none" w="med" len="med"/>
            <a:tailEnd type="diamond" w="med" len="med"/>
          </a:ln>
        </p:spPr>
      </p:cxnSp>
      <p:cxnSp>
        <p:nvCxnSpPr>
          <p:cNvPr id="413" name="Google Shape;413;p36"/>
          <p:cNvCxnSpPr>
            <a:stCxn id="378" idx="3"/>
            <a:endCxn id="377" idx="1"/>
          </p:cNvCxnSpPr>
          <p:nvPr/>
        </p:nvCxnSpPr>
        <p:spPr>
          <a:xfrm>
            <a:off x="6233396" y="3546435"/>
            <a:ext cx="1107300" cy="0"/>
          </a:xfrm>
          <a:prstGeom prst="straightConnector1">
            <a:avLst/>
          </a:prstGeom>
          <a:noFill/>
          <a:ln w="9525" cap="flat" cmpd="sng">
            <a:solidFill>
              <a:schemeClr val="lt1"/>
            </a:solidFill>
            <a:prstDash val="solid"/>
            <a:round/>
            <a:headEnd type="none" w="med" len="med"/>
            <a:tailEnd type="diamond" w="med" len="med"/>
          </a:ln>
        </p:spPr>
      </p:cxnSp>
      <p:cxnSp>
        <p:nvCxnSpPr>
          <p:cNvPr id="414" name="Google Shape;414;p36"/>
          <p:cNvCxnSpPr/>
          <p:nvPr/>
        </p:nvCxnSpPr>
        <p:spPr>
          <a:xfrm>
            <a:off x="3441200" y="1252500"/>
            <a:ext cx="0" cy="3217500"/>
          </a:xfrm>
          <a:prstGeom prst="straightConnector1">
            <a:avLst/>
          </a:prstGeom>
          <a:noFill/>
          <a:ln w="9525" cap="flat" cmpd="sng">
            <a:solidFill>
              <a:schemeClr val="lt1"/>
            </a:solidFill>
            <a:prstDash val="solid"/>
            <a:round/>
            <a:headEnd type="none" w="med" len="med"/>
            <a:tailEnd type="none" w="med" len="med"/>
          </a:ln>
        </p:spPr>
      </p:cxnSp>
      <p:cxnSp>
        <p:nvCxnSpPr>
          <p:cNvPr id="415" name="Google Shape;415;p36"/>
          <p:cNvCxnSpPr/>
          <p:nvPr/>
        </p:nvCxnSpPr>
        <p:spPr>
          <a:xfrm rot="10800000">
            <a:off x="3442350" y="4012500"/>
            <a:ext cx="4819200" cy="0"/>
          </a:xfrm>
          <a:prstGeom prst="straightConnector1">
            <a:avLst/>
          </a:prstGeom>
          <a:noFill/>
          <a:ln w="9525" cap="flat" cmpd="sng">
            <a:solidFill>
              <a:schemeClr val="lt1"/>
            </a:solidFill>
            <a:prstDash val="solid"/>
            <a:round/>
            <a:headEnd type="none" w="med" len="med"/>
            <a:tailEnd type="none" w="med" len="med"/>
          </a:ln>
        </p:spPr>
      </p:cxnSp>
      <p:sp>
        <p:nvSpPr>
          <p:cNvPr id="416" name="Google Shape;416;p36"/>
          <p:cNvSpPr/>
          <p:nvPr/>
        </p:nvSpPr>
        <p:spPr>
          <a:xfrm>
            <a:off x="2691775" y="1325900"/>
            <a:ext cx="427071" cy="488100"/>
          </a:xfrm>
          <a:custGeom>
            <a:avLst/>
            <a:gdLst/>
            <a:ahLst/>
            <a:cxnLst/>
            <a:rect l="l" t="t" r="r" b="b"/>
            <a:pathLst>
              <a:path w="106" h="121" extrusionOk="0">
                <a:moveTo>
                  <a:pt x="3" y="121"/>
                </a:moveTo>
                <a:cubicBezTo>
                  <a:pt x="103" y="121"/>
                  <a:pt x="103" y="121"/>
                  <a:pt x="103" y="121"/>
                </a:cubicBezTo>
                <a:cubicBezTo>
                  <a:pt x="105" y="121"/>
                  <a:pt x="106" y="119"/>
                  <a:pt x="106" y="118"/>
                </a:cubicBezTo>
                <a:cubicBezTo>
                  <a:pt x="106" y="81"/>
                  <a:pt x="106" y="81"/>
                  <a:pt x="106" y="81"/>
                </a:cubicBezTo>
                <a:cubicBezTo>
                  <a:pt x="106" y="80"/>
                  <a:pt x="105" y="79"/>
                  <a:pt x="104" y="79"/>
                </a:cubicBezTo>
                <a:cubicBezTo>
                  <a:pt x="102" y="78"/>
                  <a:pt x="101" y="80"/>
                  <a:pt x="101" y="81"/>
                </a:cubicBezTo>
                <a:cubicBezTo>
                  <a:pt x="101" y="115"/>
                  <a:pt x="101" y="115"/>
                  <a:pt x="101" y="115"/>
                </a:cubicBezTo>
                <a:cubicBezTo>
                  <a:pt x="68" y="115"/>
                  <a:pt x="68" y="115"/>
                  <a:pt x="68" y="115"/>
                </a:cubicBezTo>
                <a:cubicBezTo>
                  <a:pt x="68" y="114"/>
                  <a:pt x="68" y="113"/>
                  <a:pt x="68" y="112"/>
                </a:cubicBezTo>
                <a:cubicBezTo>
                  <a:pt x="68" y="98"/>
                  <a:pt x="68" y="98"/>
                  <a:pt x="68" y="98"/>
                </a:cubicBezTo>
                <a:cubicBezTo>
                  <a:pt x="74" y="108"/>
                  <a:pt x="74" y="108"/>
                  <a:pt x="74" y="108"/>
                </a:cubicBezTo>
                <a:cubicBezTo>
                  <a:pt x="75" y="110"/>
                  <a:pt x="77" y="112"/>
                  <a:pt x="80" y="113"/>
                </a:cubicBezTo>
                <a:cubicBezTo>
                  <a:pt x="80" y="113"/>
                  <a:pt x="81" y="113"/>
                  <a:pt x="82" y="113"/>
                </a:cubicBezTo>
                <a:cubicBezTo>
                  <a:pt x="83" y="113"/>
                  <a:pt x="85" y="112"/>
                  <a:pt x="86" y="112"/>
                </a:cubicBezTo>
                <a:cubicBezTo>
                  <a:pt x="91" y="109"/>
                  <a:pt x="92" y="104"/>
                  <a:pt x="90" y="99"/>
                </a:cubicBezTo>
                <a:cubicBezTo>
                  <a:pt x="68" y="62"/>
                  <a:pt x="68" y="62"/>
                  <a:pt x="68" y="62"/>
                </a:cubicBezTo>
                <a:cubicBezTo>
                  <a:pt x="68" y="44"/>
                  <a:pt x="68" y="44"/>
                  <a:pt x="68" y="44"/>
                </a:cubicBezTo>
                <a:cubicBezTo>
                  <a:pt x="92" y="44"/>
                  <a:pt x="92" y="44"/>
                  <a:pt x="92" y="44"/>
                </a:cubicBezTo>
                <a:cubicBezTo>
                  <a:pt x="96" y="44"/>
                  <a:pt x="100" y="40"/>
                  <a:pt x="100" y="36"/>
                </a:cubicBezTo>
                <a:cubicBezTo>
                  <a:pt x="101" y="31"/>
                  <a:pt x="97" y="27"/>
                  <a:pt x="92" y="27"/>
                </a:cubicBezTo>
                <a:cubicBezTo>
                  <a:pt x="86" y="27"/>
                  <a:pt x="86" y="27"/>
                  <a:pt x="86" y="27"/>
                </a:cubicBezTo>
                <a:cubicBezTo>
                  <a:pt x="93" y="23"/>
                  <a:pt x="93" y="23"/>
                  <a:pt x="93" y="23"/>
                </a:cubicBezTo>
                <a:cubicBezTo>
                  <a:pt x="97" y="20"/>
                  <a:pt x="99" y="15"/>
                  <a:pt x="96" y="11"/>
                </a:cubicBezTo>
                <a:cubicBezTo>
                  <a:pt x="95" y="9"/>
                  <a:pt x="93" y="8"/>
                  <a:pt x="91" y="7"/>
                </a:cubicBezTo>
                <a:cubicBezTo>
                  <a:pt x="89" y="7"/>
                  <a:pt x="87" y="7"/>
                  <a:pt x="85" y="8"/>
                </a:cubicBezTo>
                <a:cubicBezTo>
                  <a:pt x="65" y="20"/>
                  <a:pt x="65" y="20"/>
                  <a:pt x="65" y="20"/>
                </a:cubicBezTo>
                <a:cubicBezTo>
                  <a:pt x="65" y="18"/>
                  <a:pt x="65" y="18"/>
                  <a:pt x="65" y="18"/>
                </a:cubicBezTo>
                <a:cubicBezTo>
                  <a:pt x="65" y="12"/>
                  <a:pt x="60" y="7"/>
                  <a:pt x="53" y="7"/>
                </a:cubicBezTo>
                <a:cubicBezTo>
                  <a:pt x="47" y="7"/>
                  <a:pt x="42" y="12"/>
                  <a:pt x="42" y="18"/>
                </a:cubicBezTo>
                <a:cubicBezTo>
                  <a:pt x="42" y="20"/>
                  <a:pt x="42" y="20"/>
                  <a:pt x="42" y="20"/>
                </a:cubicBezTo>
                <a:cubicBezTo>
                  <a:pt x="22" y="8"/>
                  <a:pt x="22" y="8"/>
                  <a:pt x="22" y="8"/>
                </a:cubicBezTo>
                <a:cubicBezTo>
                  <a:pt x="20" y="7"/>
                  <a:pt x="17" y="7"/>
                  <a:pt x="15" y="7"/>
                </a:cubicBezTo>
                <a:cubicBezTo>
                  <a:pt x="13" y="8"/>
                  <a:pt x="11" y="9"/>
                  <a:pt x="10" y="11"/>
                </a:cubicBezTo>
                <a:cubicBezTo>
                  <a:pt x="8" y="15"/>
                  <a:pt x="9" y="20"/>
                  <a:pt x="13" y="23"/>
                </a:cubicBezTo>
                <a:cubicBezTo>
                  <a:pt x="20" y="27"/>
                  <a:pt x="20" y="27"/>
                  <a:pt x="20" y="27"/>
                </a:cubicBezTo>
                <a:cubicBezTo>
                  <a:pt x="14" y="27"/>
                  <a:pt x="14" y="27"/>
                  <a:pt x="14" y="27"/>
                </a:cubicBezTo>
                <a:cubicBezTo>
                  <a:pt x="14" y="27"/>
                  <a:pt x="6" y="31"/>
                  <a:pt x="6" y="35"/>
                </a:cubicBezTo>
                <a:cubicBezTo>
                  <a:pt x="6" y="40"/>
                  <a:pt x="10" y="44"/>
                  <a:pt x="14" y="44"/>
                </a:cubicBezTo>
                <a:cubicBezTo>
                  <a:pt x="38" y="44"/>
                  <a:pt x="38" y="44"/>
                  <a:pt x="38" y="44"/>
                </a:cubicBezTo>
                <a:cubicBezTo>
                  <a:pt x="38" y="62"/>
                  <a:pt x="38" y="62"/>
                  <a:pt x="38" y="62"/>
                </a:cubicBezTo>
                <a:cubicBezTo>
                  <a:pt x="17" y="99"/>
                  <a:pt x="17" y="99"/>
                  <a:pt x="17" y="99"/>
                </a:cubicBezTo>
                <a:cubicBezTo>
                  <a:pt x="14" y="104"/>
                  <a:pt x="16" y="109"/>
                  <a:pt x="20" y="112"/>
                </a:cubicBezTo>
                <a:cubicBezTo>
                  <a:pt x="21" y="113"/>
                  <a:pt x="23" y="113"/>
                  <a:pt x="25" y="113"/>
                </a:cubicBezTo>
                <a:cubicBezTo>
                  <a:pt x="25" y="113"/>
                  <a:pt x="26" y="113"/>
                  <a:pt x="27" y="113"/>
                </a:cubicBezTo>
                <a:cubicBezTo>
                  <a:pt x="29" y="112"/>
                  <a:pt x="31" y="111"/>
                  <a:pt x="32" y="108"/>
                </a:cubicBezTo>
                <a:cubicBezTo>
                  <a:pt x="38" y="98"/>
                  <a:pt x="38" y="98"/>
                  <a:pt x="38" y="98"/>
                </a:cubicBezTo>
                <a:cubicBezTo>
                  <a:pt x="38" y="112"/>
                  <a:pt x="38" y="112"/>
                  <a:pt x="38" y="112"/>
                </a:cubicBezTo>
                <a:cubicBezTo>
                  <a:pt x="38" y="113"/>
                  <a:pt x="39" y="114"/>
                  <a:pt x="39" y="115"/>
                </a:cubicBezTo>
                <a:cubicBezTo>
                  <a:pt x="6" y="115"/>
                  <a:pt x="6" y="115"/>
                  <a:pt x="6" y="115"/>
                </a:cubicBezTo>
                <a:cubicBezTo>
                  <a:pt x="6" y="5"/>
                  <a:pt x="6" y="5"/>
                  <a:pt x="6" y="5"/>
                </a:cubicBezTo>
                <a:cubicBezTo>
                  <a:pt x="101" y="5"/>
                  <a:pt x="101" y="5"/>
                  <a:pt x="101" y="5"/>
                </a:cubicBezTo>
                <a:cubicBezTo>
                  <a:pt x="101" y="59"/>
                  <a:pt x="101" y="59"/>
                  <a:pt x="101" y="59"/>
                </a:cubicBezTo>
                <a:cubicBezTo>
                  <a:pt x="101" y="60"/>
                  <a:pt x="102" y="61"/>
                  <a:pt x="103" y="61"/>
                </a:cubicBezTo>
                <a:cubicBezTo>
                  <a:pt x="105" y="62"/>
                  <a:pt x="106" y="60"/>
                  <a:pt x="106" y="59"/>
                </a:cubicBezTo>
                <a:cubicBezTo>
                  <a:pt x="106" y="2"/>
                  <a:pt x="106" y="2"/>
                  <a:pt x="106" y="2"/>
                </a:cubicBezTo>
                <a:cubicBezTo>
                  <a:pt x="106" y="1"/>
                  <a:pt x="105" y="0"/>
                  <a:pt x="103" y="0"/>
                </a:cubicBezTo>
                <a:cubicBezTo>
                  <a:pt x="3" y="0"/>
                  <a:pt x="3" y="0"/>
                  <a:pt x="3" y="0"/>
                </a:cubicBezTo>
                <a:cubicBezTo>
                  <a:pt x="2" y="0"/>
                  <a:pt x="0" y="1"/>
                  <a:pt x="0" y="2"/>
                </a:cubicBezTo>
                <a:cubicBezTo>
                  <a:pt x="0" y="118"/>
                  <a:pt x="0" y="118"/>
                  <a:pt x="0" y="118"/>
                </a:cubicBezTo>
                <a:cubicBezTo>
                  <a:pt x="0" y="119"/>
                  <a:pt x="2" y="121"/>
                  <a:pt x="3" y="121"/>
                </a:cubicBezTo>
                <a:close/>
                <a:moveTo>
                  <a:pt x="85" y="102"/>
                </a:moveTo>
                <a:cubicBezTo>
                  <a:pt x="86" y="104"/>
                  <a:pt x="85" y="106"/>
                  <a:pt x="84" y="107"/>
                </a:cubicBezTo>
                <a:cubicBezTo>
                  <a:pt x="82" y="108"/>
                  <a:pt x="80" y="107"/>
                  <a:pt x="79" y="106"/>
                </a:cubicBezTo>
                <a:cubicBezTo>
                  <a:pt x="68" y="87"/>
                  <a:pt x="68" y="87"/>
                  <a:pt x="68" y="87"/>
                </a:cubicBezTo>
                <a:cubicBezTo>
                  <a:pt x="68" y="74"/>
                  <a:pt x="68" y="74"/>
                  <a:pt x="68" y="74"/>
                </a:cubicBezTo>
                <a:lnTo>
                  <a:pt x="85" y="102"/>
                </a:lnTo>
                <a:close/>
                <a:moveTo>
                  <a:pt x="88" y="13"/>
                </a:moveTo>
                <a:cubicBezTo>
                  <a:pt x="88" y="13"/>
                  <a:pt x="89" y="12"/>
                  <a:pt x="90" y="13"/>
                </a:cubicBezTo>
                <a:cubicBezTo>
                  <a:pt x="90" y="13"/>
                  <a:pt x="91" y="13"/>
                  <a:pt x="91" y="14"/>
                </a:cubicBezTo>
                <a:cubicBezTo>
                  <a:pt x="92" y="15"/>
                  <a:pt x="92" y="17"/>
                  <a:pt x="90" y="18"/>
                </a:cubicBezTo>
                <a:cubicBezTo>
                  <a:pt x="75" y="27"/>
                  <a:pt x="75" y="27"/>
                  <a:pt x="75" y="27"/>
                </a:cubicBezTo>
                <a:cubicBezTo>
                  <a:pt x="75" y="27"/>
                  <a:pt x="75" y="27"/>
                  <a:pt x="75" y="27"/>
                </a:cubicBezTo>
                <a:cubicBezTo>
                  <a:pt x="64" y="27"/>
                  <a:pt x="64" y="27"/>
                  <a:pt x="64" y="27"/>
                </a:cubicBezTo>
                <a:lnTo>
                  <a:pt x="88" y="13"/>
                </a:lnTo>
                <a:close/>
                <a:moveTo>
                  <a:pt x="47" y="18"/>
                </a:moveTo>
                <a:cubicBezTo>
                  <a:pt x="47" y="15"/>
                  <a:pt x="50" y="12"/>
                  <a:pt x="54" y="12"/>
                </a:cubicBezTo>
                <a:cubicBezTo>
                  <a:pt x="57" y="12"/>
                  <a:pt x="59" y="15"/>
                  <a:pt x="59" y="18"/>
                </a:cubicBezTo>
                <a:cubicBezTo>
                  <a:pt x="59" y="21"/>
                  <a:pt x="59" y="21"/>
                  <a:pt x="59" y="21"/>
                </a:cubicBezTo>
                <a:cubicBezTo>
                  <a:pt x="59" y="24"/>
                  <a:pt x="57" y="26"/>
                  <a:pt x="54" y="27"/>
                </a:cubicBezTo>
                <a:cubicBezTo>
                  <a:pt x="50" y="27"/>
                  <a:pt x="47" y="24"/>
                  <a:pt x="47" y="21"/>
                </a:cubicBezTo>
                <a:lnTo>
                  <a:pt x="47" y="18"/>
                </a:lnTo>
                <a:close/>
                <a:moveTo>
                  <a:pt x="31" y="27"/>
                </a:moveTo>
                <a:cubicBezTo>
                  <a:pt x="16" y="18"/>
                  <a:pt x="16" y="18"/>
                  <a:pt x="16" y="18"/>
                </a:cubicBezTo>
                <a:cubicBezTo>
                  <a:pt x="15" y="17"/>
                  <a:pt x="14" y="15"/>
                  <a:pt x="15" y="14"/>
                </a:cubicBezTo>
                <a:cubicBezTo>
                  <a:pt x="15" y="13"/>
                  <a:pt x="16" y="13"/>
                  <a:pt x="17" y="13"/>
                </a:cubicBezTo>
                <a:cubicBezTo>
                  <a:pt x="17" y="12"/>
                  <a:pt x="18" y="13"/>
                  <a:pt x="19" y="13"/>
                </a:cubicBezTo>
                <a:cubicBezTo>
                  <a:pt x="43" y="27"/>
                  <a:pt x="43" y="27"/>
                  <a:pt x="43" y="27"/>
                </a:cubicBezTo>
                <a:cubicBezTo>
                  <a:pt x="31" y="27"/>
                  <a:pt x="31" y="27"/>
                  <a:pt x="31" y="27"/>
                </a:cubicBezTo>
                <a:cubicBezTo>
                  <a:pt x="31" y="27"/>
                  <a:pt x="31" y="27"/>
                  <a:pt x="31" y="27"/>
                </a:cubicBezTo>
                <a:close/>
                <a:moveTo>
                  <a:pt x="27" y="106"/>
                </a:moveTo>
                <a:cubicBezTo>
                  <a:pt x="27" y="107"/>
                  <a:pt x="24" y="108"/>
                  <a:pt x="23" y="107"/>
                </a:cubicBezTo>
                <a:cubicBezTo>
                  <a:pt x="21" y="106"/>
                  <a:pt x="21" y="104"/>
                  <a:pt x="22" y="102"/>
                </a:cubicBezTo>
                <a:cubicBezTo>
                  <a:pt x="38" y="74"/>
                  <a:pt x="38" y="74"/>
                  <a:pt x="38" y="74"/>
                </a:cubicBezTo>
                <a:cubicBezTo>
                  <a:pt x="38" y="87"/>
                  <a:pt x="38" y="87"/>
                  <a:pt x="38" y="87"/>
                </a:cubicBezTo>
                <a:lnTo>
                  <a:pt x="27" y="106"/>
                </a:lnTo>
                <a:close/>
                <a:moveTo>
                  <a:pt x="44" y="112"/>
                </a:moveTo>
                <a:cubicBezTo>
                  <a:pt x="44" y="39"/>
                  <a:pt x="44" y="39"/>
                  <a:pt x="44" y="39"/>
                </a:cubicBezTo>
                <a:cubicBezTo>
                  <a:pt x="44" y="37"/>
                  <a:pt x="43" y="36"/>
                  <a:pt x="41" y="36"/>
                </a:cubicBezTo>
                <a:cubicBezTo>
                  <a:pt x="40" y="36"/>
                  <a:pt x="39" y="37"/>
                  <a:pt x="38" y="38"/>
                </a:cubicBezTo>
                <a:cubicBezTo>
                  <a:pt x="14" y="38"/>
                  <a:pt x="14" y="38"/>
                  <a:pt x="14" y="38"/>
                </a:cubicBezTo>
                <a:cubicBezTo>
                  <a:pt x="13" y="38"/>
                  <a:pt x="13" y="37"/>
                  <a:pt x="12" y="37"/>
                </a:cubicBezTo>
                <a:cubicBezTo>
                  <a:pt x="11" y="35"/>
                  <a:pt x="12" y="32"/>
                  <a:pt x="14" y="32"/>
                </a:cubicBezTo>
                <a:cubicBezTo>
                  <a:pt x="92" y="32"/>
                  <a:pt x="92" y="32"/>
                  <a:pt x="92" y="32"/>
                </a:cubicBezTo>
                <a:cubicBezTo>
                  <a:pt x="93" y="32"/>
                  <a:pt x="94" y="33"/>
                  <a:pt x="94" y="33"/>
                </a:cubicBezTo>
                <a:cubicBezTo>
                  <a:pt x="96" y="36"/>
                  <a:pt x="94" y="38"/>
                  <a:pt x="92" y="38"/>
                </a:cubicBezTo>
                <a:cubicBezTo>
                  <a:pt x="68" y="38"/>
                  <a:pt x="68" y="38"/>
                  <a:pt x="68" y="38"/>
                </a:cubicBezTo>
                <a:cubicBezTo>
                  <a:pt x="68" y="36"/>
                  <a:pt x="66" y="35"/>
                  <a:pt x="64" y="36"/>
                </a:cubicBezTo>
                <a:cubicBezTo>
                  <a:pt x="63" y="37"/>
                  <a:pt x="63" y="38"/>
                  <a:pt x="63" y="38"/>
                </a:cubicBezTo>
                <a:cubicBezTo>
                  <a:pt x="63" y="112"/>
                  <a:pt x="63" y="112"/>
                  <a:pt x="63" y="112"/>
                </a:cubicBezTo>
                <a:cubicBezTo>
                  <a:pt x="63" y="113"/>
                  <a:pt x="62" y="114"/>
                  <a:pt x="61" y="114"/>
                </a:cubicBezTo>
                <a:cubicBezTo>
                  <a:pt x="59" y="116"/>
                  <a:pt x="56" y="114"/>
                  <a:pt x="56" y="112"/>
                </a:cubicBezTo>
                <a:cubicBezTo>
                  <a:pt x="56" y="69"/>
                  <a:pt x="56" y="69"/>
                  <a:pt x="56" y="69"/>
                </a:cubicBezTo>
                <a:cubicBezTo>
                  <a:pt x="56" y="67"/>
                  <a:pt x="55" y="66"/>
                  <a:pt x="54" y="66"/>
                </a:cubicBezTo>
                <a:cubicBezTo>
                  <a:pt x="52" y="66"/>
                  <a:pt x="50" y="67"/>
                  <a:pt x="50" y="69"/>
                </a:cubicBezTo>
                <a:cubicBezTo>
                  <a:pt x="50" y="111"/>
                  <a:pt x="50" y="111"/>
                  <a:pt x="50" y="111"/>
                </a:cubicBezTo>
                <a:cubicBezTo>
                  <a:pt x="50" y="113"/>
                  <a:pt x="49" y="115"/>
                  <a:pt x="48" y="115"/>
                </a:cubicBezTo>
                <a:cubicBezTo>
                  <a:pt x="46" y="115"/>
                  <a:pt x="44" y="114"/>
                  <a:pt x="44" y="1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7" name="Google Shape;417;p36"/>
          <p:cNvSpPr txBox="1"/>
          <p:nvPr/>
        </p:nvSpPr>
        <p:spPr>
          <a:xfrm>
            <a:off x="3676827" y="1516375"/>
            <a:ext cx="1252200" cy="409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lt1"/>
                </a:solidFill>
                <a:latin typeface="DM Sans ExtraBold"/>
                <a:ea typeface="DM Sans ExtraBold"/>
                <a:cs typeface="DM Sans ExtraBold"/>
                <a:sym typeface="DM Sans ExtraBold"/>
              </a:rPr>
              <a:t>1</a:t>
            </a:r>
            <a:endParaRPr sz="2000">
              <a:solidFill>
                <a:schemeClr val="lt1"/>
              </a:solidFill>
              <a:latin typeface="DM Sans ExtraBold"/>
              <a:ea typeface="DM Sans ExtraBold"/>
              <a:cs typeface="DM Sans ExtraBold"/>
              <a:sym typeface="DM Sans ExtraBold"/>
            </a:endParaRPr>
          </a:p>
        </p:txBody>
      </p:sp>
      <p:sp>
        <p:nvSpPr>
          <p:cNvPr id="418" name="Google Shape;418;p36"/>
          <p:cNvSpPr txBox="1"/>
          <p:nvPr/>
        </p:nvSpPr>
        <p:spPr>
          <a:xfrm>
            <a:off x="5332934" y="1516375"/>
            <a:ext cx="1252200" cy="409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lt1"/>
                </a:solidFill>
                <a:latin typeface="DM Sans ExtraBold"/>
                <a:ea typeface="DM Sans ExtraBold"/>
                <a:cs typeface="DM Sans ExtraBold"/>
                <a:sym typeface="DM Sans ExtraBold"/>
              </a:rPr>
              <a:t>2</a:t>
            </a:r>
            <a:endParaRPr sz="2000">
              <a:solidFill>
                <a:schemeClr val="lt1"/>
              </a:solidFill>
              <a:latin typeface="DM Sans ExtraBold"/>
              <a:ea typeface="DM Sans ExtraBold"/>
              <a:cs typeface="DM Sans ExtraBold"/>
              <a:sym typeface="DM Sans ExtraBold"/>
            </a:endParaRPr>
          </a:p>
        </p:txBody>
      </p:sp>
      <p:sp>
        <p:nvSpPr>
          <p:cNvPr id="419" name="Google Shape;419;p36"/>
          <p:cNvSpPr txBox="1"/>
          <p:nvPr/>
        </p:nvSpPr>
        <p:spPr>
          <a:xfrm>
            <a:off x="6989068" y="1516375"/>
            <a:ext cx="1252200" cy="409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lt1"/>
                </a:solidFill>
                <a:latin typeface="DM Sans ExtraBold"/>
                <a:ea typeface="DM Sans ExtraBold"/>
                <a:cs typeface="DM Sans ExtraBold"/>
                <a:sym typeface="DM Sans ExtraBold"/>
              </a:rPr>
              <a:t>3</a:t>
            </a:r>
            <a:endParaRPr sz="2000">
              <a:solidFill>
                <a:schemeClr val="lt1"/>
              </a:solidFill>
              <a:latin typeface="DM Sans ExtraBold"/>
              <a:ea typeface="DM Sans ExtraBold"/>
              <a:cs typeface="DM Sans ExtraBold"/>
              <a:sym typeface="DM Sans ExtraBold"/>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23"/>
        <p:cNvGrpSpPr/>
        <p:nvPr/>
      </p:nvGrpSpPr>
      <p:grpSpPr>
        <a:xfrm>
          <a:off x="0" y="0"/>
          <a:ext cx="0" cy="0"/>
          <a:chOff x="0" y="0"/>
          <a:chExt cx="0" cy="0"/>
        </a:xfrm>
      </p:grpSpPr>
      <p:sp>
        <p:nvSpPr>
          <p:cNvPr id="424" name="Google Shape;424;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Hypotheses</a:t>
            </a:r>
            <a:endParaRPr/>
          </a:p>
        </p:txBody>
      </p:sp>
      <p:sp>
        <p:nvSpPr>
          <p:cNvPr id="425" name="Google Shape;425;p37"/>
          <p:cNvSpPr txBox="1">
            <a:spLocks noGrp="1"/>
          </p:cNvSpPr>
          <p:nvPr>
            <p:ph type="subTitle" idx="1"/>
          </p:nvPr>
        </p:nvSpPr>
        <p:spPr>
          <a:xfrm>
            <a:off x="1294375" y="1633950"/>
            <a:ext cx="71298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426" name="Google Shape;426;p37"/>
          <p:cNvSpPr txBox="1">
            <a:spLocks noGrp="1"/>
          </p:cNvSpPr>
          <p:nvPr>
            <p:ph type="subTitle" idx="2"/>
          </p:nvPr>
        </p:nvSpPr>
        <p:spPr>
          <a:xfrm>
            <a:off x="1294385" y="2753474"/>
            <a:ext cx="71298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427" name="Google Shape;427;p37"/>
          <p:cNvSpPr txBox="1">
            <a:spLocks noGrp="1"/>
          </p:cNvSpPr>
          <p:nvPr>
            <p:ph type="subTitle" idx="3"/>
          </p:nvPr>
        </p:nvSpPr>
        <p:spPr>
          <a:xfrm>
            <a:off x="1294385" y="3872998"/>
            <a:ext cx="71298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428" name="Google Shape;428;p37"/>
          <p:cNvSpPr txBox="1">
            <a:spLocks noGrp="1"/>
          </p:cNvSpPr>
          <p:nvPr>
            <p:ph type="subTitle" idx="4"/>
          </p:nvPr>
        </p:nvSpPr>
        <p:spPr>
          <a:xfrm>
            <a:off x="1294375" y="1329825"/>
            <a:ext cx="7129800" cy="42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Hypothesis 1</a:t>
            </a:r>
            <a:endParaRPr/>
          </a:p>
        </p:txBody>
      </p:sp>
      <p:sp>
        <p:nvSpPr>
          <p:cNvPr id="429" name="Google Shape;429;p37"/>
          <p:cNvSpPr txBox="1">
            <a:spLocks noGrp="1"/>
          </p:cNvSpPr>
          <p:nvPr>
            <p:ph type="subTitle" idx="5"/>
          </p:nvPr>
        </p:nvSpPr>
        <p:spPr>
          <a:xfrm>
            <a:off x="1294375" y="2450375"/>
            <a:ext cx="7129800" cy="42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Hypothesis 2</a:t>
            </a:r>
            <a:endParaRPr/>
          </a:p>
        </p:txBody>
      </p:sp>
      <p:sp>
        <p:nvSpPr>
          <p:cNvPr id="430" name="Google Shape;430;p37"/>
          <p:cNvSpPr txBox="1">
            <a:spLocks noGrp="1"/>
          </p:cNvSpPr>
          <p:nvPr>
            <p:ph type="subTitle" idx="6"/>
          </p:nvPr>
        </p:nvSpPr>
        <p:spPr>
          <a:xfrm>
            <a:off x="1294375" y="3570925"/>
            <a:ext cx="7129800" cy="42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Hypothesis 3</a:t>
            </a:r>
            <a:endParaRPr/>
          </a:p>
        </p:txBody>
      </p:sp>
      <p:sp>
        <p:nvSpPr>
          <p:cNvPr id="431" name="Google Shape;431;p37"/>
          <p:cNvSpPr txBox="1"/>
          <p:nvPr/>
        </p:nvSpPr>
        <p:spPr>
          <a:xfrm>
            <a:off x="693051" y="1329825"/>
            <a:ext cx="576900" cy="429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lt1"/>
                </a:solidFill>
                <a:latin typeface="DM Sans ExtraBold"/>
                <a:ea typeface="DM Sans ExtraBold"/>
                <a:cs typeface="DM Sans ExtraBold"/>
                <a:sym typeface="DM Sans ExtraBold"/>
              </a:rPr>
              <a:t>1</a:t>
            </a:r>
            <a:endParaRPr sz="2000">
              <a:solidFill>
                <a:schemeClr val="lt1"/>
              </a:solidFill>
              <a:latin typeface="DM Sans ExtraBold"/>
              <a:ea typeface="DM Sans ExtraBold"/>
              <a:cs typeface="DM Sans ExtraBold"/>
              <a:sym typeface="DM Sans ExtraBold"/>
            </a:endParaRPr>
          </a:p>
        </p:txBody>
      </p:sp>
      <p:sp>
        <p:nvSpPr>
          <p:cNvPr id="432" name="Google Shape;432;p37"/>
          <p:cNvSpPr txBox="1"/>
          <p:nvPr/>
        </p:nvSpPr>
        <p:spPr>
          <a:xfrm>
            <a:off x="693051" y="2445600"/>
            <a:ext cx="576900" cy="429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lt1"/>
                </a:solidFill>
                <a:latin typeface="DM Sans ExtraBold"/>
                <a:ea typeface="DM Sans ExtraBold"/>
                <a:cs typeface="DM Sans ExtraBold"/>
                <a:sym typeface="DM Sans ExtraBold"/>
              </a:rPr>
              <a:t>2</a:t>
            </a:r>
            <a:endParaRPr sz="2000">
              <a:solidFill>
                <a:schemeClr val="lt1"/>
              </a:solidFill>
              <a:latin typeface="DM Sans ExtraBold"/>
              <a:ea typeface="DM Sans ExtraBold"/>
              <a:cs typeface="DM Sans ExtraBold"/>
              <a:sym typeface="DM Sans ExtraBold"/>
            </a:endParaRPr>
          </a:p>
        </p:txBody>
      </p:sp>
      <p:sp>
        <p:nvSpPr>
          <p:cNvPr id="433" name="Google Shape;433;p37"/>
          <p:cNvSpPr txBox="1"/>
          <p:nvPr/>
        </p:nvSpPr>
        <p:spPr>
          <a:xfrm>
            <a:off x="693051" y="3561375"/>
            <a:ext cx="576900" cy="4299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a:solidFill>
                  <a:schemeClr val="lt1"/>
                </a:solidFill>
                <a:latin typeface="DM Sans ExtraBold"/>
                <a:ea typeface="DM Sans ExtraBold"/>
                <a:cs typeface="DM Sans ExtraBold"/>
                <a:sym typeface="DM Sans ExtraBold"/>
              </a:rPr>
              <a:t>3</a:t>
            </a:r>
            <a:endParaRPr sz="2000">
              <a:solidFill>
                <a:schemeClr val="lt1"/>
              </a:solidFill>
              <a:latin typeface="DM Sans ExtraBold"/>
              <a:ea typeface="DM Sans ExtraBold"/>
              <a:cs typeface="DM Sans ExtraBold"/>
              <a:sym typeface="DM Sans ExtraBold"/>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37"/>
        <p:cNvGrpSpPr/>
        <p:nvPr/>
      </p:nvGrpSpPr>
      <p:grpSpPr>
        <a:xfrm>
          <a:off x="0" y="0"/>
          <a:ext cx="0" cy="0"/>
          <a:chOff x="0" y="0"/>
          <a:chExt cx="0" cy="0"/>
        </a:xfrm>
      </p:grpSpPr>
      <p:sp>
        <p:nvSpPr>
          <p:cNvPr id="438" name="Google Shape;438;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Literature review</a:t>
            </a:r>
            <a:endParaRPr/>
          </a:p>
        </p:txBody>
      </p:sp>
      <p:sp>
        <p:nvSpPr>
          <p:cNvPr id="439" name="Google Shape;439;p38"/>
          <p:cNvSpPr txBox="1">
            <a:spLocks noGrp="1"/>
          </p:cNvSpPr>
          <p:nvPr>
            <p:ph type="body" idx="1"/>
          </p:nvPr>
        </p:nvSpPr>
        <p:spPr>
          <a:xfrm>
            <a:off x="720000" y="1215750"/>
            <a:ext cx="7704000" cy="32331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Clr>
                <a:schemeClr val="accent1"/>
              </a:buClr>
              <a:buSzPts val="14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Mercury is the closest planet to the Sun and the smallest one in the Solar System</a:t>
            </a:r>
            <a:endParaRPr/>
          </a:p>
          <a:p>
            <a:pPr marL="457200" lvl="0" indent="-317500" algn="l" rtl="0">
              <a:spcBef>
                <a:spcPts val="1000"/>
              </a:spcBef>
              <a:spcAft>
                <a:spcPts val="0"/>
              </a:spcAft>
              <a:buClr>
                <a:schemeClr val="accent1"/>
              </a:buClr>
              <a:buSzPts val="14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Mars is full of iron oxide dust, which gives the planet its reddish cast</a:t>
            </a:r>
            <a:endParaRPr/>
          </a:p>
          <a:p>
            <a:pPr marL="457200" lvl="0" indent="-317500" algn="l" rtl="0">
              <a:spcBef>
                <a:spcPts val="1000"/>
              </a:spcBef>
              <a:spcAft>
                <a:spcPts val="0"/>
              </a:spcAft>
              <a:buClr>
                <a:schemeClr val="accent1"/>
              </a:buClr>
              <a:buSzPts val="14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Jupiter is a gas giant and the biggest planet in the Solar System</a:t>
            </a:r>
            <a:endParaRPr/>
          </a:p>
          <a:p>
            <a:pPr marL="457200" lvl="0" indent="-317500" algn="l" rtl="0">
              <a:spcBef>
                <a:spcPts val="1000"/>
              </a:spcBef>
              <a:spcAft>
                <a:spcPts val="0"/>
              </a:spcAft>
              <a:buClr>
                <a:schemeClr val="accent1"/>
              </a:buClr>
              <a:buSzPts val="14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Venus has a beautiful name and is the second planet from the Sun</a:t>
            </a:r>
            <a:endParaRPr/>
          </a:p>
          <a:p>
            <a:pPr marL="457200" lvl="0" indent="-317500" algn="l" rtl="0">
              <a:spcBef>
                <a:spcPts val="1000"/>
              </a:spcBef>
              <a:spcAft>
                <a:spcPts val="0"/>
              </a:spcAft>
              <a:buClr>
                <a:schemeClr val="accent1"/>
              </a:buClr>
              <a:buSzPts val="14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Earth is the third planet from the Sun and harbors life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43"/>
        <p:cNvGrpSpPr/>
        <p:nvPr/>
      </p:nvGrpSpPr>
      <p:grpSpPr>
        <a:xfrm>
          <a:off x="0" y="0"/>
          <a:ext cx="0" cy="0"/>
          <a:chOff x="0" y="0"/>
          <a:chExt cx="0" cy="0"/>
        </a:xfrm>
      </p:grpSpPr>
      <p:sp>
        <p:nvSpPr>
          <p:cNvPr id="444" name="Google Shape;444;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Theoretical framework</a:t>
            </a:r>
            <a:endParaRPr/>
          </a:p>
        </p:txBody>
      </p:sp>
      <p:sp>
        <p:nvSpPr>
          <p:cNvPr id="445" name="Google Shape;445;p39"/>
          <p:cNvSpPr txBox="1"/>
          <p:nvPr/>
        </p:nvSpPr>
        <p:spPr>
          <a:xfrm>
            <a:off x="1336925" y="1229625"/>
            <a:ext cx="3487200" cy="3393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DM Sans"/>
                <a:ea typeface="DM Sans"/>
                <a:cs typeface="DM Sans"/>
                <a:sym typeface="DM Sans"/>
              </a:rPr>
              <a:t>Theoretical framework</a:t>
            </a:r>
            <a:endParaRPr sz="2000" b="1">
              <a:solidFill>
                <a:schemeClr val="dk1"/>
              </a:solidFill>
              <a:latin typeface="DM Sans"/>
              <a:ea typeface="DM Sans"/>
              <a:cs typeface="DM Sans"/>
              <a:sym typeface="DM Sans"/>
            </a:endParaRPr>
          </a:p>
        </p:txBody>
      </p:sp>
      <p:sp>
        <p:nvSpPr>
          <p:cNvPr id="446" name="Google Shape;446;p39"/>
          <p:cNvSpPr txBox="1"/>
          <p:nvPr/>
        </p:nvSpPr>
        <p:spPr>
          <a:xfrm>
            <a:off x="604348" y="1929225"/>
            <a:ext cx="2143200" cy="4227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DM Sans"/>
                <a:ea typeface="DM Sans"/>
                <a:cs typeface="DM Sans"/>
                <a:sym typeface="DM Sans"/>
              </a:rPr>
              <a:t>Key terms</a:t>
            </a:r>
            <a:endParaRPr sz="2000" b="1">
              <a:solidFill>
                <a:schemeClr val="dk1"/>
              </a:solidFill>
              <a:latin typeface="DM Sans"/>
              <a:ea typeface="DM Sans"/>
              <a:cs typeface="DM Sans"/>
              <a:sym typeface="DM Sans"/>
            </a:endParaRPr>
          </a:p>
        </p:txBody>
      </p:sp>
      <p:sp>
        <p:nvSpPr>
          <p:cNvPr id="447" name="Google Shape;447;p39"/>
          <p:cNvSpPr txBox="1"/>
          <p:nvPr/>
        </p:nvSpPr>
        <p:spPr>
          <a:xfrm>
            <a:off x="3101846" y="1929225"/>
            <a:ext cx="2775300" cy="4227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DM Sans"/>
                <a:ea typeface="DM Sans"/>
                <a:cs typeface="DM Sans"/>
                <a:sym typeface="DM Sans"/>
              </a:rPr>
              <a:t>Relevant theories</a:t>
            </a:r>
            <a:endParaRPr sz="2000" b="1">
              <a:solidFill>
                <a:schemeClr val="dk1"/>
              </a:solidFill>
              <a:latin typeface="DM Sans"/>
              <a:ea typeface="DM Sans"/>
              <a:cs typeface="DM Sans"/>
              <a:sym typeface="DM Sans"/>
            </a:endParaRPr>
          </a:p>
        </p:txBody>
      </p:sp>
      <p:sp>
        <p:nvSpPr>
          <p:cNvPr id="448" name="Google Shape;448;p39"/>
          <p:cNvSpPr txBox="1"/>
          <p:nvPr/>
        </p:nvSpPr>
        <p:spPr>
          <a:xfrm>
            <a:off x="604350" y="2351775"/>
            <a:ext cx="2143200" cy="984300"/>
          </a:xfrm>
          <a:prstGeom prst="rect">
            <a:avLst/>
          </a:prstGeom>
          <a:noFill/>
          <a:ln>
            <a:noFill/>
          </a:ln>
        </p:spPr>
        <p:txBody>
          <a:bodyPr spcFirstLastPara="1" wrap="square" lIns="91425" tIns="91425" rIns="91425" bIns="91425" anchor="t" anchorCtr="0">
            <a:noAutofit/>
          </a:bodyPr>
          <a:lstStyle/>
          <a:p>
            <a:pPr marL="285750" lvl="0" indent="-317500" algn="l" rtl="0">
              <a:lnSpc>
                <a:spcPct val="115000"/>
              </a:lnSpc>
              <a:spcBef>
                <a:spcPts val="0"/>
              </a:spcBef>
              <a:spcAft>
                <a:spcPts val="0"/>
              </a:spcAft>
              <a:buClr>
                <a:schemeClr val="accent1"/>
              </a:buClr>
              <a:buSzPts val="1400"/>
              <a:buFont typeface="Lato"/>
              <a:buChar char="●"/>
            </a:pPr>
            <a:r>
              <a:rPr lang="en">
                <a:solidFill>
                  <a:schemeClr val="dk1"/>
                </a:solidFill>
                <a:latin typeface="Lato"/>
                <a:ea typeface="Lato"/>
                <a:cs typeface="Lato"/>
                <a:sym typeface="Lato"/>
              </a:rPr>
              <a:t>Mercury is small</a:t>
            </a:r>
            <a:endParaRPr>
              <a:solidFill>
                <a:schemeClr val="dk1"/>
              </a:solidFill>
              <a:latin typeface="Lato"/>
              <a:ea typeface="Lato"/>
              <a:cs typeface="Lato"/>
              <a:sym typeface="Lato"/>
            </a:endParaRPr>
          </a:p>
          <a:p>
            <a:pPr marL="285750" lvl="0" indent="-317500" algn="l" rtl="0">
              <a:lnSpc>
                <a:spcPct val="115000"/>
              </a:lnSpc>
              <a:spcBef>
                <a:spcPts val="0"/>
              </a:spcBef>
              <a:spcAft>
                <a:spcPts val="0"/>
              </a:spcAft>
              <a:buClr>
                <a:schemeClr val="accent1"/>
              </a:buClr>
              <a:buSzPts val="1400"/>
              <a:buFont typeface="Lato"/>
              <a:buChar char="●"/>
            </a:pPr>
            <a:r>
              <a:rPr lang="en">
                <a:solidFill>
                  <a:schemeClr val="dk1"/>
                </a:solidFill>
                <a:latin typeface="Lato"/>
                <a:ea typeface="Lato"/>
                <a:cs typeface="Lato"/>
                <a:sym typeface="Lato"/>
              </a:rPr>
              <a:t>Earth harbors life</a:t>
            </a:r>
            <a:endParaRPr>
              <a:solidFill>
                <a:schemeClr val="dk1"/>
              </a:solidFill>
              <a:latin typeface="Lato"/>
              <a:ea typeface="Lato"/>
              <a:cs typeface="Lato"/>
              <a:sym typeface="Lato"/>
            </a:endParaRPr>
          </a:p>
          <a:p>
            <a:pPr marL="285750" lvl="0" indent="-317500" algn="l" rtl="0">
              <a:lnSpc>
                <a:spcPct val="115000"/>
              </a:lnSpc>
              <a:spcBef>
                <a:spcPts val="0"/>
              </a:spcBef>
              <a:spcAft>
                <a:spcPts val="0"/>
              </a:spcAft>
              <a:buClr>
                <a:schemeClr val="accent1"/>
              </a:buClr>
              <a:buSzPts val="1400"/>
              <a:buFont typeface="Lato"/>
              <a:buChar char="●"/>
            </a:pPr>
            <a:r>
              <a:rPr lang="en">
                <a:solidFill>
                  <a:schemeClr val="dk1"/>
                </a:solidFill>
                <a:latin typeface="Lato"/>
                <a:ea typeface="Lato"/>
                <a:cs typeface="Lato"/>
                <a:sym typeface="Lato"/>
              </a:rPr>
              <a:t>Jupiter is quite big</a:t>
            </a:r>
            <a:endParaRPr>
              <a:solidFill>
                <a:schemeClr val="dk1"/>
              </a:solidFill>
              <a:latin typeface="Lato"/>
              <a:ea typeface="Lato"/>
              <a:cs typeface="Lato"/>
              <a:sym typeface="Lato"/>
            </a:endParaRPr>
          </a:p>
        </p:txBody>
      </p:sp>
      <p:cxnSp>
        <p:nvCxnSpPr>
          <p:cNvPr id="449" name="Google Shape;449;p39"/>
          <p:cNvCxnSpPr>
            <a:stCxn id="445" idx="2"/>
            <a:endCxn id="446" idx="0"/>
          </p:cNvCxnSpPr>
          <p:nvPr/>
        </p:nvCxnSpPr>
        <p:spPr>
          <a:xfrm rot="5400000">
            <a:off x="2198075" y="1046775"/>
            <a:ext cx="360300" cy="14046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450" name="Google Shape;450;p39"/>
          <p:cNvCxnSpPr>
            <a:stCxn id="445" idx="2"/>
            <a:endCxn id="447" idx="0"/>
          </p:cNvCxnSpPr>
          <p:nvPr/>
        </p:nvCxnSpPr>
        <p:spPr>
          <a:xfrm rot="-5400000" flipH="1">
            <a:off x="3604925" y="1044525"/>
            <a:ext cx="360300" cy="1409100"/>
          </a:xfrm>
          <a:prstGeom prst="bentConnector3">
            <a:avLst>
              <a:gd name="adj1" fmla="val 50000"/>
            </a:avLst>
          </a:prstGeom>
          <a:noFill/>
          <a:ln w="9525" cap="flat" cmpd="sng">
            <a:solidFill>
              <a:schemeClr val="lt1"/>
            </a:solidFill>
            <a:prstDash val="solid"/>
            <a:round/>
            <a:headEnd type="none" w="med" len="med"/>
            <a:tailEnd type="diamond" w="med" len="med"/>
          </a:ln>
        </p:spPr>
      </p:cxnSp>
      <p:sp>
        <p:nvSpPr>
          <p:cNvPr id="451" name="Google Shape;451;p39"/>
          <p:cNvSpPr txBox="1"/>
          <p:nvPr/>
        </p:nvSpPr>
        <p:spPr>
          <a:xfrm>
            <a:off x="6033752" y="2619500"/>
            <a:ext cx="2505900" cy="5277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Our framework</a:t>
            </a:r>
            <a:endParaRPr sz="2000" b="1">
              <a:solidFill>
                <a:schemeClr val="dk1"/>
              </a:solidFill>
              <a:latin typeface="DM Sans"/>
              <a:ea typeface="DM Sans"/>
              <a:cs typeface="DM Sans"/>
              <a:sym typeface="DM Sans"/>
            </a:endParaRPr>
          </a:p>
        </p:txBody>
      </p:sp>
      <p:sp>
        <p:nvSpPr>
          <p:cNvPr id="452" name="Google Shape;452;p39"/>
          <p:cNvSpPr txBox="1"/>
          <p:nvPr/>
        </p:nvSpPr>
        <p:spPr>
          <a:xfrm>
            <a:off x="6033748" y="3027150"/>
            <a:ext cx="2505900" cy="10731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has a beautiful name and is the second planet from the Sun. It’s hot and has a poisonous atmosphere</a:t>
            </a:r>
            <a:endParaRPr>
              <a:solidFill>
                <a:schemeClr val="dk1"/>
              </a:solidFill>
              <a:latin typeface="Lato"/>
              <a:ea typeface="Lato"/>
              <a:cs typeface="Lato"/>
              <a:sym typeface="Lato"/>
            </a:endParaRPr>
          </a:p>
        </p:txBody>
      </p:sp>
      <p:sp>
        <p:nvSpPr>
          <p:cNvPr id="453" name="Google Shape;453;p39"/>
          <p:cNvSpPr txBox="1"/>
          <p:nvPr/>
        </p:nvSpPr>
        <p:spPr>
          <a:xfrm>
            <a:off x="3300738" y="2351775"/>
            <a:ext cx="2377500" cy="3936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DM Sans"/>
                <a:ea typeface="DM Sans"/>
                <a:cs typeface="DM Sans"/>
                <a:sym typeface="DM Sans"/>
              </a:rPr>
              <a:t>Theory 1</a:t>
            </a:r>
            <a:endParaRPr sz="1600" b="1">
              <a:solidFill>
                <a:schemeClr val="dk1"/>
              </a:solidFill>
              <a:latin typeface="DM Sans"/>
              <a:ea typeface="DM Sans"/>
              <a:cs typeface="DM Sans"/>
              <a:sym typeface="DM Sans"/>
            </a:endParaRPr>
          </a:p>
        </p:txBody>
      </p:sp>
      <p:sp>
        <p:nvSpPr>
          <p:cNvPr id="454" name="Google Shape;454;p39"/>
          <p:cNvSpPr txBox="1"/>
          <p:nvPr/>
        </p:nvSpPr>
        <p:spPr>
          <a:xfrm>
            <a:off x="3301050" y="2584248"/>
            <a:ext cx="2376900" cy="8280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Saturn is a gas giant and has rings. It’s composed mostly of hydrogen and helium</a:t>
            </a:r>
            <a:endParaRPr>
              <a:solidFill>
                <a:schemeClr val="dk1"/>
              </a:solidFill>
              <a:latin typeface="Lato"/>
              <a:ea typeface="Lato"/>
              <a:cs typeface="Lato"/>
              <a:sym typeface="Lato"/>
            </a:endParaRPr>
          </a:p>
        </p:txBody>
      </p:sp>
      <p:sp>
        <p:nvSpPr>
          <p:cNvPr id="455" name="Google Shape;455;p39"/>
          <p:cNvSpPr txBox="1"/>
          <p:nvPr/>
        </p:nvSpPr>
        <p:spPr>
          <a:xfrm>
            <a:off x="3300673" y="3513166"/>
            <a:ext cx="2377500" cy="3936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DM Sans"/>
                <a:ea typeface="DM Sans"/>
                <a:cs typeface="DM Sans"/>
                <a:sym typeface="DM Sans"/>
              </a:rPr>
              <a:t>Theory 2</a:t>
            </a:r>
            <a:endParaRPr sz="1600" b="1">
              <a:solidFill>
                <a:schemeClr val="dk1"/>
              </a:solidFill>
              <a:latin typeface="DM Sans"/>
              <a:ea typeface="DM Sans"/>
              <a:cs typeface="DM Sans"/>
              <a:sym typeface="DM Sans"/>
            </a:endParaRPr>
          </a:p>
        </p:txBody>
      </p:sp>
      <p:sp>
        <p:nvSpPr>
          <p:cNvPr id="456" name="Google Shape;456;p39"/>
          <p:cNvSpPr txBox="1"/>
          <p:nvPr/>
        </p:nvSpPr>
        <p:spPr>
          <a:xfrm>
            <a:off x="3301000" y="3745500"/>
            <a:ext cx="2376900" cy="8280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Neptune is the farthest planet from the Sun and also an ice giant</a:t>
            </a:r>
            <a:endParaRPr>
              <a:solidFill>
                <a:schemeClr val="dk1"/>
              </a:solidFill>
              <a:latin typeface="Lato"/>
              <a:ea typeface="Lato"/>
              <a:cs typeface="Lato"/>
              <a:sym typeface="Lato"/>
            </a:endParaRPr>
          </a:p>
        </p:txBody>
      </p:sp>
      <p:grpSp>
        <p:nvGrpSpPr>
          <p:cNvPr id="457" name="Google Shape;457;p39"/>
          <p:cNvGrpSpPr/>
          <p:nvPr/>
        </p:nvGrpSpPr>
        <p:grpSpPr>
          <a:xfrm>
            <a:off x="5750023" y="1982391"/>
            <a:ext cx="156600" cy="2626326"/>
            <a:chOff x="5797375" y="1379625"/>
            <a:chExt cx="156600" cy="3268200"/>
          </a:xfrm>
        </p:grpSpPr>
        <p:cxnSp>
          <p:nvCxnSpPr>
            <p:cNvPr id="458" name="Google Shape;458;p39"/>
            <p:cNvCxnSpPr/>
            <p:nvPr/>
          </p:nvCxnSpPr>
          <p:spPr>
            <a:xfrm>
              <a:off x="5940475" y="1379625"/>
              <a:ext cx="13500" cy="3268200"/>
            </a:xfrm>
            <a:prstGeom prst="straightConnector1">
              <a:avLst/>
            </a:prstGeom>
            <a:noFill/>
            <a:ln w="9525" cap="flat" cmpd="sng">
              <a:solidFill>
                <a:schemeClr val="lt1"/>
              </a:solidFill>
              <a:prstDash val="solid"/>
              <a:round/>
              <a:headEnd type="none" w="med" len="med"/>
              <a:tailEnd type="none" w="med" len="med"/>
            </a:ln>
          </p:spPr>
        </p:cxnSp>
        <p:cxnSp>
          <p:nvCxnSpPr>
            <p:cNvPr id="459" name="Google Shape;459;p39"/>
            <p:cNvCxnSpPr/>
            <p:nvPr/>
          </p:nvCxnSpPr>
          <p:spPr>
            <a:xfrm>
              <a:off x="5797375" y="1379625"/>
              <a:ext cx="147300" cy="0"/>
            </a:xfrm>
            <a:prstGeom prst="straightConnector1">
              <a:avLst/>
            </a:prstGeom>
            <a:noFill/>
            <a:ln w="9525" cap="flat" cmpd="sng">
              <a:solidFill>
                <a:schemeClr val="lt1"/>
              </a:solidFill>
              <a:prstDash val="solid"/>
              <a:round/>
              <a:headEnd type="none" w="med" len="med"/>
              <a:tailEnd type="none" w="med" len="med"/>
            </a:ln>
          </p:spPr>
        </p:cxnSp>
        <p:cxnSp>
          <p:nvCxnSpPr>
            <p:cNvPr id="460" name="Google Shape;460;p39"/>
            <p:cNvCxnSpPr/>
            <p:nvPr/>
          </p:nvCxnSpPr>
          <p:spPr>
            <a:xfrm>
              <a:off x="5804072" y="4647825"/>
              <a:ext cx="147300" cy="0"/>
            </a:xfrm>
            <a:prstGeom prst="straightConnector1">
              <a:avLst/>
            </a:prstGeom>
            <a:noFill/>
            <a:ln w="9525" cap="flat" cmpd="sng">
              <a:solidFill>
                <a:schemeClr val="lt1"/>
              </a:solidFill>
              <a:prstDash val="solid"/>
              <a:round/>
              <a:headEnd type="none" w="med" len="med"/>
              <a:tailEnd type="none" w="med" len="med"/>
            </a:ln>
          </p:spPr>
        </p:cxnSp>
      </p:grpSp>
      <p:grpSp>
        <p:nvGrpSpPr>
          <p:cNvPr id="461" name="Google Shape;461;p39"/>
          <p:cNvGrpSpPr/>
          <p:nvPr/>
        </p:nvGrpSpPr>
        <p:grpSpPr>
          <a:xfrm>
            <a:off x="6129846" y="2251716"/>
            <a:ext cx="388184" cy="389284"/>
            <a:chOff x="2374830" y="3782591"/>
            <a:chExt cx="388184" cy="389284"/>
          </a:xfrm>
        </p:grpSpPr>
        <p:sp>
          <p:nvSpPr>
            <p:cNvPr id="462" name="Google Shape;462;p39"/>
            <p:cNvSpPr/>
            <p:nvPr/>
          </p:nvSpPr>
          <p:spPr>
            <a:xfrm>
              <a:off x="2374830" y="3782591"/>
              <a:ext cx="388184" cy="389284"/>
            </a:xfrm>
            <a:custGeom>
              <a:avLst/>
              <a:gdLst/>
              <a:ahLst/>
              <a:cxnLst/>
              <a:rect l="l" t="t" r="r" b="b"/>
              <a:pathLst>
                <a:path w="149" h="149" extrusionOk="0">
                  <a:moveTo>
                    <a:pt x="74" y="0"/>
                  </a:moveTo>
                  <a:cubicBezTo>
                    <a:pt x="33" y="0"/>
                    <a:pt x="0" y="33"/>
                    <a:pt x="0" y="74"/>
                  </a:cubicBezTo>
                  <a:cubicBezTo>
                    <a:pt x="0" y="115"/>
                    <a:pt x="33" y="149"/>
                    <a:pt x="74" y="149"/>
                  </a:cubicBezTo>
                  <a:cubicBezTo>
                    <a:pt x="115" y="149"/>
                    <a:pt x="149" y="115"/>
                    <a:pt x="149" y="74"/>
                  </a:cubicBezTo>
                  <a:cubicBezTo>
                    <a:pt x="149" y="33"/>
                    <a:pt x="115" y="0"/>
                    <a:pt x="74" y="0"/>
                  </a:cubicBezTo>
                  <a:close/>
                  <a:moveTo>
                    <a:pt x="135" y="106"/>
                  </a:moveTo>
                  <a:cubicBezTo>
                    <a:pt x="120" y="97"/>
                    <a:pt x="120" y="97"/>
                    <a:pt x="120" y="97"/>
                  </a:cubicBezTo>
                  <a:cubicBezTo>
                    <a:pt x="123" y="90"/>
                    <a:pt x="125" y="82"/>
                    <a:pt x="125" y="74"/>
                  </a:cubicBezTo>
                  <a:cubicBezTo>
                    <a:pt x="125" y="66"/>
                    <a:pt x="123" y="58"/>
                    <a:pt x="120" y="51"/>
                  </a:cubicBezTo>
                  <a:cubicBezTo>
                    <a:pt x="135" y="42"/>
                    <a:pt x="135" y="42"/>
                    <a:pt x="135" y="42"/>
                  </a:cubicBezTo>
                  <a:cubicBezTo>
                    <a:pt x="140" y="52"/>
                    <a:pt x="143" y="63"/>
                    <a:pt x="143" y="74"/>
                  </a:cubicBezTo>
                  <a:cubicBezTo>
                    <a:pt x="143" y="86"/>
                    <a:pt x="140" y="96"/>
                    <a:pt x="135" y="106"/>
                  </a:cubicBezTo>
                  <a:close/>
                  <a:moveTo>
                    <a:pt x="132" y="37"/>
                  </a:moveTo>
                  <a:cubicBezTo>
                    <a:pt x="117" y="46"/>
                    <a:pt x="117" y="46"/>
                    <a:pt x="117" y="46"/>
                  </a:cubicBezTo>
                  <a:cubicBezTo>
                    <a:pt x="113" y="40"/>
                    <a:pt x="108" y="35"/>
                    <a:pt x="102" y="32"/>
                  </a:cubicBezTo>
                  <a:cubicBezTo>
                    <a:pt x="111" y="16"/>
                    <a:pt x="111" y="16"/>
                    <a:pt x="111" y="16"/>
                  </a:cubicBezTo>
                  <a:cubicBezTo>
                    <a:pt x="120" y="22"/>
                    <a:pt x="127" y="29"/>
                    <a:pt x="132" y="37"/>
                  </a:cubicBezTo>
                  <a:close/>
                  <a:moveTo>
                    <a:pt x="106" y="13"/>
                  </a:moveTo>
                  <a:cubicBezTo>
                    <a:pt x="97" y="29"/>
                    <a:pt x="97" y="29"/>
                    <a:pt x="97" y="29"/>
                  </a:cubicBezTo>
                  <a:cubicBezTo>
                    <a:pt x="90" y="25"/>
                    <a:pt x="83" y="23"/>
                    <a:pt x="74" y="23"/>
                  </a:cubicBezTo>
                  <a:cubicBezTo>
                    <a:pt x="66" y="23"/>
                    <a:pt x="59" y="25"/>
                    <a:pt x="51" y="29"/>
                  </a:cubicBezTo>
                  <a:cubicBezTo>
                    <a:pt x="43" y="13"/>
                    <a:pt x="43" y="13"/>
                    <a:pt x="43" y="13"/>
                  </a:cubicBezTo>
                  <a:cubicBezTo>
                    <a:pt x="52" y="8"/>
                    <a:pt x="63" y="5"/>
                    <a:pt x="74" y="5"/>
                  </a:cubicBezTo>
                  <a:cubicBezTo>
                    <a:pt x="86" y="5"/>
                    <a:pt x="97" y="8"/>
                    <a:pt x="106" y="13"/>
                  </a:cubicBezTo>
                  <a:close/>
                  <a:moveTo>
                    <a:pt x="38" y="16"/>
                  </a:moveTo>
                  <a:cubicBezTo>
                    <a:pt x="46" y="32"/>
                    <a:pt x="46" y="32"/>
                    <a:pt x="46" y="32"/>
                  </a:cubicBezTo>
                  <a:cubicBezTo>
                    <a:pt x="45" y="32"/>
                    <a:pt x="44" y="33"/>
                    <a:pt x="43" y="34"/>
                  </a:cubicBezTo>
                  <a:cubicBezTo>
                    <a:pt x="39" y="37"/>
                    <a:pt x="35" y="42"/>
                    <a:pt x="32" y="46"/>
                  </a:cubicBezTo>
                  <a:cubicBezTo>
                    <a:pt x="16" y="37"/>
                    <a:pt x="16" y="37"/>
                    <a:pt x="16" y="37"/>
                  </a:cubicBezTo>
                  <a:cubicBezTo>
                    <a:pt x="22" y="29"/>
                    <a:pt x="29" y="22"/>
                    <a:pt x="38" y="16"/>
                  </a:cubicBezTo>
                  <a:close/>
                  <a:moveTo>
                    <a:pt x="14" y="42"/>
                  </a:moveTo>
                  <a:cubicBezTo>
                    <a:pt x="29" y="51"/>
                    <a:pt x="29" y="51"/>
                    <a:pt x="29" y="51"/>
                  </a:cubicBezTo>
                  <a:cubicBezTo>
                    <a:pt x="27" y="54"/>
                    <a:pt x="26" y="57"/>
                    <a:pt x="25" y="60"/>
                  </a:cubicBezTo>
                  <a:cubicBezTo>
                    <a:pt x="25" y="62"/>
                    <a:pt x="26" y="64"/>
                    <a:pt x="27" y="64"/>
                  </a:cubicBezTo>
                  <a:cubicBezTo>
                    <a:pt x="29" y="64"/>
                    <a:pt x="31" y="64"/>
                    <a:pt x="31" y="62"/>
                  </a:cubicBezTo>
                  <a:cubicBezTo>
                    <a:pt x="36" y="43"/>
                    <a:pt x="54" y="29"/>
                    <a:pt x="74" y="29"/>
                  </a:cubicBezTo>
                  <a:cubicBezTo>
                    <a:pt x="99" y="29"/>
                    <a:pt x="120" y="49"/>
                    <a:pt x="120" y="74"/>
                  </a:cubicBezTo>
                  <a:cubicBezTo>
                    <a:pt x="120" y="99"/>
                    <a:pt x="99" y="119"/>
                    <a:pt x="74" y="119"/>
                  </a:cubicBezTo>
                  <a:cubicBezTo>
                    <a:pt x="54" y="119"/>
                    <a:pt x="36" y="106"/>
                    <a:pt x="31" y="86"/>
                  </a:cubicBezTo>
                  <a:cubicBezTo>
                    <a:pt x="31" y="85"/>
                    <a:pt x="29" y="84"/>
                    <a:pt x="27" y="84"/>
                  </a:cubicBezTo>
                  <a:cubicBezTo>
                    <a:pt x="26" y="85"/>
                    <a:pt x="25" y="86"/>
                    <a:pt x="25" y="88"/>
                  </a:cubicBezTo>
                  <a:cubicBezTo>
                    <a:pt x="26" y="91"/>
                    <a:pt x="27" y="94"/>
                    <a:pt x="29" y="97"/>
                  </a:cubicBezTo>
                  <a:cubicBezTo>
                    <a:pt x="14" y="106"/>
                    <a:pt x="14" y="106"/>
                    <a:pt x="14" y="106"/>
                  </a:cubicBezTo>
                  <a:cubicBezTo>
                    <a:pt x="9" y="96"/>
                    <a:pt x="6" y="86"/>
                    <a:pt x="6" y="74"/>
                  </a:cubicBezTo>
                  <a:cubicBezTo>
                    <a:pt x="6" y="63"/>
                    <a:pt x="9" y="52"/>
                    <a:pt x="14" y="42"/>
                  </a:cubicBezTo>
                  <a:close/>
                  <a:moveTo>
                    <a:pt x="16" y="111"/>
                  </a:moveTo>
                  <a:cubicBezTo>
                    <a:pt x="32" y="102"/>
                    <a:pt x="32" y="102"/>
                    <a:pt x="32" y="102"/>
                  </a:cubicBezTo>
                  <a:cubicBezTo>
                    <a:pt x="35" y="107"/>
                    <a:pt x="39" y="111"/>
                    <a:pt x="43" y="115"/>
                  </a:cubicBezTo>
                  <a:cubicBezTo>
                    <a:pt x="44" y="115"/>
                    <a:pt x="45" y="116"/>
                    <a:pt x="46" y="117"/>
                  </a:cubicBezTo>
                  <a:cubicBezTo>
                    <a:pt x="38" y="132"/>
                    <a:pt x="38" y="132"/>
                    <a:pt x="38" y="132"/>
                  </a:cubicBezTo>
                  <a:cubicBezTo>
                    <a:pt x="29" y="127"/>
                    <a:pt x="22" y="120"/>
                    <a:pt x="16" y="111"/>
                  </a:cubicBezTo>
                  <a:close/>
                  <a:moveTo>
                    <a:pt x="43" y="135"/>
                  </a:moveTo>
                  <a:cubicBezTo>
                    <a:pt x="51" y="120"/>
                    <a:pt x="51" y="120"/>
                    <a:pt x="51" y="120"/>
                  </a:cubicBezTo>
                  <a:cubicBezTo>
                    <a:pt x="59" y="123"/>
                    <a:pt x="66" y="125"/>
                    <a:pt x="74" y="125"/>
                  </a:cubicBezTo>
                  <a:cubicBezTo>
                    <a:pt x="83" y="125"/>
                    <a:pt x="90" y="123"/>
                    <a:pt x="97" y="120"/>
                  </a:cubicBezTo>
                  <a:cubicBezTo>
                    <a:pt x="106" y="135"/>
                    <a:pt x="106" y="135"/>
                    <a:pt x="106" y="135"/>
                  </a:cubicBezTo>
                  <a:cubicBezTo>
                    <a:pt x="97" y="140"/>
                    <a:pt x="86" y="143"/>
                    <a:pt x="74" y="143"/>
                  </a:cubicBezTo>
                  <a:cubicBezTo>
                    <a:pt x="63" y="143"/>
                    <a:pt x="52" y="140"/>
                    <a:pt x="43" y="135"/>
                  </a:cubicBezTo>
                  <a:close/>
                  <a:moveTo>
                    <a:pt x="111" y="132"/>
                  </a:moveTo>
                  <a:cubicBezTo>
                    <a:pt x="102" y="117"/>
                    <a:pt x="102" y="117"/>
                    <a:pt x="102" y="117"/>
                  </a:cubicBezTo>
                  <a:cubicBezTo>
                    <a:pt x="108" y="113"/>
                    <a:pt x="113" y="108"/>
                    <a:pt x="117" y="102"/>
                  </a:cubicBezTo>
                  <a:cubicBezTo>
                    <a:pt x="132" y="111"/>
                    <a:pt x="132" y="111"/>
                    <a:pt x="132" y="111"/>
                  </a:cubicBezTo>
                  <a:cubicBezTo>
                    <a:pt x="127" y="120"/>
                    <a:pt x="120" y="127"/>
                    <a:pt x="111" y="13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 name="Google Shape;463;p39"/>
            <p:cNvSpPr/>
            <p:nvPr/>
          </p:nvSpPr>
          <p:spPr>
            <a:xfrm>
              <a:off x="2479299" y="3877163"/>
              <a:ext cx="180346" cy="201240"/>
            </a:xfrm>
            <a:custGeom>
              <a:avLst/>
              <a:gdLst/>
              <a:ahLst/>
              <a:cxnLst/>
              <a:rect l="l" t="t" r="r" b="b"/>
              <a:pathLst>
                <a:path w="69" h="77" extrusionOk="0">
                  <a:moveTo>
                    <a:pt x="7" y="57"/>
                  </a:moveTo>
                  <a:cubicBezTo>
                    <a:pt x="7" y="57"/>
                    <a:pt x="7" y="57"/>
                    <a:pt x="7" y="57"/>
                  </a:cubicBezTo>
                  <a:cubicBezTo>
                    <a:pt x="7" y="63"/>
                    <a:pt x="10" y="68"/>
                    <a:pt x="15" y="70"/>
                  </a:cubicBezTo>
                  <a:cubicBezTo>
                    <a:pt x="17" y="74"/>
                    <a:pt x="21" y="77"/>
                    <a:pt x="26" y="77"/>
                  </a:cubicBezTo>
                  <a:cubicBezTo>
                    <a:pt x="29" y="77"/>
                    <a:pt x="32" y="75"/>
                    <a:pt x="34" y="73"/>
                  </a:cubicBezTo>
                  <a:cubicBezTo>
                    <a:pt x="37" y="75"/>
                    <a:pt x="40" y="77"/>
                    <a:pt x="43" y="77"/>
                  </a:cubicBezTo>
                  <a:cubicBezTo>
                    <a:pt x="48" y="77"/>
                    <a:pt x="52" y="74"/>
                    <a:pt x="54" y="70"/>
                  </a:cubicBezTo>
                  <a:cubicBezTo>
                    <a:pt x="59" y="68"/>
                    <a:pt x="62" y="63"/>
                    <a:pt x="62" y="57"/>
                  </a:cubicBezTo>
                  <a:cubicBezTo>
                    <a:pt x="62" y="57"/>
                    <a:pt x="62" y="57"/>
                    <a:pt x="62" y="57"/>
                  </a:cubicBezTo>
                  <a:cubicBezTo>
                    <a:pt x="67" y="55"/>
                    <a:pt x="69" y="50"/>
                    <a:pt x="69" y="45"/>
                  </a:cubicBezTo>
                  <a:cubicBezTo>
                    <a:pt x="69" y="41"/>
                    <a:pt x="68" y="37"/>
                    <a:pt x="64" y="34"/>
                  </a:cubicBezTo>
                  <a:cubicBezTo>
                    <a:pt x="66" y="32"/>
                    <a:pt x="66" y="30"/>
                    <a:pt x="66" y="28"/>
                  </a:cubicBezTo>
                  <a:cubicBezTo>
                    <a:pt x="66" y="24"/>
                    <a:pt x="64" y="20"/>
                    <a:pt x="61" y="17"/>
                  </a:cubicBezTo>
                  <a:cubicBezTo>
                    <a:pt x="61" y="17"/>
                    <a:pt x="61" y="16"/>
                    <a:pt x="61" y="15"/>
                  </a:cubicBezTo>
                  <a:cubicBezTo>
                    <a:pt x="60" y="10"/>
                    <a:pt x="57" y="6"/>
                    <a:pt x="52" y="6"/>
                  </a:cubicBezTo>
                  <a:cubicBezTo>
                    <a:pt x="51" y="6"/>
                    <a:pt x="50" y="6"/>
                    <a:pt x="50" y="6"/>
                  </a:cubicBezTo>
                  <a:cubicBezTo>
                    <a:pt x="49" y="2"/>
                    <a:pt x="45" y="0"/>
                    <a:pt x="41" y="0"/>
                  </a:cubicBezTo>
                  <a:cubicBezTo>
                    <a:pt x="38" y="0"/>
                    <a:pt x="36" y="1"/>
                    <a:pt x="34" y="2"/>
                  </a:cubicBezTo>
                  <a:cubicBezTo>
                    <a:pt x="33" y="1"/>
                    <a:pt x="31" y="0"/>
                    <a:pt x="28" y="0"/>
                  </a:cubicBezTo>
                  <a:cubicBezTo>
                    <a:pt x="24" y="0"/>
                    <a:pt x="20" y="2"/>
                    <a:pt x="19" y="6"/>
                  </a:cubicBezTo>
                  <a:cubicBezTo>
                    <a:pt x="19" y="6"/>
                    <a:pt x="19" y="6"/>
                    <a:pt x="19" y="6"/>
                  </a:cubicBezTo>
                  <a:cubicBezTo>
                    <a:pt x="13" y="6"/>
                    <a:pt x="9" y="10"/>
                    <a:pt x="8" y="15"/>
                  </a:cubicBezTo>
                  <a:cubicBezTo>
                    <a:pt x="8" y="16"/>
                    <a:pt x="8" y="17"/>
                    <a:pt x="8" y="17"/>
                  </a:cubicBezTo>
                  <a:cubicBezTo>
                    <a:pt x="5" y="20"/>
                    <a:pt x="3" y="24"/>
                    <a:pt x="3" y="28"/>
                  </a:cubicBezTo>
                  <a:cubicBezTo>
                    <a:pt x="3" y="30"/>
                    <a:pt x="3" y="32"/>
                    <a:pt x="5" y="34"/>
                  </a:cubicBezTo>
                  <a:cubicBezTo>
                    <a:pt x="1" y="37"/>
                    <a:pt x="0" y="41"/>
                    <a:pt x="0" y="45"/>
                  </a:cubicBezTo>
                  <a:cubicBezTo>
                    <a:pt x="0" y="50"/>
                    <a:pt x="2" y="55"/>
                    <a:pt x="7" y="57"/>
                  </a:cubicBezTo>
                  <a:close/>
                  <a:moveTo>
                    <a:pt x="41" y="5"/>
                  </a:moveTo>
                  <a:cubicBezTo>
                    <a:pt x="43" y="5"/>
                    <a:pt x="44" y="6"/>
                    <a:pt x="44" y="8"/>
                  </a:cubicBezTo>
                  <a:cubicBezTo>
                    <a:pt x="43" y="9"/>
                    <a:pt x="42" y="10"/>
                    <a:pt x="41" y="12"/>
                  </a:cubicBezTo>
                  <a:cubicBezTo>
                    <a:pt x="41" y="12"/>
                    <a:pt x="41" y="13"/>
                    <a:pt x="41" y="13"/>
                  </a:cubicBezTo>
                  <a:cubicBezTo>
                    <a:pt x="42" y="15"/>
                    <a:pt x="43" y="15"/>
                    <a:pt x="44" y="15"/>
                  </a:cubicBezTo>
                  <a:cubicBezTo>
                    <a:pt x="45" y="15"/>
                    <a:pt x="47" y="15"/>
                    <a:pt x="47" y="13"/>
                  </a:cubicBezTo>
                  <a:cubicBezTo>
                    <a:pt x="47" y="12"/>
                    <a:pt x="48" y="12"/>
                    <a:pt x="49" y="12"/>
                  </a:cubicBezTo>
                  <a:cubicBezTo>
                    <a:pt x="49" y="12"/>
                    <a:pt x="49" y="12"/>
                    <a:pt x="49" y="12"/>
                  </a:cubicBezTo>
                  <a:cubicBezTo>
                    <a:pt x="50" y="11"/>
                    <a:pt x="52" y="12"/>
                    <a:pt x="53" y="12"/>
                  </a:cubicBezTo>
                  <a:cubicBezTo>
                    <a:pt x="54" y="13"/>
                    <a:pt x="54" y="13"/>
                    <a:pt x="54" y="13"/>
                  </a:cubicBezTo>
                  <a:cubicBezTo>
                    <a:pt x="55" y="15"/>
                    <a:pt x="56" y="16"/>
                    <a:pt x="55" y="18"/>
                  </a:cubicBezTo>
                  <a:cubicBezTo>
                    <a:pt x="55" y="18"/>
                    <a:pt x="55" y="18"/>
                    <a:pt x="55" y="18"/>
                  </a:cubicBezTo>
                  <a:cubicBezTo>
                    <a:pt x="55" y="19"/>
                    <a:pt x="54" y="20"/>
                    <a:pt x="52" y="21"/>
                  </a:cubicBezTo>
                  <a:cubicBezTo>
                    <a:pt x="52" y="21"/>
                    <a:pt x="52" y="21"/>
                    <a:pt x="52" y="22"/>
                  </a:cubicBezTo>
                  <a:cubicBezTo>
                    <a:pt x="51" y="24"/>
                    <a:pt x="53" y="26"/>
                    <a:pt x="54" y="26"/>
                  </a:cubicBezTo>
                  <a:cubicBezTo>
                    <a:pt x="55" y="26"/>
                    <a:pt x="55" y="26"/>
                    <a:pt x="56" y="25"/>
                  </a:cubicBezTo>
                  <a:cubicBezTo>
                    <a:pt x="57" y="25"/>
                    <a:pt x="58" y="24"/>
                    <a:pt x="59" y="23"/>
                  </a:cubicBezTo>
                  <a:cubicBezTo>
                    <a:pt x="60" y="24"/>
                    <a:pt x="61" y="26"/>
                    <a:pt x="61" y="28"/>
                  </a:cubicBezTo>
                  <a:cubicBezTo>
                    <a:pt x="61" y="29"/>
                    <a:pt x="60" y="30"/>
                    <a:pt x="59" y="32"/>
                  </a:cubicBezTo>
                  <a:cubicBezTo>
                    <a:pt x="59" y="31"/>
                    <a:pt x="59" y="31"/>
                    <a:pt x="59" y="31"/>
                  </a:cubicBezTo>
                  <a:cubicBezTo>
                    <a:pt x="57" y="31"/>
                    <a:pt x="54" y="33"/>
                    <a:pt x="56" y="36"/>
                  </a:cubicBezTo>
                  <a:cubicBezTo>
                    <a:pt x="56" y="36"/>
                    <a:pt x="56" y="37"/>
                    <a:pt x="57" y="37"/>
                  </a:cubicBezTo>
                  <a:cubicBezTo>
                    <a:pt x="57" y="37"/>
                    <a:pt x="58" y="37"/>
                    <a:pt x="59" y="38"/>
                  </a:cubicBezTo>
                  <a:cubicBezTo>
                    <a:pt x="59" y="38"/>
                    <a:pt x="59" y="38"/>
                    <a:pt x="59" y="38"/>
                  </a:cubicBezTo>
                  <a:cubicBezTo>
                    <a:pt x="62" y="39"/>
                    <a:pt x="64" y="42"/>
                    <a:pt x="64" y="45"/>
                  </a:cubicBezTo>
                  <a:cubicBezTo>
                    <a:pt x="64" y="49"/>
                    <a:pt x="62" y="52"/>
                    <a:pt x="58" y="53"/>
                  </a:cubicBezTo>
                  <a:cubicBezTo>
                    <a:pt x="58" y="53"/>
                    <a:pt x="58" y="53"/>
                    <a:pt x="58" y="53"/>
                  </a:cubicBezTo>
                  <a:cubicBezTo>
                    <a:pt x="57" y="53"/>
                    <a:pt x="56" y="54"/>
                    <a:pt x="55" y="54"/>
                  </a:cubicBezTo>
                  <a:cubicBezTo>
                    <a:pt x="54" y="54"/>
                    <a:pt x="53" y="53"/>
                    <a:pt x="52" y="53"/>
                  </a:cubicBezTo>
                  <a:cubicBezTo>
                    <a:pt x="52" y="53"/>
                    <a:pt x="51" y="53"/>
                    <a:pt x="51" y="53"/>
                  </a:cubicBezTo>
                  <a:cubicBezTo>
                    <a:pt x="48" y="55"/>
                    <a:pt x="49" y="58"/>
                    <a:pt x="51" y="59"/>
                  </a:cubicBezTo>
                  <a:cubicBezTo>
                    <a:pt x="53" y="59"/>
                    <a:pt x="54" y="59"/>
                    <a:pt x="55" y="59"/>
                  </a:cubicBezTo>
                  <a:cubicBezTo>
                    <a:pt x="56" y="59"/>
                    <a:pt x="56" y="59"/>
                    <a:pt x="56" y="59"/>
                  </a:cubicBezTo>
                  <a:cubicBezTo>
                    <a:pt x="56" y="62"/>
                    <a:pt x="54" y="64"/>
                    <a:pt x="51" y="64"/>
                  </a:cubicBezTo>
                  <a:cubicBezTo>
                    <a:pt x="51" y="64"/>
                    <a:pt x="51" y="64"/>
                    <a:pt x="51" y="65"/>
                  </a:cubicBezTo>
                  <a:cubicBezTo>
                    <a:pt x="51" y="66"/>
                    <a:pt x="50" y="66"/>
                    <a:pt x="50" y="65"/>
                  </a:cubicBezTo>
                  <a:cubicBezTo>
                    <a:pt x="48" y="63"/>
                    <a:pt x="45" y="64"/>
                    <a:pt x="44" y="66"/>
                  </a:cubicBezTo>
                  <a:cubicBezTo>
                    <a:pt x="44" y="68"/>
                    <a:pt x="45" y="69"/>
                    <a:pt x="47" y="70"/>
                  </a:cubicBezTo>
                  <a:cubicBezTo>
                    <a:pt x="47" y="70"/>
                    <a:pt x="47" y="70"/>
                    <a:pt x="47" y="70"/>
                  </a:cubicBezTo>
                  <a:cubicBezTo>
                    <a:pt x="45" y="72"/>
                    <a:pt x="41" y="72"/>
                    <a:pt x="38" y="69"/>
                  </a:cubicBezTo>
                  <a:cubicBezTo>
                    <a:pt x="38" y="68"/>
                    <a:pt x="37" y="68"/>
                    <a:pt x="37" y="67"/>
                  </a:cubicBezTo>
                  <a:cubicBezTo>
                    <a:pt x="37" y="55"/>
                    <a:pt x="37" y="55"/>
                    <a:pt x="37" y="55"/>
                  </a:cubicBezTo>
                  <a:cubicBezTo>
                    <a:pt x="38" y="53"/>
                    <a:pt x="40" y="51"/>
                    <a:pt x="42" y="51"/>
                  </a:cubicBezTo>
                  <a:cubicBezTo>
                    <a:pt x="43" y="51"/>
                    <a:pt x="43" y="51"/>
                    <a:pt x="43" y="51"/>
                  </a:cubicBezTo>
                  <a:cubicBezTo>
                    <a:pt x="46" y="52"/>
                    <a:pt x="48" y="50"/>
                    <a:pt x="47" y="47"/>
                  </a:cubicBezTo>
                  <a:cubicBezTo>
                    <a:pt x="46" y="46"/>
                    <a:pt x="46" y="46"/>
                    <a:pt x="46" y="46"/>
                  </a:cubicBezTo>
                  <a:cubicBezTo>
                    <a:pt x="45" y="46"/>
                    <a:pt x="43" y="45"/>
                    <a:pt x="42" y="45"/>
                  </a:cubicBezTo>
                  <a:cubicBezTo>
                    <a:pt x="40" y="45"/>
                    <a:pt x="39" y="46"/>
                    <a:pt x="37" y="46"/>
                  </a:cubicBezTo>
                  <a:cubicBezTo>
                    <a:pt x="37" y="9"/>
                    <a:pt x="37" y="9"/>
                    <a:pt x="37" y="9"/>
                  </a:cubicBezTo>
                  <a:cubicBezTo>
                    <a:pt x="37" y="7"/>
                    <a:pt x="39" y="5"/>
                    <a:pt x="41" y="5"/>
                  </a:cubicBezTo>
                  <a:close/>
                  <a:moveTo>
                    <a:pt x="10" y="38"/>
                  </a:moveTo>
                  <a:cubicBezTo>
                    <a:pt x="10" y="38"/>
                    <a:pt x="10" y="38"/>
                    <a:pt x="10" y="37"/>
                  </a:cubicBezTo>
                  <a:cubicBezTo>
                    <a:pt x="10" y="37"/>
                    <a:pt x="10" y="37"/>
                    <a:pt x="10" y="37"/>
                  </a:cubicBezTo>
                  <a:cubicBezTo>
                    <a:pt x="13" y="37"/>
                    <a:pt x="14" y="35"/>
                    <a:pt x="14" y="33"/>
                  </a:cubicBezTo>
                  <a:cubicBezTo>
                    <a:pt x="13" y="32"/>
                    <a:pt x="12" y="31"/>
                    <a:pt x="10" y="31"/>
                  </a:cubicBezTo>
                  <a:cubicBezTo>
                    <a:pt x="10" y="31"/>
                    <a:pt x="10" y="31"/>
                    <a:pt x="10" y="32"/>
                  </a:cubicBezTo>
                  <a:cubicBezTo>
                    <a:pt x="9" y="30"/>
                    <a:pt x="8" y="29"/>
                    <a:pt x="8" y="28"/>
                  </a:cubicBezTo>
                  <a:cubicBezTo>
                    <a:pt x="8" y="26"/>
                    <a:pt x="9" y="24"/>
                    <a:pt x="10" y="23"/>
                  </a:cubicBezTo>
                  <a:cubicBezTo>
                    <a:pt x="11" y="24"/>
                    <a:pt x="12" y="25"/>
                    <a:pt x="13" y="25"/>
                  </a:cubicBezTo>
                  <a:cubicBezTo>
                    <a:pt x="14" y="26"/>
                    <a:pt x="14" y="26"/>
                    <a:pt x="15" y="26"/>
                  </a:cubicBezTo>
                  <a:cubicBezTo>
                    <a:pt x="16" y="26"/>
                    <a:pt x="18" y="24"/>
                    <a:pt x="17" y="21"/>
                  </a:cubicBezTo>
                  <a:cubicBezTo>
                    <a:pt x="17" y="21"/>
                    <a:pt x="17" y="21"/>
                    <a:pt x="17" y="21"/>
                  </a:cubicBezTo>
                  <a:cubicBezTo>
                    <a:pt x="15" y="20"/>
                    <a:pt x="14" y="19"/>
                    <a:pt x="14" y="18"/>
                  </a:cubicBezTo>
                  <a:cubicBezTo>
                    <a:pt x="14" y="18"/>
                    <a:pt x="14" y="18"/>
                    <a:pt x="14" y="18"/>
                  </a:cubicBezTo>
                  <a:cubicBezTo>
                    <a:pt x="13" y="16"/>
                    <a:pt x="14" y="14"/>
                    <a:pt x="15" y="13"/>
                  </a:cubicBezTo>
                  <a:cubicBezTo>
                    <a:pt x="15" y="13"/>
                    <a:pt x="15" y="13"/>
                    <a:pt x="15" y="13"/>
                  </a:cubicBezTo>
                  <a:cubicBezTo>
                    <a:pt x="17" y="12"/>
                    <a:pt x="19" y="11"/>
                    <a:pt x="20" y="12"/>
                  </a:cubicBezTo>
                  <a:cubicBezTo>
                    <a:pt x="20" y="12"/>
                    <a:pt x="20" y="12"/>
                    <a:pt x="21" y="12"/>
                  </a:cubicBezTo>
                  <a:cubicBezTo>
                    <a:pt x="21" y="11"/>
                    <a:pt x="22" y="12"/>
                    <a:pt x="22" y="12"/>
                  </a:cubicBezTo>
                  <a:cubicBezTo>
                    <a:pt x="22" y="14"/>
                    <a:pt x="23" y="15"/>
                    <a:pt x="25" y="15"/>
                  </a:cubicBezTo>
                  <a:cubicBezTo>
                    <a:pt x="26" y="15"/>
                    <a:pt x="27" y="15"/>
                    <a:pt x="28" y="13"/>
                  </a:cubicBezTo>
                  <a:cubicBezTo>
                    <a:pt x="28" y="13"/>
                    <a:pt x="28" y="12"/>
                    <a:pt x="28" y="12"/>
                  </a:cubicBezTo>
                  <a:cubicBezTo>
                    <a:pt x="27" y="10"/>
                    <a:pt x="26" y="9"/>
                    <a:pt x="25" y="8"/>
                  </a:cubicBezTo>
                  <a:cubicBezTo>
                    <a:pt x="25" y="5"/>
                    <a:pt x="29" y="4"/>
                    <a:pt x="31" y="7"/>
                  </a:cubicBezTo>
                  <a:cubicBezTo>
                    <a:pt x="31" y="7"/>
                    <a:pt x="32" y="7"/>
                    <a:pt x="32" y="8"/>
                  </a:cubicBezTo>
                  <a:cubicBezTo>
                    <a:pt x="32" y="18"/>
                    <a:pt x="32" y="18"/>
                    <a:pt x="32" y="18"/>
                  </a:cubicBezTo>
                  <a:cubicBezTo>
                    <a:pt x="31" y="18"/>
                    <a:pt x="31" y="18"/>
                    <a:pt x="30" y="18"/>
                  </a:cubicBezTo>
                  <a:cubicBezTo>
                    <a:pt x="29" y="18"/>
                    <a:pt x="29" y="18"/>
                    <a:pt x="28" y="18"/>
                  </a:cubicBezTo>
                  <a:cubicBezTo>
                    <a:pt x="28" y="18"/>
                    <a:pt x="28" y="17"/>
                    <a:pt x="28" y="18"/>
                  </a:cubicBezTo>
                  <a:cubicBezTo>
                    <a:pt x="24" y="19"/>
                    <a:pt x="25" y="23"/>
                    <a:pt x="28" y="24"/>
                  </a:cubicBezTo>
                  <a:cubicBezTo>
                    <a:pt x="28" y="24"/>
                    <a:pt x="29" y="24"/>
                    <a:pt x="30" y="24"/>
                  </a:cubicBezTo>
                  <a:cubicBezTo>
                    <a:pt x="30" y="24"/>
                    <a:pt x="31" y="24"/>
                    <a:pt x="32" y="24"/>
                  </a:cubicBezTo>
                  <a:cubicBezTo>
                    <a:pt x="32" y="67"/>
                    <a:pt x="32" y="67"/>
                    <a:pt x="32" y="67"/>
                  </a:cubicBezTo>
                  <a:cubicBezTo>
                    <a:pt x="32" y="68"/>
                    <a:pt x="31" y="68"/>
                    <a:pt x="31" y="68"/>
                  </a:cubicBezTo>
                  <a:cubicBezTo>
                    <a:pt x="28" y="72"/>
                    <a:pt x="25" y="72"/>
                    <a:pt x="22" y="70"/>
                  </a:cubicBezTo>
                  <a:cubicBezTo>
                    <a:pt x="22" y="70"/>
                    <a:pt x="22" y="70"/>
                    <a:pt x="22" y="70"/>
                  </a:cubicBezTo>
                  <a:cubicBezTo>
                    <a:pt x="25" y="69"/>
                    <a:pt x="26" y="66"/>
                    <a:pt x="23" y="64"/>
                  </a:cubicBezTo>
                  <a:cubicBezTo>
                    <a:pt x="22" y="64"/>
                    <a:pt x="22" y="64"/>
                    <a:pt x="22" y="64"/>
                  </a:cubicBezTo>
                  <a:cubicBezTo>
                    <a:pt x="21" y="64"/>
                    <a:pt x="19" y="64"/>
                    <a:pt x="18" y="64"/>
                  </a:cubicBezTo>
                  <a:cubicBezTo>
                    <a:pt x="18" y="64"/>
                    <a:pt x="18" y="64"/>
                    <a:pt x="18" y="64"/>
                  </a:cubicBezTo>
                  <a:cubicBezTo>
                    <a:pt x="15" y="64"/>
                    <a:pt x="13" y="62"/>
                    <a:pt x="13" y="59"/>
                  </a:cubicBezTo>
                  <a:cubicBezTo>
                    <a:pt x="13" y="59"/>
                    <a:pt x="13" y="59"/>
                    <a:pt x="14" y="59"/>
                  </a:cubicBezTo>
                  <a:cubicBezTo>
                    <a:pt x="15" y="59"/>
                    <a:pt x="16" y="59"/>
                    <a:pt x="18" y="59"/>
                  </a:cubicBezTo>
                  <a:cubicBezTo>
                    <a:pt x="19" y="59"/>
                    <a:pt x="20" y="57"/>
                    <a:pt x="20" y="55"/>
                  </a:cubicBezTo>
                  <a:cubicBezTo>
                    <a:pt x="19" y="54"/>
                    <a:pt x="18" y="53"/>
                    <a:pt x="16" y="53"/>
                  </a:cubicBezTo>
                  <a:cubicBezTo>
                    <a:pt x="15" y="54"/>
                    <a:pt x="15" y="54"/>
                    <a:pt x="14" y="54"/>
                  </a:cubicBezTo>
                  <a:cubicBezTo>
                    <a:pt x="13" y="54"/>
                    <a:pt x="12" y="53"/>
                    <a:pt x="11" y="53"/>
                  </a:cubicBezTo>
                  <a:cubicBezTo>
                    <a:pt x="11" y="53"/>
                    <a:pt x="11" y="53"/>
                    <a:pt x="11" y="53"/>
                  </a:cubicBezTo>
                  <a:cubicBezTo>
                    <a:pt x="7" y="52"/>
                    <a:pt x="5" y="49"/>
                    <a:pt x="5" y="45"/>
                  </a:cubicBezTo>
                  <a:cubicBezTo>
                    <a:pt x="5" y="42"/>
                    <a:pt x="7" y="39"/>
                    <a:pt x="10" y="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 name="Google Shape;464;p39"/>
            <p:cNvSpPr/>
            <p:nvPr/>
          </p:nvSpPr>
          <p:spPr>
            <a:xfrm>
              <a:off x="2517787" y="3953040"/>
              <a:ext cx="29692" cy="43987"/>
            </a:xfrm>
            <a:custGeom>
              <a:avLst/>
              <a:gdLst/>
              <a:ahLst/>
              <a:cxnLst/>
              <a:rect l="l" t="t" r="r" b="b"/>
              <a:pathLst>
                <a:path w="11" h="17" extrusionOk="0">
                  <a:moveTo>
                    <a:pt x="3" y="17"/>
                  </a:moveTo>
                  <a:cubicBezTo>
                    <a:pt x="3" y="17"/>
                    <a:pt x="3" y="17"/>
                    <a:pt x="4" y="17"/>
                  </a:cubicBezTo>
                  <a:cubicBezTo>
                    <a:pt x="8" y="15"/>
                    <a:pt x="11" y="11"/>
                    <a:pt x="11" y="7"/>
                  </a:cubicBezTo>
                  <a:cubicBezTo>
                    <a:pt x="11" y="5"/>
                    <a:pt x="10" y="3"/>
                    <a:pt x="10" y="2"/>
                  </a:cubicBezTo>
                  <a:cubicBezTo>
                    <a:pt x="9" y="1"/>
                    <a:pt x="7" y="0"/>
                    <a:pt x="6" y="1"/>
                  </a:cubicBezTo>
                  <a:cubicBezTo>
                    <a:pt x="4" y="2"/>
                    <a:pt x="4" y="4"/>
                    <a:pt x="5" y="5"/>
                  </a:cubicBezTo>
                  <a:cubicBezTo>
                    <a:pt x="5" y="6"/>
                    <a:pt x="5" y="6"/>
                    <a:pt x="5" y="7"/>
                  </a:cubicBezTo>
                  <a:cubicBezTo>
                    <a:pt x="5" y="9"/>
                    <a:pt x="4" y="10"/>
                    <a:pt x="2" y="11"/>
                  </a:cubicBezTo>
                  <a:cubicBezTo>
                    <a:pt x="0" y="11"/>
                    <a:pt x="0" y="13"/>
                    <a:pt x="0" y="15"/>
                  </a:cubicBezTo>
                  <a:cubicBezTo>
                    <a:pt x="0" y="16"/>
                    <a:pt x="1" y="17"/>
                    <a:pt x="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 name="Google Shape;465;p39"/>
            <p:cNvSpPr/>
            <p:nvPr/>
          </p:nvSpPr>
          <p:spPr>
            <a:xfrm>
              <a:off x="2585967" y="3928847"/>
              <a:ext cx="28591" cy="39588"/>
            </a:xfrm>
            <a:custGeom>
              <a:avLst/>
              <a:gdLst/>
              <a:ahLst/>
              <a:cxnLst/>
              <a:rect l="l" t="t" r="r" b="b"/>
              <a:pathLst>
                <a:path w="11" h="15" extrusionOk="0">
                  <a:moveTo>
                    <a:pt x="7" y="15"/>
                  </a:moveTo>
                  <a:cubicBezTo>
                    <a:pt x="7" y="15"/>
                    <a:pt x="7" y="15"/>
                    <a:pt x="7" y="15"/>
                  </a:cubicBezTo>
                  <a:cubicBezTo>
                    <a:pt x="9" y="15"/>
                    <a:pt x="10" y="15"/>
                    <a:pt x="10" y="13"/>
                  </a:cubicBezTo>
                  <a:cubicBezTo>
                    <a:pt x="11" y="12"/>
                    <a:pt x="10" y="10"/>
                    <a:pt x="8" y="10"/>
                  </a:cubicBezTo>
                  <a:cubicBezTo>
                    <a:pt x="7" y="9"/>
                    <a:pt x="6" y="8"/>
                    <a:pt x="6" y="7"/>
                  </a:cubicBezTo>
                  <a:cubicBezTo>
                    <a:pt x="6" y="6"/>
                    <a:pt x="6" y="6"/>
                    <a:pt x="6" y="5"/>
                  </a:cubicBezTo>
                  <a:cubicBezTo>
                    <a:pt x="7" y="4"/>
                    <a:pt x="7" y="2"/>
                    <a:pt x="5" y="1"/>
                  </a:cubicBezTo>
                  <a:cubicBezTo>
                    <a:pt x="4" y="0"/>
                    <a:pt x="2" y="1"/>
                    <a:pt x="1" y="2"/>
                  </a:cubicBezTo>
                  <a:cubicBezTo>
                    <a:pt x="0" y="4"/>
                    <a:pt x="0" y="5"/>
                    <a:pt x="0" y="7"/>
                  </a:cubicBezTo>
                  <a:cubicBezTo>
                    <a:pt x="0" y="11"/>
                    <a:pt x="3" y="14"/>
                    <a:pt x="7"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 name="Google Shape;466;p39"/>
            <p:cNvSpPr/>
            <p:nvPr/>
          </p:nvSpPr>
          <p:spPr>
            <a:xfrm>
              <a:off x="2435312" y="3968435"/>
              <a:ext cx="17595" cy="15395"/>
            </a:xfrm>
            <a:custGeom>
              <a:avLst/>
              <a:gdLst/>
              <a:ahLst/>
              <a:cxnLst/>
              <a:rect l="l" t="t" r="r" b="b"/>
              <a:pathLst>
                <a:path w="7" h="6" extrusionOk="0">
                  <a:moveTo>
                    <a:pt x="3" y="6"/>
                  </a:moveTo>
                  <a:cubicBezTo>
                    <a:pt x="5" y="6"/>
                    <a:pt x="7" y="4"/>
                    <a:pt x="6" y="2"/>
                  </a:cubicBezTo>
                  <a:cubicBezTo>
                    <a:pt x="5" y="1"/>
                    <a:pt x="5" y="0"/>
                    <a:pt x="4" y="0"/>
                  </a:cubicBezTo>
                  <a:cubicBezTo>
                    <a:pt x="3" y="0"/>
                    <a:pt x="3" y="0"/>
                    <a:pt x="3" y="0"/>
                  </a:cubicBezTo>
                  <a:cubicBezTo>
                    <a:pt x="2" y="0"/>
                    <a:pt x="1" y="1"/>
                    <a:pt x="1" y="2"/>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70"/>
        <p:cNvGrpSpPr/>
        <p:nvPr/>
      </p:nvGrpSpPr>
      <p:grpSpPr>
        <a:xfrm>
          <a:off x="0" y="0"/>
          <a:ext cx="0" cy="0"/>
          <a:chOff x="0" y="0"/>
          <a:chExt cx="0" cy="0"/>
        </a:xfrm>
      </p:grpSpPr>
      <p:sp>
        <p:nvSpPr>
          <p:cNvPr id="471" name="Google Shape;471;p40"/>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b="0">
                <a:latin typeface="DM Sans ExtraBold"/>
                <a:ea typeface="DM Sans ExtraBold"/>
                <a:cs typeface="DM Sans ExtraBold"/>
                <a:sym typeface="DM Sans ExtraBold"/>
              </a:rPr>
              <a:t>Schedule</a:t>
            </a:r>
            <a:endParaRPr b="0">
              <a:latin typeface="DM Sans ExtraBold"/>
              <a:ea typeface="DM Sans ExtraBold"/>
              <a:cs typeface="DM Sans ExtraBold"/>
              <a:sym typeface="DM Sans ExtraBold"/>
            </a:endParaRPr>
          </a:p>
        </p:txBody>
      </p:sp>
      <p:graphicFrame>
        <p:nvGraphicFramePr>
          <p:cNvPr id="472" name="Google Shape;472;p40"/>
          <p:cNvGraphicFramePr/>
          <p:nvPr/>
        </p:nvGraphicFramePr>
        <p:xfrm>
          <a:off x="719950" y="1093924"/>
          <a:ext cx="3000000" cy="3000000"/>
        </p:xfrm>
        <a:graphic>
          <a:graphicData uri="http://schemas.openxmlformats.org/drawingml/2006/table">
            <a:tbl>
              <a:tblPr>
                <a:noFill/>
                <a:tableStyleId>{BBA4B85B-C6BC-4E5F-98F4-0400EEE86A36}</a:tableStyleId>
              </a:tblPr>
              <a:tblGrid>
                <a:gridCol w="923125">
                  <a:extLst>
                    <a:ext uri="{9D8B030D-6E8A-4147-A177-3AD203B41FA5}">
                      <a16:colId xmlns:a16="http://schemas.microsoft.com/office/drawing/2014/main" val="20000"/>
                    </a:ext>
                  </a:extLst>
                </a:gridCol>
                <a:gridCol w="1503300">
                  <a:extLst>
                    <a:ext uri="{9D8B030D-6E8A-4147-A177-3AD203B41FA5}">
                      <a16:colId xmlns:a16="http://schemas.microsoft.com/office/drawing/2014/main" val="20001"/>
                    </a:ext>
                  </a:extLst>
                </a:gridCol>
                <a:gridCol w="900400">
                  <a:extLst>
                    <a:ext uri="{9D8B030D-6E8A-4147-A177-3AD203B41FA5}">
                      <a16:colId xmlns:a16="http://schemas.microsoft.com/office/drawing/2014/main" val="20002"/>
                    </a:ext>
                  </a:extLst>
                </a:gridCol>
                <a:gridCol w="550725">
                  <a:extLst>
                    <a:ext uri="{9D8B030D-6E8A-4147-A177-3AD203B41FA5}">
                      <a16:colId xmlns:a16="http://schemas.microsoft.com/office/drawing/2014/main" val="20003"/>
                    </a:ext>
                  </a:extLst>
                </a:gridCol>
                <a:gridCol w="550725">
                  <a:extLst>
                    <a:ext uri="{9D8B030D-6E8A-4147-A177-3AD203B41FA5}">
                      <a16:colId xmlns:a16="http://schemas.microsoft.com/office/drawing/2014/main" val="20004"/>
                    </a:ext>
                  </a:extLst>
                </a:gridCol>
                <a:gridCol w="550725">
                  <a:extLst>
                    <a:ext uri="{9D8B030D-6E8A-4147-A177-3AD203B41FA5}">
                      <a16:colId xmlns:a16="http://schemas.microsoft.com/office/drawing/2014/main" val="20005"/>
                    </a:ext>
                  </a:extLst>
                </a:gridCol>
                <a:gridCol w="550725">
                  <a:extLst>
                    <a:ext uri="{9D8B030D-6E8A-4147-A177-3AD203B41FA5}">
                      <a16:colId xmlns:a16="http://schemas.microsoft.com/office/drawing/2014/main" val="20006"/>
                    </a:ext>
                  </a:extLst>
                </a:gridCol>
                <a:gridCol w="550725">
                  <a:extLst>
                    <a:ext uri="{9D8B030D-6E8A-4147-A177-3AD203B41FA5}">
                      <a16:colId xmlns:a16="http://schemas.microsoft.com/office/drawing/2014/main" val="20007"/>
                    </a:ext>
                  </a:extLst>
                </a:gridCol>
                <a:gridCol w="550725">
                  <a:extLst>
                    <a:ext uri="{9D8B030D-6E8A-4147-A177-3AD203B41FA5}">
                      <a16:colId xmlns:a16="http://schemas.microsoft.com/office/drawing/2014/main" val="20008"/>
                    </a:ext>
                  </a:extLst>
                </a:gridCol>
                <a:gridCol w="1072850">
                  <a:extLst>
                    <a:ext uri="{9D8B030D-6E8A-4147-A177-3AD203B41FA5}">
                      <a16:colId xmlns:a16="http://schemas.microsoft.com/office/drawing/2014/main" val="20009"/>
                    </a:ext>
                  </a:extLst>
                </a:gridCol>
              </a:tblGrid>
              <a:tr h="413275">
                <a:tc>
                  <a:txBody>
                    <a:bodyPr/>
                    <a:lstStyle/>
                    <a:p>
                      <a:pPr marL="0" lvl="0" indent="0" algn="l" rtl="0">
                        <a:lnSpc>
                          <a:spcPct val="115000"/>
                        </a:lnSpc>
                        <a:spcBef>
                          <a:spcPts val="0"/>
                        </a:spcBef>
                        <a:spcAft>
                          <a:spcPts val="0"/>
                        </a:spcAft>
                        <a:buNone/>
                      </a:pPr>
                      <a:r>
                        <a:rPr lang="en" sz="1600" b="1">
                          <a:solidFill>
                            <a:schemeClr val="dk1"/>
                          </a:solidFill>
                          <a:latin typeface="DM Sans"/>
                          <a:ea typeface="DM Sans"/>
                          <a:cs typeface="DM Sans"/>
                          <a:sym typeface="DM Sans"/>
                        </a:rPr>
                        <a:t>Task</a:t>
                      </a:r>
                      <a:endParaRPr sz="1600" b="1">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 sz="1600" b="1">
                          <a:solidFill>
                            <a:schemeClr val="dk1"/>
                          </a:solidFill>
                          <a:latin typeface="DM Sans"/>
                          <a:ea typeface="DM Sans"/>
                          <a:cs typeface="DM Sans"/>
                          <a:sym typeface="DM Sans"/>
                        </a:rPr>
                        <a:t>Description</a:t>
                      </a:r>
                      <a:endParaRPr sz="1600" b="1">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 sz="1600" b="1">
                          <a:solidFill>
                            <a:schemeClr val="dk1"/>
                          </a:solidFill>
                          <a:latin typeface="DM Sans"/>
                          <a:ea typeface="DM Sans"/>
                          <a:cs typeface="DM Sans"/>
                          <a:sym typeface="DM Sans"/>
                        </a:rPr>
                        <a:t>Date</a:t>
                      </a:r>
                      <a:endParaRPr sz="1600" b="1">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1600" b="1">
                          <a:solidFill>
                            <a:schemeClr val="dk1"/>
                          </a:solidFill>
                          <a:latin typeface="DM Sans"/>
                          <a:ea typeface="DM Sans"/>
                          <a:cs typeface="DM Sans"/>
                          <a:sym typeface="DM Sans"/>
                        </a:rPr>
                        <a:t>Jan</a:t>
                      </a:r>
                      <a:endParaRPr sz="1600" b="1">
                        <a:solidFill>
                          <a:schemeClr val="dk1"/>
                        </a:solidFill>
                        <a:latin typeface="DM Sans"/>
                        <a:ea typeface="DM Sans"/>
                        <a:cs typeface="DM Sans"/>
                        <a:sym typeface="DM Sans"/>
                      </a:endParaRPr>
                    </a:p>
                  </a:txBody>
                  <a:tcPr marL="0" marR="0"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1600" b="1">
                          <a:solidFill>
                            <a:schemeClr val="dk1"/>
                          </a:solidFill>
                          <a:latin typeface="DM Sans"/>
                          <a:ea typeface="DM Sans"/>
                          <a:cs typeface="DM Sans"/>
                          <a:sym typeface="DM Sans"/>
                        </a:rPr>
                        <a:t>Feb</a:t>
                      </a:r>
                      <a:endParaRPr sz="1600" b="1">
                        <a:solidFill>
                          <a:schemeClr val="dk1"/>
                        </a:solidFill>
                        <a:latin typeface="DM Sans"/>
                        <a:ea typeface="DM Sans"/>
                        <a:cs typeface="DM Sans"/>
                        <a:sym typeface="DM Sans"/>
                      </a:endParaRPr>
                    </a:p>
                  </a:txBody>
                  <a:tcPr marL="0" marR="0"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1600" b="1">
                          <a:solidFill>
                            <a:schemeClr val="dk1"/>
                          </a:solidFill>
                          <a:latin typeface="DM Sans"/>
                          <a:ea typeface="DM Sans"/>
                          <a:cs typeface="DM Sans"/>
                          <a:sym typeface="DM Sans"/>
                        </a:rPr>
                        <a:t>Mar</a:t>
                      </a:r>
                      <a:endParaRPr sz="1600" b="1">
                        <a:solidFill>
                          <a:schemeClr val="dk1"/>
                        </a:solidFill>
                        <a:latin typeface="DM Sans"/>
                        <a:ea typeface="DM Sans"/>
                        <a:cs typeface="DM Sans"/>
                        <a:sym typeface="DM Sans"/>
                      </a:endParaRPr>
                    </a:p>
                  </a:txBody>
                  <a:tcPr marL="0" marR="0"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1600" b="1">
                          <a:solidFill>
                            <a:schemeClr val="dk1"/>
                          </a:solidFill>
                          <a:latin typeface="DM Sans"/>
                          <a:ea typeface="DM Sans"/>
                          <a:cs typeface="DM Sans"/>
                          <a:sym typeface="DM Sans"/>
                        </a:rPr>
                        <a:t>Apr</a:t>
                      </a:r>
                      <a:endParaRPr sz="1600" b="1">
                        <a:solidFill>
                          <a:schemeClr val="dk1"/>
                        </a:solidFill>
                        <a:latin typeface="DM Sans"/>
                        <a:ea typeface="DM Sans"/>
                        <a:cs typeface="DM Sans"/>
                        <a:sym typeface="DM Sans"/>
                      </a:endParaRPr>
                    </a:p>
                  </a:txBody>
                  <a:tcPr marL="0" marR="0"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1600" b="1">
                          <a:solidFill>
                            <a:schemeClr val="dk1"/>
                          </a:solidFill>
                          <a:latin typeface="DM Sans"/>
                          <a:ea typeface="DM Sans"/>
                          <a:cs typeface="DM Sans"/>
                          <a:sym typeface="DM Sans"/>
                        </a:rPr>
                        <a:t>May</a:t>
                      </a:r>
                      <a:endParaRPr sz="1600" b="1">
                        <a:solidFill>
                          <a:schemeClr val="dk1"/>
                        </a:solidFill>
                        <a:latin typeface="DM Sans"/>
                        <a:ea typeface="DM Sans"/>
                        <a:cs typeface="DM Sans"/>
                        <a:sym typeface="DM Sans"/>
                      </a:endParaRPr>
                    </a:p>
                  </a:txBody>
                  <a:tcPr marL="0" marR="0"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1600" b="1">
                          <a:solidFill>
                            <a:schemeClr val="dk1"/>
                          </a:solidFill>
                          <a:latin typeface="DM Sans"/>
                          <a:ea typeface="DM Sans"/>
                          <a:cs typeface="DM Sans"/>
                          <a:sym typeface="DM Sans"/>
                        </a:rPr>
                        <a:t>Jun</a:t>
                      </a:r>
                      <a:endParaRPr sz="1600" b="1">
                        <a:solidFill>
                          <a:schemeClr val="dk1"/>
                        </a:solidFill>
                        <a:latin typeface="DM Sans"/>
                        <a:ea typeface="DM Sans"/>
                        <a:cs typeface="DM Sans"/>
                        <a:sym typeface="DM Sans"/>
                      </a:endParaRPr>
                    </a:p>
                  </a:txBody>
                  <a:tcPr marL="0" marR="0"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 sz="1600" b="1">
                          <a:solidFill>
                            <a:schemeClr val="dk1"/>
                          </a:solidFill>
                          <a:latin typeface="DM Sans"/>
                          <a:ea typeface="DM Sans"/>
                          <a:cs typeface="DM Sans"/>
                          <a:sym typeface="DM Sans"/>
                        </a:rPr>
                        <a:t>Status</a:t>
                      </a:r>
                      <a:endParaRPr sz="1600" b="1">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555775">
                <a:tc>
                  <a:txBody>
                    <a:bodyPr/>
                    <a:lstStyle/>
                    <a:p>
                      <a:pPr marL="0" lvl="0" indent="0" algn="l" rtl="0">
                        <a:lnSpc>
                          <a:spcPct val="115000"/>
                        </a:lnSpc>
                        <a:spcBef>
                          <a:spcPts val="0"/>
                        </a:spcBef>
                        <a:spcAft>
                          <a:spcPts val="0"/>
                        </a:spcAft>
                        <a:buNone/>
                      </a:pPr>
                      <a:r>
                        <a:rPr lang="en" sz="1500" b="1">
                          <a:solidFill>
                            <a:schemeClr val="dk1"/>
                          </a:solidFill>
                          <a:latin typeface="Lato"/>
                          <a:ea typeface="Lato"/>
                          <a:cs typeface="Lato"/>
                          <a:sym typeface="Lato"/>
                        </a:rPr>
                        <a:t>Task 1</a:t>
                      </a:r>
                      <a:endParaRPr sz="1500" b="1">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Despite being red, Mars is cold</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Jan 1 - Feb 15</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Completed</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55775">
                <a:tc>
                  <a:txBody>
                    <a:bodyPr/>
                    <a:lstStyle/>
                    <a:p>
                      <a:pPr marL="0" lvl="0" indent="0" algn="l" rtl="0">
                        <a:lnSpc>
                          <a:spcPct val="115000"/>
                        </a:lnSpc>
                        <a:spcBef>
                          <a:spcPts val="0"/>
                        </a:spcBef>
                        <a:spcAft>
                          <a:spcPts val="0"/>
                        </a:spcAft>
                        <a:buNone/>
                      </a:pPr>
                      <a:r>
                        <a:rPr lang="en" sz="1500" b="1">
                          <a:solidFill>
                            <a:schemeClr val="dk1"/>
                          </a:solidFill>
                          <a:latin typeface="Lato"/>
                          <a:ea typeface="Lato"/>
                          <a:cs typeface="Lato"/>
                          <a:sym typeface="Lato"/>
                        </a:rPr>
                        <a:t>Task 2</a:t>
                      </a:r>
                      <a:endParaRPr sz="1500" b="1">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Earth is the planet with life</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Feb 1 - Apr 30</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In progress</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55775">
                <a:tc>
                  <a:txBody>
                    <a:bodyPr/>
                    <a:lstStyle/>
                    <a:p>
                      <a:pPr marL="0" lvl="0" indent="0" algn="l" rtl="0">
                        <a:lnSpc>
                          <a:spcPct val="115000"/>
                        </a:lnSpc>
                        <a:spcBef>
                          <a:spcPts val="0"/>
                        </a:spcBef>
                        <a:spcAft>
                          <a:spcPts val="0"/>
                        </a:spcAft>
                        <a:buNone/>
                      </a:pPr>
                      <a:r>
                        <a:rPr lang="en" sz="1500" b="1">
                          <a:solidFill>
                            <a:schemeClr val="dk1"/>
                          </a:solidFill>
                          <a:latin typeface="Lato"/>
                          <a:ea typeface="Lato"/>
                          <a:cs typeface="Lato"/>
                          <a:sym typeface="Lato"/>
                        </a:rPr>
                        <a:t>Task 3</a:t>
                      </a:r>
                      <a:endParaRPr sz="1500" b="1">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has a beautiful name</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Mar 15 - Apr 30</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Delayed</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55775">
                <a:tc>
                  <a:txBody>
                    <a:bodyPr/>
                    <a:lstStyle/>
                    <a:p>
                      <a:pPr marL="0" lvl="0" indent="0" algn="l" rtl="0">
                        <a:lnSpc>
                          <a:spcPct val="115000"/>
                        </a:lnSpc>
                        <a:spcBef>
                          <a:spcPts val="0"/>
                        </a:spcBef>
                        <a:spcAft>
                          <a:spcPts val="0"/>
                        </a:spcAft>
                        <a:buNone/>
                      </a:pPr>
                      <a:r>
                        <a:rPr lang="en" sz="1500" b="1">
                          <a:solidFill>
                            <a:schemeClr val="dk1"/>
                          </a:solidFill>
                          <a:latin typeface="Lato"/>
                          <a:ea typeface="Lato"/>
                          <a:cs typeface="Lato"/>
                          <a:sym typeface="Lato"/>
                        </a:rPr>
                        <a:t>Task 4</a:t>
                      </a:r>
                      <a:endParaRPr sz="1500" b="1">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Neptune is far away from us</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Apr 20 - May 15</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Not started</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555775">
                <a:tc>
                  <a:txBody>
                    <a:bodyPr/>
                    <a:lstStyle/>
                    <a:p>
                      <a:pPr marL="0" lvl="0" indent="0" algn="l" rtl="0">
                        <a:lnSpc>
                          <a:spcPct val="115000"/>
                        </a:lnSpc>
                        <a:spcBef>
                          <a:spcPts val="0"/>
                        </a:spcBef>
                        <a:spcAft>
                          <a:spcPts val="0"/>
                        </a:spcAft>
                        <a:buNone/>
                      </a:pPr>
                      <a:r>
                        <a:rPr lang="en" sz="1500" b="1">
                          <a:solidFill>
                            <a:schemeClr val="dk1"/>
                          </a:solidFill>
                          <a:latin typeface="Lato"/>
                          <a:ea typeface="Lato"/>
                          <a:cs typeface="Lato"/>
                          <a:sym typeface="Lato"/>
                        </a:rPr>
                        <a:t>Task 5</a:t>
                      </a:r>
                      <a:endParaRPr sz="1500" b="1">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Jupiter is a huge gas giant</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Jun 4 - Jun 30</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0"/>
                        </a:spcAft>
                        <a:buNone/>
                      </a:pP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Not started</a:t>
                      </a:r>
                      <a:endParaRPr>
                        <a:solidFill>
                          <a:schemeClr val="dk1"/>
                        </a:solidFill>
                        <a:latin typeface="Lato"/>
                        <a:ea typeface="Lato"/>
                        <a:cs typeface="Lato"/>
                        <a:sym typeface="Lat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bl>
          </a:graphicData>
        </a:graphic>
      </p:graphicFrame>
      <p:sp>
        <p:nvSpPr>
          <p:cNvPr id="473" name="Google Shape;473;p40"/>
          <p:cNvSpPr txBox="1"/>
          <p:nvPr/>
        </p:nvSpPr>
        <p:spPr>
          <a:xfrm>
            <a:off x="3541350" y="4424225"/>
            <a:ext cx="1026900" cy="210600"/>
          </a:xfrm>
          <a:prstGeom prst="rect">
            <a:avLst/>
          </a:prstGeom>
          <a:noFill/>
          <a:ln>
            <a:noFill/>
          </a:ln>
        </p:spPr>
        <p:txBody>
          <a:bodyPr spcFirstLastPara="1" wrap="square" lIns="91425" tIns="91425" rIns="0"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Group 1</a:t>
            </a:r>
            <a:endParaRPr>
              <a:solidFill>
                <a:schemeClr val="dk1"/>
              </a:solidFill>
              <a:latin typeface="Lato"/>
              <a:ea typeface="Lato"/>
              <a:cs typeface="Lato"/>
              <a:sym typeface="Lato"/>
            </a:endParaRPr>
          </a:p>
        </p:txBody>
      </p:sp>
      <p:sp>
        <p:nvSpPr>
          <p:cNvPr id="474" name="Google Shape;474;p40"/>
          <p:cNvSpPr txBox="1"/>
          <p:nvPr/>
        </p:nvSpPr>
        <p:spPr>
          <a:xfrm>
            <a:off x="4789049" y="4424225"/>
            <a:ext cx="1024200" cy="210600"/>
          </a:xfrm>
          <a:prstGeom prst="rect">
            <a:avLst/>
          </a:prstGeom>
          <a:noFill/>
          <a:ln>
            <a:noFill/>
          </a:ln>
        </p:spPr>
        <p:txBody>
          <a:bodyPr spcFirstLastPara="1" wrap="square" lIns="91425" tIns="91425" rIns="0"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Group 2</a:t>
            </a:r>
            <a:endParaRPr>
              <a:solidFill>
                <a:schemeClr val="dk1"/>
              </a:solidFill>
              <a:latin typeface="Lato"/>
              <a:ea typeface="Lato"/>
              <a:cs typeface="Lato"/>
              <a:sym typeface="Lato"/>
            </a:endParaRPr>
          </a:p>
        </p:txBody>
      </p:sp>
      <p:sp>
        <p:nvSpPr>
          <p:cNvPr id="475" name="Google Shape;475;p40"/>
          <p:cNvSpPr/>
          <p:nvPr/>
        </p:nvSpPr>
        <p:spPr>
          <a:xfrm>
            <a:off x="3330750" y="4424225"/>
            <a:ext cx="210600" cy="210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0"/>
          <p:cNvSpPr/>
          <p:nvPr/>
        </p:nvSpPr>
        <p:spPr>
          <a:xfrm>
            <a:off x="4568250" y="4424225"/>
            <a:ext cx="210600" cy="2106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80"/>
        <p:cNvGrpSpPr/>
        <p:nvPr/>
      </p:nvGrpSpPr>
      <p:grpSpPr>
        <a:xfrm>
          <a:off x="0" y="0"/>
          <a:ext cx="0" cy="0"/>
          <a:chOff x="0" y="0"/>
          <a:chExt cx="0" cy="0"/>
        </a:xfrm>
      </p:grpSpPr>
      <p:sp>
        <p:nvSpPr>
          <p:cNvPr id="481" name="Google Shape;481;p41"/>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Methodology</a:t>
            </a:r>
            <a:endParaRPr/>
          </a:p>
        </p:txBody>
      </p:sp>
      <p:sp>
        <p:nvSpPr>
          <p:cNvPr id="482" name="Google Shape;482;p41"/>
          <p:cNvSpPr txBox="1"/>
          <p:nvPr/>
        </p:nvSpPr>
        <p:spPr>
          <a:xfrm>
            <a:off x="5537805" y="1227450"/>
            <a:ext cx="2892900" cy="7041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 and the smallest one </a:t>
            </a:r>
            <a:endParaRPr>
              <a:solidFill>
                <a:schemeClr val="dk1"/>
              </a:solidFill>
              <a:latin typeface="Lato"/>
              <a:ea typeface="Lato"/>
              <a:cs typeface="Lato"/>
              <a:sym typeface="Lato"/>
            </a:endParaRPr>
          </a:p>
        </p:txBody>
      </p:sp>
      <p:sp>
        <p:nvSpPr>
          <p:cNvPr id="483" name="Google Shape;483;p41"/>
          <p:cNvSpPr txBox="1"/>
          <p:nvPr/>
        </p:nvSpPr>
        <p:spPr>
          <a:xfrm>
            <a:off x="5534377" y="2058529"/>
            <a:ext cx="2892900" cy="7068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has a beautiful name and is the second planet from the Sun</a:t>
            </a:r>
            <a:endParaRPr>
              <a:solidFill>
                <a:schemeClr val="dk1"/>
              </a:solidFill>
              <a:latin typeface="Lato"/>
              <a:ea typeface="Lato"/>
              <a:cs typeface="Lato"/>
              <a:sym typeface="Lato"/>
            </a:endParaRPr>
          </a:p>
        </p:txBody>
      </p:sp>
      <p:sp>
        <p:nvSpPr>
          <p:cNvPr id="484" name="Google Shape;484;p41"/>
          <p:cNvSpPr txBox="1"/>
          <p:nvPr/>
        </p:nvSpPr>
        <p:spPr>
          <a:xfrm>
            <a:off x="5534374" y="2892308"/>
            <a:ext cx="2892900" cy="6999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Mars is full of iron oxide dust, which gives the planet its colour</a:t>
            </a:r>
            <a:endParaRPr>
              <a:solidFill>
                <a:schemeClr val="dk1"/>
              </a:solidFill>
              <a:latin typeface="Lato"/>
              <a:ea typeface="Lato"/>
              <a:cs typeface="Lato"/>
              <a:sym typeface="Lato"/>
            </a:endParaRPr>
          </a:p>
        </p:txBody>
      </p:sp>
      <p:sp>
        <p:nvSpPr>
          <p:cNvPr id="485" name="Google Shape;485;p41"/>
          <p:cNvSpPr txBox="1"/>
          <p:nvPr/>
        </p:nvSpPr>
        <p:spPr>
          <a:xfrm>
            <a:off x="5537805" y="3719175"/>
            <a:ext cx="2892900" cy="7041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Jupiter is a gas giant and the biggest planet in the Solar System</a:t>
            </a:r>
            <a:endParaRPr>
              <a:solidFill>
                <a:schemeClr val="dk1"/>
              </a:solidFill>
              <a:latin typeface="Lato"/>
              <a:ea typeface="Lato"/>
              <a:cs typeface="Lato"/>
              <a:sym typeface="Lato"/>
            </a:endParaRPr>
          </a:p>
        </p:txBody>
      </p:sp>
      <p:sp>
        <p:nvSpPr>
          <p:cNvPr id="486" name="Google Shape;486;p41"/>
          <p:cNvSpPr txBox="1"/>
          <p:nvPr/>
        </p:nvSpPr>
        <p:spPr>
          <a:xfrm>
            <a:off x="745800" y="2586275"/>
            <a:ext cx="1183200" cy="4782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Method</a:t>
            </a:r>
            <a:endParaRPr sz="2000" b="1">
              <a:solidFill>
                <a:schemeClr val="dk1"/>
              </a:solidFill>
              <a:latin typeface="DM Sans"/>
              <a:ea typeface="DM Sans"/>
              <a:cs typeface="DM Sans"/>
              <a:sym typeface="DM Sans"/>
            </a:endParaRPr>
          </a:p>
        </p:txBody>
      </p:sp>
      <p:sp>
        <p:nvSpPr>
          <p:cNvPr id="487" name="Google Shape;487;p41"/>
          <p:cNvSpPr txBox="1"/>
          <p:nvPr/>
        </p:nvSpPr>
        <p:spPr>
          <a:xfrm>
            <a:off x="2964875" y="1227450"/>
            <a:ext cx="2569500" cy="7041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Type of data</a:t>
            </a:r>
            <a:endParaRPr sz="2000" b="1">
              <a:solidFill>
                <a:schemeClr val="dk1"/>
              </a:solidFill>
              <a:latin typeface="DM Sans"/>
              <a:ea typeface="DM Sans"/>
              <a:cs typeface="DM Sans"/>
              <a:sym typeface="DM Sans"/>
            </a:endParaRPr>
          </a:p>
        </p:txBody>
      </p:sp>
      <p:sp>
        <p:nvSpPr>
          <p:cNvPr id="488" name="Google Shape;488;p41"/>
          <p:cNvSpPr txBox="1"/>
          <p:nvPr/>
        </p:nvSpPr>
        <p:spPr>
          <a:xfrm>
            <a:off x="2964875" y="2058025"/>
            <a:ext cx="2569500" cy="7041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Motives</a:t>
            </a:r>
            <a:endParaRPr sz="2000" b="1">
              <a:solidFill>
                <a:schemeClr val="dk1"/>
              </a:solidFill>
              <a:latin typeface="DM Sans"/>
              <a:ea typeface="DM Sans"/>
              <a:cs typeface="DM Sans"/>
              <a:sym typeface="DM Sans"/>
            </a:endParaRPr>
          </a:p>
        </p:txBody>
      </p:sp>
      <p:sp>
        <p:nvSpPr>
          <p:cNvPr id="489" name="Google Shape;489;p41"/>
          <p:cNvSpPr txBox="1"/>
          <p:nvPr/>
        </p:nvSpPr>
        <p:spPr>
          <a:xfrm>
            <a:off x="2964875" y="2888600"/>
            <a:ext cx="2569500" cy="7041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Data collection</a:t>
            </a:r>
            <a:endParaRPr sz="2000" b="1">
              <a:solidFill>
                <a:schemeClr val="dk1"/>
              </a:solidFill>
              <a:latin typeface="DM Sans"/>
              <a:ea typeface="DM Sans"/>
              <a:cs typeface="DM Sans"/>
              <a:sym typeface="DM Sans"/>
            </a:endParaRPr>
          </a:p>
        </p:txBody>
      </p:sp>
      <p:sp>
        <p:nvSpPr>
          <p:cNvPr id="490" name="Google Shape;490;p41"/>
          <p:cNvSpPr txBox="1"/>
          <p:nvPr/>
        </p:nvSpPr>
        <p:spPr>
          <a:xfrm>
            <a:off x="2964875" y="3719175"/>
            <a:ext cx="2569500" cy="7041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Specific sampling</a:t>
            </a:r>
            <a:endParaRPr sz="2000" b="1">
              <a:solidFill>
                <a:schemeClr val="dk1"/>
              </a:solidFill>
              <a:latin typeface="DM Sans"/>
              <a:ea typeface="DM Sans"/>
              <a:cs typeface="DM Sans"/>
              <a:sym typeface="DM Sans"/>
            </a:endParaRPr>
          </a:p>
        </p:txBody>
      </p:sp>
      <p:sp>
        <p:nvSpPr>
          <p:cNvPr id="491" name="Google Shape;491;p41"/>
          <p:cNvSpPr/>
          <p:nvPr/>
        </p:nvSpPr>
        <p:spPr>
          <a:xfrm>
            <a:off x="2353658" y="1305173"/>
            <a:ext cx="5487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492" name="Google Shape;492;p41"/>
          <p:cNvSpPr/>
          <p:nvPr/>
        </p:nvSpPr>
        <p:spPr>
          <a:xfrm>
            <a:off x="2353658" y="2135740"/>
            <a:ext cx="5487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493" name="Google Shape;493;p41"/>
          <p:cNvSpPr/>
          <p:nvPr/>
        </p:nvSpPr>
        <p:spPr>
          <a:xfrm>
            <a:off x="2353658" y="2966308"/>
            <a:ext cx="5487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494" name="Google Shape;494;p41"/>
          <p:cNvSpPr/>
          <p:nvPr/>
        </p:nvSpPr>
        <p:spPr>
          <a:xfrm>
            <a:off x="2353658" y="3796875"/>
            <a:ext cx="5487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nvGrpSpPr>
          <p:cNvPr id="495" name="Google Shape;495;p41"/>
          <p:cNvGrpSpPr/>
          <p:nvPr/>
        </p:nvGrpSpPr>
        <p:grpSpPr>
          <a:xfrm>
            <a:off x="2439379" y="3903010"/>
            <a:ext cx="377258" cy="336443"/>
            <a:chOff x="1512177" y="3800798"/>
            <a:chExt cx="377258" cy="336443"/>
          </a:xfrm>
        </p:grpSpPr>
        <p:sp>
          <p:nvSpPr>
            <p:cNvPr id="496" name="Google Shape;496;p41"/>
            <p:cNvSpPr/>
            <p:nvPr/>
          </p:nvSpPr>
          <p:spPr>
            <a:xfrm>
              <a:off x="1624693" y="4063334"/>
              <a:ext cx="13237" cy="15443"/>
            </a:xfrm>
            <a:custGeom>
              <a:avLst/>
              <a:gdLst/>
              <a:ahLst/>
              <a:cxnLst/>
              <a:rect l="l" t="t" r="r" b="b"/>
              <a:pathLst>
                <a:path w="5" h="6" extrusionOk="0">
                  <a:moveTo>
                    <a:pt x="3" y="0"/>
                  </a:moveTo>
                  <a:cubicBezTo>
                    <a:pt x="2" y="0"/>
                    <a:pt x="1" y="0"/>
                    <a:pt x="1" y="1"/>
                  </a:cubicBezTo>
                  <a:cubicBezTo>
                    <a:pt x="0" y="2"/>
                    <a:pt x="0" y="2"/>
                    <a:pt x="0" y="3"/>
                  </a:cubicBezTo>
                  <a:cubicBezTo>
                    <a:pt x="0" y="4"/>
                    <a:pt x="0" y="4"/>
                    <a:pt x="1" y="5"/>
                  </a:cubicBezTo>
                  <a:cubicBezTo>
                    <a:pt x="1" y="5"/>
                    <a:pt x="2" y="6"/>
                    <a:pt x="3" y="6"/>
                  </a:cubicBezTo>
                  <a:cubicBezTo>
                    <a:pt x="3" y="6"/>
                    <a:pt x="4" y="5"/>
                    <a:pt x="5" y="5"/>
                  </a:cubicBezTo>
                  <a:cubicBezTo>
                    <a:pt x="5" y="4"/>
                    <a:pt x="5" y="4"/>
                    <a:pt x="5" y="3"/>
                  </a:cubicBezTo>
                  <a:cubicBezTo>
                    <a:pt x="5" y="2"/>
                    <a:pt x="5" y="2"/>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 name="Google Shape;497;p41"/>
            <p:cNvSpPr/>
            <p:nvPr/>
          </p:nvSpPr>
          <p:spPr>
            <a:xfrm>
              <a:off x="1800085" y="4124004"/>
              <a:ext cx="13237" cy="13237"/>
            </a:xfrm>
            <a:custGeom>
              <a:avLst/>
              <a:gdLst/>
              <a:ahLst/>
              <a:cxnLst/>
              <a:rect l="l" t="t" r="r" b="b"/>
              <a:pathLst>
                <a:path w="5" h="5" extrusionOk="0">
                  <a:moveTo>
                    <a:pt x="3" y="0"/>
                  </a:moveTo>
                  <a:cubicBezTo>
                    <a:pt x="2" y="0"/>
                    <a:pt x="1" y="0"/>
                    <a:pt x="1" y="0"/>
                  </a:cubicBezTo>
                  <a:cubicBezTo>
                    <a:pt x="0" y="1"/>
                    <a:pt x="0" y="2"/>
                    <a:pt x="0" y="2"/>
                  </a:cubicBezTo>
                  <a:cubicBezTo>
                    <a:pt x="0" y="3"/>
                    <a:pt x="0" y="4"/>
                    <a:pt x="1" y="4"/>
                  </a:cubicBezTo>
                  <a:cubicBezTo>
                    <a:pt x="1" y="5"/>
                    <a:pt x="2" y="5"/>
                    <a:pt x="3" y="5"/>
                  </a:cubicBezTo>
                  <a:cubicBezTo>
                    <a:pt x="3" y="5"/>
                    <a:pt x="4" y="5"/>
                    <a:pt x="5" y="4"/>
                  </a:cubicBezTo>
                  <a:cubicBezTo>
                    <a:pt x="5" y="4"/>
                    <a:pt x="5" y="3"/>
                    <a:pt x="5" y="2"/>
                  </a:cubicBezTo>
                  <a:cubicBezTo>
                    <a:pt x="5" y="2"/>
                    <a:pt x="5" y="1"/>
                    <a:pt x="5" y="0"/>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 name="Google Shape;498;p41"/>
            <p:cNvSpPr/>
            <p:nvPr/>
          </p:nvSpPr>
          <p:spPr>
            <a:xfrm>
              <a:off x="1512177" y="3911107"/>
              <a:ext cx="377258" cy="226134"/>
            </a:xfrm>
            <a:custGeom>
              <a:avLst/>
              <a:gdLst/>
              <a:ahLst/>
              <a:cxnLst/>
              <a:rect l="l" t="t" r="r" b="b"/>
              <a:pathLst>
                <a:path w="144" h="86" extrusionOk="0">
                  <a:moveTo>
                    <a:pt x="144" y="82"/>
                  </a:moveTo>
                  <a:cubicBezTo>
                    <a:pt x="138" y="71"/>
                    <a:pt x="138" y="71"/>
                    <a:pt x="138" y="71"/>
                  </a:cubicBezTo>
                  <a:cubicBezTo>
                    <a:pt x="137" y="70"/>
                    <a:pt x="136" y="69"/>
                    <a:pt x="135" y="69"/>
                  </a:cubicBezTo>
                  <a:cubicBezTo>
                    <a:pt x="133" y="69"/>
                    <a:pt x="133" y="69"/>
                    <a:pt x="133" y="69"/>
                  </a:cubicBezTo>
                  <a:cubicBezTo>
                    <a:pt x="129" y="60"/>
                    <a:pt x="129" y="60"/>
                    <a:pt x="129" y="60"/>
                  </a:cubicBezTo>
                  <a:cubicBezTo>
                    <a:pt x="128" y="59"/>
                    <a:pt x="127" y="58"/>
                    <a:pt x="126" y="58"/>
                  </a:cubicBezTo>
                  <a:cubicBezTo>
                    <a:pt x="120" y="58"/>
                    <a:pt x="120" y="58"/>
                    <a:pt x="120" y="58"/>
                  </a:cubicBezTo>
                  <a:cubicBezTo>
                    <a:pt x="116" y="49"/>
                    <a:pt x="116" y="49"/>
                    <a:pt x="116" y="49"/>
                  </a:cubicBezTo>
                  <a:cubicBezTo>
                    <a:pt x="116" y="48"/>
                    <a:pt x="115" y="47"/>
                    <a:pt x="114" y="47"/>
                  </a:cubicBezTo>
                  <a:cubicBezTo>
                    <a:pt x="108" y="47"/>
                    <a:pt x="108" y="47"/>
                    <a:pt x="108" y="47"/>
                  </a:cubicBezTo>
                  <a:cubicBezTo>
                    <a:pt x="104" y="37"/>
                    <a:pt x="104" y="37"/>
                    <a:pt x="104" y="37"/>
                  </a:cubicBezTo>
                  <a:cubicBezTo>
                    <a:pt x="104" y="36"/>
                    <a:pt x="103" y="36"/>
                    <a:pt x="102" y="36"/>
                  </a:cubicBezTo>
                  <a:cubicBezTo>
                    <a:pt x="97" y="36"/>
                    <a:pt x="97" y="36"/>
                    <a:pt x="97" y="36"/>
                  </a:cubicBezTo>
                  <a:cubicBezTo>
                    <a:pt x="93" y="26"/>
                    <a:pt x="93" y="26"/>
                    <a:pt x="93" y="26"/>
                  </a:cubicBezTo>
                  <a:cubicBezTo>
                    <a:pt x="92" y="25"/>
                    <a:pt x="91" y="24"/>
                    <a:pt x="90" y="24"/>
                  </a:cubicBezTo>
                  <a:cubicBezTo>
                    <a:pt x="85" y="24"/>
                    <a:pt x="85" y="24"/>
                    <a:pt x="85" y="24"/>
                  </a:cubicBezTo>
                  <a:cubicBezTo>
                    <a:pt x="85" y="17"/>
                    <a:pt x="85" y="17"/>
                    <a:pt x="85" y="17"/>
                  </a:cubicBezTo>
                  <a:cubicBezTo>
                    <a:pt x="87" y="17"/>
                    <a:pt x="88" y="15"/>
                    <a:pt x="88" y="14"/>
                  </a:cubicBezTo>
                  <a:cubicBezTo>
                    <a:pt x="88" y="3"/>
                    <a:pt x="88" y="3"/>
                    <a:pt x="88" y="3"/>
                  </a:cubicBezTo>
                  <a:cubicBezTo>
                    <a:pt x="88" y="1"/>
                    <a:pt x="87" y="0"/>
                    <a:pt x="85" y="0"/>
                  </a:cubicBezTo>
                  <a:cubicBezTo>
                    <a:pt x="59" y="0"/>
                    <a:pt x="59" y="0"/>
                    <a:pt x="59" y="0"/>
                  </a:cubicBezTo>
                  <a:cubicBezTo>
                    <a:pt x="58" y="0"/>
                    <a:pt x="56" y="1"/>
                    <a:pt x="56" y="3"/>
                  </a:cubicBezTo>
                  <a:cubicBezTo>
                    <a:pt x="56" y="14"/>
                    <a:pt x="56" y="14"/>
                    <a:pt x="56" y="14"/>
                  </a:cubicBezTo>
                  <a:cubicBezTo>
                    <a:pt x="56" y="15"/>
                    <a:pt x="58" y="17"/>
                    <a:pt x="59" y="17"/>
                  </a:cubicBezTo>
                  <a:cubicBezTo>
                    <a:pt x="59" y="24"/>
                    <a:pt x="59" y="24"/>
                    <a:pt x="59" y="24"/>
                  </a:cubicBezTo>
                  <a:cubicBezTo>
                    <a:pt x="55" y="24"/>
                    <a:pt x="55" y="24"/>
                    <a:pt x="55" y="24"/>
                  </a:cubicBezTo>
                  <a:cubicBezTo>
                    <a:pt x="53" y="24"/>
                    <a:pt x="52" y="25"/>
                    <a:pt x="52" y="26"/>
                  </a:cubicBezTo>
                  <a:cubicBezTo>
                    <a:pt x="47" y="36"/>
                    <a:pt x="47" y="36"/>
                    <a:pt x="47" y="36"/>
                  </a:cubicBezTo>
                  <a:cubicBezTo>
                    <a:pt x="43" y="36"/>
                    <a:pt x="43" y="36"/>
                    <a:pt x="43" y="36"/>
                  </a:cubicBezTo>
                  <a:cubicBezTo>
                    <a:pt x="41" y="36"/>
                    <a:pt x="40" y="36"/>
                    <a:pt x="40" y="37"/>
                  </a:cubicBezTo>
                  <a:cubicBezTo>
                    <a:pt x="36" y="47"/>
                    <a:pt x="36" y="47"/>
                    <a:pt x="36" y="47"/>
                  </a:cubicBezTo>
                  <a:cubicBezTo>
                    <a:pt x="31" y="47"/>
                    <a:pt x="31" y="47"/>
                    <a:pt x="31" y="47"/>
                  </a:cubicBezTo>
                  <a:cubicBezTo>
                    <a:pt x="29" y="47"/>
                    <a:pt x="28" y="48"/>
                    <a:pt x="28" y="49"/>
                  </a:cubicBezTo>
                  <a:cubicBezTo>
                    <a:pt x="24" y="58"/>
                    <a:pt x="24" y="58"/>
                    <a:pt x="24" y="58"/>
                  </a:cubicBezTo>
                  <a:cubicBezTo>
                    <a:pt x="18" y="58"/>
                    <a:pt x="18" y="58"/>
                    <a:pt x="18" y="58"/>
                  </a:cubicBezTo>
                  <a:cubicBezTo>
                    <a:pt x="17" y="58"/>
                    <a:pt x="16" y="59"/>
                    <a:pt x="16" y="60"/>
                  </a:cubicBezTo>
                  <a:cubicBezTo>
                    <a:pt x="12" y="69"/>
                    <a:pt x="12" y="69"/>
                    <a:pt x="12" y="69"/>
                  </a:cubicBezTo>
                  <a:cubicBezTo>
                    <a:pt x="9" y="69"/>
                    <a:pt x="9" y="69"/>
                    <a:pt x="9" y="69"/>
                  </a:cubicBezTo>
                  <a:cubicBezTo>
                    <a:pt x="8" y="69"/>
                    <a:pt x="7" y="70"/>
                    <a:pt x="7" y="71"/>
                  </a:cubicBezTo>
                  <a:cubicBezTo>
                    <a:pt x="1" y="82"/>
                    <a:pt x="1" y="82"/>
                    <a:pt x="1" y="82"/>
                  </a:cubicBezTo>
                  <a:cubicBezTo>
                    <a:pt x="0" y="83"/>
                    <a:pt x="0" y="84"/>
                    <a:pt x="1" y="85"/>
                  </a:cubicBezTo>
                  <a:cubicBezTo>
                    <a:pt x="1" y="86"/>
                    <a:pt x="2" y="86"/>
                    <a:pt x="3" y="86"/>
                  </a:cubicBezTo>
                  <a:cubicBezTo>
                    <a:pt x="62" y="86"/>
                    <a:pt x="62" y="86"/>
                    <a:pt x="62" y="86"/>
                  </a:cubicBezTo>
                  <a:cubicBezTo>
                    <a:pt x="62" y="86"/>
                    <a:pt x="62" y="86"/>
                    <a:pt x="62" y="86"/>
                  </a:cubicBezTo>
                  <a:cubicBezTo>
                    <a:pt x="62" y="86"/>
                    <a:pt x="62" y="86"/>
                    <a:pt x="62" y="86"/>
                  </a:cubicBezTo>
                  <a:cubicBezTo>
                    <a:pt x="82" y="86"/>
                    <a:pt x="82" y="86"/>
                    <a:pt x="82" y="86"/>
                  </a:cubicBezTo>
                  <a:cubicBezTo>
                    <a:pt x="83" y="86"/>
                    <a:pt x="83" y="86"/>
                    <a:pt x="83" y="86"/>
                  </a:cubicBezTo>
                  <a:cubicBezTo>
                    <a:pt x="83" y="86"/>
                    <a:pt x="83" y="86"/>
                    <a:pt x="83" y="86"/>
                  </a:cubicBezTo>
                  <a:cubicBezTo>
                    <a:pt x="102" y="86"/>
                    <a:pt x="102" y="86"/>
                    <a:pt x="102" y="86"/>
                  </a:cubicBezTo>
                  <a:cubicBezTo>
                    <a:pt x="103" y="86"/>
                    <a:pt x="105" y="85"/>
                    <a:pt x="105" y="84"/>
                  </a:cubicBezTo>
                  <a:cubicBezTo>
                    <a:pt x="105" y="82"/>
                    <a:pt x="104" y="80"/>
                    <a:pt x="102" y="80"/>
                  </a:cubicBezTo>
                  <a:cubicBezTo>
                    <a:pt x="85" y="80"/>
                    <a:pt x="85" y="80"/>
                    <a:pt x="85" y="80"/>
                  </a:cubicBezTo>
                  <a:cubicBezTo>
                    <a:pt x="85" y="75"/>
                    <a:pt x="85" y="75"/>
                    <a:pt x="85" y="75"/>
                  </a:cubicBezTo>
                  <a:cubicBezTo>
                    <a:pt x="133" y="75"/>
                    <a:pt x="133" y="75"/>
                    <a:pt x="133" y="75"/>
                  </a:cubicBezTo>
                  <a:cubicBezTo>
                    <a:pt x="136" y="80"/>
                    <a:pt x="136" y="80"/>
                    <a:pt x="136" y="80"/>
                  </a:cubicBezTo>
                  <a:cubicBezTo>
                    <a:pt x="124" y="80"/>
                    <a:pt x="124" y="80"/>
                    <a:pt x="124" y="80"/>
                  </a:cubicBezTo>
                  <a:cubicBezTo>
                    <a:pt x="123" y="80"/>
                    <a:pt x="121" y="81"/>
                    <a:pt x="121" y="83"/>
                  </a:cubicBezTo>
                  <a:cubicBezTo>
                    <a:pt x="121" y="85"/>
                    <a:pt x="122" y="86"/>
                    <a:pt x="124" y="86"/>
                  </a:cubicBezTo>
                  <a:cubicBezTo>
                    <a:pt x="141" y="86"/>
                    <a:pt x="141" y="86"/>
                    <a:pt x="141" y="86"/>
                  </a:cubicBezTo>
                  <a:cubicBezTo>
                    <a:pt x="142" y="86"/>
                    <a:pt x="142" y="86"/>
                    <a:pt x="143" y="85"/>
                  </a:cubicBezTo>
                  <a:cubicBezTo>
                    <a:pt x="144" y="84"/>
                    <a:pt x="144" y="83"/>
                    <a:pt x="144" y="82"/>
                  </a:cubicBezTo>
                  <a:close/>
                  <a:moveTo>
                    <a:pt x="114" y="58"/>
                  </a:moveTo>
                  <a:cubicBezTo>
                    <a:pt x="85" y="58"/>
                    <a:pt x="85" y="58"/>
                    <a:pt x="85" y="58"/>
                  </a:cubicBezTo>
                  <a:cubicBezTo>
                    <a:pt x="85" y="52"/>
                    <a:pt x="85" y="52"/>
                    <a:pt x="85" y="52"/>
                  </a:cubicBezTo>
                  <a:cubicBezTo>
                    <a:pt x="112" y="52"/>
                    <a:pt x="112" y="52"/>
                    <a:pt x="112" y="52"/>
                  </a:cubicBezTo>
                  <a:lnTo>
                    <a:pt x="114" y="58"/>
                  </a:lnTo>
                  <a:close/>
                  <a:moveTo>
                    <a:pt x="73" y="19"/>
                  </a:moveTo>
                  <a:cubicBezTo>
                    <a:pt x="71" y="19"/>
                    <a:pt x="70" y="20"/>
                    <a:pt x="70" y="22"/>
                  </a:cubicBezTo>
                  <a:cubicBezTo>
                    <a:pt x="70" y="24"/>
                    <a:pt x="70" y="24"/>
                    <a:pt x="70" y="24"/>
                  </a:cubicBezTo>
                  <a:cubicBezTo>
                    <a:pt x="65" y="24"/>
                    <a:pt x="65" y="24"/>
                    <a:pt x="65" y="24"/>
                  </a:cubicBezTo>
                  <a:cubicBezTo>
                    <a:pt x="65" y="17"/>
                    <a:pt x="65" y="17"/>
                    <a:pt x="65" y="17"/>
                  </a:cubicBezTo>
                  <a:cubicBezTo>
                    <a:pt x="80" y="17"/>
                    <a:pt x="80" y="17"/>
                    <a:pt x="80" y="17"/>
                  </a:cubicBezTo>
                  <a:cubicBezTo>
                    <a:pt x="80" y="24"/>
                    <a:pt x="80" y="24"/>
                    <a:pt x="80" y="24"/>
                  </a:cubicBezTo>
                  <a:cubicBezTo>
                    <a:pt x="75" y="24"/>
                    <a:pt x="75" y="24"/>
                    <a:pt x="75" y="24"/>
                  </a:cubicBezTo>
                  <a:cubicBezTo>
                    <a:pt x="75" y="22"/>
                    <a:pt x="75" y="22"/>
                    <a:pt x="75" y="22"/>
                  </a:cubicBezTo>
                  <a:cubicBezTo>
                    <a:pt x="75" y="20"/>
                    <a:pt x="74" y="19"/>
                    <a:pt x="73" y="19"/>
                  </a:cubicBezTo>
                  <a:close/>
                  <a:moveTo>
                    <a:pt x="102" y="47"/>
                  </a:moveTo>
                  <a:cubicBezTo>
                    <a:pt x="85" y="47"/>
                    <a:pt x="85" y="47"/>
                    <a:pt x="85" y="47"/>
                  </a:cubicBezTo>
                  <a:cubicBezTo>
                    <a:pt x="85" y="41"/>
                    <a:pt x="85" y="41"/>
                    <a:pt x="85" y="41"/>
                  </a:cubicBezTo>
                  <a:cubicBezTo>
                    <a:pt x="100" y="41"/>
                    <a:pt x="100" y="41"/>
                    <a:pt x="100" y="41"/>
                  </a:cubicBezTo>
                  <a:lnTo>
                    <a:pt x="102" y="47"/>
                  </a:lnTo>
                  <a:close/>
                  <a:moveTo>
                    <a:pt x="90" y="36"/>
                  </a:moveTo>
                  <a:cubicBezTo>
                    <a:pt x="85" y="36"/>
                    <a:pt x="85" y="36"/>
                    <a:pt x="85" y="36"/>
                  </a:cubicBezTo>
                  <a:cubicBezTo>
                    <a:pt x="85" y="30"/>
                    <a:pt x="85" y="30"/>
                    <a:pt x="85" y="30"/>
                  </a:cubicBezTo>
                  <a:cubicBezTo>
                    <a:pt x="88" y="30"/>
                    <a:pt x="88" y="30"/>
                    <a:pt x="88" y="30"/>
                  </a:cubicBezTo>
                  <a:lnTo>
                    <a:pt x="90" y="36"/>
                  </a:lnTo>
                  <a:close/>
                  <a:moveTo>
                    <a:pt x="62" y="5"/>
                  </a:moveTo>
                  <a:cubicBezTo>
                    <a:pt x="82" y="5"/>
                    <a:pt x="82" y="5"/>
                    <a:pt x="82" y="5"/>
                  </a:cubicBezTo>
                  <a:cubicBezTo>
                    <a:pt x="82" y="11"/>
                    <a:pt x="82" y="11"/>
                    <a:pt x="82" y="11"/>
                  </a:cubicBezTo>
                  <a:cubicBezTo>
                    <a:pt x="62" y="11"/>
                    <a:pt x="62" y="11"/>
                    <a:pt x="62" y="11"/>
                  </a:cubicBezTo>
                  <a:lnTo>
                    <a:pt x="62" y="5"/>
                  </a:lnTo>
                  <a:close/>
                  <a:moveTo>
                    <a:pt x="57" y="30"/>
                  </a:moveTo>
                  <a:cubicBezTo>
                    <a:pt x="59" y="30"/>
                    <a:pt x="59" y="30"/>
                    <a:pt x="59" y="30"/>
                  </a:cubicBezTo>
                  <a:cubicBezTo>
                    <a:pt x="59" y="36"/>
                    <a:pt x="59" y="36"/>
                    <a:pt x="59" y="36"/>
                  </a:cubicBezTo>
                  <a:cubicBezTo>
                    <a:pt x="54" y="36"/>
                    <a:pt x="54" y="36"/>
                    <a:pt x="54" y="36"/>
                  </a:cubicBezTo>
                  <a:lnTo>
                    <a:pt x="57" y="30"/>
                  </a:lnTo>
                  <a:close/>
                  <a:moveTo>
                    <a:pt x="45" y="41"/>
                  </a:moveTo>
                  <a:cubicBezTo>
                    <a:pt x="59" y="41"/>
                    <a:pt x="59" y="41"/>
                    <a:pt x="59" y="41"/>
                  </a:cubicBezTo>
                  <a:cubicBezTo>
                    <a:pt x="59" y="47"/>
                    <a:pt x="59" y="47"/>
                    <a:pt x="59" y="47"/>
                  </a:cubicBezTo>
                  <a:cubicBezTo>
                    <a:pt x="42" y="47"/>
                    <a:pt x="42" y="47"/>
                    <a:pt x="42" y="47"/>
                  </a:cubicBezTo>
                  <a:lnTo>
                    <a:pt x="45" y="41"/>
                  </a:lnTo>
                  <a:close/>
                  <a:moveTo>
                    <a:pt x="20" y="64"/>
                  </a:moveTo>
                  <a:cubicBezTo>
                    <a:pt x="26" y="64"/>
                    <a:pt x="26" y="64"/>
                    <a:pt x="26" y="64"/>
                  </a:cubicBezTo>
                  <a:cubicBezTo>
                    <a:pt x="26" y="64"/>
                    <a:pt x="26" y="64"/>
                    <a:pt x="26" y="64"/>
                  </a:cubicBezTo>
                  <a:cubicBezTo>
                    <a:pt x="26" y="64"/>
                    <a:pt x="26" y="64"/>
                    <a:pt x="26" y="64"/>
                  </a:cubicBezTo>
                  <a:cubicBezTo>
                    <a:pt x="35" y="64"/>
                    <a:pt x="35" y="64"/>
                    <a:pt x="35" y="64"/>
                  </a:cubicBezTo>
                  <a:cubicBezTo>
                    <a:pt x="36" y="64"/>
                    <a:pt x="38" y="63"/>
                    <a:pt x="38" y="61"/>
                  </a:cubicBezTo>
                  <a:cubicBezTo>
                    <a:pt x="38" y="60"/>
                    <a:pt x="37" y="58"/>
                    <a:pt x="35" y="58"/>
                  </a:cubicBezTo>
                  <a:cubicBezTo>
                    <a:pt x="30" y="58"/>
                    <a:pt x="30" y="58"/>
                    <a:pt x="30" y="58"/>
                  </a:cubicBezTo>
                  <a:cubicBezTo>
                    <a:pt x="33" y="52"/>
                    <a:pt x="33" y="52"/>
                    <a:pt x="33" y="52"/>
                  </a:cubicBezTo>
                  <a:cubicBezTo>
                    <a:pt x="59" y="52"/>
                    <a:pt x="59" y="52"/>
                    <a:pt x="59" y="52"/>
                  </a:cubicBezTo>
                  <a:cubicBezTo>
                    <a:pt x="59" y="58"/>
                    <a:pt x="59" y="58"/>
                    <a:pt x="59" y="58"/>
                  </a:cubicBezTo>
                  <a:cubicBezTo>
                    <a:pt x="57" y="58"/>
                    <a:pt x="57" y="58"/>
                    <a:pt x="57" y="58"/>
                  </a:cubicBezTo>
                  <a:cubicBezTo>
                    <a:pt x="55" y="58"/>
                    <a:pt x="54" y="59"/>
                    <a:pt x="54" y="60"/>
                  </a:cubicBezTo>
                  <a:cubicBezTo>
                    <a:pt x="54" y="62"/>
                    <a:pt x="55" y="64"/>
                    <a:pt x="57" y="64"/>
                  </a:cubicBezTo>
                  <a:cubicBezTo>
                    <a:pt x="59" y="64"/>
                    <a:pt x="59" y="64"/>
                    <a:pt x="59" y="64"/>
                  </a:cubicBezTo>
                  <a:cubicBezTo>
                    <a:pt x="59" y="69"/>
                    <a:pt x="59" y="69"/>
                    <a:pt x="59" y="69"/>
                  </a:cubicBezTo>
                  <a:cubicBezTo>
                    <a:pt x="18" y="69"/>
                    <a:pt x="18" y="69"/>
                    <a:pt x="18" y="69"/>
                  </a:cubicBezTo>
                  <a:lnTo>
                    <a:pt x="20" y="64"/>
                  </a:lnTo>
                  <a:close/>
                  <a:moveTo>
                    <a:pt x="11" y="75"/>
                  </a:moveTo>
                  <a:cubicBezTo>
                    <a:pt x="59" y="75"/>
                    <a:pt x="59" y="75"/>
                    <a:pt x="59" y="75"/>
                  </a:cubicBezTo>
                  <a:cubicBezTo>
                    <a:pt x="59" y="80"/>
                    <a:pt x="59" y="80"/>
                    <a:pt x="59" y="80"/>
                  </a:cubicBezTo>
                  <a:cubicBezTo>
                    <a:pt x="8" y="80"/>
                    <a:pt x="8" y="80"/>
                    <a:pt x="8" y="80"/>
                  </a:cubicBezTo>
                  <a:lnTo>
                    <a:pt x="11" y="75"/>
                  </a:lnTo>
                  <a:close/>
                  <a:moveTo>
                    <a:pt x="80" y="80"/>
                  </a:moveTo>
                  <a:cubicBezTo>
                    <a:pt x="65" y="80"/>
                    <a:pt x="65" y="80"/>
                    <a:pt x="65" y="80"/>
                  </a:cubicBezTo>
                  <a:cubicBezTo>
                    <a:pt x="65" y="30"/>
                    <a:pt x="65" y="30"/>
                    <a:pt x="65" y="30"/>
                  </a:cubicBezTo>
                  <a:cubicBezTo>
                    <a:pt x="80" y="30"/>
                    <a:pt x="80" y="30"/>
                    <a:pt x="80" y="30"/>
                  </a:cubicBezTo>
                  <a:lnTo>
                    <a:pt x="80" y="80"/>
                  </a:lnTo>
                  <a:close/>
                  <a:moveTo>
                    <a:pt x="85" y="69"/>
                  </a:moveTo>
                  <a:cubicBezTo>
                    <a:pt x="85" y="64"/>
                    <a:pt x="85" y="64"/>
                    <a:pt x="85" y="64"/>
                  </a:cubicBezTo>
                  <a:cubicBezTo>
                    <a:pt x="124" y="64"/>
                    <a:pt x="124" y="64"/>
                    <a:pt x="124" y="64"/>
                  </a:cubicBezTo>
                  <a:cubicBezTo>
                    <a:pt x="127" y="69"/>
                    <a:pt x="127" y="69"/>
                    <a:pt x="127" y="69"/>
                  </a:cubicBezTo>
                  <a:lnTo>
                    <a:pt x="85" y="69"/>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 name="Google Shape;499;p41"/>
            <p:cNvSpPr/>
            <p:nvPr/>
          </p:nvSpPr>
          <p:spPr>
            <a:xfrm>
              <a:off x="1551888" y="3800798"/>
              <a:ext cx="83835" cy="83835"/>
            </a:xfrm>
            <a:custGeom>
              <a:avLst/>
              <a:gdLst/>
              <a:ahLst/>
              <a:cxnLst/>
              <a:rect l="l" t="t" r="r" b="b"/>
              <a:pathLst>
                <a:path w="32" h="32" extrusionOk="0">
                  <a:moveTo>
                    <a:pt x="16" y="32"/>
                  </a:moveTo>
                  <a:cubicBezTo>
                    <a:pt x="25" y="32"/>
                    <a:pt x="32" y="25"/>
                    <a:pt x="32" y="16"/>
                  </a:cubicBezTo>
                  <a:cubicBezTo>
                    <a:pt x="32" y="7"/>
                    <a:pt x="25" y="0"/>
                    <a:pt x="16" y="0"/>
                  </a:cubicBezTo>
                  <a:cubicBezTo>
                    <a:pt x="7" y="0"/>
                    <a:pt x="0" y="7"/>
                    <a:pt x="0" y="16"/>
                  </a:cubicBezTo>
                  <a:cubicBezTo>
                    <a:pt x="0" y="25"/>
                    <a:pt x="7" y="32"/>
                    <a:pt x="16" y="32"/>
                  </a:cubicBezTo>
                  <a:close/>
                  <a:moveTo>
                    <a:pt x="16" y="5"/>
                  </a:moveTo>
                  <a:cubicBezTo>
                    <a:pt x="22" y="5"/>
                    <a:pt x="27" y="10"/>
                    <a:pt x="27" y="16"/>
                  </a:cubicBezTo>
                  <a:cubicBezTo>
                    <a:pt x="27" y="22"/>
                    <a:pt x="22" y="27"/>
                    <a:pt x="16" y="27"/>
                  </a:cubicBezTo>
                  <a:cubicBezTo>
                    <a:pt x="10" y="27"/>
                    <a:pt x="5" y="22"/>
                    <a:pt x="5" y="16"/>
                  </a:cubicBezTo>
                  <a:cubicBezTo>
                    <a:pt x="5" y="10"/>
                    <a:pt x="10" y="5"/>
                    <a:pt x="16"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 name="Google Shape;500;p41"/>
            <p:cNvSpPr/>
            <p:nvPr/>
          </p:nvSpPr>
          <p:spPr>
            <a:xfrm>
              <a:off x="1742724" y="3840509"/>
              <a:ext cx="125753" cy="65083"/>
            </a:xfrm>
            <a:custGeom>
              <a:avLst/>
              <a:gdLst/>
              <a:ahLst/>
              <a:cxnLst/>
              <a:rect l="l" t="t" r="r" b="b"/>
              <a:pathLst>
                <a:path w="48" h="25" extrusionOk="0">
                  <a:moveTo>
                    <a:pt x="5" y="25"/>
                  </a:moveTo>
                  <a:cubicBezTo>
                    <a:pt x="32" y="25"/>
                    <a:pt x="32" y="25"/>
                    <a:pt x="32" y="25"/>
                  </a:cubicBezTo>
                  <a:cubicBezTo>
                    <a:pt x="32" y="25"/>
                    <a:pt x="32" y="25"/>
                    <a:pt x="32" y="25"/>
                  </a:cubicBezTo>
                  <a:cubicBezTo>
                    <a:pt x="43" y="25"/>
                    <a:pt x="43" y="25"/>
                    <a:pt x="43" y="25"/>
                  </a:cubicBezTo>
                  <a:cubicBezTo>
                    <a:pt x="46" y="25"/>
                    <a:pt x="48" y="22"/>
                    <a:pt x="48" y="19"/>
                  </a:cubicBezTo>
                  <a:cubicBezTo>
                    <a:pt x="48" y="19"/>
                    <a:pt x="48" y="19"/>
                    <a:pt x="48" y="19"/>
                  </a:cubicBezTo>
                  <a:cubicBezTo>
                    <a:pt x="48" y="17"/>
                    <a:pt x="47" y="14"/>
                    <a:pt x="45" y="13"/>
                  </a:cubicBezTo>
                  <a:cubicBezTo>
                    <a:pt x="44" y="11"/>
                    <a:pt x="41" y="10"/>
                    <a:pt x="39" y="10"/>
                  </a:cubicBezTo>
                  <a:cubicBezTo>
                    <a:pt x="38" y="10"/>
                    <a:pt x="38" y="10"/>
                    <a:pt x="37" y="10"/>
                  </a:cubicBezTo>
                  <a:cubicBezTo>
                    <a:pt x="35" y="4"/>
                    <a:pt x="30" y="0"/>
                    <a:pt x="24" y="0"/>
                  </a:cubicBezTo>
                  <a:cubicBezTo>
                    <a:pt x="18" y="0"/>
                    <a:pt x="12" y="4"/>
                    <a:pt x="10" y="10"/>
                  </a:cubicBezTo>
                  <a:cubicBezTo>
                    <a:pt x="10" y="10"/>
                    <a:pt x="9" y="10"/>
                    <a:pt x="9" y="10"/>
                  </a:cubicBezTo>
                  <a:cubicBezTo>
                    <a:pt x="4" y="10"/>
                    <a:pt x="0" y="14"/>
                    <a:pt x="0" y="18"/>
                  </a:cubicBezTo>
                  <a:cubicBezTo>
                    <a:pt x="0" y="18"/>
                    <a:pt x="0" y="18"/>
                    <a:pt x="0" y="18"/>
                  </a:cubicBezTo>
                  <a:cubicBezTo>
                    <a:pt x="0" y="20"/>
                    <a:pt x="0" y="22"/>
                    <a:pt x="1" y="23"/>
                  </a:cubicBezTo>
                  <a:cubicBezTo>
                    <a:pt x="2" y="24"/>
                    <a:pt x="4" y="25"/>
                    <a:pt x="5" y="25"/>
                  </a:cubicBezTo>
                  <a:close/>
                  <a:moveTo>
                    <a:pt x="5" y="19"/>
                  </a:moveTo>
                  <a:cubicBezTo>
                    <a:pt x="6" y="17"/>
                    <a:pt x="7" y="15"/>
                    <a:pt x="9" y="15"/>
                  </a:cubicBezTo>
                  <a:cubicBezTo>
                    <a:pt x="10" y="15"/>
                    <a:pt x="11" y="16"/>
                    <a:pt x="11" y="16"/>
                  </a:cubicBezTo>
                  <a:cubicBezTo>
                    <a:pt x="12" y="16"/>
                    <a:pt x="13" y="16"/>
                    <a:pt x="14" y="16"/>
                  </a:cubicBezTo>
                  <a:cubicBezTo>
                    <a:pt x="15" y="15"/>
                    <a:pt x="15" y="15"/>
                    <a:pt x="15" y="14"/>
                  </a:cubicBezTo>
                  <a:cubicBezTo>
                    <a:pt x="16" y="9"/>
                    <a:pt x="19" y="6"/>
                    <a:pt x="24" y="6"/>
                  </a:cubicBezTo>
                  <a:cubicBezTo>
                    <a:pt x="28" y="6"/>
                    <a:pt x="32" y="9"/>
                    <a:pt x="32" y="14"/>
                  </a:cubicBezTo>
                  <a:cubicBezTo>
                    <a:pt x="32" y="15"/>
                    <a:pt x="33" y="16"/>
                    <a:pt x="34" y="16"/>
                  </a:cubicBezTo>
                  <a:cubicBezTo>
                    <a:pt x="35" y="17"/>
                    <a:pt x="36" y="17"/>
                    <a:pt x="37" y="16"/>
                  </a:cubicBezTo>
                  <a:cubicBezTo>
                    <a:pt x="37" y="16"/>
                    <a:pt x="38" y="15"/>
                    <a:pt x="39" y="15"/>
                  </a:cubicBezTo>
                  <a:cubicBezTo>
                    <a:pt x="40" y="15"/>
                    <a:pt x="41" y="16"/>
                    <a:pt x="42" y="17"/>
                  </a:cubicBezTo>
                  <a:cubicBezTo>
                    <a:pt x="42" y="17"/>
                    <a:pt x="43" y="18"/>
                    <a:pt x="43" y="19"/>
                  </a:cubicBezTo>
                  <a:cubicBezTo>
                    <a:pt x="33" y="19"/>
                    <a:pt x="33" y="19"/>
                    <a:pt x="33" y="19"/>
                  </a:cubicBezTo>
                  <a:cubicBezTo>
                    <a:pt x="33" y="19"/>
                    <a:pt x="33" y="19"/>
                    <a:pt x="33" y="19"/>
                  </a:cubicBezTo>
                  <a:cubicBezTo>
                    <a:pt x="33" y="19"/>
                    <a:pt x="32" y="19"/>
                    <a:pt x="32" y="19"/>
                  </a:cubicBezTo>
                  <a:cubicBezTo>
                    <a:pt x="5" y="19"/>
                    <a:pt x="5" y="19"/>
                    <a:pt x="5" y="19"/>
                  </a:cubicBezTo>
                  <a:cubicBezTo>
                    <a:pt x="5" y="19"/>
                    <a:pt x="5" y="19"/>
                    <a:pt x="5" y="1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01" name="Google Shape;501;p41"/>
          <p:cNvGrpSpPr/>
          <p:nvPr/>
        </p:nvGrpSpPr>
        <p:grpSpPr>
          <a:xfrm>
            <a:off x="2465853" y="1390337"/>
            <a:ext cx="324309" cy="378361"/>
            <a:chOff x="3999652" y="3181962"/>
            <a:chExt cx="324309" cy="378361"/>
          </a:xfrm>
        </p:grpSpPr>
        <p:sp>
          <p:nvSpPr>
            <p:cNvPr id="502" name="Google Shape;502;p41"/>
            <p:cNvSpPr/>
            <p:nvPr/>
          </p:nvSpPr>
          <p:spPr>
            <a:xfrm>
              <a:off x="3999652" y="3331983"/>
              <a:ext cx="15443" cy="15443"/>
            </a:xfrm>
            <a:custGeom>
              <a:avLst/>
              <a:gdLst/>
              <a:ahLst/>
              <a:cxnLst/>
              <a:rect l="l" t="t" r="r" b="b"/>
              <a:pathLst>
                <a:path w="6" h="6" extrusionOk="0">
                  <a:moveTo>
                    <a:pt x="3" y="6"/>
                  </a:moveTo>
                  <a:cubicBezTo>
                    <a:pt x="4" y="6"/>
                    <a:pt x="4" y="5"/>
                    <a:pt x="5" y="5"/>
                  </a:cubicBezTo>
                  <a:cubicBezTo>
                    <a:pt x="5" y="4"/>
                    <a:pt x="6" y="3"/>
                    <a:pt x="6" y="3"/>
                  </a:cubicBezTo>
                  <a:cubicBezTo>
                    <a:pt x="6" y="2"/>
                    <a:pt x="5" y="1"/>
                    <a:pt x="5" y="1"/>
                  </a:cubicBezTo>
                  <a:cubicBezTo>
                    <a:pt x="4" y="0"/>
                    <a:pt x="4" y="0"/>
                    <a:pt x="3" y="0"/>
                  </a:cubicBezTo>
                  <a:cubicBezTo>
                    <a:pt x="2" y="0"/>
                    <a:pt x="1" y="0"/>
                    <a:pt x="1" y="1"/>
                  </a:cubicBezTo>
                  <a:cubicBezTo>
                    <a:pt x="0" y="1"/>
                    <a:pt x="0" y="2"/>
                    <a:pt x="0" y="3"/>
                  </a:cubicBezTo>
                  <a:cubicBezTo>
                    <a:pt x="0" y="3"/>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 name="Google Shape;503;p41"/>
            <p:cNvSpPr/>
            <p:nvPr/>
          </p:nvSpPr>
          <p:spPr>
            <a:xfrm>
              <a:off x="3999652" y="3181962"/>
              <a:ext cx="324309" cy="378361"/>
            </a:xfrm>
            <a:custGeom>
              <a:avLst/>
              <a:gdLst/>
              <a:ahLst/>
              <a:cxnLst/>
              <a:rect l="l" t="t" r="r" b="b"/>
              <a:pathLst>
                <a:path w="124" h="144" extrusionOk="0">
                  <a:moveTo>
                    <a:pt x="124" y="39"/>
                  </a:moveTo>
                  <a:cubicBezTo>
                    <a:pt x="124" y="9"/>
                    <a:pt x="124" y="9"/>
                    <a:pt x="124" y="9"/>
                  </a:cubicBezTo>
                  <a:cubicBezTo>
                    <a:pt x="124" y="4"/>
                    <a:pt x="121" y="0"/>
                    <a:pt x="116" y="0"/>
                  </a:cubicBezTo>
                  <a:cubicBezTo>
                    <a:pt x="20" y="0"/>
                    <a:pt x="20" y="0"/>
                    <a:pt x="20" y="0"/>
                  </a:cubicBezTo>
                  <a:cubicBezTo>
                    <a:pt x="17" y="0"/>
                    <a:pt x="15" y="2"/>
                    <a:pt x="13" y="3"/>
                  </a:cubicBezTo>
                  <a:cubicBezTo>
                    <a:pt x="2" y="14"/>
                    <a:pt x="2" y="14"/>
                    <a:pt x="2" y="14"/>
                  </a:cubicBezTo>
                  <a:cubicBezTo>
                    <a:pt x="1" y="16"/>
                    <a:pt x="0" y="18"/>
                    <a:pt x="0" y="20"/>
                  </a:cubicBezTo>
                  <a:cubicBezTo>
                    <a:pt x="0" y="46"/>
                    <a:pt x="0" y="46"/>
                    <a:pt x="0" y="46"/>
                  </a:cubicBezTo>
                  <a:cubicBezTo>
                    <a:pt x="0" y="47"/>
                    <a:pt x="1" y="48"/>
                    <a:pt x="3" y="48"/>
                  </a:cubicBezTo>
                  <a:cubicBezTo>
                    <a:pt x="4" y="48"/>
                    <a:pt x="6" y="47"/>
                    <a:pt x="6" y="46"/>
                  </a:cubicBezTo>
                  <a:cubicBezTo>
                    <a:pt x="6" y="20"/>
                    <a:pt x="6" y="20"/>
                    <a:pt x="6" y="20"/>
                  </a:cubicBezTo>
                  <a:cubicBezTo>
                    <a:pt x="6" y="19"/>
                    <a:pt x="6" y="19"/>
                    <a:pt x="6" y="18"/>
                  </a:cubicBezTo>
                  <a:cubicBezTo>
                    <a:pt x="11" y="13"/>
                    <a:pt x="11" y="13"/>
                    <a:pt x="11" y="13"/>
                  </a:cubicBezTo>
                  <a:cubicBezTo>
                    <a:pt x="11" y="91"/>
                    <a:pt x="11" y="91"/>
                    <a:pt x="11" y="91"/>
                  </a:cubicBezTo>
                  <a:cubicBezTo>
                    <a:pt x="6" y="113"/>
                    <a:pt x="6" y="113"/>
                    <a:pt x="6" y="113"/>
                  </a:cubicBezTo>
                  <a:cubicBezTo>
                    <a:pt x="6" y="72"/>
                    <a:pt x="6" y="72"/>
                    <a:pt x="6" y="72"/>
                  </a:cubicBezTo>
                  <a:cubicBezTo>
                    <a:pt x="6" y="70"/>
                    <a:pt x="4" y="69"/>
                    <a:pt x="3" y="69"/>
                  </a:cubicBezTo>
                  <a:cubicBezTo>
                    <a:pt x="1" y="69"/>
                    <a:pt x="0" y="70"/>
                    <a:pt x="0" y="72"/>
                  </a:cubicBezTo>
                  <a:cubicBezTo>
                    <a:pt x="0" y="135"/>
                    <a:pt x="0" y="135"/>
                    <a:pt x="0" y="135"/>
                  </a:cubicBezTo>
                  <a:cubicBezTo>
                    <a:pt x="0" y="140"/>
                    <a:pt x="4" y="144"/>
                    <a:pt x="8" y="144"/>
                  </a:cubicBezTo>
                  <a:cubicBezTo>
                    <a:pt x="105" y="144"/>
                    <a:pt x="105" y="144"/>
                    <a:pt x="105" y="144"/>
                  </a:cubicBezTo>
                  <a:cubicBezTo>
                    <a:pt x="107" y="144"/>
                    <a:pt x="109" y="143"/>
                    <a:pt x="111" y="141"/>
                  </a:cubicBezTo>
                  <a:cubicBezTo>
                    <a:pt x="121" y="130"/>
                    <a:pt x="121" y="130"/>
                    <a:pt x="121" y="130"/>
                  </a:cubicBezTo>
                  <a:cubicBezTo>
                    <a:pt x="123" y="129"/>
                    <a:pt x="124" y="127"/>
                    <a:pt x="124" y="124"/>
                  </a:cubicBezTo>
                  <a:cubicBezTo>
                    <a:pt x="124" y="60"/>
                    <a:pt x="124" y="60"/>
                    <a:pt x="124" y="60"/>
                  </a:cubicBezTo>
                  <a:cubicBezTo>
                    <a:pt x="124" y="59"/>
                    <a:pt x="124" y="59"/>
                    <a:pt x="124" y="58"/>
                  </a:cubicBezTo>
                  <a:cubicBezTo>
                    <a:pt x="118" y="47"/>
                    <a:pt x="118" y="47"/>
                    <a:pt x="118" y="47"/>
                  </a:cubicBezTo>
                  <a:cubicBezTo>
                    <a:pt x="124" y="41"/>
                    <a:pt x="124" y="41"/>
                    <a:pt x="124" y="41"/>
                  </a:cubicBezTo>
                  <a:cubicBezTo>
                    <a:pt x="124" y="40"/>
                    <a:pt x="124" y="40"/>
                    <a:pt x="124" y="39"/>
                  </a:cubicBezTo>
                  <a:close/>
                  <a:moveTo>
                    <a:pt x="15" y="98"/>
                  </a:moveTo>
                  <a:cubicBezTo>
                    <a:pt x="21" y="105"/>
                    <a:pt x="21" y="105"/>
                    <a:pt x="21" y="105"/>
                  </a:cubicBezTo>
                  <a:cubicBezTo>
                    <a:pt x="18" y="112"/>
                    <a:pt x="18" y="112"/>
                    <a:pt x="18" y="112"/>
                  </a:cubicBezTo>
                  <a:cubicBezTo>
                    <a:pt x="18" y="113"/>
                    <a:pt x="18" y="114"/>
                    <a:pt x="18" y="114"/>
                  </a:cubicBezTo>
                  <a:cubicBezTo>
                    <a:pt x="20" y="119"/>
                    <a:pt x="20" y="119"/>
                    <a:pt x="20" y="119"/>
                  </a:cubicBezTo>
                  <a:cubicBezTo>
                    <a:pt x="15" y="122"/>
                    <a:pt x="15" y="122"/>
                    <a:pt x="15" y="122"/>
                  </a:cubicBezTo>
                  <a:cubicBezTo>
                    <a:pt x="11" y="117"/>
                    <a:pt x="11" y="117"/>
                    <a:pt x="11" y="117"/>
                  </a:cubicBezTo>
                  <a:lnTo>
                    <a:pt x="15" y="98"/>
                  </a:lnTo>
                  <a:close/>
                  <a:moveTo>
                    <a:pt x="107" y="137"/>
                  </a:moveTo>
                  <a:cubicBezTo>
                    <a:pt x="106" y="138"/>
                    <a:pt x="105" y="138"/>
                    <a:pt x="105" y="138"/>
                  </a:cubicBezTo>
                  <a:cubicBezTo>
                    <a:pt x="8" y="138"/>
                    <a:pt x="8" y="138"/>
                    <a:pt x="8" y="138"/>
                  </a:cubicBezTo>
                  <a:cubicBezTo>
                    <a:pt x="7" y="138"/>
                    <a:pt x="6" y="137"/>
                    <a:pt x="6" y="135"/>
                  </a:cubicBezTo>
                  <a:cubicBezTo>
                    <a:pt x="6" y="119"/>
                    <a:pt x="6" y="119"/>
                    <a:pt x="6" y="119"/>
                  </a:cubicBezTo>
                  <a:cubicBezTo>
                    <a:pt x="12" y="127"/>
                    <a:pt x="12" y="127"/>
                    <a:pt x="12" y="127"/>
                  </a:cubicBezTo>
                  <a:cubicBezTo>
                    <a:pt x="12" y="128"/>
                    <a:pt x="12" y="128"/>
                    <a:pt x="12" y="128"/>
                  </a:cubicBezTo>
                  <a:cubicBezTo>
                    <a:pt x="13" y="131"/>
                    <a:pt x="16" y="133"/>
                    <a:pt x="20" y="133"/>
                  </a:cubicBezTo>
                  <a:cubicBezTo>
                    <a:pt x="111" y="133"/>
                    <a:pt x="111" y="133"/>
                    <a:pt x="111" y="133"/>
                  </a:cubicBezTo>
                  <a:lnTo>
                    <a:pt x="107" y="137"/>
                  </a:lnTo>
                  <a:close/>
                  <a:moveTo>
                    <a:pt x="119" y="38"/>
                  </a:moveTo>
                  <a:cubicBezTo>
                    <a:pt x="112" y="45"/>
                    <a:pt x="112" y="45"/>
                    <a:pt x="112" y="45"/>
                  </a:cubicBezTo>
                  <a:cubicBezTo>
                    <a:pt x="112" y="46"/>
                    <a:pt x="111" y="47"/>
                    <a:pt x="112" y="48"/>
                  </a:cubicBezTo>
                  <a:cubicBezTo>
                    <a:pt x="119" y="61"/>
                    <a:pt x="119" y="61"/>
                    <a:pt x="119" y="61"/>
                  </a:cubicBezTo>
                  <a:cubicBezTo>
                    <a:pt x="119" y="83"/>
                    <a:pt x="119" y="83"/>
                    <a:pt x="119" y="83"/>
                  </a:cubicBezTo>
                  <a:cubicBezTo>
                    <a:pt x="105" y="94"/>
                    <a:pt x="105" y="94"/>
                    <a:pt x="105" y="94"/>
                  </a:cubicBezTo>
                  <a:cubicBezTo>
                    <a:pt x="104" y="94"/>
                    <a:pt x="104" y="95"/>
                    <a:pt x="104" y="96"/>
                  </a:cubicBezTo>
                  <a:cubicBezTo>
                    <a:pt x="104" y="97"/>
                    <a:pt x="104" y="97"/>
                    <a:pt x="104" y="98"/>
                  </a:cubicBezTo>
                  <a:cubicBezTo>
                    <a:pt x="106" y="101"/>
                    <a:pt x="106" y="101"/>
                    <a:pt x="106" y="101"/>
                  </a:cubicBezTo>
                  <a:cubicBezTo>
                    <a:pt x="101" y="105"/>
                    <a:pt x="101" y="105"/>
                    <a:pt x="101" y="105"/>
                  </a:cubicBezTo>
                  <a:cubicBezTo>
                    <a:pt x="99" y="106"/>
                    <a:pt x="99" y="108"/>
                    <a:pt x="100" y="109"/>
                  </a:cubicBezTo>
                  <a:cubicBezTo>
                    <a:pt x="100" y="110"/>
                    <a:pt x="101" y="110"/>
                    <a:pt x="102" y="110"/>
                  </a:cubicBezTo>
                  <a:cubicBezTo>
                    <a:pt x="103" y="110"/>
                    <a:pt x="103" y="110"/>
                    <a:pt x="104" y="109"/>
                  </a:cubicBezTo>
                  <a:cubicBezTo>
                    <a:pt x="112" y="104"/>
                    <a:pt x="112" y="104"/>
                    <a:pt x="112" y="104"/>
                  </a:cubicBezTo>
                  <a:cubicBezTo>
                    <a:pt x="113" y="103"/>
                    <a:pt x="113" y="102"/>
                    <a:pt x="113" y="102"/>
                  </a:cubicBezTo>
                  <a:cubicBezTo>
                    <a:pt x="113" y="101"/>
                    <a:pt x="113" y="100"/>
                    <a:pt x="113" y="100"/>
                  </a:cubicBezTo>
                  <a:cubicBezTo>
                    <a:pt x="110" y="97"/>
                    <a:pt x="110" y="97"/>
                    <a:pt x="110" y="97"/>
                  </a:cubicBezTo>
                  <a:cubicBezTo>
                    <a:pt x="119" y="90"/>
                    <a:pt x="119" y="90"/>
                    <a:pt x="119" y="90"/>
                  </a:cubicBezTo>
                  <a:cubicBezTo>
                    <a:pt x="119" y="124"/>
                    <a:pt x="119" y="124"/>
                    <a:pt x="119" y="124"/>
                  </a:cubicBezTo>
                  <a:cubicBezTo>
                    <a:pt x="119" y="125"/>
                    <a:pt x="119" y="125"/>
                    <a:pt x="118" y="126"/>
                  </a:cubicBezTo>
                  <a:cubicBezTo>
                    <a:pt x="118" y="126"/>
                    <a:pt x="118" y="126"/>
                    <a:pt x="118" y="126"/>
                  </a:cubicBezTo>
                  <a:cubicBezTo>
                    <a:pt x="118" y="126"/>
                    <a:pt x="118" y="126"/>
                    <a:pt x="118" y="126"/>
                  </a:cubicBezTo>
                  <a:cubicBezTo>
                    <a:pt x="117" y="127"/>
                    <a:pt x="117" y="127"/>
                    <a:pt x="116" y="127"/>
                  </a:cubicBezTo>
                  <a:cubicBezTo>
                    <a:pt x="19" y="127"/>
                    <a:pt x="19" y="127"/>
                    <a:pt x="19" y="127"/>
                  </a:cubicBezTo>
                  <a:cubicBezTo>
                    <a:pt x="19" y="127"/>
                    <a:pt x="18" y="127"/>
                    <a:pt x="18" y="127"/>
                  </a:cubicBezTo>
                  <a:cubicBezTo>
                    <a:pt x="25" y="123"/>
                    <a:pt x="25" y="123"/>
                    <a:pt x="25" y="123"/>
                  </a:cubicBezTo>
                  <a:cubicBezTo>
                    <a:pt x="26" y="122"/>
                    <a:pt x="27" y="121"/>
                    <a:pt x="26" y="119"/>
                  </a:cubicBezTo>
                  <a:cubicBezTo>
                    <a:pt x="23" y="113"/>
                    <a:pt x="23" y="113"/>
                    <a:pt x="23" y="113"/>
                  </a:cubicBezTo>
                  <a:cubicBezTo>
                    <a:pt x="25" y="107"/>
                    <a:pt x="25" y="107"/>
                    <a:pt x="25" y="107"/>
                  </a:cubicBezTo>
                  <a:cubicBezTo>
                    <a:pt x="38" y="107"/>
                    <a:pt x="38" y="107"/>
                    <a:pt x="38" y="107"/>
                  </a:cubicBezTo>
                  <a:cubicBezTo>
                    <a:pt x="39" y="107"/>
                    <a:pt x="40" y="107"/>
                    <a:pt x="40" y="106"/>
                  </a:cubicBezTo>
                  <a:cubicBezTo>
                    <a:pt x="44" y="100"/>
                    <a:pt x="44" y="100"/>
                    <a:pt x="44" y="100"/>
                  </a:cubicBezTo>
                  <a:cubicBezTo>
                    <a:pt x="45" y="99"/>
                    <a:pt x="45" y="97"/>
                    <a:pt x="44" y="96"/>
                  </a:cubicBezTo>
                  <a:cubicBezTo>
                    <a:pt x="42" y="96"/>
                    <a:pt x="41" y="96"/>
                    <a:pt x="40" y="97"/>
                  </a:cubicBezTo>
                  <a:cubicBezTo>
                    <a:pt x="37" y="102"/>
                    <a:pt x="37" y="102"/>
                    <a:pt x="37" y="102"/>
                  </a:cubicBezTo>
                  <a:cubicBezTo>
                    <a:pt x="25" y="102"/>
                    <a:pt x="25" y="102"/>
                    <a:pt x="25" y="102"/>
                  </a:cubicBezTo>
                  <a:cubicBezTo>
                    <a:pt x="17" y="90"/>
                    <a:pt x="17" y="90"/>
                    <a:pt x="17" y="90"/>
                  </a:cubicBezTo>
                  <a:cubicBezTo>
                    <a:pt x="17" y="29"/>
                    <a:pt x="17" y="29"/>
                    <a:pt x="17" y="29"/>
                  </a:cubicBezTo>
                  <a:cubicBezTo>
                    <a:pt x="25" y="29"/>
                    <a:pt x="25" y="29"/>
                    <a:pt x="25" y="29"/>
                  </a:cubicBezTo>
                  <a:cubicBezTo>
                    <a:pt x="25" y="31"/>
                    <a:pt x="25" y="31"/>
                    <a:pt x="25" y="31"/>
                  </a:cubicBezTo>
                  <a:cubicBezTo>
                    <a:pt x="25" y="31"/>
                    <a:pt x="25" y="32"/>
                    <a:pt x="25" y="32"/>
                  </a:cubicBezTo>
                  <a:cubicBezTo>
                    <a:pt x="25" y="33"/>
                    <a:pt x="26" y="34"/>
                    <a:pt x="28" y="34"/>
                  </a:cubicBezTo>
                  <a:cubicBezTo>
                    <a:pt x="39" y="34"/>
                    <a:pt x="39" y="34"/>
                    <a:pt x="39" y="34"/>
                  </a:cubicBezTo>
                  <a:cubicBezTo>
                    <a:pt x="41" y="34"/>
                    <a:pt x="42" y="33"/>
                    <a:pt x="42" y="32"/>
                  </a:cubicBezTo>
                  <a:cubicBezTo>
                    <a:pt x="43" y="30"/>
                    <a:pt x="41" y="29"/>
                    <a:pt x="40" y="29"/>
                  </a:cubicBezTo>
                  <a:cubicBezTo>
                    <a:pt x="31" y="29"/>
                    <a:pt x="31" y="29"/>
                    <a:pt x="31" y="29"/>
                  </a:cubicBezTo>
                  <a:cubicBezTo>
                    <a:pt x="31" y="27"/>
                    <a:pt x="31" y="27"/>
                    <a:pt x="31" y="27"/>
                  </a:cubicBezTo>
                  <a:cubicBezTo>
                    <a:pt x="31" y="26"/>
                    <a:pt x="31" y="26"/>
                    <a:pt x="31" y="25"/>
                  </a:cubicBezTo>
                  <a:cubicBezTo>
                    <a:pt x="31" y="24"/>
                    <a:pt x="30" y="23"/>
                    <a:pt x="29" y="23"/>
                  </a:cubicBezTo>
                  <a:cubicBezTo>
                    <a:pt x="17" y="23"/>
                    <a:pt x="17" y="23"/>
                    <a:pt x="17" y="23"/>
                  </a:cubicBezTo>
                  <a:cubicBezTo>
                    <a:pt x="17" y="9"/>
                    <a:pt x="17" y="9"/>
                    <a:pt x="17" y="9"/>
                  </a:cubicBezTo>
                  <a:cubicBezTo>
                    <a:pt x="17" y="8"/>
                    <a:pt x="17" y="8"/>
                    <a:pt x="17" y="7"/>
                  </a:cubicBezTo>
                  <a:cubicBezTo>
                    <a:pt x="17" y="7"/>
                    <a:pt x="17" y="7"/>
                    <a:pt x="17" y="7"/>
                  </a:cubicBezTo>
                  <a:cubicBezTo>
                    <a:pt x="18" y="6"/>
                    <a:pt x="19" y="6"/>
                    <a:pt x="20" y="6"/>
                  </a:cubicBezTo>
                  <a:cubicBezTo>
                    <a:pt x="92" y="6"/>
                    <a:pt x="92" y="6"/>
                    <a:pt x="92" y="6"/>
                  </a:cubicBezTo>
                  <a:cubicBezTo>
                    <a:pt x="98" y="13"/>
                    <a:pt x="98" y="13"/>
                    <a:pt x="98" y="13"/>
                  </a:cubicBezTo>
                  <a:cubicBezTo>
                    <a:pt x="95" y="15"/>
                    <a:pt x="95" y="15"/>
                    <a:pt x="95" y="15"/>
                  </a:cubicBezTo>
                  <a:cubicBezTo>
                    <a:pt x="95" y="16"/>
                    <a:pt x="95" y="17"/>
                    <a:pt x="95" y="18"/>
                  </a:cubicBezTo>
                  <a:cubicBezTo>
                    <a:pt x="95" y="18"/>
                    <a:pt x="95" y="19"/>
                    <a:pt x="96" y="20"/>
                  </a:cubicBezTo>
                  <a:cubicBezTo>
                    <a:pt x="105" y="27"/>
                    <a:pt x="105" y="27"/>
                    <a:pt x="105" y="27"/>
                  </a:cubicBezTo>
                  <a:cubicBezTo>
                    <a:pt x="105" y="27"/>
                    <a:pt x="106" y="27"/>
                    <a:pt x="107" y="27"/>
                  </a:cubicBezTo>
                  <a:cubicBezTo>
                    <a:pt x="107" y="27"/>
                    <a:pt x="108" y="27"/>
                    <a:pt x="109" y="26"/>
                  </a:cubicBezTo>
                  <a:cubicBezTo>
                    <a:pt x="110" y="25"/>
                    <a:pt x="110" y="23"/>
                    <a:pt x="108" y="22"/>
                  </a:cubicBezTo>
                  <a:cubicBezTo>
                    <a:pt x="102" y="17"/>
                    <a:pt x="102" y="17"/>
                    <a:pt x="102" y="17"/>
                  </a:cubicBezTo>
                  <a:cubicBezTo>
                    <a:pt x="103" y="16"/>
                    <a:pt x="103" y="16"/>
                    <a:pt x="103" y="16"/>
                  </a:cubicBezTo>
                  <a:cubicBezTo>
                    <a:pt x="104" y="15"/>
                    <a:pt x="105" y="13"/>
                    <a:pt x="104" y="12"/>
                  </a:cubicBezTo>
                  <a:cubicBezTo>
                    <a:pt x="99" y="6"/>
                    <a:pt x="99" y="6"/>
                    <a:pt x="99" y="6"/>
                  </a:cubicBezTo>
                  <a:cubicBezTo>
                    <a:pt x="116" y="6"/>
                    <a:pt x="116" y="6"/>
                    <a:pt x="116" y="6"/>
                  </a:cubicBezTo>
                  <a:cubicBezTo>
                    <a:pt x="118" y="6"/>
                    <a:pt x="119" y="7"/>
                    <a:pt x="119" y="9"/>
                  </a:cubicBezTo>
                  <a:lnTo>
                    <a:pt x="119" y="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4" name="Google Shape;504;p41"/>
            <p:cNvSpPr/>
            <p:nvPr/>
          </p:nvSpPr>
          <p:spPr>
            <a:xfrm>
              <a:off x="4091208" y="3218365"/>
              <a:ext cx="169876" cy="275773"/>
            </a:xfrm>
            <a:custGeom>
              <a:avLst/>
              <a:gdLst/>
              <a:ahLst/>
              <a:cxnLst/>
              <a:rect l="l" t="t" r="r" b="b"/>
              <a:pathLst>
                <a:path w="65" h="105" extrusionOk="0">
                  <a:moveTo>
                    <a:pt x="65" y="35"/>
                  </a:moveTo>
                  <a:cubicBezTo>
                    <a:pt x="65" y="35"/>
                    <a:pt x="65" y="34"/>
                    <a:pt x="65" y="34"/>
                  </a:cubicBezTo>
                  <a:cubicBezTo>
                    <a:pt x="64" y="33"/>
                    <a:pt x="63" y="32"/>
                    <a:pt x="62" y="33"/>
                  </a:cubicBezTo>
                  <a:cubicBezTo>
                    <a:pt x="46" y="36"/>
                    <a:pt x="46" y="36"/>
                    <a:pt x="46" y="36"/>
                  </a:cubicBezTo>
                  <a:cubicBezTo>
                    <a:pt x="47" y="35"/>
                    <a:pt x="47" y="35"/>
                    <a:pt x="47" y="35"/>
                  </a:cubicBezTo>
                  <a:cubicBezTo>
                    <a:pt x="55" y="27"/>
                    <a:pt x="55" y="14"/>
                    <a:pt x="47" y="6"/>
                  </a:cubicBezTo>
                  <a:cubicBezTo>
                    <a:pt x="43" y="2"/>
                    <a:pt x="38" y="0"/>
                    <a:pt x="33" y="0"/>
                  </a:cubicBezTo>
                  <a:cubicBezTo>
                    <a:pt x="27" y="0"/>
                    <a:pt x="22" y="2"/>
                    <a:pt x="18" y="6"/>
                  </a:cubicBezTo>
                  <a:cubicBezTo>
                    <a:pt x="10" y="14"/>
                    <a:pt x="10" y="27"/>
                    <a:pt x="18" y="35"/>
                  </a:cubicBezTo>
                  <a:cubicBezTo>
                    <a:pt x="19" y="36"/>
                    <a:pt x="19" y="36"/>
                    <a:pt x="19" y="36"/>
                  </a:cubicBezTo>
                  <a:cubicBezTo>
                    <a:pt x="4" y="33"/>
                    <a:pt x="4" y="33"/>
                    <a:pt x="4" y="33"/>
                  </a:cubicBezTo>
                  <a:cubicBezTo>
                    <a:pt x="2" y="32"/>
                    <a:pt x="1" y="33"/>
                    <a:pt x="1" y="34"/>
                  </a:cubicBezTo>
                  <a:cubicBezTo>
                    <a:pt x="0" y="34"/>
                    <a:pt x="0" y="35"/>
                    <a:pt x="0" y="35"/>
                  </a:cubicBezTo>
                  <a:cubicBezTo>
                    <a:pt x="0" y="52"/>
                    <a:pt x="0" y="52"/>
                    <a:pt x="0" y="52"/>
                  </a:cubicBezTo>
                  <a:cubicBezTo>
                    <a:pt x="0" y="53"/>
                    <a:pt x="0" y="53"/>
                    <a:pt x="1" y="54"/>
                  </a:cubicBezTo>
                  <a:cubicBezTo>
                    <a:pt x="1" y="55"/>
                    <a:pt x="3" y="55"/>
                    <a:pt x="4" y="55"/>
                  </a:cubicBezTo>
                  <a:cubicBezTo>
                    <a:pt x="25" y="51"/>
                    <a:pt x="25" y="51"/>
                    <a:pt x="25" y="51"/>
                  </a:cubicBezTo>
                  <a:cubicBezTo>
                    <a:pt x="21" y="102"/>
                    <a:pt x="21" y="102"/>
                    <a:pt x="21" y="102"/>
                  </a:cubicBezTo>
                  <a:cubicBezTo>
                    <a:pt x="21" y="103"/>
                    <a:pt x="22" y="104"/>
                    <a:pt x="23" y="105"/>
                  </a:cubicBezTo>
                  <a:cubicBezTo>
                    <a:pt x="23" y="105"/>
                    <a:pt x="24" y="105"/>
                    <a:pt x="24" y="105"/>
                  </a:cubicBezTo>
                  <a:cubicBezTo>
                    <a:pt x="41" y="105"/>
                    <a:pt x="41" y="105"/>
                    <a:pt x="41" y="105"/>
                  </a:cubicBezTo>
                  <a:cubicBezTo>
                    <a:pt x="42" y="105"/>
                    <a:pt x="42" y="105"/>
                    <a:pt x="42" y="105"/>
                  </a:cubicBezTo>
                  <a:cubicBezTo>
                    <a:pt x="43" y="104"/>
                    <a:pt x="44" y="103"/>
                    <a:pt x="44" y="102"/>
                  </a:cubicBezTo>
                  <a:cubicBezTo>
                    <a:pt x="41" y="51"/>
                    <a:pt x="41" y="51"/>
                    <a:pt x="41" y="51"/>
                  </a:cubicBezTo>
                  <a:cubicBezTo>
                    <a:pt x="62" y="55"/>
                    <a:pt x="62" y="55"/>
                    <a:pt x="62" y="55"/>
                  </a:cubicBezTo>
                  <a:cubicBezTo>
                    <a:pt x="63" y="55"/>
                    <a:pt x="64" y="55"/>
                    <a:pt x="65" y="54"/>
                  </a:cubicBezTo>
                  <a:cubicBezTo>
                    <a:pt x="65" y="53"/>
                    <a:pt x="65" y="53"/>
                    <a:pt x="65" y="52"/>
                  </a:cubicBezTo>
                  <a:lnTo>
                    <a:pt x="65" y="35"/>
                  </a:lnTo>
                  <a:close/>
                  <a:moveTo>
                    <a:pt x="60" y="49"/>
                  </a:moveTo>
                  <a:cubicBezTo>
                    <a:pt x="39" y="45"/>
                    <a:pt x="39" y="45"/>
                    <a:pt x="39" y="45"/>
                  </a:cubicBezTo>
                  <a:cubicBezTo>
                    <a:pt x="38" y="44"/>
                    <a:pt x="37" y="45"/>
                    <a:pt x="36" y="45"/>
                  </a:cubicBezTo>
                  <a:cubicBezTo>
                    <a:pt x="35" y="46"/>
                    <a:pt x="35" y="47"/>
                    <a:pt x="35" y="48"/>
                  </a:cubicBezTo>
                  <a:cubicBezTo>
                    <a:pt x="38" y="99"/>
                    <a:pt x="38" y="99"/>
                    <a:pt x="38" y="99"/>
                  </a:cubicBezTo>
                  <a:cubicBezTo>
                    <a:pt x="27" y="99"/>
                    <a:pt x="27" y="99"/>
                    <a:pt x="27" y="99"/>
                  </a:cubicBezTo>
                  <a:cubicBezTo>
                    <a:pt x="31" y="48"/>
                    <a:pt x="31" y="48"/>
                    <a:pt x="31" y="48"/>
                  </a:cubicBezTo>
                  <a:cubicBezTo>
                    <a:pt x="31" y="47"/>
                    <a:pt x="30" y="46"/>
                    <a:pt x="30" y="45"/>
                  </a:cubicBezTo>
                  <a:cubicBezTo>
                    <a:pt x="29" y="45"/>
                    <a:pt x="28" y="44"/>
                    <a:pt x="27" y="45"/>
                  </a:cubicBezTo>
                  <a:cubicBezTo>
                    <a:pt x="6" y="49"/>
                    <a:pt x="6" y="49"/>
                    <a:pt x="6" y="49"/>
                  </a:cubicBezTo>
                  <a:cubicBezTo>
                    <a:pt x="6" y="39"/>
                    <a:pt x="6" y="39"/>
                    <a:pt x="6" y="39"/>
                  </a:cubicBezTo>
                  <a:cubicBezTo>
                    <a:pt x="27" y="43"/>
                    <a:pt x="27" y="43"/>
                    <a:pt x="27" y="43"/>
                  </a:cubicBezTo>
                  <a:cubicBezTo>
                    <a:pt x="29" y="43"/>
                    <a:pt x="30" y="43"/>
                    <a:pt x="30" y="42"/>
                  </a:cubicBezTo>
                  <a:cubicBezTo>
                    <a:pt x="31" y="41"/>
                    <a:pt x="31" y="39"/>
                    <a:pt x="30" y="38"/>
                  </a:cubicBezTo>
                  <a:cubicBezTo>
                    <a:pt x="22" y="31"/>
                    <a:pt x="22" y="31"/>
                    <a:pt x="22" y="31"/>
                  </a:cubicBezTo>
                  <a:cubicBezTo>
                    <a:pt x="17" y="25"/>
                    <a:pt x="17" y="16"/>
                    <a:pt x="22" y="10"/>
                  </a:cubicBezTo>
                  <a:cubicBezTo>
                    <a:pt x="25" y="7"/>
                    <a:pt x="29" y="5"/>
                    <a:pt x="34" y="6"/>
                  </a:cubicBezTo>
                  <a:cubicBezTo>
                    <a:pt x="37" y="6"/>
                    <a:pt x="40" y="7"/>
                    <a:pt x="42" y="9"/>
                  </a:cubicBezTo>
                  <a:cubicBezTo>
                    <a:pt x="49" y="15"/>
                    <a:pt x="50" y="25"/>
                    <a:pt x="43" y="31"/>
                  </a:cubicBezTo>
                  <a:cubicBezTo>
                    <a:pt x="36" y="38"/>
                    <a:pt x="36" y="38"/>
                    <a:pt x="36" y="38"/>
                  </a:cubicBezTo>
                  <a:cubicBezTo>
                    <a:pt x="35" y="39"/>
                    <a:pt x="35" y="41"/>
                    <a:pt x="36" y="42"/>
                  </a:cubicBezTo>
                  <a:cubicBezTo>
                    <a:pt x="36" y="43"/>
                    <a:pt x="37" y="43"/>
                    <a:pt x="39" y="43"/>
                  </a:cubicBezTo>
                  <a:cubicBezTo>
                    <a:pt x="60" y="39"/>
                    <a:pt x="60" y="39"/>
                    <a:pt x="60" y="39"/>
                  </a:cubicBezTo>
                  <a:cubicBezTo>
                    <a:pt x="60" y="49"/>
                    <a:pt x="60" y="49"/>
                    <a:pt x="60" y="4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5" name="Google Shape;505;p41"/>
            <p:cNvSpPr/>
            <p:nvPr/>
          </p:nvSpPr>
          <p:spPr>
            <a:xfrm>
              <a:off x="4148569" y="3244839"/>
              <a:ext cx="55155" cy="62877"/>
            </a:xfrm>
            <a:custGeom>
              <a:avLst/>
              <a:gdLst/>
              <a:ahLst/>
              <a:cxnLst/>
              <a:rect l="l" t="t" r="r" b="b"/>
              <a:pathLst>
                <a:path w="21" h="24" extrusionOk="0">
                  <a:moveTo>
                    <a:pt x="21" y="11"/>
                  </a:moveTo>
                  <a:cubicBezTo>
                    <a:pt x="21" y="8"/>
                    <a:pt x="20" y="5"/>
                    <a:pt x="18" y="3"/>
                  </a:cubicBezTo>
                  <a:cubicBezTo>
                    <a:pt x="16" y="1"/>
                    <a:pt x="14" y="0"/>
                    <a:pt x="11" y="0"/>
                  </a:cubicBezTo>
                  <a:cubicBezTo>
                    <a:pt x="8" y="0"/>
                    <a:pt x="5" y="1"/>
                    <a:pt x="3" y="3"/>
                  </a:cubicBezTo>
                  <a:cubicBezTo>
                    <a:pt x="1" y="5"/>
                    <a:pt x="0" y="8"/>
                    <a:pt x="0" y="11"/>
                  </a:cubicBezTo>
                  <a:cubicBezTo>
                    <a:pt x="0" y="13"/>
                    <a:pt x="1" y="16"/>
                    <a:pt x="3" y="18"/>
                  </a:cubicBezTo>
                  <a:cubicBezTo>
                    <a:pt x="9" y="24"/>
                    <a:pt x="9" y="24"/>
                    <a:pt x="9" y="24"/>
                  </a:cubicBezTo>
                  <a:cubicBezTo>
                    <a:pt x="9" y="24"/>
                    <a:pt x="10" y="24"/>
                    <a:pt x="11" y="24"/>
                  </a:cubicBezTo>
                  <a:cubicBezTo>
                    <a:pt x="12" y="24"/>
                    <a:pt x="12" y="24"/>
                    <a:pt x="13" y="24"/>
                  </a:cubicBezTo>
                  <a:cubicBezTo>
                    <a:pt x="18" y="18"/>
                    <a:pt x="18" y="18"/>
                    <a:pt x="18" y="18"/>
                  </a:cubicBezTo>
                  <a:cubicBezTo>
                    <a:pt x="20" y="16"/>
                    <a:pt x="21" y="13"/>
                    <a:pt x="21" y="11"/>
                  </a:cubicBezTo>
                  <a:close/>
                  <a:moveTo>
                    <a:pt x="14" y="14"/>
                  </a:moveTo>
                  <a:cubicBezTo>
                    <a:pt x="11" y="18"/>
                    <a:pt x="11" y="18"/>
                    <a:pt x="11" y="18"/>
                  </a:cubicBezTo>
                  <a:cubicBezTo>
                    <a:pt x="7" y="14"/>
                    <a:pt x="7" y="14"/>
                    <a:pt x="7" y="14"/>
                  </a:cubicBezTo>
                  <a:cubicBezTo>
                    <a:pt x="6" y="13"/>
                    <a:pt x="6" y="12"/>
                    <a:pt x="6" y="11"/>
                  </a:cubicBezTo>
                  <a:cubicBezTo>
                    <a:pt x="6" y="9"/>
                    <a:pt x="6" y="8"/>
                    <a:pt x="7" y="7"/>
                  </a:cubicBezTo>
                  <a:cubicBezTo>
                    <a:pt x="8" y="6"/>
                    <a:pt x="9" y="6"/>
                    <a:pt x="11" y="6"/>
                  </a:cubicBezTo>
                  <a:cubicBezTo>
                    <a:pt x="12" y="6"/>
                    <a:pt x="13" y="6"/>
                    <a:pt x="14" y="7"/>
                  </a:cubicBezTo>
                  <a:cubicBezTo>
                    <a:pt x="15" y="8"/>
                    <a:pt x="16" y="9"/>
                    <a:pt x="16" y="11"/>
                  </a:cubicBezTo>
                  <a:cubicBezTo>
                    <a:pt x="16" y="12"/>
                    <a:pt x="15" y="13"/>
                    <a:pt x="14" y="1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6" name="Google Shape;506;p41"/>
            <p:cNvSpPr/>
            <p:nvPr/>
          </p:nvSpPr>
          <p:spPr>
            <a:xfrm>
              <a:off x="4237920" y="3470973"/>
              <a:ext cx="15443" cy="15443"/>
            </a:xfrm>
            <a:custGeom>
              <a:avLst/>
              <a:gdLst/>
              <a:ahLst/>
              <a:cxnLst/>
              <a:rect l="l" t="t" r="r" b="b"/>
              <a:pathLst>
                <a:path w="6" h="6" extrusionOk="0">
                  <a:moveTo>
                    <a:pt x="3" y="0"/>
                  </a:moveTo>
                  <a:cubicBezTo>
                    <a:pt x="2" y="0"/>
                    <a:pt x="2" y="1"/>
                    <a:pt x="1" y="1"/>
                  </a:cubicBezTo>
                  <a:cubicBezTo>
                    <a:pt x="1" y="2"/>
                    <a:pt x="0" y="2"/>
                    <a:pt x="0" y="3"/>
                  </a:cubicBezTo>
                  <a:cubicBezTo>
                    <a:pt x="0" y="4"/>
                    <a:pt x="1" y="5"/>
                    <a:pt x="1" y="5"/>
                  </a:cubicBezTo>
                  <a:cubicBezTo>
                    <a:pt x="2" y="6"/>
                    <a:pt x="2" y="6"/>
                    <a:pt x="3" y="6"/>
                  </a:cubicBezTo>
                  <a:cubicBezTo>
                    <a:pt x="4" y="6"/>
                    <a:pt x="5" y="6"/>
                    <a:pt x="5" y="5"/>
                  </a:cubicBezTo>
                  <a:cubicBezTo>
                    <a:pt x="6" y="5"/>
                    <a:pt x="6" y="4"/>
                    <a:pt x="6" y="3"/>
                  </a:cubicBezTo>
                  <a:cubicBezTo>
                    <a:pt x="6" y="2"/>
                    <a:pt x="6" y="2"/>
                    <a:pt x="5" y="1"/>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07" name="Google Shape;507;p41"/>
          <p:cNvGrpSpPr/>
          <p:nvPr/>
        </p:nvGrpSpPr>
        <p:grpSpPr>
          <a:xfrm>
            <a:off x="2439930" y="2220911"/>
            <a:ext cx="376155" cy="378361"/>
            <a:chOff x="6455136" y="2584086"/>
            <a:chExt cx="376155" cy="378361"/>
          </a:xfrm>
        </p:grpSpPr>
        <p:sp>
          <p:nvSpPr>
            <p:cNvPr id="508" name="Google Shape;508;p41"/>
            <p:cNvSpPr/>
            <p:nvPr/>
          </p:nvSpPr>
          <p:spPr>
            <a:xfrm>
              <a:off x="6455136" y="2584086"/>
              <a:ext cx="376155" cy="378361"/>
            </a:xfrm>
            <a:custGeom>
              <a:avLst/>
              <a:gdLst/>
              <a:ahLst/>
              <a:cxnLst/>
              <a:rect l="l" t="t" r="r" b="b"/>
              <a:pathLst>
                <a:path w="144" h="144" extrusionOk="0">
                  <a:moveTo>
                    <a:pt x="129" y="107"/>
                  </a:moveTo>
                  <a:cubicBezTo>
                    <a:pt x="129" y="46"/>
                    <a:pt x="129" y="46"/>
                    <a:pt x="129" y="46"/>
                  </a:cubicBezTo>
                  <a:cubicBezTo>
                    <a:pt x="129" y="45"/>
                    <a:pt x="128" y="44"/>
                    <a:pt x="128" y="44"/>
                  </a:cubicBezTo>
                  <a:cubicBezTo>
                    <a:pt x="121" y="39"/>
                    <a:pt x="121" y="39"/>
                    <a:pt x="121" y="39"/>
                  </a:cubicBezTo>
                  <a:cubicBezTo>
                    <a:pt x="126" y="35"/>
                    <a:pt x="126" y="35"/>
                    <a:pt x="126" y="35"/>
                  </a:cubicBezTo>
                  <a:cubicBezTo>
                    <a:pt x="127" y="35"/>
                    <a:pt x="127" y="34"/>
                    <a:pt x="127" y="33"/>
                  </a:cubicBezTo>
                  <a:cubicBezTo>
                    <a:pt x="127" y="32"/>
                    <a:pt x="127" y="31"/>
                    <a:pt x="126" y="31"/>
                  </a:cubicBezTo>
                  <a:cubicBezTo>
                    <a:pt x="121" y="27"/>
                    <a:pt x="121" y="27"/>
                    <a:pt x="121" y="27"/>
                  </a:cubicBezTo>
                  <a:cubicBezTo>
                    <a:pt x="121" y="25"/>
                    <a:pt x="121" y="25"/>
                    <a:pt x="121" y="25"/>
                  </a:cubicBezTo>
                  <a:cubicBezTo>
                    <a:pt x="126" y="25"/>
                    <a:pt x="126" y="25"/>
                    <a:pt x="126" y="25"/>
                  </a:cubicBezTo>
                  <a:cubicBezTo>
                    <a:pt x="128" y="25"/>
                    <a:pt x="129" y="24"/>
                    <a:pt x="129" y="22"/>
                  </a:cubicBezTo>
                  <a:cubicBezTo>
                    <a:pt x="129" y="17"/>
                    <a:pt x="129" y="17"/>
                    <a:pt x="129" y="17"/>
                  </a:cubicBezTo>
                  <a:cubicBezTo>
                    <a:pt x="129" y="8"/>
                    <a:pt x="121" y="0"/>
                    <a:pt x="112" y="0"/>
                  </a:cubicBezTo>
                  <a:cubicBezTo>
                    <a:pt x="17" y="0"/>
                    <a:pt x="17" y="0"/>
                    <a:pt x="17" y="0"/>
                  </a:cubicBezTo>
                  <a:cubicBezTo>
                    <a:pt x="17" y="0"/>
                    <a:pt x="17" y="0"/>
                    <a:pt x="17" y="0"/>
                  </a:cubicBezTo>
                  <a:cubicBezTo>
                    <a:pt x="17" y="0"/>
                    <a:pt x="17" y="0"/>
                    <a:pt x="16" y="0"/>
                  </a:cubicBezTo>
                  <a:cubicBezTo>
                    <a:pt x="12" y="0"/>
                    <a:pt x="8" y="3"/>
                    <a:pt x="5" y="6"/>
                  </a:cubicBezTo>
                  <a:cubicBezTo>
                    <a:pt x="2" y="10"/>
                    <a:pt x="0" y="15"/>
                    <a:pt x="0" y="20"/>
                  </a:cubicBezTo>
                  <a:cubicBezTo>
                    <a:pt x="0" y="30"/>
                    <a:pt x="7" y="37"/>
                    <a:pt x="14" y="37"/>
                  </a:cubicBezTo>
                  <a:cubicBezTo>
                    <a:pt x="30" y="37"/>
                    <a:pt x="30" y="37"/>
                    <a:pt x="30" y="37"/>
                  </a:cubicBezTo>
                  <a:cubicBezTo>
                    <a:pt x="30" y="82"/>
                    <a:pt x="30" y="82"/>
                    <a:pt x="30" y="82"/>
                  </a:cubicBezTo>
                  <a:cubicBezTo>
                    <a:pt x="30" y="83"/>
                    <a:pt x="30" y="84"/>
                    <a:pt x="31" y="84"/>
                  </a:cubicBezTo>
                  <a:cubicBezTo>
                    <a:pt x="36" y="88"/>
                    <a:pt x="36" y="88"/>
                    <a:pt x="36" y="88"/>
                  </a:cubicBezTo>
                  <a:cubicBezTo>
                    <a:pt x="31" y="93"/>
                    <a:pt x="31" y="93"/>
                    <a:pt x="31" y="93"/>
                  </a:cubicBezTo>
                  <a:cubicBezTo>
                    <a:pt x="30" y="93"/>
                    <a:pt x="30" y="94"/>
                    <a:pt x="30" y="95"/>
                  </a:cubicBezTo>
                  <a:cubicBezTo>
                    <a:pt x="30" y="119"/>
                    <a:pt x="30" y="119"/>
                    <a:pt x="30" y="119"/>
                  </a:cubicBezTo>
                  <a:cubicBezTo>
                    <a:pt x="30" y="119"/>
                    <a:pt x="30" y="119"/>
                    <a:pt x="30" y="120"/>
                  </a:cubicBezTo>
                  <a:cubicBezTo>
                    <a:pt x="30" y="120"/>
                    <a:pt x="30" y="120"/>
                    <a:pt x="30" y="120"/>
                  </a:cubicBezTo>
                  <a:cubicBezTo>
                    <a:pt x="30" y="127"/>
                    <a:pt x="31" y="133"/>
                    <a:pt x="35" y="137"/>
                  </a:cubicBezTo>
                  <a:cubicBezTo>
                    <a:pt x="38" y="141"/>
                    <a:pt x="43" y="144"/>
                    <a:pt x="48" y="144"/>
                  </a:cubicBezTo>
                  <a:cubicBezTo>
                    <a:pt x="125" y="144"/>
                    <a:pt x="125" y="144"/>
                    <a:pt x="125" y="144"/>
                  </a:cubicBezTo>
                  <a:cubicBezTo>
                    <a:pt x="135" y="144"/>
                    <a:pt x="143" y="136"/>
                    <a:pt x="144" y="126"/>
                  </a:cubicBezTo>
                  <a:cubicBezTo>
                    <a:pt x="144" y="117"/>
                    <a:pt x="138" y="109"/>
                    <a:pt x="129" y="107"/>
                  </a:cubicBezTo>
                  <a:close/>
                  <a:moveTo>
                    <a:pt x="23" y="32"/>
                  </a:moveTo>
                  <a:cubicBezTo>
                    <a:pt x="24" y="30"/>
                    <a:pt x="25" y="28"/>
                    <a:pt x="25" y="26"/>
                  </a:cubicBezTo>
                  <a:cubicBezTo>
                    <a:pt x="25" y="20"/>
                    <a:pt x="21" y="16"/>
                    <a:pt x="15" y="15"/>
                  </a:cubicBezTo>
                  <a:cubicBezTo>
                    <a:pt x="13" y="15"/>
                    <a:pt x="12" y="16"/>
                    <a:pt x="12" y="18"/>
                  </a:cubicBezTo>
                  <a:cubicBezTo>
                    <a:pt x="12" y="20"/>
                    <a:pt x="13" y="21"/>
                    <a:pt x="15" y="21"/>
                  </a:cubicBezTo>
                  <a:cubicBezTo>
                    <a:pt x="17" y="21"/>
                    <a:pt x="19" y="23"/>
                    <a:pt x="19" y="26"/>
                  </a:cubicBezTo>
                  <a:cubicBezTo>
                    <a:pt x="19" y="30"/>
                    <a:pt x="17" y="32"/>
                    <a:pt x="14" y="32"/>
                  </a:cubicBezTo>
                  <a:cubicBezTo>
                    <a:pt x="10" y="32"/>
                    <a:pt x="6" y="26"/>
                    <a:pt x="6" y="20"/>
                  </a:cubicBezTo>
                  <a:cubicBezTo>
                    <a:pt x="6" y="12"/>
                    <a:pt x="11" y="6"/>
                    <a:pt x="16" y="6"/>
                  </a:cubicBezTo>
                  <a:cubicBezTo>
                    <a:pt x="20" y="6"/>
                    <a:pt x="24" y="7"/>
                    <a:pt x="26" y="10"/>
                  </a:cubicBezTo>
                  <a:cubicBezTo>
                    <a:pt x="28" y="13"/>
                    <a:pt x="30" y="17"/>
                    <a:pt x="30" y="24"/>
                  </a:cubicBezTo>
                  <a:cubicBezTo>
                    <a:pt x="30" y="32"/>
                    <a:pt x="30" y="32"/>
                    <a:pt x="30" y="32"/>
                  </a:cubicBezTo>
                  <a:lnTo>
                    <a:pt x="23" y="32"/>
                  </a:lnTo>
                  <a:close/>
                  <a:moveTo>
                    <a:pt x="39" y="134"/>
                  </a:moveTo>
                  <a:cubicBezTo>
                    <a:pt x="37" y="131"/>
                    <a:pt x="35" y="126"/>
                    <a:pt x="35" y="120"/>
                  </a:cubicBezTo>
                  <a:cubicBezTo>
                    <a:pt x="35" y="120"/>
                    <a:pt x="35" y="120"/>
                    <a:pt x="35" y="120"/>
                  </a:cubicBezTo>
                  <a:cubicBezTo>
                    <a:pt x="35" y="119"/>
                    <a:pt x="35" y="119"/>
                    <a:pt x="35" y="119"/>
                  </a:cubicBezTo>
                  <a:cubicBezTo>
                    <a:pt x="35" y="96"/>
                    <a:pt x="35" y="96"/>
                    <a:pt x="35" y="96"/>
                  </a:cubicBezTo>
                  <a:cubicBezTo>
                    <a:pt x="43" y="89"/>
                    <a:pt x="43" y="89"/>
                    <a:pt x="43" y="89"/>
                  </a:cubicBezTo>
                  <a:cubicBezTo>
                    <a:pt x="44" y="89"/>
                    <a:pt x="44" y="88"/>
                    <a:pt x="44" y="87"/>
                  </a:cubicBezTo>
                  <a:cubicBezTo>
                    <a:pt x="44" y="86"/>
                    <a:pt x="43" y="85"/>
                    <a:pt x="43" y="85"/>
                  </a:cubicBezTo>
                  <a:cubicBezTo>
                    <a:pt x="35" y="80"/>
                    <a:pt x="35" y="80"/>
                    <a:pt x="35" y="80"/>
                  </a:cubicBezTo>
                  <a:cubicBezTo>
                    <a:pt x="35" y="24"/>
                    <a:pt x="35" y="24"/>
                    <a:pt x="35" y="24"/>
                  </a:cubicBezTo>
                  <a:cubicBezTo>
                    <a:pt x="35" y="16"/>
                    <a:pt x="33" y="10"/>
                    <a:pt x="30" y="6"/>
                  </a:cubicBezTo>
                  <a:cubicBezTo>
                    <a:pt x="112" y="6"/>
                    <a:pt x="112" y="6"/>
                    <a:pt x="112" y="6"/>
                  </a:cubicBezTo>
                  <a:cubicBezTo>
                    <a:pt x="118" y="6"/>
                    <a:pt x="123" y="11"/>
                    <a:pt x="123" y="17"/>
                  </a:cubicBezTo>
                  <a:cubicBezTo>
                    <a:pt x="123" y="20"/>
                    <a:pt x="123" y="20"/>
                    <a:pt x="123" y="20"/>
                  </a:cubicBezTo>
                  <a:cubicBezTo>
                    <a:pt x="118" y="20"/>
                    <a:pt x="118" y="20"/>
                    <a:pt x="118" y="20"/>
                  </a:cubicBezTo>
                  <a:cubicBezTo>
                    <a:pt x="117" y="20"/>
                    <a:pt x="116" y="21"/>
                    <a:pt x="116" y="22"/>
                  </a:cubicBezTo>
                  <a:cubicBezTo>
                    <a:pt x="116" y="28"/>
                    <a:pt x="116" y="28"/>
                    <a:pt x="116" y="28"/>
                  </a:cubicBezTo>
                  <a:cubicBezTo>
                    <a:pt x="116" y="29"/>
                    <a:pt x="116" y="30"/>
                    <a:pt x="117" y="31"/>
                  </a:cubicBezTo>
                  <a:cubicBezTo>
                    <a:pt x="120" y="33"/>
                    <a:pt x="120" y="33"/>
                    <a:pt x="120" y="33"/>
                  </a:cubicBezTo>
                  <a:cubicBezTo>
                    <a:pt x="114" y="36"/>
                    <a:pt x="114" y="36"/>
                    <a:pt x="114" y="36"/>
                  </a:cubicBezTo>
                  <a:cubicBezTo>
                    <a:pt x="113" y="37"/>
                    <a:pt x="113" y="38"/>
                    <a:pt x="113" y="39"/>
                  </a:cubicBezTo>
                  <a:cubicBezTo>
                    <a:pt x="113" y="40"/>
                    <a:pt x="113" y="40"/>
                    <a:pt x="114" y="41"/>
                  </a:cubicBezTo>
                  <a:cubicBezTo>
                    <a:pt x="123" y="48"/>
                    <a:pt x="123" y="48"/>
                    <a:pt x="123" y="48"/>
                  </a:cubicBezTo>
                  <a:cubicBezTo>
                    <a:pt x="123" y="107"/>
                    <a:pt x="123" y="107"/>
                    <a:pt x="123" y="107"/>
                  </a:cubicBezTo>
                  <a:cubicBezTo>
                    <a:pt x="52" y="107"/>
                    <a:pt x="52" y="107"/>
                    <a:pt x="52" y="107"/>
                  </a:cubicBezTo>
                  <a:cubicBezTo>
                    <a:pt x="52" y="107"/>
                    <a:pt x="52" y="107"/>
                    <a:pt x="52" y="107"/>
                  </a:cubicBezTo>
                  <a:cubicBezTo>
                    <a:pt x="51" y="107"/>
                    <a:pt x="51" y="107"/>
                    <a:pt x="51" y="107"/>
                  </a:cubicBezTo>
                  <a:cubicBezTo>
                    <a:pt x="45" y="107"/>
                    <a:pt x="40" y="112"/>
                    <a:pt x="40" y="118"/>
                  </a:cubicBezTo>
                  <a:cubicBezTo>
                    <a:pt x="40" y="124"/>
                    <a:pt x="44" y="129"/>
                    <a:pt x="50" y="129"/>
                  </a:cubicBezTo>
                  <a:cubicBezTo>
                    <a:pt x="52" y="129"/>
                    <a:pt x="53" y="128"/>
                    <a:pt x="53" y="126"/>
                  </a:cubicBezTo>
                  <a:cubicBezTo>
                    <a:pt x="53" y="124"/>
                    <a:pt x="52" y="123"/>
                    <a:pt x="50" y="123"/>
                  </a:cubicBezTo>
                  <a:cubicBezTo>
                    <a:pt x="47" y="123"/>
                    <a:pt x="46" y="121"/>
                    <a:pt x="46" y="118"/>
                  </a:cubicBezTo>
                  <a:cubicBezTo>
                    <a:pt x="46" y="114"/>
                    <a:pt x="48" y="112"/>
                    <a:pt x="51" y="112"/>
                  </a:cubicBezTo>
                  <a:cubicBezTo>
                    <a:pt x="55" y="112"/>
                    <a:pt x="59" y="118"/>
                    <a:pt x="59" y="124"/>
                  </a:cubicBezTo>
                  <a:cubicBezTo>
                    <a:pt x="59" y="132"/>
                    <a:pt x="54" y="138"/>
                    <a:pt x="48" y="138"/>
                  </a:cubicBezTo>
                  <a:cubicBezTo>
                    <a:pt x="45" y="138"/>
                    <a:pt x="42" y="137"/>
                    <a:pt x="39" y="134"/>
                  </a:cubicBezTo>
                  <a:close/>
                  <a:moveTo>
                    <a:pt x="125" y="138"/>
                  </a:moveTo>
                  <a:cubicBezTo>
                    <a:pt x="60" y="138"/>
                    <a:pt x="60" y="138"/>
                    <a:pt x="60" y="138"/>
                  </a:cubicBezTo>
                  <a:cubicBezTo>
                    <a:pt x="60" y="138"/>
                    <a:pt x="60" y="138"/>
                    <a:pt x="60" y="138"/>
                  </a:cubicBezTo>
                  <a:cubicBezTo>
                    <a:pt x="63" y="134"/>
                    <a:pt x="64" y="130"/>
                    <a:pt x="64" y="125"/>
                  </a:cubicBezTo>
                  <a:cubicBezTo>
                    <a:pt x="108" y="125"/>
                    <a:pt x="108" y="125"/>
                    <a:pt x="108" y="125"/>
                  </a:cubicBezTo>
                  <a:cubicBezTo>
                    <a:pt x="110" y="125"/>
                    <a:pt x="111" y="123"/>
                    <a:pt x="111" y="122"/>
                  </a:cubicBezTo>
                  <a:cubicBezTo>
                    <a:pt x="111" y="120"/>
                    <a:pt x="110" y="119"/>
                    <a:pt x="108" y="119"/>
                  </a:cubicBezTo>
                  <a:cubicBezTo>
                    <a:pt x="64" y="119"/>
                    <a:pt x="64" y="119"/>
                    <a:pt x="64" y="119"/>
                  </a:cubicBezTo>
                  <a:cubicBezTo>
                    <a:pt x="63" y="117"/>
                    <a:pt x="62" y="114"/>
                    <a:pt x="61" y="112"/>
                  </a:cubicBezTo>
                  <a:cubicBezTo>
                    <a:pt x="125" y="112"/>
                    <a:pt x="125" y="112"/>
                    <a:pt x="125" y="112"/>
                  </a:cubicBezTo>
                  <a:cubicBezTo>
                    <a:pt x="133" y="112"/>
                    <a:pt x="138" y="118"/>
                    <a:pt x="138" y="125"/>
                  </a:cubicBezTo>
                  <a:cubicBezTo>
                    <a:pt x="138" y="132"/>
                    <a:pt x="133" y="138"/>
                    <a:pt x="125"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9" name="Google Shape;509;p41"/>
            <p:cNvSpPr/>
            <p:nvPr/>
          </p:nvSpPr>
          <p:spPr>
            <a:xfrm>
              <a:off x="6588610" y="2641447"/>
              <a:ext cx="13237" cy="16547"/>
            </a:xfrm>
            <a:custGeom>
              <a:avLst/>
              <a:gdLst/>
              <a:ahLst/>
              <a:cxnLst/>
              <a:rect l="l" t="t" r="r" b="b"/>
              <a:pathLst>
                <a:path w="5" h="6" extrusionOk="0">
                  <a:moveTo>
                    <a:pt x="3" y="6"/>
                  </a:moveTo>
                  <a:cubicBezTo>
                    <a:pt x="3" y="6"/>
                    <a:pt x="4" y="5"/>
                    <a:pt x="4" y="5"/>
                  </a:cubicBezTo>
                  <a:cubicBezTo>
                    <a:pt x="5" y="4"/>
                    <a:pt x="5" y="4"/>
                    <a:pt x="5" y="3"/>
                  </a:cubicBezTo>
                  <a:cubicBezTo>
                    <a:pt x="5" y="2"/>
                    <a:pt x="5" y="2"/>
                    <a:pt x="4" y="1"/>
                  </a:cubicBezTo>
                  <a:cubicBezTo>
                    <a:pt x="4" y="0"/>
                    <a:pt x="3" y="0"/>
                    <a:pt x="3" y="0"/>
                  </a:cubicBezTo>
                  <a:cubicBezTo>
                    <a:pt x="2" y="0"/>
                    <a:pt x="1" y="0"/>
                    <a:pt x="1" y="1"/>
                  </a:cubicBezTo>
                  <a:cubicBezTo>
                    <a:pt x="0" y="2"/>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0" name="Google Shape;510;p41"/>
            <p:cNvSpPr/>
            <p:nvPr/>
          </p:nvSpPr>
          <p:spPr>
            <a:xfrm>
              <a:off x="6619497" y="2641447"/>
              <a:ext cx="120237" cy="16547"/>
            </a:xfrm>
            <a:custGeom>
              <a:avLst/>
              <a:gdLst/>
              <a:ahLst/>
              <a:cxnLst/>
              <a:rect l="l" t="t" r="r" b="b"/>
              <a:pathLst>
                <a:path w="46" h="6" extrusionOk="0">
                  <a:moveTo>
                    <a:pt x="2" y="6"/>
                  </a:moveTo>
                  <a:cubicBezTo>
                    <a:pt x="43" y="6"/>
                    <a:pt x="43" y="6"/>
                    <a:pt x="43" y="6"/>
                  </a:cubicBezTo>
                  <a:cubicBezTo>
                    <a:pt x="44" y="6"/>
                    <a:pt x="46" y="5"/>
                    <a:pt x="46" y="3"/>
                  </a:cubicBezTo>
                  <a:cubicBezTo>
                    <a:pt x="46" y="1"/>
                    <a:pt x="44" y="0"/>
                    <a:pt x="43" y="0"/>
                  </a:cubicBezTo>
                  <a:cubicBezTo>
                    <a:pt x="2" y="0"/>
                    <a:pt x="2" y="0"/>
                    <a:pt x="2" y="0"/>
                  </a:cubicBezTo>
                  <a:cubicBezTo>
                    <a:pt x="1" y="0"/>
                    <a:pt x="0" y="1"/>
                    <a:pt x="0" y="3"/>
                  </a:cubicBezTo>
                  <a:cubicBezTo>
                    <a:pt x="0" y="5"/>
                    <a:pt x="1"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1" name="Google Shape;511;p41"/>
            <p:cNvSpPr/>
            <p:nvPr/>
          </p:nvSpPr>
          <p:spPr>
            <a:xfrm>
              <a:off x="6588610" y="2684468"/>
              <a:ext cx="151124" cy="12134"/>
            </a:xfrm>
            <a:custGeom>
              <a:avLst/>
              <a:gdLst/>
              <a:ahLst/>
              <a:cxnLst/>
              <a:rect l="l" t="t" r="r" b="b"/>
              <a:pathLst>
                <a:path w="58" h="5" extrusionOk="0">
                  <a:moveTo>
                    <a:pt x="3" y="5"/>
                  </a:moveTo>
                  <a:cubicBezTo>
                    <a:pt x="55" y="5"/>
                    <a:pt x="55" y="5"/>
                    <a:pt x="55" y="5"/>
                  </a:cubicBezTo>
                  <a:cubicBezTo>
                    <a:pt x="56" y="5"/>
                    <a:pt x="58" y="4"/>
                    <a:pt x="58" y="3"/>
                  </a:cubicBezTo>
                  <a:cubicBezTo>
                    <a:pt x="58" y="1"/>
                    <a:pt x="56" y="0"/>
                    <a:pt x="55" y="0"/>
                  </a:cubicBezTo>
                  <a:cubicBezTo>
                    <a:pt x="3" y="0"/>
                    <a:pt x="3" y="0"/>
                    <a:pt x="3" y="0"/>
                  </a:cubicBezTo>
                  <a:cubicBezTo>
                    <a:pt x="1" y="0"/>
                    <a:pt x="0" y="1"/>
                    <a:pt x="0" y="3"/>
                  </a:cubicBezTo>
                  <a:cubicBezTo>
                    <a:pt x="0" y="4"/>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2" name="Google Shape;512;p41"/>
            <p:cNvSpPr/>
            <p:nvPr/>
          </p:nvSpPr>
          <p:spPr>
            <a:xfrm>
              <a:off x="6588610" y="2726385"/>
              <a:ext cx="151124" cy="12134"/>
            </a:xfrm>
            <a:custGeom>
              <a:avLst/>
              <a:gdLst/>
              <a:ahLst/>
              <a:cxnLst/>
              <a:rect l="l" t="t" r="r" b="b"/>
              <a:pathLst>
                <a:path w="58" h="5" extrusionOk="0">
                  <a:moveTo>
                    <a:pt x="3" y="5"/>
                  </a:moveTo>
                  <a:cubicBezTo>
                    <a:pt x="55" y="5"/>
                    <a:pt x="55" y="5"/>
                    <a:pt x="55" y="5"/>
                  </a:cubicBezTo>
                  <a:cubicBezTo>
                    <a:pt x="56" y="5"/>
                    <a:pt x="58" y="4"/>
                    <a:pt x="58" y="2"/>
                  </a:cubicBezTo>
                  <a:cubicBezTo>
                    <a:pt x="58" y="1"/>
                    <a:pt x="56" y="0"/>
                    <a:pt x="55" y="0"/>
                  </a:cubicBezTo>
                  <a:cubicBezTo>
                    <a:pt x="3" y="0"/>
                    <a:pt x="3" y="0"/>
                    <a:pt x="3" y="0"/>
                  </a:cubicBezTo>
                  <a:cubicBezTo>
                    <a:pt x="1" y="0"/>
                    <a:pt x="0" y="1"/>
                    <a:pt x="0" y="2"/>
                  </a:cubicBezTo>
                  <a:cubicBezTo>
                    <a:pt x="0" y="4"/>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3" name="Google Shape;513;p41"/>
            <p:cNvSpPr/>
            <p:nvPr/>
          </p:nvSpPr>
          <p:spPr>
            <a:xfrm>
              <a:off x="6588610" y="2764993"/>
              <a:ext cx="151124" cy="15443"/>
            </a:xfrm>
            <a:custGeom>
              <a:avLst/>
              <a:gdLst/>
              <a:ahLst/>
              <a:cxnLst/>
              <a:rect l="l" t="t" r="r" b="b"/>
              <a:pathLst>
                <a:path w="58" h="6" extrusionOk="0">
                  <a:moveTo>
                    <a:pt x="3" y="6"/>
                  </a:moveTo>
                  <a:cubicBezTo>
                    <a:pt x="55" y="6"/>
                    <a:pt x="55" y="6"/>
                    <a:pt x="55" y="6"/>
                  </a:cubicBezTo>
                  <a:cubicBezTo>
                    <a:pt x="56" y="6"/>
                    <a:pt x="58" y="5"/>
                    <a:pt x="58" y="3"/>
                  </a:cubicBezTo>
                  <a:cubicBezTo>
                    <a:pt x="58" y="1"/>
                    <a:pt x="56" y="0"/>
                    <a:pt x="55" y="0"/>
                  </a:cubicBezTo>
                  <a:cubicBezTo>
                    <a:pt x="3" y="0"/>
                    <a:pt x="3" y="0"/>
                    <a:pt x="3" y="0"/>
                  </a:cubicBezTo>
                  <a:cubicBezTo>
                    <a:pt x="1" y="0"/>
                    <a:pt x="0" y="1"/>
                    <a:pt x="0" y="3"/>
                  </a:cubicBezTo>
                  <a:cubicBezTo>
                    <a:pt x="0" y="5"/>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4" name="Google Shape;514;p41"/>
            <p:cNvSpPr/>
            <p:nvPr/>
          </p:nvSpPr>
          <p:spPr>
            <a:xfrm>
              <a:off x="6588610" y="2806911"/>
              <a:ext cx="151124" cy="16547"/>
            </a:xfrm>
            <a:custGeom>
              <a:avLst/>
              <a:gdLst/>
              <a:ahLst/>
              <a:cxnLst/>
              <a:rect l="l" t="t" r="r" b="b"/>
              <a:pathLst>
                <a:path w="58" h="6" extrusionOk="0">
                  <a:moveTo>
                    <a:pt x="3" y="6"/>
                  </a:moveTo>
                  <a:cubicBezTo>
                    <a:pt x="55" y="6"/>
                    <a:pt x="55" y="6"/>
                    <a:pt x="55" y="6"/>
                  </a:cubicBezTo>
                  <a:cubicBezTo>
                    <a:pt x="56" y="6"/>
                    <a:pt x="58" y="4"/>
                    <a:pt x="58" y="3"/>
                  </a:cubicBezTo>
                  <a:cubicBezTo>
                    <a:pt x="58" y="1"/>
                    <a:pt x="56" y="0"/>
                    <a:pt x="55" y="0"/>
                  </a:cubicBezTo>
                  <a:cubicBezTo>
                    <a:pt x="3" y="0"/>
                    <a:pt x="3" y="0"/>
                    <a:pt x="3" y="0"/>
                  </a:cubicBezTo>
                  <a:cubicBezTo>
                    <a:pt x="1" y="0"/>
                    <a:pt x="0" y="1"/>
                    <a:pt x="0" y="3"/>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5" name="Google Shape;515;p41"/>
            <p:cNvSpPr/>
            <p:nvPr/>
          </p:nvSpPr>
          <p:spPr>
            <a:xfrm>
              <a:off x="6758486" y="2896262"/>
              <a:ext cx="15443"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4" y="6"/>
                    <a:pt x="4" y="5"/>
                    <a:pt x="5" y="5"/>
                  </a:cubicBezTo>
                  <a:cubicBezTo>
                    <a:pt x="5" y="4"/>
                    <a:pt x="6" y="4"/>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16" name="Google Shape;516;p41"/>
          <p:cNvGrpSpPr/>
          <p:nvPr/>
        </p:nvGrpSpPr>
        <p:grpSpPr>
          <a:xfrm>
            <a:off x="2463095" y="3052036"/>
            <a:ext cx="329825" cy="377258"/>
            <a:chOff x="8079991" y="1955323"/>
            <a:chExt cx="329825" cy="377258"/>
          </a:xfrm>
        </p:grpSpPr>
        <p:sp>
          <p:nvSpPr>
            <p:cNvPr id="517" name="Google Shape;517;p41"/>
            <p:cNvSpPr/>
            <p:nvPr/>
          </p:nvSpPr>
          <p:spPr>
            <a:xfrm>
              <a:off x="8079991" y="1955323"/>
              <a:ext cx="329825" cy="377258"/>
            </a:xfrm>
            <a:custGeom>
              <a:avLst/>
              <a:gdLst/>
              <a:ahLst/>
              <a:cxnLst/>
              <a:rect l="l" t="t" r="r" b="b"/>
              <a:pathLst>
                <a:path w="126" h="144" extrusionOk="0">
                  <a:moveTo>
                    <a:pt x="115" y="97"/>
                  </a:moveTo>
                  <a:cubicBezTo>
                    <a:pt x="118" y="95"/>
                    <a:pt x="118" y="95"/>
                    <a:pt x="118" y="95"/>
                  </a:cubicBezTo>
                  <a:cubicBezTo>
                    <a:pt x="123" y="92"/>
                    <a:pt x="124" y="87"/>
                    <a:pt x="123" y="82"/>
                  </a:cubicBezTo>
                  <a:cubicBezTo>
                    <a:pt x="108" y="39"/>
                    <a:pt x="108" y="39"/>
                    <a:pt x="108" y="39"/>
                  </a:cubicBezTo>
                  <a:cubicBezTo>
                    <a:pt x="108" y="39"/>
                    <a:pt x="108" y="39"/>
                    <a:pt x="108" y="39"/>
                  </a:cubicBezTo>
                  <a:cubicBezTo>
                    <a:pt x="108" y="37"/>
                    <a:pt x="108" y="37"/>
                    <a:pt x="108" y="37"/>
                  </a:cubicBezTo>
                  <a:cubicBezTo>
                    <a:pt x="106" y="32"/>
                    <a:pt x="103" y="27"/>
                    <a:pt x="100" y="23"/>
                  </a:cubicBezTo>
                  <a:cubicBezTo>
                    <a:pt x="100" y="23"/>
                    <a:pt x="100" y="22"/>
                    <a:pt x="99" y="22"/>
                  </a:cubicBezTo>
                  <a:cubicBezTo>
                    <a:pt x="92" y="15"/>
                    <a:pt x="84" y="10"/>
                    <a:pt x="74" y="8"/>
                  </a:cubicBezTo>
                  <a:cubicBezTo>
                    <a:pt x="73" y="6"/>
                    <a:pt x="72" y="4"/>
                    <a:pt x="70" y="3"/>
                  </a:cubicBezTo>
                  <a:cubicBezTo>
                    <a:pt x="66" y="0"/>
                    <a:pt x="60" y="0"/>
                    <a:pt x="56" y="3"/>
                  </a:cubicBezTo>
                  <a:cubicBezTo>
                    <a:pt x="54" y="4"/>
                    <a:pt x="53" y="6"/>
                    <a:pt x="52" y="8"/>
                  </a:cubicBezTo>
                  <a:cubicBezTo>
                    <a:pt x="43" y="10"/>
                    <a:pt x="34" y="15"/>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3" y="27"/>
                    <a:pt x="21" y="32"/>
                    <a:pt x="19" y="37"/>
                  </a:cubicBezTo>
                  <a:cubicBezTo>
                    <a:pt x="4" y="82"/>
                    <a:pt x="4" y="82"/>
                    <a:pt x="4" y="82"/>
                  </a:cubicBezTo>
                  <a:cubicBezTo>
                    <a:pt x="2" y="87"/>
                    <a:pt x="4" y="92"/>
                    <a:pt x="8" y="95"/>
                  </a:cubicBezTo>
                  <a:cubicBezTo>
                    <a:pt x="11" y="97"/>
                    <a:pt x="11" y="97"/>
                    <a:pt x="11" y="97"/>
                  </a:cubicBezTo>
                  <a:cubicBezTo>
                    <a:pt x="5" y="101"/>
                    <a:pt x="0" y="108"/>
                    <a:pt x="0" y="116"/>
                  </a:cubicBezTo>
                  <a:cubicBezTo>
                    <a:pt x="0" y="141"/>
                    <a:pt x="0" y="141"/>
                    <a:pt x="0" y="141"/>
                  </a:cubicBezTo>
                  <a:cubicBezTo>
                    <a:pt x="0" y="142"/>
                    <a:pt x="1" y="143"/>
                    <a:pt x="3" y="144"/>
                  </a:cubicBezTo>
                  <a:cubicBezTo>
                    <a:pt x="5" y="144"/>
                    <a:pt x="6" y="143"/>
                    <a:pt x="6" y="141"/>
                  </a:cubicBezTo>
                  <a:cubicBezTo>
                    <a:pt x="6" y="116"/>
                    <a:pt x="6" y="116"/>
                    <a:pt x="6" y="116"/>
                  </a:cubicBezTo>
                  <a:cubicBezTo>
                    <a:pt x="6" y="109"/>
                    <a:pt x="10" y="103"/>
                    <a:pt x="17" y="101"/>
                  </a:cubicBezTo>
                  <a:cubicBezTo>
                    <a:pt x="19" y="103"/>
                    <a:pt x="19" y="103"/>
                    <a:pt x="19" y="103"/>
                  </a:cubicBezTo>
                  <a:cubicBezTo>
                    <a:pt x="21" y="104"/>
                    <a:pt x="22" y="105"/>
                    <a:pt x="22" y="107"/>
                  </a:cubicBezTo>
                  <a:cubicBezTo>
                    <a:pt x="22" y="130"/>
                    <a:pt x="22" y="130"/>
                    <a:pt x="22" y="130"/>
                  </a:cubicBezTo>
                  <a:cubicBezTo>
                    <a:pt x="22" y="138"/>
                    <a:pt x="28" y="144"/>
                    <a:pt x="35" y="144"/>
                  </a:cubicBezTo>
                  <a:cubicBezTo>
                    <a:pt x="42" y="144"/>
                    <a:pt x="48" y="138"/>
                    <a:pt x="48" y="130"/>
                  </a:cubicBezTo>
                  <a:cubicBezTo>
                    <a:pt x="48" y="103"/>
                    <a:pt x="48" y="103"/>
                    <a:pt x="48" y="103"/>
                  </a:cubicBezTo>
                  <a:cubicBezTo>
                    <a:pt x="53" y="103"/>
                    <a:pt x="53" y="103"/>
                    <a:pt x="53" y="103"/>
                  </a:cubicBezTo>
                  <a:cubicBezTo>
                    <a:pt x="53" y="121"/>
                    <a:pt x="53" y="121"/>
                    <a:pt x="53" y="121"/>
                  </a:cubicBezTo>
                  <a:cubicBezTo>
                    <a:pt x="53" y="127"/>
                    <a:pt x="57" y="131"/>
                    <a:pt x="63" y="131"/>
                  </a:cubicBezTo>
                  <a:cubicBezTo>
                    <a:pt x="69" y="132"/>
                    <a:pt x="73" y="127"/>
                    <a:pt x="73" y="121"/>
                  </a:cubicBezTo>
                  <a:cubicBezTo>
                    <a:pt x="73" y="103"/>
                    <a:pt x="73" y="103"/>
                    <a:pt x="73" y="103"/>
                  </a:cubicBezTo>
                  <a:cubicBezTo>
                    <a:pt x="78" y="103"/>
                    <a:pt x="78" y="103"/>
                    <a:pt x="78" y="103"/>
                  </a:cubicBezTo>
                  <a:cubicBezTo>
                    <a:pt x="78" y="130"/>
                    <a:pt x="78" y="130"/>
                    <a:pt x="78" y="130"/>
                  </a:cubicBezTo>
                  <a:cubicBezTo>
                    <a:pt x="78" y="138"/>
                    <a:pt x="84" y="144"/>
                    <a:pt x="91" y="144"/>
                  </a:cubicBezTo>
                  <a:cubicBezTo>
                    <a:pt x="98" y="144"/>
                    <a:pt x="104" y="138"/>
                    <a:pt x="104" y="130"/>
                  </a:cubicBezTo>
                  <a:cubicBezTo>
                    <a:pt x="104" y="107"/>
                    <a:pt x="104" y="107"/>
                    <a:pt x="104" y="107"/>
                  </a:cubicBezTo>
                  <a:cubicBezTo>
                    <a:pt x="104" y="105"/>
                    <a:pt x="105" y="103"/>
                    <a:pt x="107" y="102"/>
                  </a:cubicBezTo>
                  <a:cubicBezTo>
                    <a:pt x="110" y="101"/>
                    <a:pt x="110" y="101"/>
                    <a:pt x="110" y="101"/>
                  </a:cubicBezTo>
                  <a:cubicBezTo>
                    <a:pt x="116" y="103"/>
                    <a:pt x="120" y="109"/>
                    <a:pt x="120" y="116"/>
                  </a:cubicBezTo>
                  <a:cubicBezTo>
                    <a:pt x="120" y="141"/>
                    <a:pt x="120" y="141"/>
                    <a:pt x="120" y="141"/>
                  </a:cubicBezTo>
                  <a:cubicBezTo>
                    <a:pt x="120" y="142"/>
                    <a:pt x="121" y="143"/>
                    <a:pt x="123" y="144"/>
                  </a:cubicBezTo>
                  <a:cubicBezTo>
                    <a:pt x="124" y="144"/>
                    <a:pt x="126" y="143"/>
                    <a:pt x="126" y="141"/>
                  </a:cubicBezTo>
                  <a:cubicBezTo>
                    <a:pt x="126" y="116"/>
                    <a:pt x="126" y="116"/>
                    <a:pt x="126" y="116"/>
                  </a:cubicBezTo>
                  <a:cubicBezTo>
                    <a:pt x="126" y="108"/>
                    <a:pt x="122" y="101"/>
                    <a:pt x="115" y="97"/>
                  </a:cubicBezTo>
                  <a:close/>
                  <a:moveTo>
                    <a:pt x="115" y="90"/>
                  </a:moveTo>
                  <a:cubicBezTo>
                    <a:pt x="108" y="95"/>
                    <a:pt x="108" y="95"/>
                    <a:pt x="108" y="95"/>
                  </a:cubicBezTo>
                  <a:cubicBezTo>
                    <a:pt x="108" y="95"/>
                    <a:pt x="108" y="95"/>
                    <a:pt x="108" y="95"/>
                  </a:cubicBezTo>
                  <a:cubicBezTo>
                    <a:pt x="104" y="98"/>
                    <a:pt x="104" y="98"/>
                    <a:pt x="104" y="98"/>
                  </a:cubicBezTo>
                  <a:cubicBezTo>
                    <a:pt x="83" y="98"/>
                    <a:pt x="83" y="98"/>
                    <a:pt x="83" y="98"/>
                  </a:cubicBezTo>
                  <a:cubicBezTo>
                    <a:pt x="83" y="80"/>
                    <a:pt x="83" y="80"/>
                    <a:pt x="83" y="80"/>
                  </a:cubicBezTo>
                  <a:cubicBezTo>
                    <a:pt x="85" y="78"/>
                    <a:pt x="86" y="75"/>
                    <a:pt x="86" y="73"/>
                  </a:cubicBezTo>
                  <a:cubicBezTo>
                    <a:pt x="114" y="73"/>
                    <a:pt x="114" y="73"/>
                    <a:pt x="114" y="73"/>
                  </a:cubicBezTo>
                  <a:cubicBezTo>
                    <a:pt x="117" y="82"/>
                    <a:pt x="117" y="82"/>
                    <a:pt x="117" y="82"/>
                  </a:cubicBezTo>
                  <a:cubicBezTo>
                    <a:pt x="101" y="82"/>
                    <a:pt x="101" y="82"/>
                    <a:pt x="101" y="82"/>
                  </a:cubicBezTo>
                  <a:cubicBezTo>
                    <a:pt x="99" y="82"/>
                    <a:pt x="98" y="83"/>
                    <a:pt x="98" y="85"/>
                  </a:cubicBezTo>
                  <a:cubicBezTo>
                    <a:pt x="98" y="86"/>
                    <a:pt x="99" y="88"/>
                    <a:pt x="101" y="88"/>
                  </a:cubicBezTo>
                  <a:cubicBezTo>
                    <a:pt x="117" y="88"/>
                    <a:pt x="117" y="88"/>
                    <a:pt x="117" y="88"/>
                  </a:cubicBezTo>
                  <a:cubicBezTo>
                    <a:pt x="117" y="89"/>
                    <a:pt x="116" y="90"/>
                    <a:pt x="115" y="90"/>
                  </a:cubicBezTo>
                  <a:close/>
                  <a:moveTo>
                    <a:pt x="84" y="128"/>
                  </a:moveTo>
                  <a:cubicBezTo>
                    <a:pt x="84" y="118"/>
                    <a:pt x="84" y="118"/>
                    <a:pt x="84" y="118"/>
                  </a:cubicBezTo>
                  <a:cubicBezTo>
                    <a:pt x="99" y="118"/>
                    <a:pt x="99" y="118"/>
                    <a:pt x="99" y="118"/>
                  </a:cubicBezTo>
                  <a:cubicBezTo>
                    <a:pt x="99" y="128"/>
                    <a:pt x="99" y="128"/>
                    <a:pt x="99" y="128"/>
                  </a:cubicBezTo>
                  <a:lnTo>
                    <a:pt x="84" y="128"/>
                  </a:lnTo>
                  <a:close/>
                  <a:moveTo>
                    <a:pt x="71" y="88"/>
                  </a:moveTo>
                  <a:cubicBezTo>
                    <a:pt x="56" y="88"/>
                    <a:pt x="56" y="88"/>
                    <a:pt x="56" y="88"/>
                  </a:cubicBezTo>
                  <a:cubicBezTo>
                    <a:pt x="51" y="83"/>
                    <a:pt x="47" y="77"/>
                    <a:pt x="45" y="70"/>
                  </a:cubicBezTo>
                  <a:cubicBezTo>
                    <a:pt x="45" y="70"/>
                    <a:pt x="45" y="69"/>
                    <a:pt x="45" y="69"/>
                  </a:cubicBezTo>
                  <a:cubicBezTo>
                    <a:pt x="44" y="66"/>
                    <a:pt x="43" y="62"/>
                    <a:pt x="43" y="58"/>
                  </a:cubicBezTo>
                  <a:cubicBezTo>
                    <a:pt x="43" y="48"/>
                    <a:pt x="43" y="48"/>
                    <a:pt x="43" y="48"/>
                  </a:cubicBezTo>
                  <a:cubicBezTo>
                    <a:pt x="83" y="48"/>
                    <a:pt x="83" y="48"/>
                    <a:pt x="83" y="48"/>
                  </a:cubicBezTo>
                  <a:cubicBezTo>
                    <a:pt x="83" y="58"/>
                    <a:pt x="83" y="58"/>
                    <a:pt x="83" y="58"/>
                  </a:cubicBezTo>
                  <a:cubicBezTo>
                    <a:pt x="83" y="62"/>
                    <a:pt x="83" y="66"/>
                    <a:pt x="82" y="69"/>
                  </a:cubicBezTo>
                  <a:cubicBezTo>
                    <a:pt x="82" y="69"/>
                    <a:pt x="81" y="70"/>
                    <a:pt x="81" y="70"/>
                  </a:cubicBezTo>
                  <a:cubicBezTo>
                    <a:pt x="79" y="77"/>
                    <a:pt x="76" y="83"/>
                    <a:pt x="71" y="88"/>
                  </a:cubicBezTo>
                  <a:close/>
                  <a:moveTo>
                    <a:pt x="27" y="128"/>
                  </a:moveTo>
                  <a:cubicBezTo>
                    <a:pt x="27" y="118"/>
                    <a:pt x="27" y="118"/>
                    <a:pt x="27" y="118"/>
                  </a:cubicBezTo>
                  <a:cubicBezTo>
                    <a:pt x="43" y="118"/>
                    <a:pt x="43" y="118"/>
                    <a:pt x="43" y="118"/>
                  </a:cubicBezTo>
                  <a:cubicBezTo>
                    <a:pt x="43" y="128"/>
                    <a:pt x="43" y="128"/>
                    <a:pt x="43" y="128"/>
                  </a:cubicBezTo>
                  <a:lnTo>
                    <a:pt x="27" y="128"/>
                  </a:lnTo>
                  <a:close/>
                  <a:moveTo>
                    <a:pt x="13" y="73"/>
                  </a:moveTo>
                  <a:cubicBezTo>
                    <a:pt x="40" y="73"/>
                    <a:pt x="40" y="73"/>
                    <a:pt x="40" y="73"/>
                  </a:cubicBezTo>
                  <a:cubicBezTo>
                    <a:pt x="41" y="75"/>
                    <a:pt x="42" y="77"/>
                    <a:pt x="43" y="80"/>
                  </a:cubicBezTo>
                  <a:cubicBezTo>
                    <a:pt x="43" y="82"/>
                    <a:pt x="43" y="82"/>
                    <a:pt x="43" y="82"/>
                  </a:cubicBezTo>
                  <a:cubicBezTo>
                    <a:pt x="10" y="82"/>
                    <a:pt x="10" y="82"/>
                    <a:pt x="10" y="82"/>
                  </a:cubicBezTo>
                  <a:lnTo>
                    <a:pt x="13" y="73"/>
                  </a:lnTo>
                  <a:close/>
                  <a:moveTo>
                    <a:pt x="18" y="58"/>
                  </a:moveTo>
                  <a:cubicBezTo>
                    <a:pt x="38" y="58"/>
                    <a:pt x="38" y="58"/>
                    <a:pt x="38" y="58"/>
                  </a:cubicBezTo>
                  <a:cubicBezTo>
                    <a:pt x="38" y="58"/>
                    <a:pt x="38" y="58"/>
                    <a:pt x="38" y="58"/>
                  </a:cubicBezTo>
                  <a:cubicBezTo>
                    <a:pt x="38" y="61"/>
                    <a:pt x="38" y="64"/>
                    <a:pt x="39" y="67"/>
                  </a:cubicBezTo>
                  <a:cubicBezTo>
                    <a:pt x="15" y="67"/>
                    <a:pt x="15" y="67"/>
                    <a:pt x="15" y="67"/>
                  </a:cubicBezTo>
                  <a:lnTo>
                    <a:pt x="18" y="58"/>
                  </a:lnTo>
                  <a:close/>
                  <a:moveTo>
                    <a:pt x="23" y="43"/>
                  </a:moveTo>
                  <a:cubicBezTo>
                    <a:pt x="36" y="43"/>
                    <a:pt x="36" y="43"/>
                    <a:pt x="36" y="43"/>
                  </a:cubicBezTo>
                  <a:cubicBezTo>
                    <a:pt x="38" y="46"/>
                    <a:pt x="38" y="46"/>
                    <a:pt x="38" y="46"/>
                  </a:cubicBezTo>
                  <a:cubicBezTo>
                    <a:pt x="38" y="52"/>
                    <a:pt x="38" y="52"/>
                    <a:pt x="38" y="52"/>
                  </a:cubicBezTo>
                  <a:cubicBezTo>
                    <a:pt x="20" y="52"/>
                    <a:pt x="20" y="52"/>
                    <a:pt x="20" y="52"/>
                  </a:cubicBezTo>
                  <a:lnTo>
                    <a:pt x="23" y="43"/>
                  </a:lnTo>
                  <a:close/>
                  <a:moveTo>
                    <a:pt x="29" y="29"/>
                  </a:moveTo>
                  <a:cubicBezTo>
                    <a:pt x="33" y="37"/>
                    <a:pt x="33" y="37"/>
                    <a:pt x="33" y="37"/>
                  </a:cubicBezTo>
                  <a:cubicBezTo>
                    <a:pt x="25" y="37"/>
                    <a:pt x="25" y="37"/>
                    <a:pt x="25" y="37"/>
                  </a:cubicBezTo>
                  <a:cubicBezTo>
                    <a:pt x="26" y="34"/>
                    <a:pt x="27" y="32"/>
                    <a:pt x="29" y="29"/>
                  </a:cubicBezTo>
                  <a:close/>
                  <a:moveTo>
                    <a:pt x="98" y="29"/>
                  </a:moveTo>
                  <a:cubicBezTo>
                    <a:pt x="99" y="32"/>
                    <a:pt x="101" y="34"/>
                    <a:pt x="102" y="37"/>
                  </a:cubicBezTo>
                  <a:cubicBezTo>
                    <a:pt x="94" y="37"/>
                    <a:pt x="94" y="37"/>
                    <a:pt x="94" y="37"/>
                  </a:cubicBezTo>
                  <a:lnTo>
                    <a:pt x="98" y="29"/>
                  </a:lnTo>
                  <a:close/>
                  <a:moveTo>
                    <a:pt x="89" y="58"/>
                  </a:moveTo>
                  <a:cubicBezTo>
                    <a:pt x="89" y="58"/>
                    <a:pt x="89" y="58"/>
                    <a:pt x="89" y="58"/>
                  </a:cubicBezTo>
                  <a:cubicBezTo>
                    <a:pt x="109" y="58"/>
                    <a:pt x="109" y="58"/>
                    <a:pt x="109" y="58"/>
                  </a:cubicBezTo>
                  <a:cubicBezTo>
                    <a:pt x="112" y="67"/>
                    <a:pt x="112" y="67"/>
                    <a:pt x="112" y="67"/>
                  </a:cubicBezTo>
                  <a:cubicBezTo>
                    <a:pt x="88" y="67"/>
                    <a:pt x="88" y="67"/>
                    <a:pt x="88" y="67"/>
                  </a:cubicBezTo>
                  <a:cubicBezTo>
                    <a:pt x="88" y="64"/>
                    <a:pt x="89" y="61"/>
                    <a:pt x="89" y="58"/>
                  </a:cubicBezTo>
                  <a:close/>
                  <a:moveTo>
                    <a:pt x="89" y="52"/>
                  </a:moveTo>
                  <a:cubicBezTo>
                    <a:pt x="89" y="46"/>
                    <a:pt x="89" y="46"/>
                    <a:pt x="89" y="46"/>
                  </a:cubicBezTo>
                  <a:cubicBezTo>
                    <a:pt x="91" y="43"/>
                    <a:pt x="91" y="43"/>
                    <a:pt x="91" y="43"/>
                  </a:cubicBezTo>
                  <a:cubicBezTo>
                    <a:pt x="103" y="43"/>
                    <a:pt x="103" y="43"/>
                    <a:pt x="103" y="43"/>
                  </a:cubicBezTo>
                  <a:cubicBezTo>
                    <a:pt x="107" y="52"/>
                    <a:pt x="107" y="52"/>
                    <a:pt x="107" y="52"/>
                  </a:cubicBezTo>
                  <a:lnTo>
                    <a:pt x="89" y="52"/>
                  </a:lnTo>
                  <a:close/>
                  <a:moveTo>
                    <a:pt x="83" y="43"/>
                  </a:moveTo>
                  <a:cubicBezTo>
                    <a:pt x="74" y="43"/>
                    <a:pt x="74" y="43"/>
                    <a:pt x="74" y="43"/>
                  </a:cubicBezTo>
                  <a:cubicBezTo>
                    <a:pt x="74" y="18"/>
                    <a:pt x="74" y="18"/>
                    <a:pt x="74" y="18"/>
                  </a:cubicBezTo>
                  <a:cubicBezTo>
                    <a:pt x="74" y="18"/>
                    <a:pt x="74" y="18"/>
                    <a:pt x="74" y="18"/>
                  </a:cubicBezTo>
                  <a:cubicBezTo>
                    <a:pt x="74" y="15"/>
                    <a:pt x="74" y="15"/>
                    <a:pt x="74" y="15"/>
                  </a:cubicBezTo>
                  <a:cubicBezTo>
                    <a:pt x="74" y="15"/>
                    <a:pt x="74" y="15"/>
                    <a:pt x="75" y="14"/>
                  </a:cubicBezTo>
                  <a:cubicBezTo>
                    <a:pt x="78" y="15"/>
                    <a:pt x="80" y="16"/>
                    <a:pt x="83" y="17"/>
                  </a:cubicBezTo>
                  <a:cubicBezTo>
                    <a:pt x="83" y="43"/>
                    <a:pt x="83" y="43"/>
                    <a:pt x="83" y="43"/>
                  </a:cubicBezTo>
                  <a:close/>
                  <a:moveTo>
                    <a:pt x="68" y="43"/>
                  </a:moveTo>
                  <a:cubicBezTo>
                    <a:pt x="58" y="43"/>
                    <a:pt x="58" y="43"/>
                    <a:pt x="58" y="43"/>
                  </a:cubicBezTo>
                  <a:cubicBezTo>
                    <a:pt x="58" y="33"/>
                    <a:pt x="58" y="33"/>
                    <a:pt x="58" y="33"/>
                  </a:cubicBezTo>
                  <a:cubicBezTo>
                    <a:pt x="59" y="33"/>
                    <a:pt x="59" y="33"/>
                    <a:pt x="60" y="33"/>
                  </a:cubicBezTo>
                  <a:cubicBezTo>
                    <a:pt x="67" y="33"/>
                    <a:pt x="67" y="33"/>
                    <a:pt x="67" y="33"/>
                  </a:cubicBezTo>
                  <a:cubicBezTo>
                    <a:pt x="67" y="33"/>
                    <a:pt x="68" y="33"/>
                    <a:pt x="68" y="33"/>
                  </a:cubicBezTo>
                  <a:cubicBezTo>
                    <a:pt x="68" y="43"/>
                    <a:pt x="68" y="43"/>
                    <a:pt x="68" y="43"/>
                  </a:cubicBezTo>
                  <a:close/>
                  <a:moveTo>
                    <a:pt x="52" y="15"/>
                  </a:moveTo>
                  <a:cubicBezTo>
                    <a:pt x="53" y="18"/>
                    <a:pt x="53" y="18"/>
                    <a:pt x="53" y="18"/>
                  </a:cubicBezTo>
                  <a:cubicBezTo>
                    <a:pt x="53" y="18"/>
                    <a:pt x="53" y="18"/>
                    <a:pt x="53" y="18"/>
                  </a:cubicBezTo>
                  <a:cubicBezTo>
                    <a:pt x="53" y="43"/>
                    <a:pt x="53" y="43"/>
                    <a:pt x="53" y="43"/>
                  </a:cubicBezTo>
                  <a:cubicBezTo>
                    <a:pt x="43" y="43"/>
                    <a:pt x="43" y="43"/>
                    <a:pt x="43" y="43"/>
                  </a:cubicBezTo>
                  <a:cubicBezTo>
                    <a:pt x="43" y="17"/>
                    <a:pt x="43" y="17"/>
                    <a:pt x="43" y="17"/>
                  </a:cubicBezTo>
                  <a:cubicBezTo>
                    <a:pt x="46" y="16"/>
                    <a:pt x="49" y="15"/>
                    <a:pt x="52" y="14"/>
                  </a:cubicBezTo>
                  <a:cubicBezTo>
                    <a:pt x="52" y="15"/>
                    <a:pt x="52" y="15"/>
                    <a:pt x="52" y="15"/>
                  </a:cubicBezTo>
                  <a:close/>
                  <a:moveTo>
                    <a:pt x="27" y="103"/>
                  </a:moveTo>
                  <a:cubicBezTo>
                    <a:pt x="43" y="103"/>
                    <a:pt x="43" y="103"/>
                    <a:pt x="43" y="103"/>
                  </a:cubicBezTo>
                  <a:cubicBezTo>
                    <a:pt x="43" y="113"/>
                    <a:pt x="43" y="113"/>
                    <a:pt x="43" y="113"/>
                  </a:cubicBezTo>
                  <a:cubicBezTo>
                    <a:pt x="27" y="113"/>
                    <a:pt x="27" y="113"/>
                    <a:pt x="27" y="113"/>
                  </a:cubicBezTo>
                  <a:cubicBezTo>
                    <a:pt x="27" y="107"/>
                    <a:pt x="27" y="107"/>
                    <a:pt x="27" y="107"/>
                  </a:cubicBezTo>
                  <a:cubicBezTo>
                    <a:pt x="27" y="106"/>
                    <a:pt x="27" y="104"/>
                    <a:pt x="27" y="103"/>
                  </a:cubicBezTo>
                  <a:close/>
                  <a:moveTo>
                    <a:pt x="99" y="107"/>
                  </a:moveTo>
                  <a:cubicBezTo>
                    <a:pt x="99" y="113"/>
                    <a:pt x="99" y="113"/>
                    <a:pt x="99" y="113"/>
                  </a:cubicBezTo>
                  <a:cubicBezTo>
                    <a:pt x="83" y="113"/>
                    <a:pt x="83" y="113"/>
                    <a:pt x="83" y="113"/>
                  </a:cubicBezTo>
                  <a:cubicBezTo>
                    <a:pt x="83" y="103"/>
                    <a:pt x="83" y="103"/>
                    <a:pt x="83" y="103"/>
                  </a:cubicBezTo>
                  <a:cubicBezTo>
                    <a:pt x="99" y="103"/>
                    <a:pt x="99" y="103"/>
                    <a:pt x="99" y="103"/>
                  </a:cubicBezTo>
                  <a:cubicBezTo>
                    <a:pt x="99" y="104"/>
                    <a:pt x="99" y="106"/>
                    <a:pt x="99" y="107"/>
                  </a:cubicBezTo>
                  <a:close/>
                  <a:moveTo>
                    <a:pt x="89" y="34"/>
                  </a:moveTo>
                  <a:cubicBezTo>
                    <a:pt x="89" y="20"/>
                    <a:pt x="89" y="20"/>
                    <a:pt x="89" y="20"/>
                  </a:cubicBezTo>
                  <a:cubicBezTo>
                    <a:pt x="91" y="22"/>
                    <a:pt x="92" y="23"/>
                    <a:pt x="94" y="25"/>
                  </a:cubicBezTo>
                  <a:lnTo>
                    <a:pt x="89" y="34"/>
                  </a:lnTo>
                  <a:close/>
                  <a:moveTo>
                    <a:pt x="60" y="7"/>
                  </a:moveTo>
                  <a:cubicBezTo>
                    <a:pt x="62" y="6"/>
                    <a:pt x="65" y="6"/>
                    <a:pt x="67" y="7"/>
                  </a:cubicBezTo>
                  <a:cubicBezTo>
                    <a:pt x="69" y="9"/>
                    <a:pt x="70" y="11"/>
                    <a:pt x="69" y="14"/>
                  </a:cubicBezTo>
                  <a:cubicBezTo>
                    <a:pt x="65" y="27"/>
                    <a:pt x="65" y="27"/>
                    <a:pt x="65" y="27"/>
                  </a:cubicBezTo>
                  <a:cubicBezTo>
                    <a:pt x="62" y="27"/>
                    <a:pt x="62" y="27"/>
                    <a:pt x="62" y="27"/>
                  </a:cubicBezTo>
                  <a:cubicBezTo>
                    <a:pt x="57" y="14"/>
                    <a:pt x="57" y="14"/>
                    <a:pt x="57" y="14"/>
                  </a:cubicBezTo>
                  <a:cubicBezTo>
                    <a:pt x="57" y="11"/>
                    <a:pt x="58" y="9"/>
                    <a:pt x="60" y="7"/>
                  </a:cubicBezTo>
                  <a:close/>
                  <a:moveTo>
                    <a:pt x="38" y="21"/>
                  </a:moveTo>
                  <a:cubicBezTo>
                    <a:pt x="38" y="34"/>
                    <a:pt x="38" y="34"/>
                    <a:pt x="38" y="34"/>
                  </a:cubicBezTo>
                  <a:cubicBezTo>
                    <a:pt x="33" y="25"/>
                    <a:pt x="33" y="25"/>
                    <a:pt x="33" y="25"/>
                  </a:cubicBezTo>
                  <a:cubicBezTo>
                    <a:pt x="34" y="23"/>
                    <a:pt x="36" y="22"/>
                    <a:pt x="38" y="21"/>
                  </a:cubicBezTo>
                  <a:close/>
                  <a:moveTo>
                    <a:pt x="9" y="88"/>
                  </a:moveTo>
                  <a:cubicBezTo>
                    <a:pt x="43" y="88"/>
                    <a:pt x="43" y="88"/>
                    <a:pt x="43" y="88"/>
                  </a:cubicBezTo>
                  <a:cubicBezTo>
                    <a:pt x="43" y="98"/>
                    <a:pt x="43" y="98"/>
                    <a:pt x="43" y="98"/>
                  </a:cubicBezTo>
                  <a:cubicBezTo>
                    <a:pt x="22" y="98"/>
                    <a:pt x="22" y="98"/>
                    <a:pt x="22" y="98"/>
                  </a:cubicBezTo>
                  <a:cubicBezTo>
                    <a:pt x="11" y="90"/>
                    <a:pt x="11" y="90"/>
                    <a:pt x="11" y="90"/>
                  </a:cubicBezTo>
                  <a:cubicBezTo>
                    <a:pt x="10" y="90"/>
                    <a:pt x="10" y="89"/>
                    <a:pt x="9" y="88"/>
                  </a:cubicBezTo>
                  <a:close/>
                  <a:moveTo>
                    <a:pt x="35" y="138"/>
                  </a:moveTo>
                  <a:cubicBezTo>
                    <a:pt x="32" y="138"/>
                    <a:pt x="29" y="136"/>
                    <a:pt x="28" y="133"/>
                  </a:cubicBezTo>
                  <a:cubicBezTo>
                    <a:pt x="42" y="133"/>
                    <a:pt x="42" y="133"/>
                    <a:pt x="42" y="133"/>
                  </a:cubicBezTo>
                  <a:cubicBezTo>
                    <a:pt x="41" y="136"/>
                    <a:pt x="38" y="138"/>
                    <a:pt x="35" y="138"/>
                  </a:cubicBezTo>
                  <a:close/>
                  <a:moveTo>
                    <a:pt x="49" y="98"/>
                  </a:moveTo>
                  <a:cubicBezTo>
                    <a:pt x="49" y="88"/>
                    <a:pt x="49" y="88"/>
                    <a:pt x="49" y="88"/>
                  </a:cubicBezTo>
                  <a:cubicBezTo>
                    <a:pt x="50" y="90"/>
                    <a:pt x="51" y="91"/>
                    <a:pt x="53" y="93"/>
                  </a:cubicBezTo>
                  <a:cubicBezTo>
                    <a:pt x="53" y="93"/>
                    <a:pt x="53" y="93"/>
                    <a:pt x="53" y="93"/>
                  </a:cubicBezTo>
                  <a:cubicBezTo>
                    <a:pt x="53" y="98"/>
                    <a:pt x="53" y="98"/>
                    <a:pt x="53" y="98"/>
                  </a:cubicBezTo>
                  <a:lnTo>
                    <a:pt x="49" y="98"/>
                  </a:lnTo>
                  <a:close/>
                  <a:moveTo>
                    <a:pt x="68" y="121"/>
                  </a:moveTo>
                  <a:cubicBezTo>
                    <a:pt x="68" y="124"/>
                    <a:pt x="65" y="126"/>
                    <a:pt x="63" y="126"/>
                  </a:cubicBezTo>
                  <a:cubicBezTo>
                    <a:pt x="60" y="125"/>
                    <a:pt x="59" y="123"/>
                    <a:pt x="59" y="121"/>
                  </a:cubicBezTo>
                  <a:cubicBezTo>
                    <a:pt x="59" y="93"/>
                    <a:pt x="59" y="93"/>
                    <a:pt x="59" y="93"/>
                  </a:cubicBezTo>
                  <a:cubicBezTo>
                    <a:pt x="68" y="93"/>
                    <a:pt x="68" y="93"/>
                    <a:pt x="68" y="93"/>
                  </a:cubicBezTo>
                  <a:lnTo>
                    <a:pt x="68" y="121"/>
                  </a:lnTo>
                  <a:close/>
                  <a:moveTo>
                    <a:pt x="73" y="98"/>
                  </a:moveTo>
                  <a:cubicBezTo>
                    <a:pt x="73" y="93"/>
                    <a:pt x="73" y="93"/>
                    <a:pt x="73" y="93"/>
                  </a:cubicBezTo>
                  <a:cubicBezTo>
                    <a:pt x="73" y="93"/>
                    <a:pt x="74" y="93"/>
                    <a:pt x="74" y="93"/>
                  </a:cubicBezTo>
                  <a:cubicBezTo>
                    <a:pt x="75" y="91"/>
                    <a:pt x="76" y="90"/>
                    <a:pt x="78" y="88"/>
                  </a:cubicBezTo>
                  <a:cubicBezTo>
                    <a:pt x="78" y="98"/>
                    <a:pt x="78" y="98"/>
                    <a:pt x="78" y="98"/>
                  </a:cubicBezTo>
                  <a:lnTo>
                    <a:pt x="73" y="98"/>
                  </a:lnTo>
                  <a:close/>
                  <a:moveTo>
                    <a:pt x="91" y="138"/>
                  </a:moveTo>
                  <a:cubicBezTo>
                    <a:pt x="88" y="138"/>
                    <a:pt x="85" y="136"/>
                    <a:pt x="84" y="133"/>
                  </a:cubicBezTo>
                  <a:cubicBezTo>
                    <a:pt x="98" y="133"/>
                    <a:pt x="98" y="133"/>
                    <a:pt x="98" y="133"/>
                  </a:cubicBezTo>
                  <a:cubicBezTo>
                    <a:pt x="97" y="136"/>
                    <a:pt x="94" y="138"/>
                    <a:pt x="91"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 name="Google Shape;518;p41"/>
            <p:cNvSpPr/>
            <p:nvPr/>
          </p:nvSpPr>
          <p:spPr>
            <a:xfrm>
              <a:off x="8308332" y="2170427"/>
              <a:ext cx="15443" cy="15443"/>
            </a:xfrm>
            <a:custGeom>
              <a:avLst/>
              <a:gdLst/>
              <a:ahLst/>
              <a:cxnLst/>
              <a:rect l="l" t="t" r="r" b="b"/>
              <a:pathLst>
                <a:path w="6" h="6" extrusionOk="0">
                  <a:moveTo>
                    <a:pt x="3" y="0"/>
                  </a:moveTo>
                  <a:cubicBezTo>
                    <a:pt x="3" y="0"/>
                    <a:pt x="2" y="1"/>
                    <a:pt x="1" y="1"/>
                  </a:cubicBezTo>
                  <a:cubicBezTo>
                    <a:pt x="1" y="2"/>
                    <a:pt x="0" y="2"/>
                    <a:pt x="0" y="3"/>
                  </a:cubicBezTo>
                  <a:cubicBezTo>
                    <a:pt x="0" y="4"/>
                    <a:pt x="1" y="5"/>
                    <a:pt x="1" y="5"/>
                  </a:cubicBezTo>
                  <a:cubicBezTo>
                    <a:pt x="2" y="6"/>
                    <a:pt x="3" y="6"/>
                    <a:pt x="3" y="6"/>
                  </a:cubicBezTo>
                  <a:cubicBezTo>
                    <a:pt x="4" y="6"/>
                    <a:pt x="5" y="6"/>
                    <a:pt x="5" y="5"/>
                  </a:cubicBezTo>
                  <a:cubicBezTo>
                    <a:pt x="6" y="5"/>
                    <a:pt x="6" y="4"/>
                    <a:pt x="6" y="3"/>
                  </a:cubicBezTo>
                  <a:cubicBezTo>
                    <a:pt x="6" y="2"/>
                    <a:pt x="6" y="2"/>
                    <a:pt x="5" y="1"/>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cxnSp>
        <p:nvCxnSpPr>
          <p:cNvPr id="519" name="Google Shape;519;p41"/>
          <p:cNvCxnSpPr>
            <a:stCxn id="486" idx="3"/>
            <a:endCxn id="491" idx="1"/>
          </p:cNvCxnSpPr>
          <p:nvPr/>
        </p:nvCxnSpPr>
        <p:spPr>
          <a:xfrm rot="10800000" flipH="1">
            <a:off x="1929000" y="1579475"/>
            <a:ext cx="424800" cy="1245900"/>
          </a:xfrm>
          <a:prstGeom prst="bentConnector3">
            <a:avLst>
              <a:gd name="adj1" fmla="val 49983"/>
            </a:avLst>
          </a:prstGeom>
          <a:noFill/>
          <a:ln w="9525" cap="flat" cmpd="sng">
            <a:solidFill>
              <a:schemeClr val="lt1"/>
            </a:solidFill>
            <a:prstDash val="solid"/>
            <a:round/>
            <a:headEnd type="none" w="med" len="med"/>
            <a:tailEnd type="diamond" w="med" len="med"/>
          </a:ln>
        </p:spPr>
      </p:cxnSp>
      <p:cxnSp>
        <p:nvCxnSpPr>
          <p:cNvPr id="520" name="Google Shape;520;p41"/>
          <p:cNvCxnSpPr>
            <a:stCxn id="486" idx="3"/>
            <a:endCxn id="492" idx="1"/>
          </p:cNvCxnSpPr>
          <p:nvPr/>
        </p:nvCxnSpPr>
        <p:spPr>
          <a:xfrm rot="10800000" flipH="1">
            <a:off x="1929000" y="2410175"/>
            <a:ext cx="424800" cy="415200"/>
          </a:xfrm>
          <a:prstGeom prst="bentConnector3">
            <a:avLst>
              <a:gd name="adj1" fmla="val 49983"/>
            </a:avLst>
          </a:prstGeom>
          <a:noFill/>
          <a:ln w="9525" cap="flat" cmpd="sng">
            <a:solidFill>
              <a:schemeClr val="lt1"/>
            </a:solidFill>
            <a:prstDash val="solid"/>
            <a:round/>
            <a:headEnd type="none" w="med" len="med"/>
            <a:tailEnd type="diamond" w="med" len="med"/>
          </a:ln>
        </p:spPr>
      </p:cxnSp>
      <p:cxnSp>
        <p:nvCxnSpPr>
          <p:cNvPr id="521" name="Google Shape;521;p41"/>
          <p:cNvCxnSpPr>
            <a:stCxn id="486" idx="3"/>
            <a:endCxn id="493" idx="1"/>
          </p:cNvCxnSpPr>
          <p:nvPr/>
        </p:nvCxnSpPr>
        <p:spPr>
          <a:xfrm>
            <a:off x="1929000" y="2825375"/>
            <a:ext cx="424800" cy="415200"/>
          </a:xfrm>
          <a:prstGeom prst="bentConnector3">
            <a:avLst>
              <a:gd name="adj1" fmla="val 49983"/>
            </a:avLst>
          </a:prstGeom>
          <a:noFill/>
          <a:ln w="9525" cap="flat" cmpd="sng">
            <a:solidFill>
              <a:schemeClr val="lt1"/>
            </a:solidFill>
            <a:prstDash val="solid"/>
            <a:round/>
            <a:headEnd type="none" w="med" len="med"/>
            <a:tailEnd type="diamond" w="med" len="med"/>
          </a:ln>
        </p:spPr>
      </p:cxnSp>
      <p:cxnSp>
        <p:nvCxnSpPr>
          <p:cNvPr id="522" name="Google Shape;522;p41"/>
          <p:cNvCxnSpPr>
            <a:stCxn id="486" idx="3"/>
            <a:endCxn id="494" idx="1"/>
          </p:cNvCxnSpPr>
          <p:nvPr/>
        </p:nvCxnSpPr>
        <p:spPr>
          <a:xfrm>
            <a:off x="1929000" y="2825375"/>
            <a:ext cx="424800" cy="1245900"/>
          </a:xfrm>
          <a:prstGeom prst="bentConnector3">
            <a:avLst>
              <a:gd name="adj1" fmla="val 49983"/>
            </a:avLst>
          </a:prstGeom>
          <a:noFill/>
          <a:ln w="9525" cap="flat" cmpd="sng">
            <a:solidFill>
              <a:schemeClr val="lt1"/>
            </a:solidFill>
            <a:prstDash val="solid"/>
            <a:round/>
            <a:headEnd type="none" w="med" len="med"/>
            <a:tailEnd type="diamond"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26"/>
        <p:cNvGrpSpPr/>
        <p:nvPr/>
      </p:nvGrpSpPr>
      <p:grpSpPr>
        <a:xfrm>
          <a:off x="0" y="0"/>
          <a:ext cx="0" cy="0"/>
          <a:chOff x="0" y="0"/>
          <a:chExt cx="0" cy="0"/>
        </a:xfrm>
      </p:grpSpPr>
      <p:sp>
        <p:nvSpPr>
          <p:cNvPr id="527" name="Google Shape;527;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Analysis &amp; development</a:t>
            </a:r>
            <a:endParaRPr/>
          </a:p>
        </p:txBody>
      </p:sp>
      <p:sp>
        <p:nvSpPr>
          <p:cNvPr id="528" name="Google Shape;528;p42"/>
          <p:cNvSpPr txBox="1">
            <a:spLocks noGrp="1"/>
          </p:cNvSpPr>
          <p:nvPr>
            <p:ph type="subTitle" idx="1"/>
          </p:nvPr>
        </p:nvSpPr>
        <p:spPr>
          <a:xfrm>
            <a:off x="4725900" y="1872353"/>
            <a:ext cx="3698100" cy="2736300"/>
          </a:xfrm>
          <a:prstGeom prst="rect">
            <a:avLst/>
          </a:prstGeom>
        </p:spPr>
        <p:txBody>
          <a:bodyPr spcFirstLastPara="1" wrap="square" lIns="91425" tIns="91425" rIns="91425" bIns="91425" anchor="t" anchorCtr="0">
            <a:noAutofit/>
          </a:bodyPr>
          <a:lstStyle/>
          <a:p>
            <a:pPr marL="314325" lvl="0" indent="-317500" algn="l" rtl="0">
              <a:spcBef>
                <a:spcPts val="0"/>
              </a:spcBef>
              <a:spcAft>
                <a:spcPts val="0"/>
              </a:spcAft>
              <a:buClr>
                <a:schemeClr val="accent1"/>
              </a:buClr>
              <a:buSzPts val="1400"/>
              <a:buChar char="●"/>
            </a:pPr>
            <a:r>
              <a:rPr lang="en"/>
              <a:t>Venus has a beautiful name and is the second planet from the Sun. It’s terribly hot—even hotter than Mercury</a:t>
            </a:r>
            <a:endParaRPr/>
          </a:p>
          <a:p>
            <a:pPr marL="314325" lvl="0" indent="-317500" algn="l" rtl="0">
              <a:spcBef>
                <a:spcPts val="1000"/>
              </a:spcBef>
              <a:spcAft>
                <a:spcPts val="0"/>
              </a:spcAft>
              <a:buClr>
                <a:schemeClr val="accent1"/>
              </a:buClr>
              <a:buSzPts val="1400"/>
              <a:buChar char="●"/>
            </a:pPr>
            <a:r>
              <a:rPr lang="en"/>
              <a:t>Saturn is a gas giant and has several rings. This planet is composed mostly of hydrogen and helium</a:t>
            </a:r>
            <a:endParaRPr/>
          </a:p>
          <a:p>
            <a:pPr marL="314325" lvl="0" indent="-317500" algn="l" rtl="0">
              <a:spcBef>
                <a:spcPts val="1000"/>
              </a:spcBef>
              <a:spcAft>
                <a:spcPts val="0"/>
              </a:spcAft>
              <a:buClr>
                <a:schemeClr val="accent1"/>
              </a:buClr>
              <a:buSzPts val="1400"/>
              <a:buChar char="●"/>
            </a:pPr>
            <a:r>
              <a:rPr lang="en"/>
              <a:t>Earth is the third planet from the Sun and the only one that harbors life in the Solar System. We all live on this planet</a:t>
            </a:r>
            <a:endParaRPr/>
          </a:p>
        </p:txBody>
      </p:sp>
      <p:sp>
        <p:nvSpPr>
          <p:cNvPr id="529" name="Google Shape;529;p42"/>
          <p:cNvSpPr txBox="1">
            <a:spLocks noGrp="1"/>
          </p:cNvSpPr>
          <p:nvPr>
            <p:ph type="subTitle" idx="2"/>
          </p:nvPr>
        </p:nvSpPr>
        <p:spPr>
          <a:xfrm>
            <a:off x="720000" y="1872353"/>
            <a:ext cx="3698100" cy="2736300"/>
          </a:xfrm>
          <a:prstGeom prst="rect">
            <a:avLst/>
          </a:prstGeom>
        </p:spPr>
        <p:txBody>
          <a:bodyPr spcFirstLastPara="1" wrap="square" lIns="91425" tIns="91425" rIns="91425" bIns="91425" anchor="t" anchorCtr="0">
            <a:noAutofit/>
          </a:bodyPr>
          <a:lstStyle/>
          <a:p>
            <a:pPr marL="257175" lvl="0" indent="-317500" algn="l" rtl="0">
              <a:spcBef>
                <a:spcPts val="0"/>
              </a:spcBef>
              <a:spcAft>
                <a:spcPts val="0"/>
              </a:spcAft>
              <a:buClr>
                <a:schemeClr val="accent1"/>
              </a:buClr>
              <a:buSzPts val="1400"/>
              <a:buChar char="●"/>
            </a:pPr>
            <a:r>
              <a:rPr lang="en"/>
              <a:t>Mercury is the closest planet to the Sun and the smallest one in the Solar System—it’s a bit larger than the Moon</a:t>
            </a:r>
            <a:endParaRPr/>
          </a:p>
          <a:p>
            <a:pPr marL="257175" lvl="0" indent="-317500" algn="l" rtl="0">
              <a:spcBef>
                <a:spcPts val="1000"/>
              </a:spcBef>
              <a:spcAft>
                <a:spcPts val="0"/>
              </a:spcAft>
              <a:buClr>
                <a:schemeClr val="accent1"/>
              </a:buClr>
              <a:buSzPts val="1400"/>
              <a:buChar char="●"/>
            </a:pPr>
            <a:r>
              <a:rPr lang="en"/>
              <a:t>Jupiter is a gas giant, the biggest planet in the Solar System and the fourth-brightest object in the night sky</a:t>
            </a:r>
            <a:endParaRPr/>
          </a:p>
          <a:p>
            <a:pPr marL="257175" lvl="0" indent="-317500" algn="l" rtl="0">
              <a:spcBef>
                <a:spcPts val="1000"/>
              </a:spcBef>
              <a:spcAft>
                <a:spcPts val="0"/>
              </a:spcAft>
              <a:buClr>
                <a:schemeClr val="accent1"/>
              </a:buClr>
              <a:buSzPts val="1400"/>
              <a:buChar char="●"/>
            </a:pPr>
            <a:r>
              <a:rPr lang="en"/>
              <a:t>Neptune is the farthest planet from the Sun. It's also the fourth-largest planet by diameter in the Solar System</a:t>
            </a:r>
            <a:endParaRPr/>
          </a:p>
        </p:txBody>
      </p:sp>
      <p:sp>
        <p:nvSpPr>
          <p:cNvPr id="530" name="Google Shape;530;p42"/>
          <p:cNvSpPr txBox="1">
            <a:spLocks noGrp="1"/>
          </p:cNvSpPr>
          <p:nvPr>
            <p:ph type="subTitle" idx="3"/>
          </p:nvPr>
        </p:nvSpPr>
        <p:spPr>
          <a:xfrm>
            <a:off x="720000" y="1510850"/>
            <a:ext cx="3698100" cy="361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Phase 01</a:t>
            </a:r>
            <a:endParaRPr/>
          </a:p>
        </p:txBody>
      </p:sp>
      <p:sp>
        <p:nvSpPr>
          <p:cNvPr id="531" name="Google Shape;531;p42"/>
          <p:cNvSpPr txBox="1">
            <a:spLocks noGrp="1"/>
          </p:cNvSpPr>
          <p:nvPr>
            <p:ph type="subTitle" idx="4"/>
          </p:nvPr>
        </p:nvSpPr>
        <p:spPr>
          <a:xfrm>
            <a:off x="4725900" y="1510850"/>
            <a:ext cx="3698100" cy="361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Phase 02</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35"/>
        <p:cNvGrpSpPr/>
        <p:nvPr/>
      </p:nvGrpSpPr>
      <p:grpSpPr>
        <a:xfrm>
          <a:off x="0" y="0"/>
          <a:ext cx="0" cy="0"/>
          <a:chOff x="0" y="0"/>
          <a:chExt cx="0" cy="0"/>
        </a:xfrm>
      </p:grpSpPr>
      <p:sp>
        <p:nvSpPr>
          <p:cNvPr id="536" name="Google Shape;53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Analysis &amp; development</a:t>
            </a:r>
            <a:endParaRPr/>
          </a:p>
        </p:txBody>
      </p:sp>
      <p:sp>
        <p:nvSpPr>
          <p:cNvPr id="537" name="Google Shape;537;p43"/>
          <p:cNvSpPr txBox="1"/>
          <p:nvPr/>
        </p:nvSpPr>
        <p:spPr>
          <a:xfrm>
            <a:off x="713225" y="4314400"/>
            <a:ext cx="7753500" cy="294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Lato"/>
                <a:ea typeface="Lato"/>
                <a:cs typeface="Lato"/>
                <a:sym typeface="Lato"/>
              </a:rPr>
              <a:t>Follow the link in the graph to modify its data and then paste the new one here.</a:t>
            </a:r>
            <a:r>
              <a:rPr lang="en" sz="1200" b="1">
                <a:solidFill>
                  <a:schemeClr val="dk1"/>
                </a:solidFill>
                <a:latin typeface="Lato"/>
                <a:ea typeface="Lato"/>
                <a:cs typeface="Lato"/>
                <a:sym typeface="Lato"/>
              </a:rPr>
              <a:t> </a:t>
            </a:r>
            <a:r>
              <a:rPr lang="en" sz="1200" b="1" u="sng">
                <a:solidFill>
                  <a:schemeClr val="dk1"/>
                </a:solidFill>
                <a:latin typeface="Lato"/>
                <a:ea typeface="Lato"/>
                <a:cs typeface="Lato"/>
                <a:sym typeface="Lato"/>
                <a:hlinkClick r:id="rId3">
                  <a:extLst>
                    <a:ext uri="{A12FA001-AC4F-418D-AE19-62706E023703}">
                      <ahyp:hlinkClr xmlns:ahyp="http://schemas.microsoft.com/office/drawing/2018/hyperlinkcolor" val="tx"/>
                    </a:ext>
                  </a:extLst>
                </a:hlinkClick>
              </a:rPr>
              <a:t>For more info, click here</a:t>
            </a:r>
            <a:endParaRPr sz="1200" b="1" u="sng">
              <a:solidFill>
                <a:schemeClr val="dk1"/>
              </a:solidFill>
              <a:latin typeface="Lato"/>
              <a:ea typeface="Lato"/>
              <a:cs typeface="Lato"/>
              <a:sym typeface="Lato"/>
            </a:endParaRPr>
          </a:p>
        </p:txBody>
      </p:sp>
      <p:sp>
        <p:nvSpPr>
          <p:cNvPr id="538" name="Google Shape;538;p43"/>
          <p:cNvSpPr txBox="1"/>
          <p:nvPr/>
        </p:nvSpPr>
        <p:spPr>
          <a:xfrm>
            <a:off x="4906475" y="3187921"/>
            <a:ext cx="1496100" cy="5277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Venus</a:t>
            </a:r>
            <a:endParaRPr sz="2000" b="1">
              <a:solidFill>
                <a:schemeClr val="dk1"/>
              </a:solidFill>
              <a:latin typeface="DM Sans"/>
              <a:ea typeface="DM Sans"/>
              <a:cs typeface="DM Sans"/>
              <a:sym typeface="DM Sans"/>
            </a:endParaRPr>
          </a:p>
        </p:txBody>
      </p:sp>
      <p:sp>
        <p:nvSpPr>
          <p:cNvPr id="539" name="Google Shape;539;p43"/>
          <p:cNvSpPr txBox="1"/>
          <p:nvPr/>
        </p:nvSpPr>
        <p:spPr>
          <a:xfrm>
            <a:off x="4906475" y="3589275"/>
            <a:ext cx="1496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has a beautiful name</a:t>
            </a:r>
            <a:endParaRPr>
              <a:solidFill>
                <a:schemeClr val="dk1"/>
              </a:solidFill>
              <a:latin typeface="Lato"/>
              <a:ea typeface="Lato"/>
              <a:cs typeface="Lato"/>
              <a:sym typeface="Lato"/>
            </a:endParaRPr>
          </a:p>
        </p:txBody>
      </p:sp>
      <p:sp>
        <p:nvSpPr>
          <p:cNvPr id="540" name="Google Shape;540;p43"/>
          <p:cNvSpPr txBox="1"/>
          <p:nvPr/>
        </p:nvSpPr>
        <p:spPr>
          <a:xfrm>
            <a:off x="6931900" y="3187921"/>
            <a:ext cx="1496100" cy="5277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Mercury</a:t>
            </a:r>
            <a:endParaRPr sz="2000" b="1">
              <a:solidFill>
                <a:schemeClr val="dk1"/>
              </a:solidFill>
              <a:latin typeface="DM Sans"/>
              <a:ea typeface="DM Sans"/>
              <a:cs typeface="DM Sans"/>
              <a:sym typeface="DM Sans"/>
            </a:endParaRPr>
          </a:p>
        </p:txBody>
      </p:sp>
      <p:sp>
        <p:nvSpPr>
          <p:cNvPr id="541" name="Google Shape;541;p43"/>
          <p:cNvSpPr txBox="1"/>
          <p:nvPr/>
        </p:nvSpPr>
        <p:spPr>
          <a:xfrm>
            <a:off x="6931900" y="3589275"/>
            <a:ext cx="1496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quite a small planet</a:t>
            </a:r>
            <a:endParaRPr>
              <a:solidFill>
                <a:schemeClr val="dk1"/>
              </a:solidFill>
              <a:latin typeface="Lato"/>
              <a:ea typeface="Lato"/>
              <a:cs typeface="Lato"/>
              <a:sym typeface="Lato"/>
            </a:endParaRPr>
          </a:p>
        </p:txBody>
      </p:sp>
      <p:sp>
        <p:nvSpPr>
          <p:cNvPr id="542" name="Google Shape;542;p43"/>
          <p:cNvSpPr txBox="1"/>
          <p:nvPr/>
        </p:nvSpPr>
        <p:spPr>
          <a:xfrm>
            <a:off x="713225" y="1213000"/>
            <a:ext cx="3465600" cy="294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 and the smallest one in the Solar System. This planet’s name has nothing to do with the liquid metal</a:t>
            </a:r>
            <a:endParaRPr>
              <a:solidFill>
                <a:schemeClr val="dk1"/>
              </a:solidFill>
              <a:latin typeface="Lato"/>
              <a:ea typeface="Lato"/>
              <a:cs typeface="Lato"/>
              <a:sym typeface="Lato"/>
            </a:endParaRPr>
          </a:p>
          <a:p>
            <a:pPr marL="457200" lvl="0" indent="-317500" algn="l" rtl="0">
              <a:lnSpc>
                <a:spcPct val="115000"/>
              </a:lnSpc>
              <a:spcBef>
                <a:spcPts val="1000"/>
              </a:spcBef>
              <a:spcAft>
                <a:spcPts val="0"/>
              </a:spcAft>
              <a:buClr>
                <a:schemeClr val="accent1"/>
              </a:buClr>
              <a:buSzPts val="1400"/>
              <a:buFont typeface="Lato"/>
              <a:buChar char="●"/>
            </a:pPr>
            <a:r>
              <a:rPr lang="en">
                <a:solidFill>
                  <a:schemeClr val="dk1"/>
                </a:solidFill>
                <a:latin typeface="Lato"/>
                <a:ea typeface="Lato"/>
                <a:cs typeface="Lato"/>
                <a:sym typeface="Lato"/>
              </a:rPr>
              <a:t>The Sun is the star at the center of the Solar System</a:t>
            </a:r>
            <a:endParaRPr>
              <a:solidFill>
                <a:schemeClr val="dk1"/>
              </a:solidFill>
              <a:latin typeface="Lato"/>
              <a:ea typeface="Lato"/>
              <a:cs typeface="Lato"/>
              <a:sym typeface="Lato"/>
            </a:endParaRPr>
          </a:p>
          <a:p>
            <a:pPr marL="457200" lvl="0" indent="-317500" algn="l" rtl="0">
              <a:lnSpc>
                <a:spcPct val="115000"/>
              </a:lnSpc>
              <a:spcBef>
                <a:spcPts val="1000"/>
              </a:spcBef>
              <a:spcAft>
                <a:spcPts val="0"/>
              </a:spcAft>
              <a:buClr>
                <a:schemeClr val="accent1"/>
              </a:buClr>
              <a:buSzPts val="1400"/>
              <a:buFont typeface="Lato"/>
              <a:buChar char="●"/>
            </a:pPr>
            <a:r>
              <a:rPr lang="en">
                <a:solidFill>
                  <a:schemeClr val="dk1"/>
                </a:solidFill>
                <a:latin typeface="Lato"/>
                <a:ea typeface="Lato"/>
                <a:cs typeface="Lato"/>
                <a:sym typeface="Lato"/>
              </a:rPr>
              <a:t>Jupiter is the biggest planet in the entire Solar System</a:t>
            </a:r>
            <a:endParaRPr>
              <a:solidFill>
                <a:schemeClr val="dk1"/>
              </a:solidFill>
              <a:latin typeface="Lato"/>
              <a:ea typeface="Lato"/>
              <a:cs typeface="Lato"/>
              <a:sym typeface="Lato"/>
            </a:endParaRPr>
          </a:p>
          <a:p>
            <a:pPr marL="457200" lvl="0" indent="-317500" algn="l" rtl="0">
              <a:lnSpc>
                <a:spcPct val="115000"/>
              </a:lnSpc>
              <a:spcBef>
                <a:spcPts val="1000"/>
              </a:spcBef>
              <a:spcAft>
                <a:spcPts val="0"/>
              </a:spcAft>
              <a:buClr>
                <a:schemeClr val="accent1"/>
              </a:buClr>
              <a:buSzPts val="1400"/>
              <a:buFont typeface="Lato"/>
              <a:buChar char="●"/>
            </a:pPr>
            <a:r>
              <a:rPr lang="en">
                <a:solidFill>
                  <a:schemeClr val="dk1"/>
                </a:solidFill>
                <a:latin typeface="Lato"/>
                <a:ea typeface="Lato"/>
                <a:cs typeface="Lato"/>
                <a:sym typeface="Lato"/>
              </a:rPr>
              <a:t>Saturn is composed mostly of hydrogen and helium</a:t>
            </a:r>
            <a:endParaRPr>
              <a:solidFill>
                <a:schemeClr val="dk1"/>
              </a:solidFill>
              <a:latin typeface="Lato"/>
              <a:ea typeface="Lato"/>
              <a:cs typeface="Lato"/>
              <a:sym typeface="Lato"/>
            </a:endParaRPr>
          </a:p>
        </p:txBody>
      </p:sp>
      <p:pic>
        <p:nvPicPr>
          <p:cNvPr id="543" name="Google Shape;543;p43" title="Chart">
            <a:hlinkClick r:id="rId4"/>
          </p:cNvPr>
          <p:cNvPicPr preferRelativeResize="0"/>
          <p:nvPr/>
        </p:nvPicPr>
        <p:blipFill>
          <a:blip r:embed="rId5">
            <a:alphaModFix/>
          </a:blip>
          <a:stretch>
            <a:fillRect/>
          </a:stretch>
        </p:blipFill>
        <p:spPr>
          <a:xfrm>
            <a:off x="4609725" y="1158213"/>
            <a:ext cx="3814275" cy="1974924"/>
          </a:xfrm>
          <a:prstGeom prst="rect">
            <a:avLst/>
          </a:prstGeom>
          <a:noFill/>
          <a:ln>
            <a:noFill/>
          </a:ln>
        </p:spPr>
      </p:pic>
      <p:grpSp>
        <p:nvGrpSpPr>
          <p:cNvPr id="544" name="Google Shape;544;p43"/>
          <p:cNvGrpSpPr/>
          <p:nvPr/>
        </p:nvGrpSpPr>
        <p:grpSpPr>
          <a:xfrm>
            <a:off x="4529222" y="3273618"/>
            <a:ext cx="377258" cy="356299"/>
            <a:chOff x="4789466" y="3192993"/>
            <a:chExt cx="377258" cy="356299"/>
          </a:xfrm>
        </p:grpSpPr>
        <p:sp>
          <p:nvSpPr>
            <p:cNvPr id="545" name="Google Shape;545;p43"/>
            <p:cNvSpPr/>
            <p:nvPr/>
          </p:nvSpPr>
          <p:spPr>
            <a:xfrm>
              <a:off x="4789466" y="3192993"/>
              <a:ext cx="377258" cy="356299"/>
            </a:xfrm>
            <a:custGeom>
              <a:avLst/>
              <a:gdLst/>
              <a:ahLst/>
              <a:cxnLst/>
              <a:rect l="l" t="t" r="r" b="b"/>
              <a:pathLst>
                <a:path w="144" h="136" extrusionOk="0">
                  <a:moveTo>
                    <a:pt x="125" y="19"/>
                  </a:moveTo>
                  <a:cubicBezTo>
                    <a:pt x="113" y="7"/>
                    <a:pt x="97" y="0"/>
                    <a:pt x="80" y="0"/>
                  </a:cubicBezTo>
                  <a:cubicBezTo>
                    <a:pt x="63" y="0"/>
                    <a:pt x="47" y="7"/>
                    <a:pt x="34" y="19"/>
                  </a:cubicBezTo>
                  <a:cubicBezTo>
                    <a:pt x="22" y="31"/>
                    <a:pt x="16" y="47"/>
                    <a:pt x="16" y="64"/>
                  </a:cubicBezTo>
                  <a:cubicBezTo>
                    <a:pt x="16" y="70"/>
                    <a:pt x="16" y="75"/>
                    <a:pt x="18" y="80"/>
                  </a:cubicBezTo>
                  <a:cubicBezTo>
                    <a:pt x="16" y="84"/>
                    <a:pt x="16" y="87"/>
                    <a:pt x="16" y="91"/>
                  </a:cubicBezTo>
                  <a:cubicBezTo>
                    <a:pt x="16" y="96"/>
                    <a:pt x="17" y="100"/>
                    <a:pt x="19" y="104"/>
                  </a:cubicBezTo>
                  <a:cubicBezTo>
                    <a:pt x="3" y="120"/>
                    <a:pt x="3" y="120"/>
                    <a:pt x="3" y="120"/>
                  </a:cubicBezTo>
                  <a:cubicBezTo>
                    <a:pt x="1" y="121"/>
                    <a:pt x="0" y="124"/>
                    <a:pt x="0" y="126"/>
                  </a:cubicBezTo>
                  <a:cubicBezTo>
                    <a:pt x="0" y="129"/>
                    <a:pt x="1" y="131"/>
                    <a:pt x="3" y="133"/>
                  </a:cubicBezTo>
                  <a:cubicBezTo>
                    <a:pt x="5" y="135"/>
                    <a:pt x="8" y="136"/>
                    <a:pt x="10" y="136"/>
                  </a:cubicBezTo>
                  <a:cubicBezTo>
                    <a:pt x="12" y="136"/>
                    <a:pt x="15" y="135"/>
                    <a:pt x="17" y="133"/>
                  </a:cubicBezTo>
                  <a:cubicBezTo>
                    <a:pt x="32" y="118"/>
                    <a:pt x="32" y="118"/>
                    <a:pt x="32" y="118"/>
                  </a:cubicBezTo>
                  <a:cubicBezTo>
                    <a:pt x="36" y="120"/>
                    <a:pt x="41" y="121"/>
                    <a:pt x="45" y="121"/>
                  </a:cubicBezTo>
                  <a:cubicBezTo>
                    <a:pt x="47" y="121"/>
                    <a:pt x="48" y="121"/>
                    <a:pt x="49" y="121"/>
                  </a:cubicBezTo>
                  <a:cubicBezTo>
                    <a:pt x="58" y="126"/>
                    <a:pt x="69" y="128"/>
                    <a:pt x="80" y="128"/>
                  </a:cubicBezTo>
                  <a:cubicBezTo>
                    <a:pt x="97" y="128"/>
                    <a:pt x="113" y="122"/>
                    <a:pt x="125" y="110"/>
                  </a:cubicBezTo>
                  <a:cubicBezTo>
                    <a:pt x="137" y="97"/>
                    <a:pt x="144" y="81"/>
                    <a:pt x="144" y="64"/>
                  </a:cubicBezTo>
                  <a:cubicBezTo>
                    <a:pt x="144" y="47"/>
                    <a:pt x="137" y="31"/>
                    <a:pt x="125" y="19"/>
                  </a:cubicBezTo>
                  <a:close/>
                  <a:moveTo>
                    <a:pt x="115" y="30"/>
                  </a:moveTo>
                  <a:cubicBezTo>
                    <a:pt x="115" y="30"/>
                    <a:pt x="114" y="31"/>
                    <a:pt x="113" y="32"/>
                  </a:cubicBezTo>
                  <a:cubicBezTo>
                    <a:pt x="112" y="32"/>
                    <a:pt x="112" y="32"/>
                    <a:pt x="111" y="33"/>
                  </a:cubicBezTo>
                  <a:cubicBezTo>
                    <a:pt x="110" y="34"/>
                    <a:pt x="109" y="36"/>
                    <a:pt x="108" y="37"/>
                  </a:cubicBezTo>
                  <a:cubicBezTo>
                    <a:pt x="108" y="37"/>
                    <a:pt x="107" y="38"/>
                    <a:pt x="107" y="38"/>
                  </a:cubicBezTo>
                  <a:cubicBezTo>
                    <a:pt x="107" y="37"/>
                    <a:pt x="106" y="34"/>
                    <a:pt x="106" y="33"/>
                  </a:cubicBezTo>
                  <a:cubicBezTo>
                    <a:pt x="106" y="31"/>
                    <a:pt x="106" y="30"/>
                    <a:pt x="105" y="29"/>
                  </a:cubicBezTo>
                  <a:cubicBezTo>
                    <a:pt x="104" y="27"/>
                    <a:pt x="103" y="26"/>
                    <a:pt x="101" y="25"/>
                  </a:cubicBezTo>
                  <a:cubicBezTo>
                    <a:pt x="100" y="24"/>
                    <a:pt x="99" y="23"/>
                    <a:pt x="99" y="23"/>
                  </a:cubicBezTo>
                  <a:cubicBezTo>
                    <a:pt x="99" y="22"/>
                    <a:pt x="100" y="22"/>
                    <a:pt x="102" y="21"/>
                  </a:cubicBezTo>
                  <a:cubicBezTo>
                    <a:pt x="102" y="21"/>
                    <a:pt x="103" y="21"/>
                    <a:pt x="103" y="21"/>
                  </a:cubicBezTo>
                  <a:cubicBezTo>
                    <a:pt x="104" y="21"/>
                    <a:pt x="105" y="21"/>
                    <a:pt x="105" y="20"/>
                  </a:cubicBezTo>
                  <a:cubicBezTo>
                    <a:pt x="112" y="19"/>
                    <a:pt x="115" y="19"/>
                    <a:pt x="117" y="22"/>
                  </a:cubicBezTo>
                  <a:cubicBezTo>
                    <a:pt x="117" y="24"/>
                    <a:pt x="117" y="28"/>
                    <a:pt x="115" y="30"/>
                  </a:cubicBezTo>
                  <a:close/>
                  <a:moveTo>
                    <a:pt x="13" y="129"/>
                  </a:moveTo>
                  <a:cubicBezTo>
                    <a:pt x="11" y="131"/>
                    <a:pt x="9" y="131"/>
                    <a:pt x="7" y="129"/>
                  </a:cubicBezTo>
                  <a:cubicBezTo>
                    <a:pt x="7" y="128"/>
                    <a:pt x="6" y="127"/>
                    <a:pt x="6" y="126"/>
                  </a:cubicBezTo>
                  <a:cubicBezTo>
                    <a:pt x="6" y="125"/>
                    <a:pt x="7" y="124"/>
                    <a:pt x="7" y="124"/>
                  </a:cubicBezTo>
                  <a:cubicBezTo>
                    <a:pt x="22" y="109"/>
                    <a:pt x="22" y="109"/>
                    <a:pt x="22" y="109"/>
                  </a:cubicBezTo>
                  <a:cubicBezTo>
                    <a:pt x="23" y="111"/>
                    <a:pt x="25" y="113"/>
                    <a:pt x="27" y="115"/>
                  </a:cubicBezTo>
                  <a:lnTo>
                    <a:pt x="13" y="129"/>
                  </a:lnTo>
                  <a:close/>
                  <a:moveTo>
                    <a:pt x="21" y="91"/>
                  </a:moveTo>
                  <a:cubicBezTo>
                    <a:pt x="21" y="78"/>
                    <a:pt x="32" y="67"/>
                    <a:pt x="45" y="67"/>
                  </a:cubicBezTo>
                  <a:cubicBezTo>
                    <a:pt x="59" y="67"/>
                    <a:pt x="69" y="78"/>
                    <a:pt x="69" y="91"/>
                  </a:cubicBezTo>
                  <a:cubicBezTo>
                    <a:pt x="69" y="104"/>
                    <a:pt x="59" y="115"/>
                    <a:pt x="45" y="115"/>
                  </a:cubicBezTo>
                  <a:cubicBezTo>
                    <a:pt x="32" y="115"/>
                    <a:pt x="21" y="104"/>
                    <a:pt x="21" y="91"/>
                  </a:cubicBezTo>
                  <a:close/>
                  <a:moveTo>
                    <a:pt x="80" y="123"/>
                  </a:moveTo>
                  <a:cubicBezTo>
                    <a:pt x="72" y="123"/>
                    <a:pt x="64" y="121"/>
                    <a:pt x="57" y="118"/>
                  </a:cubicBezTo>
                  <a:cubicBezTo>
                    <a:pt x="68" y="114"/>
                    <a:pt x="75" y="103"/>
                    <a:pt x="75" y="91"/>
                  </a:cubicBezTo>
                  <a:cubicBezTo>
                    <a:pt x="75" y="75"/>
                    <a:pt x="62" y="61"/>
                    <a:pt x="45" y="61"/>
                  </a:cubicBezTo>
                  <a:cubicBezTo>
                    <a:pt x="36" y="61"/>
                    <a:pt x="27" y="66"/>
                    <a:pt x="22" y="73"/>
                  </a:cubicBezTo>
                  <a:cubicBezTo>
                    <a:pt x="21" y="70"/>
                    <a:pt x="21" y="67"/>
                    <a:pt x="21" y="64"/>
                  </a:cubicBezTo>
                  <a:cubicBezTo>
                    <a:pt x="21" y="32"/>
                    <a:pt x="47" y="6"/>
                    <a:pt x="80" y="6"/>
                  </a:cubicBezTo>
                  <a:cubicBezTo>
                    <a:pt x="91" y="6"/>
                    <a:pt x="101" y="9"/>
                    <a:pt x="110" y="14"/>
                  </a:cubicBezTo>
                  <a:cubicBezTo>
                    <a:pt x="108" y="14"/>
                    <a:pt x="106" y="15"/>
                    <a:pt x="104" y="15"/>
                  </a:cubicBezTo>
                  <a:cubicBezTo>
                    <a:pt x="103" y="15"/>
                    <a:pt x="102" y="15"/>
                    <a:pt x="102" y="15"/>
                  </a:cubicBezTo>
                  <a:cubicBezTo>
                    <a:pt x="102" y="15"/>
                    <a:pt x="101" y="16"/>
                    <a:pt x="101" y="16"/>
                  </a:cubicBezTo>
                  <a:cubicBezTo>
                    <a:pt x="101" y="16"/>
                    <a:pt x="101" y="16"/>
                    <a:pt x="100" y="16"/>
                  </a:cubicBezTo>
                  <a:cubicBezTo>
                    <a:pt x="98" y="17"/>
                    <a:pt x="94" y="18"/>
                    <a:pt x="93" y="23"/>
                  </a:cubicBezTo>
                  <a:cubicBezTo>
                    <a:pt x="93" y="26"/>
                    <a:pt x="96" y="28"/>
                    <a:pt x="98" y="29"/>
                  </a:cubicBezTo>
                  <a:cubicBezTo>
                    <a:pt x="99" y="30"/>
                    <a:pt x="100" y="31"/>
                    <a:pt x="100" y="31"/>
                  </a:cubicBezTo>
                  <a:cubicBezTo>
                    <a:pt x="100" y="32"/>
                    <a:pt x="100" y="33"/>
                    <a:pt x="101" y="34"/>
                  </a:cubicBezTo>
                  <a:cubicBezTo>
                    <a:pt x="101" y="39"/>
                    <a:pt x="102" y="43"/>
                    <a:pt x="105" y="44"/>
                  </a:cubicBezTo>
                  <a:cubicBezTo>
                    <a:pt x="106" y="44"/>
                    <a:pt x="106" y="44"/>
                    <a:pt x="107" y="44"/>
                  </a:cubicBezTo>
                  <a:cubicBezTo>
                    <a:pt x="108" y="44"/>
                    <a:pt x="109" y="44"/>
                    <a:pt x="110" y="44"/>
                  </a:cubicBezTo>
                  <a:cubicBezTo>
                    <a:pt x="111" y="43"/>
                    <a:pt x="112" y="41"/>
                    <a:pt x="113" y="40"/>
                  </a:cubicBezTo>
                  <a:cubicBezTo>
                    <a:pt x="113" y="39"/>
                    <a:pt x="114" y="38"/>
                    <a:pt x="114" y="37"/>
                  </a:cubicBezTo>
                  <a:cubicBezTo>
                    <a:pt x="115" y="37"/>
                    <a:pt x="115" y="37"/>
                    <a:pt x="116" y="36"/>
                  </a:cubicBezTo>
                  <a:cubicBezTo>
                    <a:pt x="117" y="36"/>
                    <a:pt x="119" y="35"/>
                    <a:pt x="120" y="33"/>
                  </a:cubicBezTo>
                  <a:cubicBezTo>
                    <a:pt x="121" y="31"/>
                    <a:pt x="123" y="28"/>
                    <a:pt x="123" y="24"/>
                  </a:cubicBezTo>
                  <a:cubicBezTo>
                    <a:pt x="132" y="35"/>
                    <a:pt x="138" y="49"/>
                    <a:pt x="138" y="64"/>
                  </a:cubicBezTo>
                  <a:cubicBezTo>
                    <a:pt x="138" y="97"/>
                    <a:pt x="112" y="123"/>
                    <a:pt x="80" y="12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 name="Google Shape;546;p43"/>
            <p:cNvSpPr/>
            <p:nvPr/>
          </p:nvSpPr>
          <p:spPr>
            <a:xfrm>
              <a:off x="4884332" y="3218365"/>
              <a:ext cx="193042" cy="283495"/>
            </a:xfrm>
            <a:custGeom>
              <a:avLst/>
              <a:gdLst/>
              <a:ahLst/>
              <a:cxnLst/>
              <a:rect l="l" t="t" r="r" b="b"/>
              <a:pathLst>
                <a:path w="74" h="108" extrusionOk="0">
                  <a:moveTo>
                    <a:pt x="68" y="69"/>
                  </a:moveTo>
                  <a:cubicBezTo>
                    <a:pt x="67" y="68"/>
                    <a:pt x="66" y="68"/>
                    <a:pt x="65" y="67"/>
                  </a:cubicBezTo>
                  <a:cubicBezTo>
                    <a:pt x="63" y="65"/>
                    <a:pt x="57" y="61"/>
                    <a:pt x="52" y="61"/>
                  </a:cubicBezTo>
                  <a:cubicBezTo>
                    <a:pt x="51" y="61"/>
                    <a:pt x="50" y="62"/>
                    <a:pt x="49" y="62"/>
                  </a:cubicBezTo>
                  <a:cubicBezTo>
                    <a:pt x="45" y="56"/>
                    <a:pt x="45" y="56"/>
                    <a:pt x="45" y="56"/>
                  </a:cubicBezTo>
                  <a:cubicBezTo>
                    <a:pt x="45" y="56"/>
                    <a:pt x="44" y="56"/>
                    <a:pt x="44" y="55"/>
                  </a:cubicBezTo>
                  <a:cubicBezTo>
                    <a:pt x="44" y="55"/>
                    <a:pt x="44" y="55"/>
                    <a:pt x="44" y="55"/>
                  </a:cubicBezTo>
                  <a:cubicBezTo>
                    <a:pt x="44" y="55"/>
                    <a:pt x="44" y="55"/>
                    <a:pt x="44" y="55"/>
                  </a:cubicBezTo>
                  <a:cubicBezTo>
                    <a:pt x="44" y="55"/>
                    <a:pt x="45" y="55"/>
                    <a:pt x="46" y="55"/>
                  </a:cubicBezTo>
                  <a:cubicBezTo>
                    <a:pt x="49" y="53"/>
                    <a:pt x="51" y="51"/>
                    <a:pt x="53" y="48"/>
                  </a:cubicBezTo>
                  <a:cubicBezTo>
                    <a:pt x="54" y="47"/>
                    <a:pt x="54" y="47"/>
                    <a:pt x="55" y="46"/>
                  </a:cubicBezTo>
                  <a:cubicBezTo>
                    <a:pt x="55" y="46"/>
                    <a:pt x="55" y="45"/>
                    <a:pt x="56" y="45"/>
                  </a:cubicBezTo>
                  <a:cubicBezTo>
                    <a:pt x="58" y="42"/>
                    <a:pt x="62" y="39"/>
                    <a:pt x="60" y="33"/>
                  </a:cubicBezTo>
                  <a:cubicBezTo>
                    <a:pt x="59" y="31"/>
                    <a:pt x="56" y="28"/>
                    <a:pt x="54" y="27"/>
                  </a:cubicBezTo>
                  <a:cubicBezTo>
                    <a:pt x="54" y="27"/>
                    <a:pt x="54" y="27"/>
                    <a:pt x="54" y="27"/>
                  </a:cubicBezTo>
                  <a:cubicBezTo>
                    <a:pt x="57" y="28"/>
                    <a:pt x="59" y="27"/>
                    <a:pt x="60" y="25"/>
                  </a:cubicBezTo>
                  <a:cubicBezTo>
                    <a:pt x="61" y="24"/>
                    <a:pt x="60" y="21"/>
                    <a:pt x="59" y="19"/>
                  </a:cubicBezTo>
                  <a:cubicBezTo>
                    <a:pt x="58" y="18"/>
                    <a:pt x="56" y="17"/>
                    <a:pt x="54" y="16"/>
                  </a:cubicBezTo>
                  <a:cubicBezTo>
                    <a:pt x="52" y="15"/>
                    <a:pt x="52" y="14"/>
                    <a:pt x="51" y="14"/>
                  </a:cubicBezTo>
                  <a:cubicBezTo>
                    <a:pt x="52" y="13"/>
                    <a:pt x="53" y="13"/>
                    <a:pt x="53" y="12"/>
                  </a:cubicBezTo>
                  <a:cubicBezTo>
                    <a:pt x="56" y="10"/>
                    <a:pt x="58" y="8"/>
                    <a:pt x="58" y="5"/>
                  </a:cubicBezTo>
                  <a:cubicBezTo>
                    <a:pt x="58" y="4"/>
                    <a:pt x="57" y="3"/>
                    <a:pt x="55" y="2"/>
                  </a:cubicBezTo>
                  <a:cubicBezTo>
                    <a:pt x="50" y="0"/>
                    <a:pt x="46" y="2"/>
                    <a:pt x="42" y="4"/>
                  </a:cubicBezTo>
                  <a:cubicBezTo>
                    <a:pt x="42" y="4"/>
                    <a:pt x="42" y="4"/>
                    <a:pt x="41" y="4"/>
                  </a:cubicBezTo>
                  <a:cubicBezTo>
                    <a:pt x="40" y="5"/>
                    <a:pt x="38" y="5"/>
                    <a:pt x="37" y="6"/>
                  </a:cubicBezTo>
                  <a:cubicBezTo>
                    <a:pt x="34" y="7"/>
                    <a:pt x="31" y="8"/>
                    <a:pt x="28" y="10"/>
                  </a:cubicBezTo>
                  <a:cubicBezTo>
                    <a:pt x="25" y="11"/>
                    <a:pt x="23" y="13"/>
                    <a:pt x="22" y="16"/>
                  </a:cubicBezTo>
                  <a:cubicBezTo>
                    <a:pt x="21" y="17"/>
                    <a:pt x="21" y="17"/>
                    <a:pt x="21" y="18"/>
                  </a:cubicBezTo>
                  <a:cubicBezTo>
                    <a:pt x="21" y="18"/>
                    <a:pt x="21" y="18"/>
                    <a:pt x="21" y="18"/>
                  </a:cubicBezTo>
                  <a:cubicBezTo>
                    <a:pt x="21" y="18"/>
                    <a:pt x="21" y="18"/>
                    <a:pt x="21" y="18"/>
                  </a:cubicBezTo>
                  <a:cubicBezTo>
                    <a:pt x="19" y="19"/>
                    <a:pt x="16" y="19"/>
                    <a:pt x="14" y="18"/>
                  </a:cubicBezTo>
                  <a:cubicBezTo>
                    <a:pt x="12" y="18"/>
                    <a:pt x="10" y="17"/>
                    <a:pt x="9" y="17"/>
                  </a:cubicBezTo>
                  <a:cubicBezTo>
                    <a:pt x="5" y="17"/>
                    <a:pt x="2" y="20"/>
                    <a:pt x="1" y="24"/>
                  </a:cubicBezTo>
                  <a:cubicBezTo>
                    <a:pt x="0" y="28"/>
                    <a:pt x="1" y="32"/>
                    <a:pt x="4" y="34"/>
                  </a:cubicBezTo>
                  <a:cubicBezTo>
                    <a:pt x="7" y="35"/>
                    <a:pt x="11" y="34"/>
                    <a:pt x="11" y="34"/>
                  </a:cubicBezTo>
                  <a:cubicBezTo>
                    <a:pt x="12" y="34"/>
                    <a:pt x="13" y="34"/>
                    <a:pt x="13" y="33"/>
                  </a:cubicBezTo>
                  <a:cubicBezTo>
                    <a:pt x="13" y="33"/>
                    <a:pt x="13" y="33"/>
                    <a:pt x="13" y="33"/>
                  </a:cubicBezTo>
                  <a:cubicBezTo>
                    <a:pt x="14" y="33"/>
                    <a:pt x="15" y="33"/>
                    <a:pt x="16" y="34"/>
                  </a:cubicBezTo>
                  <a:cubicBezTo>
                    <a:pt x="18" y="36"/>
                    <a:pt x="21" y="39"/>
                    <a:pt x="22" y="41"/>
                  </a:cubicBezTo>
                  <a:cubicBezTo>
                    <a:pt x="22" y="41"/>
                    <a:pt x="22" y="42"/>
                    <a:pt x="22" y="43"/>
                  </a:cubicBezTo>
                  <a:cubicBezTo>
                    <a:pt x="22" y="44"/>
                    <a:pt x="22" y="45"/>
                    <a:pt x="22" y="46"/>
                  </a:cubicBezTo>
                  <a:cubicBezTo>
                    <a:pt x="23" y="50"/>
                    <a:pt x="25" y="51"/>
                    <a:pt x="26" y="52"/>
                  </a:cubicBezTo>
                  <a:cubicBezTo>
                    <a:pt x="27" y="52"/>
                    <a:pt x="27" y="52"/>
                    <a:pt x="27" y="53"/>
                  </a:cubicBezTo>
                  <a:cubicBezTo>
                    <a:pt x="28" y="54"/>
                    <a:pt x="29" y="55"/>
                    <a:pt x="30" y="57"/>
                  </a:cubicBezTo>
                  <a:cubicBezTo>
                    <a:pt x="31" y="58"/>
                    <a:pt x="33" y="60"/>
                    <a:pt x="35" y="62"/>
                  </a:cubicBezTo>
                  <a:cubicBezTo>
                    <a:pt x="37" y="64"/>
                    <a:pt x="40" y="65"/>
                    <a:pt x="43" y="67"/>
                  </a:cubicBezTo>
                  <a:cubicBezTo>
                    <a:pt x="44" y="67"/>
                    <a:pt x="45" y="67"/>
                    <a:pt x="46" y="67"/>
                  </a:cubicBezTo>
                  <a:cubicBezTo>
                    <a:pt x="45" y="69"/>
                    <a:pt x="45" y="70"/>
                    <a:pt x="45" y="70"/>
                  </a:cubicBezTo>
                  <a:cubicBezTo>
                    <a:pt x="45" y="70"/>
                    <a:pt x="45" y="70"/>
                    <a:pt x="45" y="70"/>
                  </a:cubicBezTo>
                  <a:cubicBezTo>
                    <a:pt x="44" y="71"/>
                    <a:pt x="44" y="72"/>
                    <a:pt x="44" y="74"/>
                  </a:cubicBezTo>
                  <a:cubicBezTo>
                    <a:pt x="45" y="77"/>
                    <a:pt x="46" y="79"/>
                    <a:pt x="47" y="80"/>
                  </a:cubicBezTo>
                  <a:cubicBezTo>
                    <a:pt x="48" y="81"/>
                    <a:pt x="48" y="81"/>
                    <a:pt x="49" y="82"/>
                  </a:cubicBezTo>
                  <a:cubicBezTo>
                    <a:pt x="49" y="82"/>
                    <a:pt x="50" y="83"/>
                    <a:pt x="50" y="83"/>
                  </a:cubicBezTo>
                  <a:cubicBezTo>
                    <a:pt x="50" y="84"/>
                    <a:pt x="49" y="89"/>
                    <a:pt x="49" y="91"/>
                  </a:cubicBezTo>
                  <a:cubicBezTo>
                    <a:pt x="49" y="92"/>
                    <a:pt x="48" y="94"/>
                    <a:pt x="48" y="95"/>
                  </a:cubicBezTo>
                  <a:cubicBezTo>
                    <a:pt x="48" y="95"/>
                    <a:pt x="48" y="96"/>
                    <a:pt x="48" y="97"/>
                  </a:cubicBezTo>
                  <a:cubicBezTo>
                    <a:pt x="47" y="99"/>
                    <a:pt x="47" y="102"/>
                    <a:pt x="48" y="105"/>
                  </a:cubicBezTo>
                  <a:cubicBezTo>
                    <a:pt x="48" y="107"/>
                    <a:pt x="50" y="108"/>
                    <a:pt x="52" y="108"/>
                  </a:cubicBezTo>
                  <a:cubicBezTo>
                    <a:pt x="52" y="108"/>
                    <a:pt x="52" y="108"/>
                    <a:pt x="52" y="108"/>
                  </a:cubicBezTo>
                  <a:cubicBezTo>
                    <a:pt x="54" y="108"/>
                    <a:pt x="56" y="106"/>
                    <a:pt x="56" y="104"/>
                  </a:cubicBezTo>
                  <a:cubicBezTo>
                    <a:pt x="56" y="104"/>
                    <a:pt x="56" y="104"/>
                    <a:pt x="56" y="104"/>
                  </a:cubicBezTo>
                  <a:cubicBezTo>
                    <a:pt x="57" y="103"/>
                    <a:pt x="57" y="101"/>
                    <a:pt x="58" y="100"/>
                  </a:cubicBezTo>
                  <a:cubicBezTo>
                    <a:pt x="60" y="96"/>
                    <a:pt x="64" y="91"/>
                    <a:pt x="67" y="88"/>
                  </a:cubicBezTo>
                  <a:cubicBezTo>
                    <a:pt x="70" y="85"/>
                    <a:pt x="72" y="82"/>
                    <a:pt x="73" y="78"/>
                  </a:cubicBezTo>
                  <a:cubicBezTo>
                    <a:pt x="74" y="76"/>
                    <a:pt x="73" y="73"/>
                    <a:pt x="72" y="72"/>
                  </a:cubicBezTo>
                  <a:cubicBezTo>
                    <a:pt x="71" y="71"/>
                    <a:pt x="69" y="70"/>
                    <a:pt x="68" y="69"/>
                  </a:cubicBezTo>
                  <a:close/>
                  <a:moveTo>
                    <a:pt x="53" y="27"/>
                  </a:moveTo>
                  <a:cubicBezTo>
                    <a:pt x="53" y="27"/>
                    <a:pt x="52" y="27"/>
                    <a:pt x="52" y="27"/>
                  </a:cubicBezTo>
                  <a:cubicBezTo>
                    <a:pt x="50" y="27"/>
                    <a:pt x="49" y="27"/>
                    <a:pt x="47" y="29"/>
                  </a:cubicBezTo>
                  <a:cubicBezTo>
                    <a:pt x="47" y="30"/>
                    <a:pt x="46" y="31"/>
                    <a:pt x="46" y="31"/>
                  </a:cubicBezTo>
                  <a:cubicBezTo>
                    <a:pt x="46" y="31"/>
                    <a:pt x="46" y="32"/>
                    <a:pt x="46" y="32"/>
                  </a:cubicBezTo>
                  <a:cubicBezTo>
                    <a:pt x="46" y="32"/>
                    <a:pt x="46" y="32"/>
                    <a:pt x="45" y="31"/>
                  </a:cubicBezTo>
                  <a:cubicBezTo>
                    <a:pt x="45" y="31"/>
                    <a:pt x="45" y="30"/>
                    <a:pt x="45" y="29"/>
                  </a:cubicBezTo>
                  <a:cubicBezTo>
                    <a:pt x="45" y="28"/>
                    <a:pt x="46" y="27"/>
                    <a:pt x="47" y="26"/>
                  </a:cubicBezTo>
                  <a:cubicBezTo>
                    <a:pt x="48" y="26"/>
                    <a:pt x="48" y="25"/>
                    <a:pt x="49" y="25"/>
                  </a:cubicBezTo>
                  <a:cubicBezTo>
                    <a:pt x="49" y="25"/>
                    <a:pt x="49" y="25"/>
                    <a:pt x="49" y="25"/>
                  </a:cubicBezTo>
                  <a:cubicBezTo>
                    <a:pt x="50" y="25"/>
                    <a:pt x="50" y="26"/>
                    <a:pt x="51" y="26"/>
                  </a:cubicBezTo>
                  <a:cubicBezTo>
                    <a:pt x="51" y="26"/>
                    <a:pt x="52" y="27"/>
                    <a:pt x="53" y="27"/>
                  </a:cubicBezTo>
                  <a:close/>
                  <a:moveTo>
                    <a:pt x="43" y="49"/>
                  </a:moveTo>
                  <a:cubicBezTo>
                    <a:pt x="42" y="50"/>
                    <a:pt x="41" y="50"/>
                    <a:pt x="39" y="51"/>
                  </a:cubicBezTo>
                  <a:cubicBezTo>
                    <a:pt x="39" y="51"/>
                    <a:pt x="37" y="53"/>
                    <a:pt x="38" y="56"/>
                  </a:cubicBezTo>
                  <a:cubicBezTo>
                    <a:pt x="38" y="57"/>
                    <a:pt x="39" y="58"/>
                    <a:pt x="39" y="58"/>
                  </a:cubicBezTo>
                  <a:cubicBezTo>
                    <a:pt x="39" y="58"/>
                    <a:pt x="38" y="58"/>
                    <a:pt x="38" y="57"/>
                  </a:cubicBezTo>
                  <a:cubicBezTo>
                    <a:pt x="37" y="57"/>
                    <a:pt x="36" y="55"/>
                    <a:pt x="35" y="54"/>
                  </a:cubicBezTo>
                  <a:cubicBezTo>
                    <a:pt x="34" y="52"/>
                    <a:pt x="33" y="50"/>
                    <a:pt x="31" y="49"/>
                  </a:cubicBezTo>
                  <a:cubicBezTo>
                    <a:pt x="31" y="48"/>
                    <a:pt x="30" y="48"/>
                    <a:pt x="30" y="47"/>
                  </a:cubicBezTo>
                  <a:cubicBezTo>
                    <a:pt x="28" y="46"/>
                    <a:pt x="28" y="46"/>
                    <a:pt x="28" y="45"/>
                  </a:cubicBezTo>
                  <a:cubicBezTo>
                    <a:pt x="28" y="44"/>
                    <a:pt x="28" y="44"/>
                    <a:pt x="28" y="43"/>
                  </a:cubicBezTo>
                  <a:cubicBezTo>
                    <a:pt x="28" y="42"/>
                    <a:pt x="28" y="41"/>
                    <a:pt x="27" y="39"/>
                  </a:cubicBezTo>
                  <a:cubicBezTo>
                    <a:pt x="26" y="35"/>
                    <a:pt x="22" y="31"/>
                    <a:pt x="19" y="30"/>
                  </a:cubicBezTo>
                  <a:cubicBezTo>
                    <a:pt x="18" y="29"/>
                    <a:pt x="16" y="27"/>
                    <a:pt x="13" y="27"/>
                  </a:cubicBezTo>
                  <a:cubicBezTo>
                    <a:pt x="13" y="27"/>
                    <a:pt x="13" y="27"/>
                    <a:pt x="12" y="28"/>
                  </a:cubicBezTo>
                  <a:cubicBezTo>
                    <a:pt x="11" y="28"/>
                    <a:pt x="10" y="29"/>
                    <a:pt x="10" y="29"/>
                  </a:cubicBezTo>
                  <a:cubicBezTo>
                    <a:pt x="9" y="29"/>
                    <a:pt x="8" y="29"/>
                    <a:pt x="7" y="29"/>
                  </a:cubicBezTo>
                  <a:cubicBezTo>
                    <a:pt x="6" y="28"/>
                    <a:pt x="6" y="27"/>
                    <a:pt x="6" y="25"/>
                  </a:cubicBezTo>
                  <a:cubicBezTo>
                    <a:pt x="7" y="24"/>
                    <a:pt x="7" y="23"/>
                    <a:pt x="9" y="23"/>
                  </a:cubicBezTo>
                  <a:cubicBezTo>
                    <a:pt x="10" y="23"/>
                    <a:pt x="11" y="23"/>
                    <a:pt x="13" y="24"/>
                  </a:cubicBezTo>
                  <a:cubicBezTo>
                    <a:pt x="16" y="24"/>
                    <a:pt x="19" y="25"/>
                    <a:pt x="23" y="24"/>
                  </a:cubicBezTo>
                  <a:cubicBezTo>
                    <a:pt x="25" y="23"/>
                    <a:pt x="26" y="21"/>
                    <a:pt x="26" y="20"/>
                  </a:cubicBezTo>
                  <a:cubicBezTo>
                    <a:pt x="27" y="19"/>
                    <a:pt x="27" y="19"/>
                    <a:pt x="27" y="19"/>
                  </a:cubicBezTo>
                  <a:cubicBezTo>
                    <a:pt x="28" y="17"/>
                    <a:pt x="29" y="16"/>
                    <a:pt x="31" y="15"/>
                  </a:cubicBezTo>
                  <a:cubicBezTo>
                    <a:pt x="33" y="13"/>
                    <a:pt x="36" y="12"/>
                    <a:pt x="39" y="11"/>
                  </a:cubicBezTo>
                  <a:cubicBezTo>
                    <a:pt x="41" y="11"/>
                    <a:pt x="42" y="10"/>
                    <a:pt x="44" y="9"/>
                  </a:cubicBezTo>
                  <a:cubicBezTo>
                    <a:pt x="44" y="9"/>
                    <a:pt x="44" y="9"/>
                    <a:pt x="45" y="9"/>
                  </a:cubicBezTo>
                  <a:cubicBezTo>
                    <a:pt x="47" y="8"/>
                    <a:pt x="49" y="7"/>
                    <a:pt x="51" y="7"/>
                  </a:cubicBezTo>
                  <a:cubicBezTo>
                    <a:pt x="50" y="7"/>
                    <a:pt x="50" y="8"/>
                    <a:pt x="50" y="8"/>
                  </a:cubicBezTo>
                  <a:cubicBezTo>
                    <a:pt x="48" y="10"/>
                    <a:pt x="46" y="11"/>
                    <a:pt x="46" y="13"/>
                  </a:cubicBezTo>
                  <a:cubicBezTo>
                    <a:pt x="45" y="16"/>
                    <a:pt x="48" y="18"/>
                    <a:pt x="50" y="20"/>
                  </a:cubicBezTo>
                  <a:cubicBezTo>
                    <a:pt x="48" y="20"/>
                    <a:pt x="46" y="20"/>
                    <a:pt x="45" y="21"/>
                  </a:cubicBezTo>
                  <a:cubicBezTo>
                    <a:pt x="42" y="23"/>
                    <a:pt x="40" y="25"/>
                    <a:pt x="39" y="28"/>
                  </a:cubicBezTo>
                  <a:cubicBezTo>
                    <a:pt x="39" y="30"/>
                    <a:pt x="40" y="33"/>
                    <a:pt x="41" y="35"/>
                  </a:cubicBezTo>
                  <a:cubicBezTo>
                    <a:pt x="42" y="36"/>
                    <a:pt x="44" y="37"/>
                    <a:pt x="46" y="37"/>
                  </a:cubicBezTo>
                  <a:cubicBezTo>
                    <a:pt x="50" y="37"/>
                    <a:pt x="51" y="35"/>
                    <a:pt x="51" y="33"/>
                  </a:cubicBezTo>
                  <a:cubicBezTo>
                    <a:pt x="51" y="33"/>
                    <a:pt x="51" y="33"/>
                    <a:pt x="52" y="33"/>
                  </a:cubicBezTo>
                  <a:cubicBezTo>
                    <a:pt x="52" y="33"/>
                    <a:pt x="52" y="33"/>
                    <a:pt x="52" y="33"/>
                  </a:cubicBezTo>
                  <a:cubicBezTo>
                    <a:pt x="52" y="33"/>
                    <a:pt x="54" y="34"/>
                    <a:pt x="55" y="36"/>
                  </a:cubicBezTo>
                  <a:cubicBezTo>
                    <a:pt x="55" y="37"/>
                    <a:pt x="55" y="38"/>
                    <a:pt x="52" y="41"/>
                  </a:cubicBezTo>
                  <a:cubicBezTo>
                    <a:pt x="52" y="42"/>
                    <a:pt x="51" y="42"/>
                    <a:pt x="51" y="42"/>
                  </a:cubicBezTo>
                  <a:cubicBezTo>
                    <a:pt x="50" y="43"/>
                    <a:pt x="50" y="44"/>
                    <a:pt x="49" y="44"/>
                  </a:cubicBezTo>
                  <a:cubicBezTo>
                    <a:pt x="48" y="46"/>
                    <a:pt x="46" y="49"/>
                    <a:pt x="44" y="49"/>
                  </a:cubicBezTo>
                  <a:cubicBezTo>
                    <a:pt x="44" y="49"/>
                    <a:pt x="43" y="49"/>
                    <a:pt x="43" y="49"/>
                  </a:cubicBezTo>
                  <a:close/>
                  <a:moveTo>
                    <a:pt x="68" y="76"/>
                  </a:moveTo>
                  <a:cubicBezTo>
                    <a:pt x="67" y="79"/>
                    <a:pt x="65" y="82"/>
                    <a:pt x="63" y="84"/>
                  </a:cubicBezTo>
                  <a:cubicBezTo>
                    <a:pt x="59" y="88"/>
                    <a:pt x="55" y="94"/>
                    <a:pt x="54" y="96"/>
                  </a:cubicBezTo>
                  <a:cubicBezTo>
                    <a:pt x="54" y="96"/>
                    <a:pt x="54" y="96"/>
                    <a:pt x="54" y="95"/>
                  </a:cubicBezTo>
                  <a:cubicBezTo>
                    <a:pt x="54" y="95"/>
                    <a:pt x="54" y="94"/>
                    <a:pt x="54" y="92"/>
                  </a:cubicBezTo>
                  <a:cubicBezTo>
                    <a:pt x="55" y="88"/>
                    <a:pt x="56" y="83"/>
                    <a:pt x="55" y="80"/>
                  </a:cubicBezTo>
                  <a:cubicBezTo>
                    <a:pt x="54" y="79"/>
                    <a:pt x="53" y="78"/>
                    <a:pt x="53" y="78"/>
                  </a:cubicBezTo>
                  <a:cubicBezTo>
                    <a:pt x="52" y="77"/>
                    <a:pt x="52" y="77"/>
                    <a:pt x="52" y="77"/>
                  </a:cubicBezTo>
                  <a:cubicBezTo>
                    <a:pt x="51" y="76"/>
                    <a:pt x="50" y="74"/>
                    <a:pt x="50" y="73"/>
                  </a:cubicBezTo>
                  <a:cubicBezTo>
                    <a:pt x="50" y="73"/>
                    <a:pt x="50" y="73"/>
                    <a:pt x="50" y="72"/>
                  </a:cubicBezTo>
                  <a:cubicBezTo>
                    <a:pt x="50" y="72"/>
                    <a:pt x="50" y="71"/>
                    <a:pt x="51" y="71"/>
                  </a:cubicBezTo>
                  <a:cubicBezTo>
                    <a:pt x="51" y="71"/>
                    <a:pt x="51" y="68"/>
                    <a:pt x="52" y="68"/>
                  </a:cubicBezTo>
                  <a:cubicBezTo>
                    <a:pt x="52" y="67"/>
                    <a:pt x="53" y="67"/>
                    <a:pt x="53" y="67"/>
                  </a:cubicBezTo>
                  <a:cubicBezTo>
                    <a:pt x="55" y="67"/>
                    <a:pt x="59" y="69"/>
                    <a:pt x="61" y="71"/>
                  </a:cubicBezTo>
                  <a:cubicBezTo>
                    <a:pt x="62" y="72"/>
                    <a:pt x="64" y="73"/>
                    <a:pt x="65" y="74"/>
                  </a:cubicBezTo>
                  <a:cubicBezTo>
                    <a:pt x="66" y="75"/>
                    <a:pt x="67" y="75"/>
                    <a:pt x="68" y="76"/>
                  </a:cubicBezTo>
                  <a:cubicBezTo>
                    <a:pt x="68" y="76"/>
                    <a:pt x="68" y="76"/>
                    <a:pt x="68" y="7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7" name="Google Shape;547;p43"/>
            <p:cNvSpPr/>
            <p:nvPr/>
          </p:nvSpPr>
          <p:spPr>
            <a:xfrm>
              <a:off x="4901982" y="3383829"/>
              <a:ext cx="13237" cy="13237"/>
            </a:xfrm>
            <a:custGeom>
              <a:avLst/>
              <a:gdLst/>
              <a:ahLst/>
              <a:cxnLst/>
              <a:rect l="l" t="t" r="r" b="b"/>
              <a:pathLst>
                <a:path w="5" h="5" extrusionOk="0">
                  <a:moveTo>
                    <a:pt x="2" y="5"/>
                  </a:moveTo>
                  <a:cubicBezTo>
                    <a:pt x="2" y="5"/>
                    <a:pt x="2" y="5"/>
                    <a:pt x="2" y="5"/>
                  </a:cubicBezTo>
                  <a:cubicBezTo>
                    <a:pt x="2" y="5"/>
                    <a:pt x="2" y="5"/>
                    <a:pt x="2" y="5"/>
                  </a:cubicBezTo>
                  <a:cubicBezTo>
                    <a:pt x="4" y="5"/>
                    <a:pt x="5" y="4"/>
                    <a:pt x="5" y="2"/>
                  </a:cubicBezTo>
                  <a:cubicBezTo>
                    <a:pt x="5" y="1"/>
                    <a:pt x="4" y="0"/>
                    <a:pt x="2" y="0"/>
                  </a:cubicBezTo>
                  <a:cubicBezTo>
                    <a:pt x="2" y="0"/>
                    <a:pt x="2" y="0"/>
                    <a:pt x="2" y="0"/>
                  </a:cubicBezTo>
                  <a:cubicBezTo>
                    <a:pt x="1" y="0"/>
                    <a:pt x="0" y="1"/>
                    <a:pt x="0" y="2"/>
                  </a:cubicBezTo>
                  <a:cubicBezTo>
                    <a:pt x="0" y="4"/>
                    <a:pt x="1" y="5"/>
                    <a:pt x="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8" name="Google Shape;548;p43"/>
            <p:cNvSpPr/>
            <p:nvPr/>
          </p:nvSpPr>
          <p:spPr>
            <a:xfrm>
              <a:off x="4860064" y="3391550"/>
              <a:ext cx="97072" cy="89351"/>
            </a:xfrm>
            <a:custGeom>
              <a:avLst/>
              <a:gdLst/>
              <a:ahLst/>
              <a:cxnLst/>
              <a:rect l="l" t="t" r="r" b="b"/>
              <a:pathLst>
                <a:path w="37" h="34" extrusionOk="0">
                  <a:moveTo>
                    <a:pt x="30" y="1"/>
                  </a:moveTo>
                  <a:cubicBezTo>
                    <a:pt x="28" y="0"/>
                    <a:pt x="27" y="0"/>
                    <a:pt x="26" y="1"/>
                  </a:cubicBezTo>
                  <a:cubicBezTo>
                    <a:pt x="25" y="2"/>
                    <a:pt x="25" y="4"/>
                    <a:pt x="26" y="5"/>
                  </a:cubicBezTo>
                  <a:cubicBezTo>
                    <a:pt x="29" y="7"/>
                    <a:pt x="31" y="11"/>
                    <a:pt x="31" y="15"/>
                  </a:cubicBezTo>
                  <a:cubicBezTo>
                    <a:pt x="31" y="22"/>
                    <a:pt x="25" y="28"/>
                    <a:pt x="18" y="28"/>
                  </a:cubicBezTo>
                  <a:cubicBezTo>
                    <a:pt x="11" y="28"/>
                    <a:pt x="5" y="22"/>
                    <a:pt x="5" y="15"/>
                  </a:cubicBezTo>
                  <a:cubicBezTo>
                    <a:pt x="5" y="11"/>
                    <a:pt x="7" y="8"/>
                    <a:pt x="10" y="6"/>
                  </a:cubicBezTo>
                  <a:cubicBezTo>
                    <a:pt x="11" y="5"/>
                    <a:pt x="11" y="3"/>
                    <a:pt x="10" y="2"/>
                  </a:cubicBezTo>
                  <a:cubicBezTo>
                    <a:pt x="9" y="0"/>
                    <a:pt x="7" y="0"/>
                    <a:pt x="6" y="1"/>
                  </a:cubicBezTo>
                  <a:cubicBezTo>
                    <a:pt x="2" y="5"/>
                    <a:pt x="0" y="10"/>
                    <a:pt x="0" y="15"/>
                  </a:cubicBezTo>
                  <a:cubicBezTo>
                    <a:pt x="0" y="25"/>
                    <a:pt x="8" y="34"/>
                    <a:pt x="18" y="34"/>
                  </a:cubicBezTo>
                  <a:cubicBezTo>
                    <a:pt x="29" y="34"/>
                    <a:pt x="37" y="25"/>
                    <a:pt x="37" y="15"/>
                  </a:cubicBezTo>
                  <a:cubicBezTo>
                    <a:pt x="37" y="9"/>
                    <a:pt x="34" y="4"/>
                    <a:pt x="30"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9" name="Google Shape;549;p43"/>
            <p:cNvSpPr/>
            <p:nvPr/>
          </p:nvSpPr>
          <p:spPr>
            <a:xfrm>
              <a:off x="5086198" y="3379416"/>
              <a:ext cx="44124" cy="75010"/>
            </a:xfrm>
            <a:custGeom>
              <a:avLst/>
              <a:gdLst/>
              <a:ahLst/>
              <a:cxnLst/>
              <a:rect l="l" t="t" r="r" b="b"/>
              <a:pathLst>
                <a:path w="17" h="29" extrusionOk="0">
                  <a:moveTo>
                    <a:pt x="15" y="1"/>
                  </a:moveTo>
                  <a:cubicBezTo>
                    <a:pt x="13" y="0"/>
                    <a:pt x="12" y="1"/>
                    <a:pt x="12" y="3"/>
                  </a:cubicBezTo>
                  <a:cubicBezTo>
                    <a:pt x="10" y="11"/>
                    <a:pt x="6" y="18"/>
                    <a:pt x="1" y="24"/>
                  </a:cubicBezTo>
                  <a:cubicBezTo>
                    <a:pt x="0" y="25"/>
                    <a:pt x="0" y="27"/>
                    <a:pt x="1" y="28"/>
                  </a:cubicBezTo>
                  <a:cubicBezTo>
                    <a:pt x="2" y="28"/>
                    <a:pt x="2" y="29"/>
                    <a:pt x="3" y="29"/>
                  </a:cubicBezTo>
                  <a:cubicBezTo>
                    <a:pt x="4" y="29"/>
                    <a:pt x="5" y="28"/>
                    <a:pt x="5" y="28"/>
                  </a:cubicBezTo>
                  <a:cubicBezTo>
                    <a:pt x="11" y="21"/>
                    <a:pt x="15" y="13"/>
                    <a:pt x="17" y="4"/>
                  </a:cubicBezTo>
                  <a:cubicBezTo>
                    <a:pt x="17" y="3"/>
                    <a:pt x="17" y="1"/>
                    <a:pt x="1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0" name="Google Shape;550;p43"/>
            <p:cNvSpPr/>
            <p:nvPr/>
          </p:nvSpPr>
          <p:spPr>
            <a:xfrm>
              <a:off x="5119290" y="3352942"/>
              <a:ext cx="13237" cy="15443"/>
            </a:xfrm>
            <a:custGeom>
              <a:avLst/>
              <a:gdLst/>
              <a:ahLst/>
              <a:cxnLst/>
              <a:rect l="l" t="t" r="r" b="b"/>
              <a:pathLst>
                <a:path w="5" h="6" extrusionOk="0">
                  <a:moveTo>
                    <a:pt x="0" y="3"/>
                  </a:moveTo>
                  <a:cubicBezTo>
                    <a:pt x="0" y="3"/>
                    <a:pt x="0" y="3"/>
                    <a:pt x="0" y="3"/>
                  </a:cubicBezTo>
                  <a:cubicBezTo>
                    <a:pt x="0" y="5"/>
                    <a:pt x="1" y="6"/>
                    <a:pt x="2" y="6"/>
                  </a:cubicBezTo>
                  <a:cubicBezTo>
                    <a:pt x="3" y="6"/>
                    <a:pt x="3" y="6"/>
                    <a:pt x="3" y="6"/>
                  </a:cubicBezTo>
                  <a:cubicBezTo>
                    <a:pt x="4" y="6"/>
                    <a:pt x="5" y="5"/>
                    <a:pt x="5" y="3"/>
                  </a:cubicBezTo>
                  <a:cubicBezTo>
                    <a:pt x="5" y="3"/>
                    <a:pt x="5" y="3"/>
                    <a:pt x="5" y="3"/>
                  </a:cubicBezTo>
                  <a:cubicBezTo>
                    <a:pt x="5" y="2"/>
                    <a:pt x="4" y="0"/>
                    <a:pt x="2" y="1"/>
                  </a:cubicBezTo>
                  <a:cubicBezTo>
                    <a:pt x="1" y="1"/>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51" name="Google Shape;551;p43"/>
          <p:cNvGrpSpPr/>
          <p:nvPr/>
        </p:nvGrpSpPr>
        <p:grpSpPr>
          <a:xfrm>
            <a:off x="6554980" y="3308375"/>
            <a:ext cx="377258" cy="286804"/>
            <a:chOff x="726775" y="2022612"/>
            <a:chExt cx="377258" cy="286804"/>
          </a:xfrm>
        </p:grpSpPr>
        <p:sp>
          <p:nvSpPr>
            <p:cNvPr id="552" name="Google Shape;552;p43"/>
            <p:cNvSpPr/>
            <p:nvPr/>
          </p:nvSpPr>
          <p:spPr>
            <a:xfrm>
              <a:off x="758765" y="2046880"/>
              <a:ext cx="13237" cy="17649"/>
            </a:xfrm>
            <a:custGeom>
              <a:avLst/>
              <a:gdLst/>
              <a:ahLst/>
              <a:cxnLst/>
              <a:rect l="l" t="t" r="r" b="b"/>
              <a:pathLst>
                <a:path w="5" h="7" extrusionOk="0">
                  <a:moveTo>
                    <a:pt x="5" y="4"/>
                  </a:moveTo>
                  <a:cubicBezTo>
                    <a:pt x="5" y="3"/>
                    <a:pt x="5" y="3"/>
                    <a:pt x="5" y="3"/>
                  </a:cubicBezTo>
                  <a:cubicBezTo>
                    <a:pt x="5" y="1"/>
                    <a:pt x="4" y="0"/>
                    <a:pt x="3" y="0"/>
                  </a:cubicBezTo>
                  <a:cubicBezTo>
                    <a:pt x="1" y="0"/>
                    <a:pt x="0" y="1"/>
                    <a:pt x="0" y="3"/>
                  </a:cubicBezTo>
                  <a:cubicBezTo>
                    <a:pt x="0" y="4"/>
                    <a:pt x="0" y="4"/>
                    <a:pt x="0" y="4"/>
                  </a:cubicBezTo>
                  <a:cubicBezTo>
                    <a:pt x="0" y="6"/>
                    <a:pt x="1" y="7"/>
                    <a:pt x="3" y="7"/>
                  </a:cubicBezTo>
                  <a:cubicBezTo>
                    <a:pt x="4" y="7"/>
                    <a:pt x="5" y="6"/>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3" name="Google Shape;553;p43"/>
            <p:cNvSpPr/>
            <p:nvPr/>
          </p:nvSpPr>
          <p:spPr>
            <a:xfrm>
              <a:off x="792961" y="2046880"/>
              <a:ext cx="15443" cy="17649"/>
            </a:xfrm>
            <a:custGeom>
              <a:avLst/>
              <a:gdLst/>
              <a:ahLst/>
              <a:cxnLst/>
              <a:rect l="l" t="t" r="r" b="b"/>
              <a:pathLst>
                <a:path w="6" h="7" extrusionOk="0">
                  <a:moveTo>
                    <a:pt x="6" y="4"/>
                  </a:moveTo>
                  <a:cubicBezTo>
                    <a:pt x="6" y="3"/>
                    <a:pt x="6" y="3"/>
                    <a:pt x="6" y="3"/>
                  </a:cubicBezTo>
                  <a:cubicBezTo>
                    <a:pt x="6" y="1"/>
                    <a:pt x="5" y="0"/>
                    <a:pt x="3" y="0"/>
                  </a:cubicBezTo>
                  <a:cubicBezTo>
                    <a:pt x="2" y="0"/>
                    <a:pt x="0" y="1"/>
                    <a:pt x="0" y="3"/>
                  </a:cubicBezTo>
                  <a:cubicBezTo>
                    <a:pt x="0" y="4"/>
                    <a:pt x="0" y="4"/>
                    <a:pt x="0" y="4"/>
                  </a:cubicBezTo>
                  <a:cubicBezTo>
                    <a:pt x="0" y="6"/>
                    <a:pt x="2" y="7"/>
                    <a:pt x="3" y="7"/>
                  </a:cubicBezTo>
                  <a:cubicBezTo>
                    <a:pt x="5" y="7"/>
                    <a:pt x="6" y="6"/>
                    <a:pt x="6"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4" name="Google Shape;554;p43"/>
            <p:cNvSpPr/>
            <p:nvPr/>
          </p:nvSpPr>
          <p:spPr>
            <a:xfrm>
              <a:off x="829363" y="2046880"/>
              <a:ext cx="13237" cy="17649"/>
            </a:xfrm>
            <a:custGeom>
              <a:avLst/>
              <a:gdLst/>
              <a:ahLst/>
              <a:cxnLst/>
              <a:rect l="l" t="t" r="r" b="b"/>
              <a:pathLst>
                <a:path w="5" h="7" extrusionOk="0">
                  <a:moveTo>
                    <a:pt x="5" y="4"/>
                  </a:moveTo>
                  <a:cubicBezTo>
                    <a:pt x="5" y="3"/>
                    <a:pt x="5" y="3"/>
                    <a:pt x="5" y="3"/>
                  </a:cubicBezTo>
                  <a:cubicBezTo>
                    <a:pt x="5" y="1"/>
                    <a:pt x="4" y="0"/>
                    <a:pt x="3" y="0"/>
                  </a:cubicBezTo>
                  <a:cubicBezTo>
                    <a:pt x="1" y="0"/>
                    <a:pt x="0" y="1"/>
                    <a:pt x="0" y="3"/>
                  </a:cubicBezTo>
                  <a:cubicBezTo>
                    <a:pt x="0" y="4"/>
                    <a:pt x="0" y="4"/>
                    <a:pt x="0" y="4"/>
                  </a:cubicBezTo>
                  <a:cubicBezTo>
                    <a:pt x="0" y="6"/>
                    <a:pt x="1" y="7"/>
                    <a:pt x="3" y="7"/>
                  </a:cubicBezTo>
                  <a:cubicBezTo>
                    <a:pt x="4" y="7"/>
                    <a:pt x="5" y="6"/>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5" name="Google Shape;555;p43"/>
            <p:cNvSpPr/>
            <p:nvPr/>
          </p:nvSpPr>
          <p:spPr>
            <a:xfrm>
              <a:off x="1010270" y="2088798"/>
              <a:ext cx="15443" cy="13237"/>
            </a:xfrm>
            <a:custGeom>
              <a:avLst/>
              <a:gdLst/>
              <a:ahLst/>
              <a:cxnLst/>
              <a:rect l="l" t="t" r="r" b="b"/>
              <a:pathLst>
                <a:path w="6" h="5" extrusionOk="0">
                  <a:moveTo>
                    <a:pt x="3" y="5"/>
                  </a:moveTo>
                  <a:cubicBezTo>
                    <a:pt x="4" y="5"/>
                    <a:pt x="5" y="5"/>
                    <a:pt x="5" y="5"/>
                  </a:cubicBezTo>
                  <a:cubicBezTo>
                    <a:pt x="6" y="4"/>
                    <a:pt x="6" y="3"/>
                    <a:pt x="6" y="3"/>
                  </a:cubicBezTo>
                  <a:cubicBezTo>
                    <a:pt x="6" y="2"/>
                    <a:pt x="6" y="1"/>
                    <a:pt x="5" y="1"/>
                  </a:cubicBezTo>
                  <a:cubicBezTo>
                    <a:pt x="5" y="0"/>
                    <a:pt x="4" y="0"/>
                    <a:pt x="3" y="0"/>
                  </a:cubicBezTo>
                  <a:cubicBezTo>
                    <a:pt x="2" y="0"/>
                    <a:pt x="2" y="0"/>
                    <a:pt x="1" y="1"/>
                  </a:cubicBezTo>
                  <a:cubicBezTo>
                    <a:pt x="1" y="1"/>
                    <a:pt x="0" y="2"/>
                    <a:pt x="0" y="3"/>
                  </a:cubicBezTo>
                  <a:cubicBezTo>
                    <a:pt x="0" y="3"/>
                    <a:pt x="1" y="4"/>
                    <a:pt x="1" y="5"/>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6" name="Google Shape;556;p43"/>
            <p:cNvSpPr/>
            <p:nvPr/>
          </p:nvSpPr>
          <p:spPr>
            <a:xfrm>
              <a:off x="726775" y="2022612"/>
              <a:ext cx="377258" cy="286804"/>
            </a:xfrm>
            <a:custGeom>
              <a:avLst/>
              <a:gdLst/>
              <a:ahLst/>
              <a:cxnLst/>
              <a:rect l="l" t="t" r="r" b="b"/>
              <a:pathLst>
                <a:path w="144" h="109" extrusionOk="0">
                  <a:moveTo>
                    <a:pt x="141" y="25"/>
                  </a:moveTo>
                  <a:cubicBezTo>
                    <a:pt x="123" y="25"/>
                    <a:pt x="123" y="25"/>
                    <a:pt x="123" y="25"/>
                  </a:cubicBezTo>
                  <a:cubicBezTo>
                    <a:pt x="122" y="25"/>
                    <a:pt x="121" y="26"/>
                    <a:pt x="121" y="27"/>
                  </a:cubicBezTo>
                  <a:cubicBezTo>
                    <a:pt x="120" y="29"/>
                    <a:pt x="122" y="30"/>
                    <a:pt x="123" y="30"/>
                  </a:cubicBezTo>
                  <a:cubicBezTo>
                    <a:pt x="138" y="30"/>
                    <a:pt x="138" y="30"/>
                    <a:pt x="138" y="30"/>
                  </a:cubicBezTo>
                  <a:cubicBezTo>
                    <a:pt x="138" y="45"/>
                    <a:pt x="138" y="45"/>
                    <a:pt x="138" y="45"/>
                  </a:cubicBezTo>
                  <a:cubicBezTo>
                    <a:pt x="83" y="45"/>
                    <a:pt x="83" y="45"/>
                    <a:pt x="83" y="45"/>
                  </a:cubicBezTo>
                  <a:cubicBezTo>
                    <a:pt x="83" y="38"/>
                    <a:pt x="83" y="38"/>
                    <a:pt x="83" y="38"/>
                  </a:cubicBezTo>
                  <a:cubicBezTo>
                    <a:pt x="85" y="35"/>
                    <a:pt x="85" y="35"/>
                    <a:pt x="85" y="35"/>
                  </a:cubicBezTo>
                  <a:cubicBezTo>
                    <a:pt x="85" y="34"/>
                    <a:pt x="85" y="34"/>
                    <a:pt x="85" y="33"/>
                  </a:cubicBezTo>
                  <a:cubicBezTo>
                    <a:pt x="85" y="30"/>
                    <a:pt x="85" y="30"/>
                    <a:pt x="85" y="30"/>
                  </a:cubicBezTo>
                  <a:cubicBezTo>
                    <a:pt x="100" y="30"/>
                    <a:pt x="100" y="30"/>
                    <a:pt x="100" y="30"/>
                  </a:cubicBezTo>
                  <a:cubicBezTo>
                    <a:pt x="101" y="30"/>
                    <a:pt x="103" y="29"/>
                    <a:pt x="103" y="28"/>
                  </a:cubicBezTo>
                  <a:cubicBezTo>
                    <a:pt x="103" y="26"/>
                    <a:pt x="102" y="25"/>
                    <a:pt x="100" y="25"/>
                  </a:cubicBezTo>
                  <a:cubicBezTo>
                    <a:pt x="83" y="25"/>
                    <a:pt x="83" y="25"/>
                    <a:pt x="83" y="25"/>
                  </a:cubicBezTo>
                  <a:cubicBezTo>
                    <a:pt x="81" y="25"/>
                    <a:pt x="80" y="26"/>
                    <a:pt x="80" y="28"/>
                  </a:cubicBezTo>
                  <a:cubicBezTo>
                    <a:pt x="80" y="32"/>
                    <a:pt x="80" y="32"/>
                    <a:pt x="80" y="32"/>
                  </a:cubicBezTo>
                  <a:cubicBezTo>
                    <a:pt x="78" y="35"/>
                    <a:pt x="78" y="35"/>
                    <a:pt x="78" y="35"/>
                  </a:cubicBezTo>
                  <a:cubicBezTo>
                    <a:pt x="77" y="35"/>
                    <a:pt x="77" y="36"/>
                    <a:pt x="77" y="37"/>
                  </a:cubicBezTo>
                  <a:cubicBezTo>
                    <a:pt x="77" y="45"/>
                    <a:pt x="77" y="45"/>
                    <a:pt x="77" y="45"/>
                  </a:cubicBezTo>
                  <a:cubicBezTo>
                    <a:pt x="72" y="45"/>
                    <a:pt x="72" y="45"/>
                    <a:pt x="72" y="45"/>
                  </a:cubicBezTo>
                  <a:cubicBezTo>
                    <a:pt x="66" y="32"/>
                    <a:pt x="66" y="32"/>
                    <a:pt x="66" y="32"/>
                  </a:cubicBezTo>
                  <a:cubicBezTo>
                    <a:pt x="66" y="32"/>
                    <a:pt x="66" y="32"/>
                    <a:pt x="66" y="32"/>
                  </a:cubicBezTo>
                  <a:cubicBezTo>
                    <a:pt x="63" y="28"/>
                    <a:pt x="63" y="28"/>
                    <a:pt x="63" y="28"/>
                  </a:cubicBezTo>
                  <a:cubicBezTo>
                    <a:pt x="63" y="23"/>
                    <a:pt x="63" y="23"/>
                    <a:pt x="63" y="23"/>
                  </a:cubicBezTo>
                  <a:cubicBezTo>
                    <a:pt x="63" y="21"/>
                    <a:pt x="61" y="20"/>
                    <a:pt x="60" y="20"/>
                  </a:cubicBezTo>
                  <a:cubicBezTo>
                    <a:pt x="54" y="20"/>
                    <a:pt x="54" y="20"/>
                    <a:pt x="54" y="20"/>
                  </a:cubicBezTo>
                  <a:cubicBezTo>
                    <a:pt x="54" y="11"/>
                    <a:pt x="54" y="11"/>
                    <a:pt x="54" y="11"/>
                  </a:cubicBezTo>
                  <a:cubicBezTo>
                    <a:pt x="54" y="11"/>
                    <a:pt x="54" y="10"/>
                    <a:pt x="53" y="10"/>
                  </a:cubicBezTo>
                  <a:cubicBezTo>
                    <a:pt x="51" y="7"/>
                    <a:pt x="51" y="7"/>
                    <a:pt x="51" y="7"/>
                  </a:cubicBezTo>
                  <a:cubicBezTo>
                    <a:pt x="51" y="2"/>
                    <a:pt x="51" y="2"/>
                    <a:pt x="51" y="2"/>
                  </a:cubicBezTo>
                  <a:cubicBezTo>
                    <a:pt x="51" y="1"/>
                    <a:pt x="50" y="0"/>
                    <a:pt x="48" y="0"/>
                  </a:cubicBezTo>
                  <a:cubicBezTo>
                    <a:pt x="3" y="0"/>
                    <a:pt x="3" y="0"/>
                    <a:pt x="3" y="0"/>
                  </a:cubicBezTo>
                  <a:cubicBezTo>
                    <a:pt x="2" y="0"/>
                    <a:pt x="0" y="1"/>
                    <a:pt x="0" y="2"/>
                  </a:cubicBezTo>
                  <a:cubicBezTo>
                    <a:pt x="0" y="23"/>
                    <a:pt x="0" y="23"/>
                    <a:pt x="0" y="23"/>
                  </a:cubicBezTo>
                  <a:cubicBezTo>
                    <a:pt x="0" y="23"/>
                    <a:pt x="0" y="23"/>
                    <a:pt x="0" y="23"/>
                  </a:cubicBezTo>
                  <a:cubicBezTo>
                    <a:pt x="0" y="106"/>
                    <a:pt x="0" y="106"/>
                    <a:pt x="0" y="106"/>
                  </a:cubicBezTo>
                  <a:cubicBezTo>
                    <a:pt x="0" y="107"/>
                    <a:pt x="2" y="109"/>
                    <a:pt x="3" y="109"/>
                  </a:cubicBezTo>
                  <a:cubicBezTo>
                    <a:pt x="141" y="109"/>
                    <a:pt x="141" y="109"/>
                    <a:pt x="141" y="109"/>
                  </a:cubicBezTo>
                  <a:cubicBezTo>
                    <a:pt x="143" y="109"/>
                    <a:pt x="144" y="107"/>
                    <a:pt x="144" y="106"/>
                  </a:cubicBezTo>
                  <a:cubicBezTo>
                    <a:pt x="144" y="28"/>
                    <a:pt x="144" y="28"/>
                    <a:pt x="144" y="28"/>
                  </a:cubicBezTo>
                  <a:cubicBezTo>
                    <a:pt x="144" y="26"/>
                    <a:pt x="143" y="25"/>
                    <a:pt x="141" y="25"/>
                  </a:cubicBezTo>
                  <a:close/>
                  <a:moveTo>
                    <a:pt x="138" y="51"/>
                  </a:moveTo>
                  <a:cubicBezTo>
                    <a:pt x="138" y="68"/>
                    <a:pt x="138" y="68"/>
                    <a:pt x="138" y="68"/>
                  </a:cubicBezTo>
                  <a:cubicBezTo>
                    <a:pt x="133" y="68"/>
                    <a:pt x="133" y="68"/>
                    <a:pt x="133" y="68"/>
                  </a:cubicBezTo>
                  <a:cubicBezTo>
                    <a:pt x="133" y="64"/>
                    <a:pt x="133" y="64"/>
                    <a:pt x="133" y="64"/>
                  </a:cubicBezTo>
                  <a:cubicBezTo>
                    <a:pt x="133" y="60"/>
                    <a:pt x="129" y="55"/>
                    <a:pt x="124" y="55"/>
                  </a:cubicBezTo>
                  <a:cubicBezTo>
                    <a:pt x="118" y="54"/>
                    <a:pt x="114" y="59"/>
                    <a:pt x="114" y="64"/>
                  </a:cubicBezTo>
                  <a:cubicBezTo>
                    <a:pt x="114" y="68"/>
                    <a:pt x="114" y="68"/>
                    <a:pt x="114" y="68"/>
                  </a:cubicBezTo>
                  <a:cubicBezTo>
                    <a:pt x="109" y="68"/>
                    <a:pt x="109" y="68"/>
                    <a:pt x="109" y="68"/>
                  </a:cubicBezTo>
                  <a:cubicBezTo>
                    <a:pt x="109" y="64"/>
                    <a:pt x="109" y="64"/>
                    <a:pt x="109" y="64"/>
                  </a:cubicBezTo>
                  <a:cubicBezTo>
                    <a:pt x="109" y="60"/>
                    <a:pt x="105" y="55"/>
                    <a:pt x="100" y="55"/>
                  </a:cubicBezTo>
                  <a:cubicBezTo>
                    <a:pt x="95" y="54"/>
                    <a:pt x="90" y="59"/>
                    <a:pt x="90" y="64"/>
                  </a:cubicBezTo>
                  <a:cubicBezTo>
                    <a:pt x="90" y="68"/>
                    <a:pt x="90" y="68"/>
                    <a:pt x="90" y="68"/>
                  </a:cubicBezTo>
                  <a:cubicBezTo>
                    <a:pt x="84" y="68"/>
                    <a:pt x="84" y="68"/>
                    <a:pt x="84" y="68"/>
                  </a:cubicBezTo>
                  <a:cubicBezTo>
                    <a:pt x="75" y="51"/>
                    <a:pt x="75" y="51"/>
                    <a:pt x="75" y="51"/>
                  </a:cubicBezTo>
                  <a:lnTo>
                    <a:pt x="138" y="51"/>
                  </a:lnTo>
                  <a:close/>
                  <a:moveTo>
                    <a:pt x="127" y="68"/>
                  </a:moveTo>
                  <a:cubicBezTo>
                    <a:pt x="119" y="68"/>
                    <a:pt x="119" y="68"/>
                    <a:pt x="119" y="68"/>
                  </a:cubicBezTo>
                  <a:cubicBezTo>
                    <a:pt x="119" y="64"/>
                    <a:pt x="119" y="64"/>
                    <a:pt x="119" y="64"/>
                  </a:cubicBezTo>
                  <a:cubicBezTo>
                    <a:pt x="119" y="62"/>
                    <a:pt x="121" y="61"/>
                    <a:pt x="123" y="60"/>
                  </a:cubicBezTo>
                  <a:cubicBezTo>
                    <a:pt x="125" y="60"/>
                    <a:pt x="127" y="62"/>
                    <a:pt x="127" y="64"/>
                  </a:cubicBezTo>
                  <a:lnTo>
                    <a:pt x="127" y="68"/>
                  </a:lnTo>
                  <a:close/>
                  <a:moveTo>
                    <a:pt x="104" y="68"/>
                  </a:moveTo>
                  <a:cubicBezTo>
                    <a:pt x="96" y="68"/>
                    <a:pt x="96" y="68"/>
                    <a:pt x="96" y="68"/>
                  </a:cubicBezTo>
                  <a:cubicBezTo>
                    <a:pt x="96" y="64"/>
                    <a:pt x="96" y="64"/>
                    <a:pt x="96" y="64"/>
                  </a:cubicBezTo>
                  <a:cubicBezTo>
                    <a:pt x="96" y="62"/>
                    <a:pt x="97" y="61"/>
                    <a:pt x="99" y="60"/>
                  </a:cubicBezTo>
                  <a:cubicBezTo>
                    <a:pt x="102" y="60"/>
                    <a:pt x="104" y="62"/>
                    <a:pt x="104" y="64"/>
                  </a:cubicBezTo>
                  <a:lnTo>
                    <a:pt x="104" y="68"/>
                  </a:lnTo>
                  <a:close/>
                  <a:moveTo>
                    <a:pt x="69" y="81"/>
                  </a:moveTo>
                  <a:cubicBezTo>
                    <a:pt x="63" y="81"/>
                    <a:pt x="59" y="85"/>
                    <a:pt x="59" y="90"/>
                  </a:cubicBezTo>
                  <a:cubicBezTo>
                    <a:pt x="59" y="103"/>
                    <a:pt x="59" y="103"/>
                    <a:pt x="59" y="103"/>
                  </a:cubicBezTo>
                  <a:cubicBezTo>
                    <a:pt x="54" y="103"/>
                    <a:pt x="54" y="103"/>
                    <a:pt x="54" y="103"/>
                  </a:cubicBezTo>
                  <a:cubicBezTo>
                    <a:pt x="54" y="91"/>
                    <a:pt x="54" y="91"/>
                    <a:pt x="54" y="91"/>
                  </a:cubicBezTo>
                  <a:cubicBezTo>
                    <a:pt x="54" y="86"/>
                    <a:pt x="50" y="81"/>
                    <a:pt x="45" y="81"/>
                  </a:cubicBezTo>
                  <a:cubicBezTo>
                    <a:pt x="40" y="81"/>
                    <a:pt x="35" y="85"/>
                    <a:pt x="35" y="90"/>
                  </a:cubicBezTo>
                  <a:cubicBezTo>
                    <a:pt x="35" y="103"/>
                    <a:pt x="35" y="103"/>
                    <a:pt x="35" y="103"/>
                  </a:cubicBezTo>
                  <a:cubicBezTo>
                    <a:pt x="31" y="103"/>
                    <a:pt x="31" y="103"/>
                    <a:pt x="31" y="103"/>
                  </a:cubicBezTo>
                  <a:cubicBezTo>
                    <a:pt x="31" y="91"/>
                    <a:pt x="31" y="91"/>
                    <a:pt x="31" y="91"/>
                  </a:cubicBezTo>
                  <a:cubicBezTo>
                    <a:pt x="31" y="86"/>
                    <a:pt x="27" y="81"/>
                    <a:pt x="22" y="81"/>
                  </a:cubicBezTo>
                  <a:cubicBezTo>
                    <a:pt x="16" y="81"/>
                    <a:pt x="12" y="85"/>
                    <a:pt x="12" y="90"/>
                  </a:cubicBezTo>
                  <a:cubicBezTo>
                    <a:pt x="12" y="103"/>
                    <a:pt x="12" y="103"/>
                    <a:pt x="12" y="103"/>
                  </a:cubicBezTo>
                  <a:cubicBezTo>
                    <a:pt x="6" y="103"/>
                    <a:pt x="6" y="103"/>
                    <a:pt x="6" y="103"/>
                  </a:cubicBezTo>
                  <a:cubicBezTo>
                    <a:pt x="6" y="74"/>
                    <a:pt x="6" y="74"/>
                    <a:pt x="6" y="74"/>
                  </a:cubicBezTo>
                  <a:cubicBezTo>
                    <a:pt x="80" y="74"/>
                    <a:pt x="80" y="74"/>
                    <a:pt x="80" y="74"/>
                  </a:cubicBezTo>
                  <a:cubicBezTo>
                    <a:pt x="80" y="81"/>
                    <a:pt x="80" y="81"/>
                    <a:pt x="80" y="81"/>
                  </a:cubicBezTo>
                  <a:cubicBezTo>
                    <a:pt x="80" y="82"/>
                    <a:pt x="80" y="82"/>
                    <a:pt x="80" y="82"/>
                  </a:cubicBezTo>
                  <a:cubicBezTo>
                    <a:pt x="88" y="103"/>
                    <a:pt x="88" y="103"/>
                    <a:pt x="88" y="103"/>
                  </a:cubicBezTo>
                  <a:cubicBezTo>
                    <a:pt x="78" y="103"/>
                    <a:pt x="78" y="103"/>
                    <a:pt x="78" y="103"/>
                  </a:cubicBezTo>
                  <a:cubicBezTo>
                    <a:pt x="78" y="91"/>
                    <a:pt x="78" y="91"/>
                    <a:pt x="78" y="91"/>
                  </a:cubicBezTo>
                  <a:cubicBezTo>
                    <a:pt x="78" y="86"/>
                    <a:pt x="74" y="81"/>
                    <a:pt x="69" y="81"/>
                  </a:cubicBezTo>
                  <a:close/>
                  <a:moveTo>
                    <a:pt x="25" y="45"/>
                  </a:moveTo>
                  <a:cubicBezTo>
                    <a:pt x="17" y="45"/>
                    <a:pt x="17" y="45"/>
                    <a:pt x="17" y="45"/>
                  </a:cubicBezTo>
                  <a:cubicBezTo>
                    <a:pt x="17" y="41"/>
                    <a:pt x="17" y="41"/>
                    <a:pt x="17" y="41"/>
                  </a:cubicBezTo>
                  <a:cubicBezTo>
                    <a:pt x="17" y="39"/>
                    <a:pt x="19" y="37"/>
                    <a:pt x="21" y="37"/>
                  </a:cubicBezTo>
                  <a:cubicBezTo>
                    <a:pt x="23" y="37"/>
                    <a:pt x="25" y="39"/>
                    <a:pt x="25" y="41"/>
                  </a:cubicBezTo>
                  <a:lnTo>
                    <a:pt x="25" y="45"/>
                  </a:lnTo>
                  <a:close/>
                  <a:moveTo>
                    <a:pt x="69" y="51"/>
                  </a:moveTo>
                  <a:cubicBezTo>
                    <a:pt x="71" y="55"/>
                    <a:pt x="71" y="55"/>
                    <a:pt x="71" y="55"/>
                  </a:cubicBezTo>
                  <a:cubicBezTo>
                    <a:pt x="70" y="55"/>
                    <a:pt x="69" y="55"/>
                    <a:pt x="67" y="55"/>
                  </a:cubicBezTo>
                  <a:cubicBezTo>
                    <a:pt x="63" y="55"/>
                    <a:pt x="59" y="60"/>
                    <a:pt x="59" y="64"/>
                  </a:cubicBezTo>
                  <a:cubicBezTo>
                    <a:pt x="59" y="68"/>
                    <a:pt x="59" y="68"/>
                    <a:pt x="59" y="68"/>
                  </a:cubicBezTo>
                  <a:cubicBezTo>
                    <a:pt x="54" y="68"/>
                    <a:pt x="54" y="68"/>
                    <a:pt x="54" y="68"/>
                  </a:cubicBezTo>
                  <a:cubicBezTo>
                    <a:pt x="54" y="64"/>
                    <a:pt x="54" y="64"/>
                    <a:pt x="54" y="64"/>
                  </a:cubicBezTo>
                  <a:cubicBezTo>
                    <a:pt x="54" y="60"/>
                    <a:pt x="50" y="55"/>
                    <a:pt x="45" y="55"/>
                  </a:cubicBezTo>
                  <a:cubicBezTo>
                    <a:pt x="40" y="54"/>
                    <a:pt x="35" y="59"/>
                    <a:pt x="35" y="64"/>
                  </a:cubicBezTo>
                  <a:cubicBezTo>
                    <a:pt x="35" y="68"/>
                    <a:pt x="35" y="68"/>
                    <a:pt x="35" y="68"/>
                  </a:cubicBezTo>
                  <a:cubicBezTo>
                    <a:pt x="31" y="68"/>
                    <a:pt x="31" y="68"/>
                    <a:pt x="31" y="68"/>
                  </a:cubicBezTo>
                  <a:cubicBezTo>
                    <a:pt x="31" y="64"/>
                    <a:pt x="31" y="64"/>
                    <a:pt x="31" y="64"/>
                  </a:cubicBezTo>
                  <a:cubicBezTo>
                    <a:pt x="31" y="60"/>
                    <a:pt x="27" y="55"/>
                    <a:pt x="22" y="55"/>
                  </a:cubicBezTo>
                  <a:cubicBezTo>
                    <a:pt x="16" y="54"/>
                    <a:pt x="12" y="59"/>
                    <a:pt x="12" y="64"/>
                  </a:cubicBezTo>
                  <a:cubicBezTo>
                    <a:pt x="12" y="68"/>
                    <a:pt x="12" y="68"/>
                    <a:pt x="12" y="68"/>
                  </a:cubicBezTo>
                  <a:cubicBezTo>
                    <a:pt x="6" y="68"/>
                    <a:pt x="6" y="68"/>
                    <a:pt x="6" y="68"/>
                  </a:cubicBezTo>
                  <a:cubicBezTo>
                    <a:pt x="6" y="51"/>
                    <a:pt x="6" y="51"/>
                    <a:pt x="6" y="51"/>
                  </a:cubicBezTo>
                  <a:cubicBezTo>
                    <a:pt x="69" y="51"/>
                    <a:pt x="69" y="51"/>
                    <a:pt x="69" y="51"/>
                  </a:cubicBezTo>
                  <a:close/>
                  <a:moveTo>
                    <a:pt x="49" y="45"/>
                  </a:moveTo>
                  <a:cubicBezTo>
                    <a:pt x="41" y="45"/>
                    <a:pt x="41" y="45"/>
                    <a:pt x="41" y="45"/>
                  </a:cubicBezTo>
                  <a:cubicBezTo>
                    <a:pt x="41" y="41"/>
                    <a:pt x="41" y="41"/>
                    <a:pt x="41" y="41"/>
                  </a:cubicBezTo>
                  <a:cubicBezTo>
                    <a:pt x="41" y="39"/>
                    <a:pt x="42" y="37"/>
                    <a:pt x="44" y="37"/>
                  </a:cubicBezTo>
                  <a:cubicBezTo>
                    <a:pt x="47" y="37"/>
                    <a:pt x="49" y="39"/>
                    <a:pt x="49" y="41"/>
                  </a:cubicBezTo>
                  <a:lnTo>
                    <a:pt x="49" y="45"/>
                  </a:lnTo>
                  <a:close/>
                  <a:moveTo>
                    <a:pt x="72" y="68"/>
                  </a:moveTo>
                  <a:cubicBezTo>
                    <a:pt x="64" y="68"/>
                    <a:pt x="64" y="68"/>
                    <a:pt x="64" y="68"/>
                  </a:cubicBezTo>
                  <a:cubicBezTo>
                    <a:pt x="64" y="64"/>
                    <a:pt x="64" y="64"/>
                    <a:pt x="64" y="64"/>
                  </a:cubicBezTo>
                  <a:cubicBezTo>
                    <a:pt x="64" y="62"/>
                    <a:pt x="66" y="61"/>
                    <a:pt x="68" y="60"/>
                  </a:cubicBezTo>
                  <a:cubicBezTo>
                    <a:pt x="70" y="60"/>
                    <a:pt x="72" y="62"/>
                    <a:pt x="72" y="64"/>
                  </a:cubicBezTo>
                  <a:lnTo>
                    <a:pt x="72" y="68"/>
                  </a:lnTo>
                  <a:close/>
                  <a:moveTo>
                    <a:pt x="78" y="68"/>
                  </a:moveTo>
                  <a:cubicBezTo>
                    <a:pt x="78" y="68"/>
                    <a:pt x="78" y="68"/>
                    <a:pt x="78" y="68"/>
                  </a:cubicBezTo>
                  <a:cubicBezTo>
                    <a:pt x="78" y="68"/>
                    <a:pt x="78" y="68"/>
                    <a:pt x="78" y="68"/>
                  </a:cubicBezTo>
                  <a:close/>
                  <a:moveTo>
                    <a:pt x="49" y="68"/>
                  </a:moveTo>
                  <a:cubicBezTo>
                    <a:pt x="41" y="68"/>
                    <a:pt x="41" y="68"/>
                    <a:pt x="41" y="68"/>
                  </a:cubicBezTo>
                  <a:cubicBezTo>
                    <a:pt x="41" y="64"/>
                    <a:pt x="41" y="64"/>
                    <a:pt x="41" y="64"/>
                  </a:cubicBezTo>
                  <a:cubicBezTo>
                    <a:pt x="41" y="62"/>
                    <a:pt x="42" y="61"/>
                    <a:pt x="44" y="60"/>
                  </a:cubicBezTo>
                  <a:cubicBezTo>
                    <a:pt x="47" y="60"/>
                    <a:pt x="49" y="62"/>
                    <a:pt x="49" y="64"/>
                  </a:cubicBezTo>
                  <a:lnTo>
                    <a:pt x="49" y="68"/>
                  </a:lnTo>
                  <a:close/>
                  <a:moveTo>
                    <a:pt x="25" y="68"/>
                  </a:moveTo>
                  <a:cubicBezTo>
                    <a:pt x="17" y="68"/>
                    <a:pt x="17" y="68"/>
                    <a:pt x="17" y="68"/>
                  </a:cubicBezTo>
                  <a:cubicBezTo>
                    <a:pt x="17" y="64"/>
                    <a:pt x="17" y="64"/>
                    <a:pt x="17" y="64"/>
                  </a:cubicBezTo>
                  <a:cubicBezTo>
                    <a:pt x="17" y="62"/>
                    <a:pt x="19" y="61"/>
                    <a:pt x="21" y="60"/>
                  </a:cubicBezTo>
                  <a:cubicBezTo>
                    <a:pt x="23" y="60"/>
                    <a:pt x="25" y="62"/>
                    <a:pt x="25" y="64"/>
                  </a:cubicBezTo>
                  <a:lnTo>
                    <a:pt x="25" y="68"/>
                  </a:lnTo>
                  <a:close/>
                  <a:moveTo>
                    <a:pt x="58" y="31"/>
                  </a:moveTo>
                  <a:cubicBezTo>
                    <a:pt x="61" y="35"/>
                    <a:pt x="61" y="35"/>
                    <a:pt x="61" y="35"/>
                  </a:cubicBezTo>
                  <a:cubicBezTo>
                    <a:pt x="66" y="45"/>
                    <a:pt x="66" y="45"/>
                    <a:pt x="66" y="45"/>
                  </a:cubicBezTo>
                  <a:cubicBezTo>
                    <a:pt x="54" y="45"/>
                    <a:pt x="54" y="45"/>
                    <a:pt x="54" y="45"/>
                  </a:cubicBezTo>
                  <a:cubicBezTo>
                    <a:pt x="54" y="41"/>
                    <a:pt x="54" y="41"/>
                    <a:pt x="54" y="41"/>
                  </a:cubicBezTo>
                  <a:cubicBezTo>
                    <a:pt x="54" y="36"/>
                    <a:pt x="50" y="32"/>
                    <a:pt x="45" y="31"/>
                  </a:cubicBezTo>
                  <a:cubicBezTo>
                    <a:pt x="40" y="31"/>
                    <a:pt x="35" y="36"/>
                    <a:pt x="35" y="41"/>
                  </a:cubicBezTo>
                  <a:cubicBezTo>
                    <a:pt x="35" y="45"/>
                    <a:pt x="35" y="45"/>
                    <a:pt x="35" y="45"/>
                  </a:cubicBezTo>
                  <a:cubicBezTo>
                    <a:pt x="31" y="45"/>
                    <a:pt x="31" y="45"/>
                    <a:pt x="31" y="45"/>
                  </a:cubicBezTo>
                  <a:cubicBezTo>
                    <a:pt x="31" y="41"/>
                    <a:pt x="31" y="41"/>
                    <a:pt x="31" y="41"/>
                  </a:cubicBezTo>
                  <a:cubicBezTo>
                    <a:pt x="31" y="36"/>
                    <a:pt x="27" y="32"/>
                    <a:pt x="22" y="31"/>
                  </a:cubicBezTo>
                  <a:cubicBezTo>
                    <a:pt x="16" y="31"/>
                    <a:pt x="12" y="36"/>
                    <a:pt x="12" y="41"/>
                  </a:cubicBezTo>
                  <a:cubicBezTo>
                    <a:pt x="12" y="45"/>
                    <a:pt x="12" y="45"/>
                    <a:pt x="12" y="45"/>
                  </a:cubicBezTo>
                  <a:cubicBezTo>
                    <a:pt x="6" y="45"/>
                    <a:pt x="6" y="45"/>
                    <a:pt x="6" y="45"/>
                  </a:cubicBezTo>
                  <a:cubicBezTo>
                    <a:pt x="6" y="25"/>
                    <a:pt x="6" y="25"/>
                    <a:pt x="6" y="25"/>
                  </a:cubicBezTo>
                  <a:cubicBezTo>
                    <a:pt x="57" y="25"/>
                    <a:pt x="57" y="25"/>
                    <a:pt x="57" y="25"/>
                  </a:cubicBezTo>
                  <a:cubicBezTo>
                    <a:pt x="57" y="29"/>
                    <a:pt x="57" y="29"/>
                    <a:pt x="57" y="29"/>
                  </a:cubicBezTo>
                  <a:cubicBezTo>
                    <a:pt x="57" y="30"/>
                    <a:pt x="57" y="31"/>
                    <a:pt x="58" y="31"/>
                  </a:cubicBezTo>
                  <a:close/>
                  <a:moveTo>
                    <a:pt x="46" y="5"/>
                  </a:moveTo>
                  <a:cubicBezTo>
                    <a:pt x="46" y="8"/>
                    <a:pt x="46" y="8"/>
                    <a:pt x="46" y="8"/>
                  </a:cubicBezTo>
                  <a:cubicBezTo>
                    <a:pt x="46" y="8"/>
                    <a:pt x="46" y="9"/>
                    <a:pt x="46" y="9"/>
                  </a:cubicBezTo>
                  <a:cubicBezTo>
                    <a:pt x="48" y="12"/>
                    <a:pt x="48" y="12"/>
                    <a:pt x="48" y="12"/>
                  </a:cubicBezTo>
                  <a:cubicBezTo>
                    <a:pt x="48" y="20"/>
                    <a:pt x="48" y="20"/>
                    <a:pt x="48" y="20"/>
                  </a:cubicBezTo>
                  <a:cubicBezTo>
                    <a:pt x="6" y="20"/>
                    <a:pt x="6" y="20"/>
                    <a:pt x="6" y="20"/>
                  </a:cubicBezTo>
                  <a:cubicBezTo>
                    <a:pt x="6" y="5"/>
                    <a:pt x="6" y="5"/>
                    <a:pt x="6" y="5"/>
                  </a:cubicBezTo>
                  <a:lnTo>
                    <a:pt x="46" y="5"/>
                  </a:lnTo>
                  <a:close/>
                  <a:moveTo>
                    <a:pt x="17" y="103"/>
                  </a:moveTo>
                  <a:cubicBezTo>
                    <a:pt x="17" y="90"/>
                    <a:pt x="17" y="90"/>
                    <a:pt x="17" y="90"/>
                  </a:cubicBezTo>
                  <a:cubicBezTo>
                    <a:pt x="17" y="88"/>
                    <a:pt x="19" y="87"/>
                    <a:pt x="21" y="86"/>
                  </a:cubicBezTo>
                  <a:cubicBezTo>
                    <a:pt x="23" y="86"/>
                    <a:pt x="25" y="88"/>
                    <a:pt x="25" y="90"/>
                  </a:cubicBezTo>
                  <a:cubicBezTo>
                    <a:pt x="25" y="103"/>
                    <a:pt x="25" y="103"/>
                    <a:pt x="25" y="103"/>
                  </a:cubicBezTo>
                  <a:lnTo>
                    <a:pt x="17" y="103"/>
                  </a:lnTo>
                  <a:close/>
                  <a:moveTo>
                    <a:pt x="41" y="103"/>
                  </a:moveTo>
                  <a:cubicBezTo>
                    <a:pt x="41" y="90"/>
                    <a:pt x="41" y="90"/>
                    <a:pt x="41" y="90"/>
                  </a:cubicBezTo>
                  <a:cubicBezTo>
                    <a:pt x="41" y="88"/>
                    <a:pt x="42" y="87"/>
                    <a:pt x="44" y="86"/>
                  </a:cubicBezTo>
                  <a:cubicBezTo>
                    <a:pt x="47" y="86"/>
                    <a:pt x="49" y="88"/>
                    <a:pt x="49" y="90"/>
                  </a:cubicBezTo>
                  <a:cubicBezTo>
                    <a:pt x="49" y="103"/>
                    <a:pt x="49" y="103"/>
                    <a:pt x="49" y="103"/>
                  </a:cubicBezTo>
                  <a:lnTo>
                    <a:pt x="41" y="103"/>
                  </a:lnTo>
                  <a:close/>
                  <a:moveTo>
                    <a:pt x="64" y="103"/>
                  </a:moveTo>
                  <a:cubicBezTo>
                    <a:pt x="64" y="90"/>
                    <a:pt x="64" y="90"/>
                    <a:pt x="64" y="90"/>
                  </a:cubicBezTo>
                  <a:cubicBezTo>
                    <a:pt x="64" y="88"/>
                    <a:pt x="66" y="87"/>
                    <a:pt x="68" y="86"/>
                  </a:cubicBezTo>
                  <a:cubicBezTo>
                    <a:pt x="70" y="86"/>
                    <a:pt x="72" y="88"/>
                    <a:pt x="72" y="90"/>
                  </a:cubicBezTo>
                  <a:cubicBezTo>
                    <a:pt x="72" y="103"/>
                    <a:pt x="72" y="103"/>
                    <a:pt x="72" y="103"/>
                  </a:cubicBezTo>
                  <a:lnTo>
                    <a:pt x="64" y="103"/>
                  </a:lnTo>
                  <a:close/>
                  <a:moveTo>
                    <a:pt x="96" y="103"/>
                  </a:moveTo>
                  <a:cubicBezTo>
                    <a:pt x="96" y="90"/>
                    <a:pt x="96" y="90"/>
                    <a:pt x="96" y="90"/>
                  </a:cubicBezTo>
                  <a:cubicBezTo>
                    <a:pt x="96" y="88"/>
                    <a:pt x="97" y="87"/>
                    <a:pt x="99" y="86"/>
                  </a:cubicBezTo>
                  <a:cubicBezTo>
                    <a:pt x="102" y="86"/>
                    <a:pt x="104" y="88"/>
                    <a:pt x="104" y="90"/>
                  </a:cubicBezTo>
                  <a:cubicBezTo>
                    <a:pt x="104" y="103"/>
                    <a:pt x="104" y="103"/>
                    <a:pt x="104" y="103"/>
                  </a:cubicBezTo>
                  <a:lnTo>
                    <a:pt x="96" y="103"/>
                  </a:lnTo>
                  <a:close/>
                  <a:moveTo>
                    <a:pt x="119" y="103"/>
                  </a:moveTo>
                  <a:cubicBezTo>
                    <a:pt x="119" y="90"/>
                    <a:pt x="119" y="90"/>
                    <a:pt x="119" y="90"/>
                  </a:cubicBezTo>
                  <a:cubicBezTo>
                    <a:pt x="119" y="88"/>
                    <a:pt x="121" y="87"/>
                    <a:pt x="123" y="86"/>
                  </a:cubicBezTo>
                  <a:cubicBezTo>
                    <a:pt x="125" y="86"/>
                    <a:pt x="127" y="88"/>
                    <a:pt x="127" y="90"/>
                  </a:cubicBezTo>
                  <a:cubicBezTo>
                    <a:pt x="127" y="103"/>
                    <a:pt x="127" y="103"/>
                    <a:pt x="127" y="103"/>
                  </a:cubicBezTo>
                  <a:lnTo>
                    <a:pt x="119" y="103"/>
                  </a:lnTo>
                  <a:close/>
                  <a:moveTo>
                    <a:pt x="133" y="103"/>
                  </a:moveTo>
                  <a:cubicBezTo>
                    <a:pt x="133" y="91"/>
                    <a:pt x="133" y="91"/>
                    <a:pt x="133" y="91"/>
                  </a:cubicBezTo>
                  <a:cubicBezTo>
                    <a:pt x="133" y="86"/>
                    <a:pt x="129" y="81"/>
                    <a:pt x="124" y="81"/>
                  </a:cubicBezTo>
                  <a:cubicBezTo>
                    <a:pt x="118" y="81"/>
                    <a:pt x="114" y="85"/>
                    <a:pt x="114" y="90"/>
                  </a:cubicBezTo>
                  <a:cubicBezTo>
                    <a:pt x="114" y="103"/>
                    <a:pt x="114" y="103"/>
                    <a:pt x="114" y="103"/>
                  </a:cubicBezTo>
                  <a:cubicBezTo>
                    <a:pt x="109" y="103"/>
                    <a:pt x="109" y="103"/>
                    <a:pt x="109" y="103"/>
                  </a:cubicBezTo>
                  <a:cubicBezTo>
                    <a:pt x="109" y="91"/>
                    <a:pt x="109" y="91"/>
                    <a:pt x="109" y="91"/>
                  </a:cubicBezTo>
                  <a:cubicBezTo>
                    <a:pt x="109" y="86"/>
                    <a:pt x="105" y="81"/>
                    <a:pt x="100" y="81"/>
                  </a:cubicBezTo>
                  <a:cubicBezTo>
                    <a:pt x="95" y="81"/>
                    <a:pt x="90" y="85"/>
                    <a:pt x="90" y="90"/>
                  </a:cubicBezTo>
                  <a:cubicBezTo>
                    <a:pt x="90" y="93"/>
                    <a:pt x="90" y="93"/>
                    <a:pt x="90" y="93"/>
                  </a:cubicBezTo>
                  <a:cubicBezTo>
                    <a:pt x="85" y="81"/>
                    <a:pt x="85" y="81"/>
                    <a:pt x="85" y="81"/>
                  </a:cubicBezTo>
                  <a:cubicBezTo>
                    <a:pt x="85" y="74"/>
                    <a:pt x="85" y="74"/>
                    <a:pt x="85" y="74"/>
                  </a:cubicBezTo>
                  <a:cubicBezTo>
                    <a:pt x="138" y="74"/>
                    <a:pt x="138" y="74"/>
                    <a:pt x="138" y="74"/>
                  </a:cubicBezTo>
                  <a:cubicBezTo>
                    <a:pt x="138" y="103"/>
                    <a:pt x="138" y="103"/>
                    <a:pt x="138" y="103"/>
                  </a:cubicBezTo>
                  <a:lnTo>
                    <a:pt x="133" y="10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7" name="Google Shape;557;p43"/>
            <p:cNvSpPr/>
            <p:nvPr/>
          </p:nvSpPr>
          <p:spPr>
            <a:xfrm>
              <a:off x="1059909" y="2111962"/>
              <a:ext cx="15443" cy="20959"/>
            </a:xfrm>
            <a:custGeom>
              <a:avLst/>
              <a:gdLst/>
              <a:ahLst/>
              <a:cxnLst/>
              <a:rect l="l" t="t" r="r" b="b"/>
              <a:pathLst>
                <a:path w="6" h="8" extrusionOk="0">
                  <a:moveTo>
                    <a:pt x="6" y="5"/>
                  </a:moveTo>
                  <a:cubicBezTo>
                    <a:pt x="6" y="3"/>
                    <a:pt x="6" y="3"/>
                    <a:pt x="6" y="3"/>
                  </a:cubicBezTo>
                  <a:cubicBezTo>
                    <a:pt x="6" y="1"/>
                    <a:pt x="5" y="0"/>
                    <a:pt x="3" y="0"/>
                  </a:cubicBezTo>
                  <a:cubicBezTo>
                    <a:pt x="2" y="0"/>
                    <a:pt x="0" y="1"/>
                    <a:pt x="0" y="3"/>
                  </a:cubicBezTo>
                  <a:cubicBezTo>
                    <a:pt x="0" y="5"/>
                    <a:pt x="0" y="5"/>
                    <a:pt x="0" y="5"/>
                  </a:cubicBezTo>
                  <a:cubicBezTo>
                    <a:pt x="0" y="6"/>
                    <a:pt x="1" y="7"/>
                    <a:pt x="2" y="7"/>
                  </a:cubicBezTo>
                  <a:cubicBezTo>
                    <a:pt x="4" y="8"/>
                    <a:pt x="6" y="6"/>
                    <a:pt x="6"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8" name="Google Shape;558;p43"/>
            <p:cNvSpPr/>
            <p:nvPr/>
          </p:nvSpPr>
          <p:spPr>
            <a:xfrm>
              <a:off x="1025713" y="2111962"/>
              <a:ext cx="13237" cy="20959"/>
            </a:xfrm>
            <a:custGeom>
              <a:avLst/>
              <a:gdLst/>
              <a:ahLst/>
              <a:cxnLst/>
              <a:rect l="l" t="t" r="r" b="b"/>
              <a:pathLst>
                <a:path w="5" h="8" extrusionOk="0">
                  <a:moveTo>
                    <a:pt x="0" y="5"/>
                  </a:moveTo>
                  <a:cubicBezTo>
                    <a:pt x="0" y="6"/>
                    <a:pt x="1" y="8"/>
                    <a:pt x="3" y="7"/>
                  </a:cubicBezTo>
                  <a:cubicBezTo>
                    <a:pt x="4" y="7"/>
                    <a:pt x="5" y="6"/>
                    <a:pt x="5" y="5"/>
                  </a:cubicBezTo>
                  <a:cubicBezTo>
                    <a:pt x="5" y="3"/>
                    <a:pt x="5" y="3"/>
                    <a:pt x="5" y="3"/>
                  </a:cubicBezTo>
                  <a:cubicBezTo>
                    <a:pt x="5" y="1"/>
                    <a:pt x="4" y="0"/>
                    <a:pt x="3" y="0"/>
                  </a:cubicBezTo>
                  <a:cubicBezTo>
                    <a:pt x="1" y="0"/>
                    <a:pt x="0" y="1"/>
                    <a:pt x="0" y="3"/>
                  </a:cubicBezTo>
                  <a:lnTo>
                    <a:pt x="0" y="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9" name="Google Shape;559;p43"/>
            <p:cNvSpPr/>
            <p:nvPr/>
          </p:nvSpPr>
          <p:spPr>
            <a:xfrm>
              <a:off x="989311" y="2111962"/>
              <a:ext cx="15443" cy="20959"/>
            </a:xfrm>
            <a:custGeom>
              <a:avLst/>
              <a:gdLst/>
              <a:ahLst/>
              <a:cxnLst/>
              <a:rect l="l" t="t" r="r" b="b"/>
              <a:pathLst>
                <a:path w="6" h="8" extrusionOk="0">
                  <a:moveTo>
                    <a:pt x="0" y="3"/>
                  </a:moveTo>
                  <a:cubicBezTo>
                    <a:pt x="0" y="5"/>
                    <a:pt x="0" y="5"/>
                    <a:pt x="0" y="5"/>
                  </a:cubicBezTo>
                  <a:cubicBezTo>
                    <a:pt x="0" y="6"/>
                    <a:pt x="1" y="7"/>
                    <a:pt x="3" y="7"/>
                  </a:cubicBezTo>
                  <a:cubicBezTo>
                    <a:pt x="4" y="8"/>
                    <a:pt x="6" y="6"/>
                    <a:pt x="6" y="5"/>
                  </a:cubicBezTo>
                  <a:cubicBezTo>
                    <a:pt x="6" y="3"/>
                    <a:pt x="6" y="3"/>
                    <a:pt x="6" y="3"/>
                  </a:cubicBezTo>
                  <a:cubicBezTo>
                    <a:pt x="6" y="1"/>
                    <a:pt x="5" y="0"/>
                    <a:pt x="3" y="0"/>
                  </a:cubicBezTo>
                  <a:cubicBezTo>
                    <a:pt x="2"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0" name="Google Shape;560;p43"/>
            <p:cNvSpPr/>
            <p:nvPr/>
          </p:nvSpPr>
          <p:spPr>
            <a:xfrm>
              <a:off x="955116" y="2111962"/>
              <a:ext cx="13237" cy="20959"/>
            </a:xfrm>
            <a:custGeom>
              <a:avLst/>
              <a:gdLst/>
              <a:ahLst/>
              <a:cxnLst/>
              <a:rect l="l" t="t" r="r" b="b"/>
              <a:pathLst>
                <a:path w="5" h="8" extrusionOk="0">
                  <a:moveTo>
                    <a:pt x="0" y="3"/>
                  </a:moveTo>
                  <a:cubicBezTo>
                    <a:pt x="0" y="5"/>
                    <a:pt x="0" y="5"/>
                    <a:pt x="0" y="5"/>
                  </a:cubicBezTo>
                  <a:cubicBezTo>
                    <a:pt x="0" y="6"/>
                    <a:pt x="1" y="7"/>
                    <a:pt x="2" y="7"/>
                  </a:cubicBezTo>
                  <a:cubicBezTo>
                    <a:pt x="4" y="8"/>
                    <a:pt x="5" y="6"/>
                    <a:pt x="5" y="5"/>
                  </a:cubicBezTo>
                  <a:cubicBezTo>
                    <a:pt x="5" y="3"/>
                    <a:pt x="5" y="3"/>
                    <a:pt x="5" y="3"/>
                  </a:cubicBezTo>
                  <a:cubicBezTo>
                    <a:pt x="5" y="1"/>
                    <a:pt x="4" y="0"/>
                    <a:pt x="3"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64"/>
        <p:cNvGrpSpPr/>
        <p:nvPr/>
      </p:nvGrpSpPr>
      <p:grpSpPr>
        <a:xfrm>
          <a:off x="0" y="0"/>
          <a:ext cx="0" cy="0"/>
          <a:chOff x="0" y="0"/>
          <a:chExt cx="0" cy="0"/>
        </a:xfrm>
      </p:grpSpPr>
      <p:sp>
        <p:nvSpPr>
          <p:cNvPr id="565" name="Google Shape;565;p44"/>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Analysis of the results</a:t>
            </a:r>
            <a:endParaRPr/>
          </a:p>
        </p:txBody>
      </p:sp>
      <p:sp>
        <p:nvSpPr>
          <p:cNvPr id="566" name="Google Shape;566;p44"/>
          <p:cNvSpPr txBox="1">
            <a:spLocks noGrp="1"/>
          </p:cNvSpPr>
          <p:nvPr>
            <p:ph type="title" idx="4294967295"/>
          </p:nvPr>
        </p:nvSpPr>
        <p:spPr>
          <a:xfrm>
            <a:off x="4964512" y="1546071"/>
            <a:ext cx="1700700" cy="527700"/>
          </a:xfrm>
          <a:prstGeom prst="rect">
            <a:avLst/>
          </a:prstGeom>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a:t>Mercury</a:t>
            </a:r>
            <a:endParaRPr sz="2000"/>
          </a:p>
        </p:txBody>
      </p:sp>
      <p:sp>
        <p:nvSpPr>
          <p:cNvPr id="567" name="Google Shape;567;p44"/>
          <p:cNvSpPr txBox="1">
            <a:spLocks noGrp="1"/>
          </p:cNvSpPr>
          <p:nvPr>
            <p:ph type="subTitle" idx="4294967295"/>
          </p:nvPr>
        </p:nvSpPr>
        <p:spPr>
          <a:xfrm>
            <a:off x="4964513" y="1940242"/>
            <a:ext cx="1700700" cy="5727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Mercury is quite a small planet</a:t>
            </a:r>
            <a:endParaRPr/>
          </a:p>
        </p:txBody>
      </p:sp>
      <p:sp>
        <p:nvSpPr>
          <p:cNvPr id="568" name="Google Shape;568;p44"/>
          <p:cNvSpPr txBox="1">
            <a:spLocks noGrp="1"/>
          </p:cNvSpPr>
          <p:nvPr>
            <p:ph type="title" idx="4294967295"/>
          </p:nvPr>
        </p:nvSpPr>
        <p:spPr>
          <a:xfrm>
            <a:off x="6734725" y="1546071"/>
            <a:ext cx="1700700" cy="527700"/>
          </a:xfrm>
          <a:prstGeom prst="rect">
            <a:avLst/>
          </a:prstGeom>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a:t>Venus</a:t>
            </a:r>
            <a:endParaRPr sz="2000"/>
          </a:p>
        </p:txBody>
      </p:sp>
      <p:sp>
        <p:nvSpPr>
          <p:cNvPr id="569" name="Google Shape;569;p44"/>
          <p:cNvSpPr txBox="1">
            <a:spLocks noGrp="1"/>
          </p:cNvSpPr>
          <p:nvPr>
            <p:ph type="subTitle" idx="4294967295"/>
          </p:nvPr>
        </p:nvSpPr>
        <p:spPr>
          <a:xfrm>
            <a:off x="6734725" y="1940242"/>
            <a:ext cx="1700700" cy="5727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Venus has a beautiful name</a:t>
            </a:r>
            <a:endParaRPr/>
          </a:p>
        </p:txBody>
      </p:sp>
      <p:sp>
        <p:nvSpPr>
          <p:cNvPr id="570" name="Google Shape;570;p44"/>
          <p:cNvSpPr txBox="1"/>
          <p:nvPr/>
        </p:nvSpPr>
        <p:spPr>
          <a:xfrm>
            <a:off x="4984349" y="2804279"/>
            <a:ext cx="1700700" cy="5277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Mars</a:t>
            </a:r>
            <a:endParaRPr sz="2000" b="1">
              <a:solidFill>
                <a:schemeClr val="dk1"/>
              </a:solidFill>
              <a:latin typeface="DM Sans"/>
              <a:ea typeface="DM Sans"/>
              <a:cs typeface="DM Sans"/>
              <a:sym typeface="DM Sans"/>
            </a:endParaRPr>
          </a:p>
        </p:txBody>
      </p:sp>
      <p:sp>
        <p:nvSpPr>
          <p:cNvPr id="571" name="Google Shape;571;p44"/>
          <p:cNvSpPr txBox="1"/>
          <p:nvPr/>
        </p:nvSpPr>
        <p:spPr>
          <a:xfrm>
            <a:off x="4984350" y="3198459"/>
            <a:ext cx="1698900" cy="86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a:t>
            </a:r>
            <a:endParaRPr>
              <a:solidFill>
                <a:schemeClr val="dk1"/>
              </a:solidFill>
              <a:latin typeface="Lato"/>
              <a:ea typeface="Lato"/>
              <a:cs typeface="Lato"/>
              <a:sym typeface="Lato"/>
            </a:endParaRPr>
          </a:p>
        </p:txBody>
      </p:sp>
      <p:sp>
        <p:nvSpPr>
          <p:cNvPr id="572" name="Google Shape;572;p44"/>
          <p:cNvSpPr/>
          <p:nvPr/>
        </p:nvSpPr>
        <p:spPr>
          <a:xfrm>
            <a:off x="6918508" y="2958834"/>
            <a:ext cx="1103400" cy="1103400"/>
          </a:xfrm>
          <a:prstGeom prst="donut">
            <a:avLst>
              <a:gd name="adj" fmla="val 1193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4"/>
          <p:cNvSpPr/>
          <p:nvPr/>
        </p:nvSpPr>
        <p:spPr>
          <a:xfrm flipH="1">
            <a:off x="6912433" y="2952751"/>
            <a:ext cx="1115100" cy="1115100"/>
          </a:xfrm>
          <a:prstGeom prst="blockArc">
            <a:avLst>
              <a:gd name="adj1" fmla="val 5400645"/>
              <a:gd name="adj2" fmla="val 16256715"/>
              <a:gd name="adj3" fmla="val 12710"/>
            </a:avLst>
          </a:pr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4"/>
          <p:cNvSpPr txBox="1"/>
          <p:nvPr/>
        </p:nvSpPr>
        <p:spPr>
          <a:xfrm>
            <a:off x="6912688" y="3299952"/>
            <a:ext cx="1115100" cy="420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DM Sans"/>
                <a:ea typeface="DM Sans"/>
                <a:cs typeface="DM Sans"/>
                <a:sym typeface="DM Sans"/>
              </a:rPr>
              <a:t>50%</a:t>
            </a:r>
            <a:endParaRPr sz="2000" b="1">
              <a:solidFill>
                <a:schemeClr val="lt1"/>
              </a:solidFill>
              <a:latin typeface="DM Sans"/>
              <a:ea typeface="DM Sans"/>
              <a:cs typeface="DM Sans"/>
              <a:sym typeface="DM Sans"/>
            </a:endParaRPr>
          </a:p>
        </p:txBody>
      </p:sp>
      <p:sp>
        <p:nvSpPr>
          <p:cNvPr id="575" name="Google Shape;575;p44"/>
          <p:cNvSpPr txBox="1"/>
          <p:nvPr/>
        </p:nvSpPr>
        <p:spPr>
          <a:xfrm>
            <a:off x="713225" y="4314400"/>
            <a:ext cx="7753500" cy="294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Lato"/>
                <a:ea typeface="Lato"/>
                <a:cs typeface="Lato"/>
                <a:sym typeface="Lato"/>
              </a:rPr>
              <a:t>Follow the link in the graph to modify its data and then paste the new one here.</a:t>
            </a:r>
            <a:r>
              <a:rPr lang="en" sz="1200" b="1">
                <a:solidFill>
                  <a:schemeClr val="dk1"/>
                </a:solidFill>
                <a:latin typeface="Lato"/>
                <a:ea typeface="Lato"/>
                <a:cs typeface="Lato"/>
                <a:sym typeface="Lato"/>
              </a:rPr>
              <a:t> </a:t>
            </a:r>
            <a:r>
              <a:rPr lang="en" sz="1200" b="1" u="sng">
                <a:solidFill>
                  <a:schemeClr val="dk1"/>
                </a:solidFill>
                <a:latin typeface="Lato"/>
                <a:ea typeface="Lato"/>
                <a:cs typeface="Lato"/>
                <a:sym typeface="Lato"/>
                <a:hlinkClick r:id="rId3">
                  <a:extLst>
                    <a:ext uri="{A12FA001-AC4F-418D-AE19-62706E023703}">
                      <ahyp:hlinkClr xmlns:ahyp="http://schemas.microsoft.com/office/drawing/2018/hyperlinkcolor" val="tx"/>
                    </a:ext>
                  </a:extLst>
                </a:hlinkClick>
              </a:rPr>
              <a:t>For more info, click here</a:t>
            </a:r>
            <a:endParaRPr sz="1200" b="1" u="sng">
              <a:solidFill>
                <a:schemeClr val="dk1"/>
              </a:solidFill>
              <a:latin typeface="Lato"/>
              <a:ea typeface="Lato"/>
              <a:cs typeface="Lato"/>
              <a:sym typeface="Lato"/>
            </a:endParaRPr>
          </a:p>
        </p:txBody>
      </p:sp>
      <p:cxnSp>
        <p:nvCxnSpPr>
          <p:cNvPr id="576" name="Google Shape;576;p44"/>
          <p:cNvCxnSpPr/>
          <p:nvPr/>
        </p:nvCxnSpPr>
        <p:spPr>
          <a:xfrm>
            <a:off x="4964500" y="2726188"/>
            <a:ext cx="3417900" cy="0"/>
          </a:xfrm>
          <a:prstGeom prst="straightConnector1">
            <a:avLst/>
          </a:prstGeom>
          <a:noFill/>
          <a:ln w="9525" cap="flat" cmpd="sng">
            <a:solidFill>
              <a:schemeClr val="dk1"/>
            </a:solidFill>
            <a:prstDash val="solid"/>
            <a:round/>
            <a:headEnd type="diamond" w="med" len="med"/>
            <a:tailEnd type="diamond" w="med" len="med"/>
          </a:ln>
        </p:spPr>
      </p:cxnSp>
      <p:grpSp>
        <p:nvGrpSpPr>
          <p:cNvPr id="577" name="Google Shape;577;p44"/>
          <p:cNvGrpSpPr/>
          <p:nvPr/>
        </p:nvGrpSpPr>
        <p:grpSpPr>
          <a:xfrm>
            <a:off x="6824217" y="1156791"/>
            <a:ext cx="349696" cy="389284"/>
            <a:chOff x="3165494" y="3782591"/>
            <a:chExt cx="349696" cy="389284"/>
          </a:xfrm>
        </p:grpSpPr>
        <p:sp>
          <p:nvSpPr>
            <p:cNvPr id="578" name="Google Shape;578;p44"/>
            <p:cNvSpPr/>
            <p:nvPr/>
          </p:nvSpPr>
          <p:spPr>
            <a:xfrm>
              <a:off x="3165494" y="3782591"/>
              <a:ext cx="349696" cy="389284"/>
            </a:xfrm>
            <a:custGeom>
              <a:avLst/>
              <a:gdLst/>
              <a:ahLst/>
              <a:cxnLst/>
              <a:rect l="l" t="t" r="r" b="b"/>
              <a:pathLst>
                <a:path w="134" h="149" extrusionOk="0">
                  <a:moveTo>
                    <a:pt x="134" y="88"/>
                  </a:moveTo>
                  <a:cubicBezTo>
                    <a:pt x="134" y="80"/>
                    <a:pt x="130" y="72"/>
                    <a:pt x="123" y="67"/>
                  </a:cubicBezTo>
                  <a:cubicBezTo>
                    <a:pt x="126" y="63"/>
                    <a:pt x="128" y="58"/>
                    <a:pt x="128" y="53"/>
                  </a:cubicBezTo>
                  <a:cubicBezTo>
                    <a:pt x="128" y="45"/>
                    <a:pt x="124" y="38"/>
                    <a:pt x="117" y="34"/>
                  </a:cubicBezTo>
                  <a:cubicBezTo>
                    <a:pt x="118" y="33"/>
                    <a:pt x="118" y="32"/>
                    <a:pt x="118" y="30"/>
                  </a:cubicBezTo>
                  <a:cubicBezTo>
                    <a:pt x="118" y="20"/>
                    <a:pt x="110" y="12"/>
                    <a:pt x="100" y="12"/>
                  </a:cubicBezTo>
                  <a:cubicBezTo>
                    <a:pt x="99" y="12"/>
                    <a:pt x="97" y="13"/>
                    <a:pt x="96" y="13"/>
                  </a:cubicBezTo>
                  <a:cubicBezTo>
                    <a:pt x="95" y="5"/>
                    <a:pt x="88" y="0"/>
                    <a:pt x="80" y="0"/>
                  </a:cubicBezTo>
                  <a:cubicBezTo>
                    <a:pt x="75" y="0"/>
                    <a:pt x="70" y="2"/>
                    <a:pt x="67" y="6"/>
                  </a:cubicBezTo>
                  <a:cubicBezTo>
                    <a:pt x="65" y="2"/>
                    <a:pt x="60" y="0"/>
                    <a:pt x="54" y="0"/>
                  </a:cubicBezTo>
                  <a:cubicBezTo>
                    <a:pt x="47" y="0"/>
                    <a:pt x="40" y="5"/>
                    <a:pt x="39" y="13"/>
                  </a:cubicBezTo>
                  <a:cubicBezTo>
                    <a:pt x="38" y="13"/>
                    <a:pt x="38" y="13"/>
                    <a:pt x="37" y="13"/>
                  </a:cubicBezTo>
                  <a:cubicBezTo>
                    <a:pt x="35" y="12"/>
                    <a:pt x="34" y="14"/>
                    <a:pt x="34" y="16"/>
                  </a:cubicBezTo>
                  <a:cubicBezTo>
                    <a:pt x="34" y="17"/>
                    <a:pt x="35" y="18"/>
                    <a:pt x="36" y="18"/>
                  </a:cubicBezTo>
                  <a:cubicBezTo>
                    <a:pt x="38" y="18"/>
                    <a:pt x="39" y="19"/>
                    <a:pt x="40" y="19"/>
                  </a:cubicBezTo>
                  <a:cubicBezTo>
                    <a:pt x="40" y="19"/>
                    <a:pt x="40" y="19"/>
                    <a:pt x="40" y="19"/>
                  </a:cubicBezTo>
                  <a:cubicBezTo>
                    <a:pt x="42" y="20"/>
                    <a:pt x="44" y="22"/>
                    <a:pt x="46" y="24"/>
                  </a:cubicBezTo>
                  <a:cubicBezTo>
                    <a:pt x="46" y="25"/>
                    <a:pt x="47" y="26"/>
                    <a:pt x="48" y="26"/>
                  </a:cubicBezTo>
                  <a:cubicBezTo>
                    <a:pt x="49" y="26"/>
                    <a:pt x="50" y="25"/>
                    <a:pt x="50" y="25"/>
                  </a:cubicBezTo>
                  <a:cubicBezTo>
                    <a:pt x="51" y="24"/>
                    <a:pt x="51" y="22"/>
                    <a:pt x="51" y="21"/>
                  </a:cubicBezTo>
                  <a:cubicBezTo>
                    <a:pt x="49" y="19"/>
                    <a:pt x="47" y="17"/>
                    <a:pt x="44" y="15"/>
                  </a:cubicBezTo>
                  <a:cubicBezTo>
                    <a:pt x="45" y="9"/>
                    <a:pt x="51" y="4"/>
                    <a:pt x="58" y="6"/>
                  </a:cubicBezTo>
                  <a:cubicBezTo>
                    <a:pt x="62" y="7"/>
                    <a:pt x="64" y="11"/>
                    <a:pt x="64" y="16"/>
                  </a:cubicBezTo>
                  <a:cubicBezTo>
                    <a:pt x="64" y="53"/>
                    <a:pt x="64" y="53"/>
                    <a:pt x="64" y="53"/>
                  </a:cubicBezTo>
                  <a:cubicBezTo>
                    <a:pt x="58" y="49"/>
                    <a:pt x="50" y="49"/>
                    <a:pt x="44" y="55"/>
                  </a:cubicBezTo>
                  <a:cubicBezTo>
                    <a:pt x="40" y="59"/>
                    <a:pt x="39" y="64"/>
                    <a:pt x="40" y="70"/>
                  </a:cubicBezTo>
                  <a:cubicBezTo>
                    <a:pt x="42" y="78"/>
                    <a:pt x="49" y="85"/>
                    <a:pt x="52" y="88"/>
                  </a:cubicBezTo>
                  <a:cubicBezTo>
                    <a:pt x="56" y="92"/>
                    <a:pt x="61" y="96"/>
                    <a:pt x="64" y="97"/>
                  </a:cubicBezTo>
                  <a:cubicBezTo>
                    <a:pt x="64" y="129"/>
                    <a:pt x="64" y="129"/>
                    <a:pt x="64" y="129"/>
                  </a:cubicBezTo>
                  <a:cubicBezTo>
                    <a:pt x="64" y="135"/>
                    <a:pt x="61" y="140"/>
                    <a:pt x="56" y="142"/>
                  </a:cubicBezTo>
                  <a:cubicBezTo>
                    <a:pt x="48" y="145"/>
                    <a:pt x="41" y="141"/>
                    <a:pt x="38" y="135"/>
                  </a:cubicBezTo>
                  <a:cubicBezTo>
                    <a:pt x="39" y="135"/>
                    <a:pt x="41" y="135"/>
                    <a:pt x="43" y="135"/>
                  </a:cubicBezTo>
                  <a:cubicBezTo>
                    <a:pt x="44" y="134"/>
                    <a:pt x="45" y="133"/>
                    <a:pt x="45" y="132"/>
                  </a:cubicBezTo>
                  <a:cubicBezTo>
                    <a:pt x="45" y="130"/>
                    <a:pt x="43" y="128"/>
                    <a:pt x="41" y="129"/>
                  </a:cubicBezTo>
                  <a:cubicBezTo>
                    <a:pt x="39" y="130"/>
                    <a:pt x="36" y="130"/>
                    <a:pt x="34" y="129"/>
                  </a:cubicBezTo>
                  <a:cubicBezTo>
                    <a:pt x="34" y="129"/>
                    <a:pt x="34" y="129"/>
                    <a:pt x="34" y="129"/>
                  </a:cubicBezTo>
                  <a:cubicBezTo>
                    <a:pt x="26" y="128"/>
                    <a:pt x="20" y="121"/>
                    <a:pt x="20" y="113"/>
                  </a:cubicBezTo>
                  <a:cubicBezTo>
                    <a:pt x="22" y="114"/>
                    <a:pt x="24" y="114"/>
                    <a:pt x="26" y="114"/>
                  </a:cubicBezTo>
                  <a:cubicBezTo>
                    <a:pt x="28" y="114"/>
                    <a:pt x="30" y="113"/>
                    <a:pt x="33" y="113"/>
                  </a:cubicBezTo>
                  <a:cubicBezTo>
                    <a:pt x="34" y="113"/>
                    <a:pt x="35" y="111"/>
                    <a:pt x="35" y="110"/>
                  </a:cubicBezTo>
                  <a:cubicBezTo>
                    <a:pt x="35" y="108"/>
                    <a:pt x="33" y="107"/>
                    <a:pt x="31" y="107"/>
                  </a:cubicBezTo>
                  <a:cubicBezTo>
                    <a:pt x="30" y="108"/>
                    <a:pt x="28" y="108"/>
                    <a:pt x="26" y="108"/>
                  </a:cubicBezTo>
                  <a:cubicBezTo>
                    <a:pt x="24" y="108"/>
                    <a:pt x="21" y="107"/>
                    <a:pt x="19" y="106"/>
                  </a:cubicBezTo>
                  <a:cubicBezTo>
                    <a:pt x="19" y="106"/>
                    <a:pt x="19" y="106"/>
                    <a:pt x="19" y="106"/>
                  </a:cubicBezTo>
                  <a:cubicBezTo>
                    <a:pt x="11" y="103"/>
                    <a:pt x="6" y="96"/>
                    <a:pt x="6" y="88"/>
                  </a:cubicBezTo>
                  <a:cubicBezTo>
                    <a:pt x="6" y="81"/>
                    <a:pt x="11" y="74"/>
                    <a:pt x="17" y="70"/>
                  </a:cubicBezTo>
                  <a:cubicBezTo>
                    <a:pt x="17" y="70"/>
                    <a:pt x="17" y="70"/>
                    <a:pt x="17" y="70"/>
                  </a:cubicBezTo>
                  <a:cubicBezTo>
                    <a:pt x="18" y="69"/>
                    <a:pt x="19" y="69"/>
                    <a:pt x="20" y="69"/>
                  </a:cubicBezTo>
                  <a:cubicBezTo>
                    <a:pt x="22" y="69"/>
                    <a:pt x="24" y="67"/>
                    <a:pt x="23" y="65"/>
                  </a:cubicBezTo>
                  <a:cubicBezTo>
                    <a:pt x="23" y="64"/>
                    <a:pt x="21" y="63"/>
                    <a:pt x="19" y="63"/>
                  </a:cubicBezTo>
                  <a:cubicBezTo>
                    <a:pt x="19" y="64"/>
                    <a:pt x="18" y="64"/>
                    <a:pt x="17" y="64"/>
                  </a:cubicBezTo>
                  <a:cubicBezTo>
                    <a:pt x="14" y="61"/>
                    <a:pt x="12" y="57"/>
                    <a:pt x="12" y="53"/>
                  </a:cubicBezTo>
                  <a:cubicBezTo>
                    <a:pt x="12" y="48"/>
                    <a:pt x="15" y="42"/>
                    <a:pt x="20" y="39"/>
                  </a:cubicBezTo>
                  <a:cubicBezTo>
                    <a:pt x="21" y="42"/>
                    <a:pt x="23" y="44"/>
                    <a:pt x="26" y="46"/>
                  </a:cubicBezTo>
                  <a:cubicBezTo>
                    <a:pt x="27" y="46"/>
                    <a:pt x="27" y="46"/>
                    <a:pt x="28" y="46"/>
                  </a:cubicBezTo>
                  <a:cubicBezTo>
                    <a:pt x="29" y="46"/>
                    <a:pt x="30" y="45"/>
                    <a:pt x="30" y="44"/>
                  </a:cubicBezTo>
                  <a:cubicBezTo>
                    <a:pt x="31" y="43"/>
                    <a:pt x="30" y="41"/>
                    <a:pt x="29" y="41"/>
                  </a:cubicBezTo>
                  <a:cubicBezTo>
                    <a:pt x="26" y="39"/>
                    <a:pt x="25" y="37"/>
                    <a:pt x="24" y="34"/>
                  </a:cubicBezTo>
                  <a:cubicBezTo>
                    <a:pt x="24" y="34"/>
                    <a:pt x="24" y="34"/>
                    <a:pt x="24" y="34"/>
                  </a:cubicBezTo>
                  <a:cubicBezTo>
                    <a:pt x="23" y="33"/>
                    <a:pt x="23" y="33"/>
                    <a:pt x="23" y="32"/>
                  </a:cubicBezTo>
                  <a:cubicBezTo>
                    <a:pt x="23" y="30"/>
                    <a:pt x="21" y="29"/>
                    <a:pt x="20" y="29"/>
                  </a:cubicBezTo>
                  <a:cubicBezTo>
                    <a:pt x="18" y="29"/>
                    <a:pt x="17" y="31"/>
                    <a:pt x="17" y="32"/>
                  </a:cubicBezTo>
                  <a:cubicBezTo>
                    <a:pt x="17" y="33"/>
                    <a:pt x="17" y="33"/>
                    <a:pt x="17" y="34"/>
                  </a:cubicBezTo>
                  <a:cubicBezTo>
                    <a:pt x="11" y="38"/>
                    <a:pt x="7" y="45"/>
                    <a:pt x="7" y="53"/>
                  </a:cubicBezTo>
                  <a:cubicBezTo>
                    <a:pt x="7" y="58"/>
                    <a:pt x="8" y="63"/>
                    <a:pt x="11" y="67"/>
                  </a:cubicBezTo>
                  <a:cubicBezTo>
                    <a:pt x="5" y="72"/>
                    <a:pt x="0" y="80"/>
                    <a:pt x="0" y="88"/>
                  </a:cubicBezTo>
                  <a:cubicBezTo>
                    <a:pt x="0" y="98"/>
                    <a:pt x="6" y="107"/>
                    <a:pt x="14" y="111"/>
                  </a:cubicBezTo>
                  <a:cubicBezTo>
                    <a:pt x="14" y="112"/>
                    <a:pt x="14" y="112"/>
                    <a:pt x="14" y="113"/>
                  </a:cubicBezTo>
                  <a:cubicBezTo>
                    <a:pt x="14" y="118"/>
                    <a:pt x="16" y="123"/>
                    <a:pt x="20" y="127"/>
                  </a:cubicBezTo>
                  <a:cubicBezTo>
                    <a:pt x="23" y="131"/>
                    <a:pt x="27" y="133"/>
                    <a:pt x="31" y="135"/>
                  </a:cubicBezTo>
                  <a:cubicBezTo>
                    <a:pt x="34" y="143"/>
                    <a:pt x="42" y="149"/>
                    <a:pt x="50" y="149"/>
                  </a:cubicBezTo>
                  <a:cubicBezTo>
                    <a:pt x="58" y="149"/>
                    <a:pt x="64" y="145"/>
                    <a:pt x="67" y="139"/>
                  </a:cubicBezTo>
                  <a:cubicBezTo>
                    <a:pt x="71" y="145"/>
                    <a:pt x="77" y="149"/>
                    <a:pt x="84" y="149"/>
                  </a:cubicBezTo>
                  <a:cubicBezTo>
                    <a:pt x="93" y="149"/>
                    <a:pt x="101" y="143"/>
                    <a:pt x="104" y="135"/>
                  </a:cubicBezTo>
                  <a:cubicBezTo>
                    <a:pt x="108" y="133"/>
                    <a:pt x="112" y="131"/>
                    <a:pt x="115" y="127"/>
                  </a:cubicBezTo>
                  <a:cubicBezTo>
                    <a:pt x="119" y="123"/>
                    <a:pt x="121" y="118"/>
                    <a:pt x="121" y="113"/>
                  </a:cubicBezTo>
                  <a:cubicBezTo>
                    <a:pt x="121" y="112"/>
                    <a:pt x="120" y="112"/>
                    <a:pt x="120" y="111"/>
                  </a:cubicBezTo>
                  <a:cubicBezTo>
                    <a:pt x="129" y="107"/>
                    <a:pt x="134" y="98"/>
                    <a:pt x="134" y="88"/>
                  </a:cubicBezTo>
                  <a:close/>
                  <a:moveTo>
                    <a:pt x="46" y="69"/>
                  </a:moveTo>
                  <a:cubicBezTo>
                    <a:pt x="45" y="65"/>
                    <a:pt x="46" y="61"/>
                    <a:pt x="48" y="59"/>
                  </a:cubicBezTo>
                  <a:cubicBezTo>
                    <a:pt x="50" y="57"/>
                    <a:pt x="53" y="56"/>
                    <a:pt x="55" y="56"/>
                  </a:cubicBezTo>
                  <a:cubicBezTo>
                    <a:pt x="58" y="56"/>
                    <a:pt x="60" y="57"/>
                    <a:pt x="62" y="59"/>
                  </a:cubicBezTo>
                  <a:cubicBezTo>
                    <a:pt x="65" y="62"/>
                    <a:pt x="70" y="62"/>
                    <a:pt x="73" y="59"/>
                  </a:cubicBezTo>
                  <a:cubicBezTo>
                    <a:pt x="76" y="55"/>
                    <a:pt x="83" y="55"/>
                    <a:pt x="86" y="59"/>
                  </a:cubicBezTo>
                  <a:cubicBezTo>
                    <a:pt x="89" y="61"/>
                    <a:pt x="90" y="65"/>
                    <a:pt x="89" y="69"/>
                  </a:cubicBezTo>
                  <a:cubicBezTo>
                    <a:pt x="87" y="74"/>
                    <a:pt x="84" y="79"/>
                    <a:pt x="79" y="84"/>
                  </a:cubicBezTo>
                  <a:cubicBezTo>
                    <a:pt x="74" y="89"/>
                    <a:pt x="70" y="91"/>
                    <a:pt x="67" y="92"/>
                  </a:cubicBezTo>
                  <a:cubicBezTo>
                    <a:pt x="65" y="91"/>
                    <a:pt x="61" y="89"/>
                    <a:pt x="56" y="84"/>
                  </a:cubicBezTo>
                  <a:cubicBezTo>
                    <a:pt x="51" y="79"/>
                    <a:pt x="47" y="74"/>
                    <a:pt x="46" y="69"/>
                  </a:cubicBezTo>
                  <a:close/>
                  <a:moveTo>
                    <a:pt x="116" y="106"/>
                  </a:moveTo>
                  <a:cubicBezTo>
                    <a:pt x="116" y="106"/>
                    <a:pt x="116" y="106"/>
                    <a:pt x="116" y="106"/>
                  </a:cubicBezTo>
                  <a:cubicBezTo>
                    <a:pt x="114" y="107"/>
                    <a:pt x="111" y="108"/>
                    <a:pt x="109" y="108"/>
                  </a:cubicBezTo>
                  <a:cubicBezTo>
                    <a:pt x="107" y="108"/>
                    <a:pt x="105" y="108"/>
                    <a:pt x="104" y="107"/>
                  </a:cubicBezTo>
                  <a:cubicBezTo>
                    <a:pt x="102" y="107"/>
                    <a:pt x="100" y="108"/>
                    <a:pt x="100" y="109"/>
                  </a:cubicBezTo>
                  <a:cubicBezTo>
                    <a:pt x="100" y="111"/>
                    <a:pt x="101" y="112"/>
                    <a:pt x="102" y="113"/>
                  </a:cubicBezTo>
                  <a:cubicBezTo>
                    <a:pt x="104" y="113"/>
                    <a:pt x="107" y="114"/>
                    <a:pt x="109" y="114"/>
                  </a:cubicBezTo>
                  <a:cubicBezTo>
                    <a:pt x="111" y="114"/>
                    <a:pt x="113" y="114"/>
                    <a:pt x="115" y="113"/>
                  </a:cubicBezTo>
                  <a:cubicBezTo>
                    <a:pt x="115" y="121"/>
                    <a:pt x="109" y="128"/>
                    <a:pt x="101" y="129"/>
                  </a:cubicBezTo>
                  <a:cubicBezTo>
                    <a:pt x="101" y="129"/>
                    <a:pt x="101" y="129"/>
                    <a:pt x="101" y="129"/>
                  </a:cubicBezTo>
                  <a:cubicBezTo>
                    <a:pt x="98" y="130"/>
                    <a:pt x="95" y="129"/>
                    <a:pt x="93" y="129"/>
                  </a:cubicBezTo>
                  <a:cubicBezTo>
                    <a:pt x="93" y="129"/>
                    <a:pt x="92" y="129"/>
                    <a:pt x="92" y="129"/>
                  </a:cubicBezTo>
                  <a:cubicBezTo>
                    <a:pt x="89" y="130"/>
                    <a:pt x="90" y="134"/>
                    <a:pt x="92" y="135"/>
                  </a:cubicBezTo>
                  <a:cubicBezTo>
                    <a:pt x="94" y="135"/>
                    <a:pt x="95" y="135"/>
                    <a:pt x="97" y="135"/>
                  </a:cubicBezTo>
                  <a:cubicBezTo>
                    <a:pt x="93" y="144"/>
                    <a:pt x="80" y="147"/>
                    <a:pt x="71" y="136"/>
                  </a:cubicBezTo>
                  <a:cubicBezTo>
                    <a:pt x="71" y="135"/>
                    <a:pt x="70" y="134"/>
                    <a:pt x="70" y="134"/>
                  </a:cubicBezTo>
                  <a:cubicBezTo>
                    <a:pt x="70" y="97"/>
                    <a:pt x="70" y="97"/>
                    <a:pt x="70" y="97"/>
                  </a:cubicBezTo>
                  <a:cubicBezTo>
                    <a:pt x="74" y="96"/>
                    <a:pt x="79" y="92"/>
                    <a:pt x="83" y="88"/>
                  </a:cubicBezTo>
                  <a:cubicBezTo>
                    <a:pt x="86" y="85"/>
                    <a:pt x="92" y="78"/>
                    <a:pt x="94" y="70"/>
                  </a:cubicBezTo>
                  <a:cubicBezTo>
                    <a:pt x="96" y="64"/>
                    <a:pt x="95" y="59"/>
                    <a:pt x="90" y="55"/>
                  </a:cubicBezTo>
                  <a:cubicBezTo>
                    <a:pt x="85" y="49"/>
                    <a:pt x="76" y="49"/>
                    <a:pt x="70" y="53"/>
                  </a:cubicBezTo>
                  <a:cubicBezTo>
                    <a:pt x="70" y="12"/>
                    <a:pt x="70" y="12"/>
                    <a:pt x="70" y="12"/>
                  </a:cubicBezTo>
                  <a:cubicBezTo>
                    <a:pt x="70" y="11"/>
                    <a:pt x="71" y="11"/>
                    <a:pt x="71" y="10"/>
                  </a:cubicBezTo>
                  <a:cubicBezTo>
                    <a:pt x="80" y="1"/>
                    <a:pt x="90" y="7"/>
                    <a:pt x="91" y="15"/>
                  </a:cubicBezTo>
                  <a:cubicBezTo>
                    <a:pt x="88" y="17"/>
                    <a:pt x="85" y="19"/>
                    <a:pt x="84" y="22"/>
                  </a:cubicBezTo>
                  <a:cubicBezTo>
                    <a:pt x="84" y="23"/>
                    <a:pt x="84" y="23"/>
                    <a:pt x="84" y="23"/>
                  </a:cubicBezTo>
                  <a:cubicBezTo>
                    <a:pt x="84" y="25"/>
                    <a:pt x="85" y="26"/>
                    <a:pt x="87" y="26"/>
                  </a:cubicBezTo>
                  <a:cubicBezTo>
                    <a:pt x="88" y="26"/>
                    <a:pt x="89" y="25"/>
                    <a:pt x="89" y="24"/>
                  </a:cubicBezTo>
                  <a:cubicBezTo>
                    <a:pt x="91" y="22"/>
                    <a:pt x="92" y="20"/>
                    <a:pt x="95" y="19"/>
                  </a:cubicBezTo>
                  <a:cubicBezTo>
                    <a:pt x="95" y="19"/>
                    <a:pt x="95" y="19"/>
                    <a:pt x="95" y="19"/>
                  </a:cubicBezTo>
                  <a:cubicBezTo>
                    <a:pt x="99" y="18"/>
                    <a:pt x="103" y="18"/>
                    <a:pt x="108" y="21"/>
                  </a:cubicBezTo>
                  <a:cubicBezTo>
                    <a:pt x="108" y="21"/>
                    <a:pt x="108" y="21"/>
                    <a:pt x="108" y="21"/>
                  </a:cubicBezTo>
                  <a:cubicBezTo>
                    <a:pt x="112" y="25"/>
                    <a:pt x="113" y="30"/>
                    <a:pt x="111" y="34"/>
                  </a:cubicBezTo>
                  <a:cubicBezTo>
                    <a:pt x="111" y="34"/>
                    <a:pt x="111" y="34"/>
                    <a:pt x="111" y="34"/>
                  </a:cubicBezTo>
                  <a:cubicBezTo>
                    <a:pt x="110" y="37"/>
                    <a:pt x="108" y="40"/>
                    <a:pt x="105" y="41"/>
                  </a:cubicBezTo>
                  <a:cubicBezTo>
                    <a:pt x="105" y="41"/>
                    <a:pt x="105" y="42"/>
                    <a:pt x="105" y="42"/>
                  </a:cubicBezTo>
                  <a:cubicBezTo>
                    <a:pt x="104" y="45"/>
                    <a:pt x="105" y="46"/>
                    <a:pt x="107" y="46"/>
                  </a:cubicBezTo>
                  <a:cubicBezTo>
                    <a:pt x="108" y="46"/>
                    <a:pt x="108" y="46"/>
                    <a:pt x="109" y="46"/>
                  </a:cubicBezTo>
                  <a:cubicBezTo>
                    <a:pt x="111" y="44"/>
                    <a:pt x="114" y="42"/>
                    <a:pt x="115" y="39"/>
                  </a:cubicBezTo>
                  <a:cubicBezTo>
                    <a:pt x="120" y="42"/>
                    <a:pt x="122" y="48"/>
                    <a:pt x="122" y="53"/>
                  </a:cubicBezTo>
                  <a:cubicBezTo>
                    <a:pt x="122" y="57"/>
                    <a:pt x="121" y="61"/>
                    <a:pt x="118" y="64"/>
                  </a:cubicBezTo>
                  <a:cubicBezTo>
                    <a:pt x="117" y="64"/>
                    <a:pt x="116" y="63"/>
                    <a:pt x="114" y="63"/>
                  </a:cubicBezTo>
                  <a:cubicBezTo>
                    <a:pt x="114" y="63"/>
                    <a:pt x="114" y="63"/>
                    <a:pt x="114" y="63"/>
                  </a:cubicBezTo>
                  <a:cubicBezTo>
                    <a:pt x="110" y="66"/>
                    <a:pt x="112" y="71"/>
                    <a:pt x="117" y="69"/>
                  </a:cubicBezTo>
                  <a:cubicBezTo>
                    <a:pt x="117" y="68"/>
                    <a:pt x="117" y="69"/>
                    <a:pt x="117" y="69"/>
                  </a:cubicBezTo>
                  <a:cubicBezTo>
                    <a:pt x="117" y="70"/>
                    <a:pt x="117" y="70"/>
                    <a:pt x="117" y="70"/>
                  </a:cubicBezTo>
                  <a:cubicBezTo>
                    <a:pt x="124" y="74"/>
                    <a:pt x="129" y="81"/>
                    <a:pt x="129" y="88"/>
                  </a:cubicBezTo>
                  <a:cubicBezTo>
                    <a:pt x="129" y="96"/>
                    <a:pt x="124" y="103"/>
                    <a:pt x="116" y="10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579;p44"/>
            <p:cNvSpPr/>
            <p:nvPr/>
          </p:nvSpPr>
          <p:spPr>
            <a:xfrm>
              <a:off x="3220478" y="3936545"/>
              <a:ext cx="38489" cy="63781"/>
            </a:xfrm>
            <a:custGeom>
              <a:avLst/>
              <a:gdLst/>
              <a:ahLst/>
              <a:cxnLst/>
              <a:rect l="l" t="t" r="r" b="b"/>
              <a:pathLst>
                <a:path w="15" h="24" extrusionOk="0">
                  <a:moveTo>
                    <a:pt x="8" y="5"/>
                  </a:moveTo>
                  <a:cubicBezTo>
                    <a:pt x="9" y="6"/>
                    <a:pt x="9" y="8"/>
                    <a:pt x="9" y="9"/>
                  </a:cubicBezTo>
                  <a:cubicBezTo>
                    <a:pt x="9" y="13"/>
                    <a:pt x="6" y="17"/>
                    <a:pt x="2" y="18"/>
                  </a:cubicBezTo>
                  <a:cubicBezTo>
                    <a:pt x="1" y="18"/>
                    <a:pt x="0" y="20"/>
                    <a:pt x="0" y="22"/>
                  </a:cubicBezTo>
                  <a:cubicBezTo>
                    <a:pt x="1" y="23"/>
                    <a:pt x="2" y="24"/>
                    <a:pt x="3" y="24"/>
                  </a:cubicBezTo>
                  <a:cubicBezTo>
                    <a:pt x="3" y="24"/>
                    <a:pt x="4" y="24"/>
                    <a:pt x="4" y="24"/>
                  </a:cubicBezTo>
                  <a:cubicBezTo>
                    <a:pt x="10" y="22"/>
                    <a:pt x="15" y="16"/>
                    <a:pt x="15" y="9"/>
                  </a:cubicBezTo>
                  <a:cubicBezTo>
                    <a:pt x="15" y="7"/>
                    <a:pt x="14" y="4"/>
                    <a:pt x="13" y="2"/>
                  </a:cubicBezTo>
                  <a:cubicBezTo>
                    <a:pt x="12" y="1"/>
                    <a:pt x="10" y="0"/>
                    <a:pt x="9" y="1"/>
                  </a:cubicBezTo>
                  <a:cubicBezTo>
                    <a:pt x="7" y="2"/>
                    <a:pt x="7" y="3"/>
                    <a:pt x="8"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580;p44"/>
            <p:cNvSpPr/>
            <p:nvPr/>
          </p:nvSpPr>
          <p:spPr>
            <a:xfrm>
              <a:off x="3254568" y="4028917"/>
              <a:ext cx="46186" cy="54984"/>
            </a:xfrm>
            <a:custGeom>
              <a:avLst/>
              <a:gdLst/>
              <a:ahLst/>
              <a:cxnLst/>
              <a:rect l="l" t="t" r="r" b="b"/>
              <a:pathLst>
                <a:path w="18" h="21" extrusionOk="0">
                  <a:moveTo>
                    <a:pt x="0" y="3"/>
                  </a:moveTo>
                  <a:cubicBezTo>
                    <a:pt x="0" y="5"/>
                    <a:pt x="2" y="6"/>
                    <a:pt x="3" y="6"/>
                  </a:cubicBezTo>
                  <a:cubicBezTo>
                    <a:pt x="8" y="6"/>
                    <a:pt x="12" y="10"/>
                    <a:pt x="12" y="15"/>
                  </a:cubicBezTo>
                  <a:cubicBezTo>
                    <a:pt x="12" y="16"/>
                    <a:pt x="12" y="17"/>
                    <a:pt x="12" y="17"/>
                  </a:cubicBezTo>
                  <a:cubicBezTo>
                    <a:pt x="11" y="19"/>
                    <a:pt x="12" y="21"/>
                    <a:pt x="14" y="21"/>
                  </a:cubicBezTo>
                  <a:cubicBezTo>
                    <a:pt x="14" y="21"/>
                    <a:pt x="14" y="21"/>
                    <a:pt x="15" y="21"/>
                  </a:cubicBezTo>
                  <a:cubicBezTo>
                    <a:pt x="16" y="21"/>
                    <a:pt x="17" y="20"/>
                    <a:pt x="17" y="19"/>
                  </a:cubicBezTo>
                  <a:cubicBezTo>
                    <a:pt x="18" y="18"/>
                    <a:pt x="18" y="16"/>
                    <a:pt x="18" y="15"/>
                  </a:cubicBezTo>
                  <a:cubicBezTo>
                    <a:pt x="18" y="7"/>
                    <a:pt x="11" y="0"/>
                    <a:pt x="3" y="0"/>
                  </a:cubicBezTo>
                  <a:cubicBezTo>
                    <a:pt x="2" y="0"/>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581;p44"/>
            <p:cNvSpPr/>
            <p:nvPr/>
          </p:nvSpPr>
          <p:spPr>
            <a:xfrm>
              <a:off x="3262265" y="3869464"/>
              <a:ext cx="59382" cy="25293"/>
            </a:xfrm>
            <a:custGeom>
              <a:avLst/>
              <a:gdLst/>
              <a:ahLst/>
              <a:cxnLst/>
              <a:rect l="l" t="t" r="r" b="b"/>
              <a:pathLst>
                <a:path w="23" h="10" extrusionOk="0">
                  <a:moveTo>
                    <a:pt x="22" y="5"/>
                  </a:moveTo>
                  <a:cubicBezTo>
                    <a:pt x="23" y="4"/>
                    <a:pt x="23" y="2"/>
                    <a:pt x="22" y="1"/>
                  </a:cubicBezTo>
                  <a:cubicBezTo>
                    <a:pt x="21" y="0"/>
                    <a:pt x="19" y="0"/>
                    <a:pt x="18" y="1"/>
                  </a:cubicBezTo>
                  <a:cubicBezTo>
                    <a:pt x="16" y="3"/>
                    <a:pt x="14" y="4"/>
                    <a:pt x="12" y="4"/>
                  </a:cubicBezTo>
                  <a:cubicBezTo>
                    <a:pt x="9" y="4"/>
                    <a:pt x="7" y="3"/>
                    <a:pt x="5" y="1"/>
                  </a:cubicBezTo>
                  <a:cubicBezTo>
                    <a:pt x="4" y="0"/>
                    <a:pt x="2" y="0"/>
                    <a:pt x="1" y="1"/>
                  </a:cubicBezTo>
                  <a:cubicBezTo>
                    <a:pt x="0" y="2"/>
                    <a:pt x="0" y="4"/>
                    <a:pt x="1" y="5"/>
                  </a:cubicBezTo>
                  <a:cubicBezTo>
                    <a:pt x="4" y="8"/>
                    <a:pt x="8" y="10"/>
                    <a:pt x="12" y="10"/>
                  </a:cubicBezTo>
                  <a:cubicBezTo>
                    <a:pt x="15" y="10"/>
                    <a:pt x="19" y="8"/>
                    <a:pt x="2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582;p44"/>
            <p:cNvSpPr/>
            <p:nvPr/>
          </p:nvSpPr>
          <p:spPr>
            <a:xfrm>
              <a:off x="3423917" y="3936545"/>
              <a:ext cx="38489" cy="63781"/>
            </a:xfrm>
            <a:custGeom>
              <a:avLst/>
              <a:gdLst/>
              <a:ahLst/>
              <a:cxnLst/>
              <a:rect l="l" t="t" r="r" b="b"/>
              <a:pathLst>
                <a:path w="15" h="24" extrusionOk="0">
                  <a:moveTo>
                    <a:pt x="12" y="18"/>
                  </a:moveTo>
                  <a:cubicBezTo>
                    <a:pt x="8" y="17"/>
                    <a:pt x="6" y="13"/>
                    <a:pt x="6" y="9"/>
                  </a:cubicBezTo>
                  <a:cubicBezTo>
                    <a:pt x="6" y="8"/>
                    <a:pt x="6" y="6"/>
                    <a:pt x="7" y="5"/>
                  </a:cubicBezTo>
                  <a:cubicBezTo>
                    <a:pt x="8" y="3"/>
                    <a:pt x="7" y="2"/>
                    <a:pt x="6" y="1"/>
                  </a:cubicBezTo>
                  <a:cubicBezTo>
                    <a:pt x="4" y="0"/>
                    <a:pt x="3" y="1"/>
                    <a:pt x="2" y="2"/>
                  </a:cubicBezTo>
                  <a:cubicBezTo>
                    <a:pt x="1" y="4"/>
                    <a:pt x="0" y="7"/>
                    <a:pt x="0" y="9"/>
                  </a:cubicBezTo>
                  <a:cubicBezTo>
                    <a:pt x="0" y="16"/>
                    <a:pt x="4" y="22"/>
                    <a:pt x="11" y="24"/>
                  </a:cubicBezTo>
                  <a:cubicBezTo>
                    <a:pt x="11" y="24"/>
                    <a:pt x="11" y="24"/>
                    <a:pt x="12" y="24"/>
                  </a:cubicBezTo>
                  <a:cubicBezTo>
                    <a:pt x="13" y="24"/>
                    <a:pt x="14" y="23"/>
                    <a:pt x="14" y="22"/>
                  </a:cubicBezTo>
                  <a:cubicBezTo>
                    <a:pt x="15" y="20"/>
                    <a:pt x="14" y="18"/>
                    <a:pt x="12"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583;p44"/>
            <p:cNvSpPr/>
            <p:nvPr/>
          </p:nvSpPr>
          <p:spPr>
            <a:xfrm>
              <a:off x="3382130" y="4028917"/>
              <a:ext cx="43987" cy="54984"/>
            </a:xfrm>
            <a:custGeom>
              <a:avLst/>
              <a:gdLst/>
              <a:ahLst/>
              <a:cxnLst/>
              <a:rect l="l" t="t" r="r" b="b"/>
              <a:pathLst>
                <a:path w="17" h="21" extrusionOk="0">
                  <a:moveTo>
                    <a:pt x="15" y="0"/>
                  </a:moveTo>
                  <a:cubicBezTo>
                    <a:pt x="6" y="0"/>
                    <a:pt x="0" y="7"/>
                    <a:pt x="0" y="15"/>
                  </a:cubicBezTo>
                  <a:cubicBezTo>
                    <a:pt x="0" y="16"/>
                    <a:pt x="0" y="18"/>
                    <a:pt x="0" y="19"/>
                  </a:cubicBezTo>
                  <a:cubicBezTo>
                    <a:pt x="1" y="20"/>
                    <a:pt x="2" y="21"/>
                    <a:pt x="3" y="21"/>
                  </a:cubicBezTo>
                  <a:cubicBezTo>
                    <a:pt x="3" y="21"/>
                    <a:pt x="4" y="21"/>
                    <a:pt x="4" y="21"/>
                  </a:cubicBezTo>
                  <a:cubicBezTo>
                    <a:pt x="5" y="21"/>
                    <a:pt x="6" y="19"/>
                    <a:pt x="6" y="17"/>
                  </a:cubicBezTo>
                  <a:cubicBezTo>
                    <a:pt x="6" y="17"/>
                    <a:pt x="6" y="16"/>
                    <a:pt x="6" y="15"/>
                  </a:cubicBezTo>
                  <a:cubicBezTo>
                    <a:pt x="6" y="10"/>
                    <a:pt x="10" y="6"/>
                    <a:pt x="15" y="6"/>
                  </a:cubicBezTo>
                  <a:cubicBezTo>
                    <a:pt x="16" y="6"/>
                    <a:pt x="17" y="5"/>
                    <a:pt x="17" y="3"/>
                  </a:cubicBezTo>
                  <a:cubicBezTo>
                    <a:pt x="17" y="2"/>
                    <a:pt x="16" y="0"/>
                    <a:pt x="15"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584;p44"/>
            <p:cNvSpPr/>
            <p:nvPr/>
          </p:nvSpPr>
          <p:spPr>
            <a:xfrm>
              <a:off x="3357937" y="3869464"/>
              <a:ext cx="62682" cy="25293"/>
            </a:xfrm>
            <a:custGeom>
              <a:avLst/>
              <a:gdLst/>
              <a:ahLst/>
              <a:cxnLst/>
              <a:rect l="l" t="t" r="r" b="b"/>
              <a:pathLst>
                <a:path w="24" h="10" extrusionOk="0">
                  <a:moveTo>
                    <a:pt x="23" y="1"/>
                  </a:moveTo>
                  <a:cubicBezTo>
                    <a:pt x="21" y="0"/>
                    <a:pt x="20" y="0"/>
                    <a:pt x="18" y="1"/>
                  </a:cubicBezTo>
                  <a:cubicBezTo>
                    <a:pt x="17" y="3"/>
                    <a:pt x="15" y="4"/>
                    <a:pt x="12" y="4"/>
                  </a:cubicBezTo>
                  <a:cubicBezTo>
                    <a:pt x="10" y="4"/>
                    <a:pt x="7" y="3"/>
                    <a:pt x="6" y="1"/>
                  </a:cubicBezTo>
                  <a:cubicBezTo>
                    <a:pt x="5" y="0"/>
                    <a:pt x="3" y="0"/>
                    <a:pt x="2" y="1"/>
                  </a:cubicBezTo>
                  <a:cubicBezTo>
                    <a:pt x="0" y="2"/>
                    <a:pt x="0" y="4"/>
                    <a:pt x="2" y="5"/>
                  </a:cubicBezTo>
                  <a:cubicBezTo>
                    <a:pt x="4" y="8"/>
                    <a:pt x="8" y="10"/>
                    <a:pt x="12" y="10"/>
                  </a:cubicBezTo>
                  <a:cubicBezTo>
                    <a:pt x="16" y="10"/>
                    <a:pt x="20" y="8"/>
                    <a:pt x="23" y="5"/>
                  </a:cubicBezTo>
                  <a:cubicBezTo>
                    <a:pt x="24" y="4"/>
                    <a:pt x="24" y="2"/>
                    <a:pt x="23"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5" name="Google Shape;585;p44"/>
            <p:cNvSpPr/>
            <p:nvPr/>
          </p:nvSpPr>
          <p:spPr>
            <a:xfrm>
              <a:off x="3220478" y="3827677"/>
              <a:ext cx="17595" cy="15395"/>
            </a:xfrm>
            <a:custGeom>
              <a:avLst/>
              <a:gdLst/>
              <a:ahLst/>
              <a:cxnLst/>
              <a:rect l="l" t="t" r="r" b="b"/>
              <a:pathLst>
                <a:path w="7" h="6" extrusionOk="0">
                  <a:moveTo>
                    <a:pt x="3" y="6"/>
                  </a:moveTo>
                  <a:cubicBezTo>
                    <a:pt x="5" y="6"/>
                    <a:pt x="7" y="3"/>
                    <a:pt x="6" y="1"/>
                  </a:cubicBezTo>
                  <a:cubicBezTo>
                    <a:pt x="5" y="0"/>
                    <a:pt x="4" y="0"/>
                    <a:pt x="4" y="0"/>
                  </a:cubicBezTo>
                  <a:cubicBezTo>
                    <a:pt x="3" y="0"/>
                    <a:pt x="3" y="0"/>
                    <a:pt x="3" y="0"/>
                  </a:cubicBezTo>
                  <a:cubicBezTo>
                    <a:pt x="2" y="0"/>
                    <a:pt x="1" y="0"/>
                    <a:pt x="1" y="1"/>
                  </a:cubicBezTo>
                  <a:cubicBezTo>
                    <a:pt x="0" y="3"/>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6" name="Google Shape;586;p44"/>
            <p:cNvSpPr/>
            <p:nvPr/>
          </p:nvSpPr>
          <p:spPr>
            <a:xfrm>
              <a:off x="3327146" y="3953040"/>
              <a:ext cx="28591" cy="47286"/>
            </a:xfrm>
            <a:custGeom>
              <a:avLst/>
              <a:gdLst/>
              <a:ahLst/>
              <a:cxnLst/>
              <a:rect l="l" t="t" r="r" b="b"/>
              <a:pathLst>
                <a:path w="11" h="18" extrusionOk="0">
                  <a:moveTo>
                    <a:pt x="8" y="15"/>
                  </a:moveTo>
                  <a:cubicBezTo>
                    <a:pt x="8" y="11"/>
                    <a:pt x="8" y="11"/>
                    <a:pt x="8" y="11"/>
                  </a:cubicBezTo>
                  <a:cubicBezTo>
                    <a:pt x="10" y="10"/>
                    <a:pt x="11" y="8"/>
                    <a:pt x="11" y="6"/>
                  </a:cubicBezTo>
                  <a:cubicBezTo>
                    <a:pt x="11" y="3"/>
                    <a:pt x="9" y="1"/>
                    <a:pt x="6" y="0"/>
                  </a:cubicBezTo>
                  <a:cubicBezTo>
                    <a:pt x="2" y="0"/>
                    <a:pt x="0" y="3"/>
                    <a:pt x="0" y="6"/>
                  </a:cubicBezTo>
                  <a:cubicBezTo>
                    <a:pt x="0" y="8"/>
                    <a:pt x="1" y="10"/>
                    <a:pt x="2" y="11"/>
                  </a:cubicBezTo>
                  <a:cubicBezTo>
                    <a:pt x="2" y="15"/>
                    <a:pt x="2" y="15"/>
                    <a:pt x="2" y="15"/>
                  </a:cubicBezTo>
                  <a:cubicBezTo>
                    <a:pt x="2" y="17"/>
                    <a:pt x="4" y="18"/>
                    <a:pt x="6" y="18"/>
                  </a:cubicBezTo>
                  <a:cubicBezTo>
                    <a:pt x="7" y="18"/>
                    <a:pt x="8" y="16"/>
                    <a:pt x="8"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87" name="Google Shape;587;p44"/>
          <p:cNvGrpSpPr/>
          <p:nvPr/>
        </p:nvGrpSpPr>
        <p:grpSpPr>
          <a:xfrm>
            <a:off x="5064188" y="1208364"/>
            <a:ext cx="321104" cy="389284"/>
            <a:chOff x="7167202" y="1346814"/>
            <a:chExt cx="321104" cy="389284"/>
          </a:xfrm>
        </p:grpSpPr>
        <p:sp>
          <p:nvSpPr>
            <p:cNvPr id="588" name="Google Shape;588;p44"/>
            <p:cNvSpPr/>
            <p:nvPr/>
          </p:nvSpPr>
          <p:spPr>
            <a:xfrm>
              <a:off x="7167202" y="1346814"/>
              <a:ext cx="321104" cy="389284"/>
            </a:xfrm>
            <a:custGeom>
              <a:avLst/>
              <a:gdLst/>
              <a:ahLst/>
              <a:cxnLst/>
              <a:rect l="l" t="t" r="r" b="b"/>
              <a:pathLst>
                <a:path w="123" h="149" extrusionOk="0">
                  <a:moveTo>
                    <a:pt x="114" y="0"/>
                  </a:moveTo>
                  <a:cubicBezTo>
                    <a:pt x="16" y="0"/>
                    <a:pt x="16" y="0"/>
                    <a:pt x="16" y="0"/>
                  </a:cubicBezTo>
                  <a:cubicBezTo>
                    <a:pt x="7" y="0"/>
                    <a:pt x="0" y="7"/>
                    <a:pt x="0" y="16"/>
                  </a:cubicBezTo>
                  <a:cubicBezTo>
                    <a:pt x="0" y="133"/>
                    <a:pt x="0" y="133"/>
                    <a:pt x="0" y="133"/>
                  </a:cubicBezTo>
                  <a:cubicBezTo>
                    <a:pt x="0" y="142"/>
                    <a:pt x="7" y="149"/>
                    <a:pt x="16" y="149"/>
                  </a:cubicBezTo>
                  <a:cubicBezTo>
                    <a:pt x="114" y="149"/>
                    <a:pt x="114" y="149"/>
                    <a:pt x="114" y="149"/>
                  </a:cubicBezTo>
                  <a:cubicBezTo>
                    <a:pt x="119" y="149"/>
                    <a:pt x="123" y="145"/>
                    <a:pt x="123" y="140"/>
                  </a:cubicBezTo>
                  <a:cubicBezTo>
                    <a:pt x="123" y="8"/>
                    <a:pt x="123" y="8"/>
                    <a:pt x="123" y="8"/>
                  </a:cubicBezTo>
                  <a:cubicBezTo>
                    <a:pt x="123" y="4"/>
                    <a:pt x="119" y="0"/>
                    <a:pt x="114" y="0"/>
                  </a:cubicBezTo>
                  <a:close/>
                  <a:moveTo>
                    <a:pt x="16" y="143"/>
                  </a:moveTo>
                  <a:cubicBezTo>
                    <a:pt x="10" y="143"/>
                    <a:pt x="6" y="138"/>
                    <a:pt x="6" y="132"/>
                  </a:cubicBezTo>
                  <a:cubicBezTo>
                    <a:pt x="6" y="127"/>
                    <a:pt x="11" y="123"/>
                    <a:pt x="16" y="123"/>
                  </a:cubicBezTo>
                  <a:cubicBezTo>
                    <a:pt x="105" y="123"/>
                    <a:pt x="105" y="123"/>
                    <a:pt x="105" y="123"/>
                  </a:cubicBezTo>
                  <a:cubicBezTo>
                    <a:pt x="105" y="143"/>
                    <a:pt x="105" y="143"/>
                    <a:pt x="105" y="143"/>
                  </a:cubicBezTo>
                  <a:lnTo>
                    <a:pt x="16" y="143"/>
                  </a:lnTo>
                  <a:close/>
                  <a:moveTo>
                    <a:pt x="114" y="143"/>
                  </a:moveTo>
                  <a:cubicBezTo>
                    <a:pt x="111" y="143"/>
                    <a:pt x="111" y="143"/>
                    <a:pt x="111" y="143"/>
                  </a:cubicBezTo>
                  <a:cubicBezTo>
                    <a:pt x="111" y="123"/>
                    <a:pt x="111" y="123"/>
                    <a:pt x="111" y="123"/>
                  </a:cubicBezTo>
                  <a:cubicBezTo>
                    <a:pt x="114" y="123"/>
                    <a:pt x="114" y="123"/>
                    <a:pt x="114" y="123"/>
                  </a:cubicBezTo>
                  <a:cubicBezTo>
                    <a:pt x="115" y="123"/>
                    <a:pt x="116" y="122"/>
                    <a:pt x="117" y="122"/>
                  </a:cubicBezTo>
                  <a:cubicBezTo>
                    <a:pt x="117" y="140"/>
                    <a:pt x="117" y="140"/>
                    <a:pt x="117" y="140"/>
                  </a:cubicBezTo>
                  <a:cubicBezTo>
                    <a:pt x="117" y="142"/>
                    <a:pt x="115" y="143"/>
                    <a:pt x="114" y="143"/>
                  </a:cubicBezTo>
                  <a:close/>
                  <a:moveTo>
                    <a:pt x="117" y="114"/>
                  </a:moveTo>
                  <a:cubicBezTo>
                    <a:pt x="117" y="115"/>
                    <a:pt x="115" y="117"/>
                    <a:pt x="114" y="117"/>
                  </a:cubicBezTo>
                  <a:cubicBezTo>
                    <a:pt x="19" y="117"/>
                    <a:pt x="19" y="117"/>
                    <a:pt x="19" y="117"/>
                  </a:cubicBezTo>
                  <a:cubicBezTo>
                    <a:pt x="19" y="74"/>
                    <a:pt x="19" y="74"/>
                    <a:pt x="19" y="74"/>
                  </a:cubicBezTo>
                  <a:cubicBezTo>
                    <a:pt x="19" y="73"/>
                    <a:pt x="18" y="72"/>
                    <a:pt x="17" y="71"/>
                  </a:cubicBezTo>
                  <a:cubicBezTo>
                    <a:pt x="15" y="71"/>
                    <a:pt x="13" y="72"/>
                    <a:pt x="13" y="74"/>
                  </a:cubicBezTo>
                  <a:cubicBezTo>
                    <a:pt x="13" y="117"/>
                    <a:pt x="13" y="117"/>
                    <a:pt x="13" y="117"/>
                  </a:cubicBezTo>
                  <a:cubicBezTo>
                    <a:pt x="11" y="117"/>
                    <a:pt x="8" y="119"/>
                    <a:pt x="6" y="120"/>
                  </a:cubicBezTo>
                  <a:cubicBezTo>
                    <a:pt x="6" y="16"/>
                    <a:pt x="6" y="16"/>
                    <a:pt x="6" y="16"/>
                  </a:cubicBezTo>
                  <a:cubicBezTo>
                    <a:pt x="6" y="11"/>
                    <a:pt x="9" y="7"/>
                    <a:pt x="13" y="6"/>
                  </a:cubicBezTo>
                  <a:cubicBezTo>
                    <a:pt x="13" y="48"/>
                    <a:pt x="13" y="48"/>
                    <a:pt x="13" y="48"/>
                  </a:cubicBezTo>
                  <a:cubicBezTo>
                    <a:pt x="13" y="49"/>
                    <a:pt x="14" y="51"/>
                    <a:pt x="16" y="51"/>
                  </a:cubicBezTo>
                  <a:cubicBezTo>
                    <a:pt x="18" y="51"/>
                    <a:pt x="19" y="50"/>
                    <a:pt x="19" y="48"/>
                  </a:cubicBezTo>
                  <a:cubicBezTo>
                    <a:pt x="19" y="5"/>
                    <a:pt x="19" y="5"/>
                    <a:pt x="19" y="5"/>
                  </a:cubicBezTo>
                  <a:cubicBezTo>
                    <a:pt x="114" y="5"/>
                    <a:pt x="114" y="5"/>
                    <a:pt x="114" y="5"/>
                  </a:cubicBezTo>
                  <a:cubicBezTo>
                    <a:pt x="115" y="5"/>
                    <a:pt x="117" y="7"/>
                    <a:pt x="117" y="8"/>
                  </a:cubicBezTo>
                  <a:lnTo>
                    <a:pt x="117" y="114"/>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589;p44"/>
            <p:cNvSpPr/>
            <p:nvPr/>
          </p:nvSpPr>
          <p:spPr>
            <a:xfrm>
              <a:off x="7235381" y="1386402"/>
              <a:ext cx="216636" cy="240829"/>
            </a:xfrm>
            <a:custGeom>
              <a:avLst/>
              <a:gdLst/>
              <a:ahLst/>
              <a:cxnLst/>
              <a:rect l="l" t="t" r="r" b="b"/>
              <a:pathLst>
                <a:path w="83" h="92" extrusionOk="0">
                  <a:moveTo>
                    <a:pt x="77" y="42"/>
                  </a:moveTo>
                  <a:cubicBezTo>
                    <a:pt x="79" y="39"/>
                    <a:pt x="80" y="36"/>
                    <a:pt x="80" y="33"/>
                  </a:cubicBezTo>
                  <a:cubicBezTo>
                    <a:pt x="80" y="28"/>
                    <a:pt x="77" y="24"/>
                    <a:pt x="73" y="21"/>
                  </a:cubicBezTo>
                  <a:cubicBezTo>
                    <a:pt x="73" y="21"/>
                    <a:pt x="73" y="20"/>
                    <a:pt x="73" y="20"/>
                  </a:cubicBezTo>
                  <a:cubicBezTo>
                    <a:pt x="73" y="13"/>
                    <a:pt x="68" y="8"/>
                    <a:pt x="61" y="8"/>
                  </a:cubicBezTo>
                  <a:cubicBezTo>
                    <a:pt x="61" y="8"/>
                    <a:pt x="61" y="8"/>
                    <a:pt x="60" y="8"/>
                  </a:cubicBezTo>
                  <a:cubicBezTo>
                    <a:pt x="59" y="3"/>
                    <a:pt x="55" y="0"/>
                    <a:pt x="50" y="0"/>
                  </a:cubicBezTo>
                  <a:cubicBezTo>
                    <a:pt x="47" y="0"/>
                    <a:pt x="44" y="1"/>
                    <a:pt x="42" y="3"/>
                  </a:cubicBezTo>
                  <a:cubicBezTo>
                    <a:pt x="40" y="1"/>
                    <a:pt x="37" y="0"/>
                    <a:pt x="34" y="0"/>
                  </a:cubicBezTo>
                  <a:cubicBezTo>
                    <a:pt x="29" y="0"/>
                    <a:pt x="25" y="3"/>
                    <a:pt x="24" y="8"/>
                  </a:cubicBezTo>
                  <a:cubicBezTo>
                    <a:pt x="23" y="8"/>
                    <a:pt x="23" y="8"/>
                    <a:pt x="22" y="8"/>
                  </a:cubicBezTo>
                  <a:cubicBezTo>
                    <a:pt x="16" y="8"/>
                    <a:pt x="10" y="13"/>
                    <a:pt x="10" y="20"/>
                  </a:cubicBezTo>
                  <a:cubicBezTo>
                    <a:pt x="10" y="20"/>
                    <a:pt x="10" y="21"/>
                    <a:pt x="10" y="21"/>
                  </a:cubicBezTo>
                  <a:cubicBezTo>
                    <a:pt x="6" y="24"/>
                    <a:pt x="4" y="28"/>
                    <a:pt x="4" y="33"/>
                  </a:cubicBezTo>
                  <a:cubicBezTo>
                    <a:pt x="4" y="36"/>
                    <a:pt x="5" y="39"/>
                    <a:pt x="6" y="42"/>
                  </a:cubicBezTo>
                  <a:cubicBezTo>
                    <a:pt x="3" y="45"/>
                    <a:pt x="0" y="49"/>
                    <a:pt x="0" y="55"/>
                  </a:cubicBezTo>
                  <a:cubicBezTo>
                    <a:pt x="0" y="61"/>
                    <a:pt x="3" y="66"/>
                    <a:pt x="9" y="69"/>
                  </a:cubicBezTo>
                  <a:cubicBezTo>
                    <a:pt x="9" y="69"/>
                    <a:pt x="9" y="69"/>
                    <a:pt x="9" y="69"/>
                  </a:cubicBezTo>
                  <a:cubicBezTo>
                    <a:pt x="9" y="76"/>
                    <a:pt x="13" y="82"/>
                    <a:pt x="19" y="84"/>
                  </a:cubicBezTo>
                  <a:cubicBezTo>
                    <a:pt x="21" y="89"/>
                    <a:pt x="26" y="92"/>
                    <a:pt x="32" y="92"/>
                  </a:cubicBezTo>
                  <a:cubicBezTo>
                    <a:pt x="36" y="92"/>
                    <a:pt x="39" y="90"/>
                    <a:pt x="42" y="87"/>
                  </a:cubicBezTo>
                  <a:cubicBezTo>
                    <a:pt x="44" y="90"/>
                    <a:pt x="48" y="92"/>
                    <a:pt x="52" y="92"/>
                  </a:cubicBezTo>
                  <a:cubicBezTo>
                    <a:pt x="58" y="92"/>
                    <a:pt x="63" y="89"/>
                    <a:pt x="65" y="84"/>
                  </a:cubicBezTo>
                  <a:cubicBezTo>
                    <a:pt x="71" y="82"/>
                    <a:pt x="75" y="76"/>
                    <a:pt x="75" y="69"/>
                  </a:cubicBezTo>
                  <a:cubicBezTo>
                    <a:pt x="75" y="69"/>
                    <a:pt x="75" y="69"/>
                    <a:pt x="75" y="69"/>
                  </a:cubicBezTo>
                  <a:cubicBezTo>
                    <a:pt x="80" y="66"/>
                    <a:pt x="83" y="61"/>
                    <a:pt x="83" y="55"/>
                  </a:cubicBezTo>
                  <a:cubicBezTo>
                    <a:pt x="83" y="49"/>
                    <a:pt x="81" y="45"/>
                    <a:pt x="77" y="42"/>
                  </a:cubicBezTo>
                  <a:close/>
                  <a:moveTo>
                    <a:pt x="31" y="86"/>
                  </a:moveTo>
                  <a:cubicBezTo>
                    <a:pt x="29" y="86"/>
                    <a:pt x="27" y="86"/>
                    <a:pt x="26" y="84"/>
                  </a:cubicBezTo>
                  <a:cubicBezTo>
                    <a:pt x="27" y="84"/>
                    <a:pt x="28" y="84"/>
                    <a:pt x="28" y="83"/>
                  </a:cubicBezTo>
                  <a:cubicBezTo>
                    <a:pt x="29" y="83"/>
                    <a:pt x="29" y="83"/>
                    <a:pt x="29" y="83"/>
                  </a:cubicBezTo>
                  <a:cubicBezTo>
                    <a:pt x="31" y="79"/>
                    <a:pt x="26" y="76"/>
                    <a:pt x="24" y="79"/>
                  </a:cubicBezTo>
                  <a:cubicBezTo>
                    <a:pt x="23" y="80"/>
                    <a:pt x="22" y="80"/>
                    <a:pt x="22" y="79"/>
                  </a:cubicBezTo>
                  <a:cubicBezTo>
                    <a:pt x="22" y="78"/>
                    <a:pt x="22" y="78"/>
                    <a:pt x="22" y="78"/>
                  </a:cubicBezTo>
                  <a:cubicBezTo>
                    <a:pt x="18" y="78"/>
                    <a:pt x="15" y="75"/>
                    <a:pt x="14" y="71"/>
                  </a:cubicBezTo>
                  <a:cubicBezTo>
                    <a:pt x="15" y="71"/>
                    <a:pt x="16" y="71"/>
                    <a:pt x="17" y="71"/>
                  </a:cubicBezTo>
                  <a:cubicBezTo>
                    <a:pt x="19" y="71"/>
                    <a:pt x="21" y="71"/>
                    <a:pt x="22" y="70"/>
                  </a:cubicBezTo>
                  <a:cubicBezTo>
                    <a:pt x="22" y="70"/>
                    <a:pt x="23" y="70"/>
                    <a:pt x="23" y="70"/>
                  </a:cubicBezTo>
                  <a:cubicBezTo>
                    <a:pt x="24" y="67"/>
                    <a:pt x="22" y="64"/>
                    <a:pt x="20" y="65"/>
                  </a:cubicBezTo>
                  <a:cubicBezTo>
                    <a:pt x="19" y="65"/>
                    <a:pt x="18" y="65"/>
                    <a:pt x="17" y="65"/>
                  </a:cubicBezTo>
                  <a:cubicBezTo>
                    <a:pt x="15" y="65"/>
                    <a:pt x="14" y="65"/>
                    <a:pt x="13" y="65"/>
                  </a:cubicBezTo>
                  <a:cubicBezTo>
                    <a:pt x="13" y="65"/>
                    <a:pt x="13" y="65"/>
                    <a:pt x="13" y="65"/>
                  </a:cubicBezTo>
                  <a:cubicBezTo>
                    <a:pt x="9" y="63"/>
                    <a:pt x="6" y="59"/>
                    <a:pt x="6" y="55"/>
                  </a:cubicBezTo>
                  <a:cubicBezTo>
                    <a:pt x="6" y="50"/>
                    <a:pt x="8" y="47"/>
                    <a:pt x="12" y="45"/>
                  </a:cubicBezTo>
                  <a:cubicBezTo>
                    <a:pt x="12" y="45"/>
                    <a:pt x="12" y="45"/>
                    <a:pt x="12" y="44"/>
                  </a:cubicBezTo>
                  <a:cubicBezTo>
                    <a:pt x="12" y="44"/>
                    <a:pt x="12" y="44"/>
                    <a:pt x="12" y="44"/>
                  </a:cubicBezTo>
                  <a:cubicBezTo>
                    <a:pt x="16" y="45"/>
                    <a:pt x="18" y="40"/>
                    <a:pt x="14" y="38"/>
                  </a:cubicBezTo>
                  <a:cubicBezTo>
                    <a:pt x="14" y="38"/>
                    <a:pt x="14" y="38"/>
                    <a:pt x="14" y="38"/>
                  </a:cubicBezTo>
                  <a:cubicBezTo>
                    <a:pt x="13" y="38"/>
                    <a:pt x="12" y="38"/>
                    <a:pt x="12" y="39"/>
                  </a:cubicBezTo>
                  <a:cubicBezTo>
                    <a:pt x="10" y="37"/>
                    <a:pt x="10" y="35"/>
                    <a:pt x="10" y="33"/>
                  </a:cubicBezTo>
                  <a:cubicBezTo>
                    <a:pt x="10" y="31"/>
                    <a:pt x="11" y="28"/>
                    <a:pt x="13" y="27"/>
                  </a:cubicBezTo>
                  <a:cubicBezTo>
                    <a:pt x="14" y="28"/>
                    <a:pt x="15" y="29"/>
                    <a:pt x="16" y="30"/>
                  </a:cubicBezTo>
                  <a:cubicBezTo>
                    <a:pt x="17" y="30"/>
                    <a:pt x="17" y="30"/>
                    <a:pt x="18" y="30"/>
                  </a:cubicBezTo>
                  <a:cubicBezTo>
                    <a:pt x="20" y="30"/>
                    <a:pt x="21" y="29"/>
                    <a:pt x="20" y="26"/>
                  </a:cubicBezTo>
                  <a:cubicBezTo>
                    <a:pt x="20" y="26"/>
                    <a:pt x="20" y="25"/>
                    <a:pt x="20" y="25"/>
                  </a:cubicBezTo>
                  <a:cubicBezTo>
                    <a:pt x="18" y="25"/>
                    <a:pt x="17" y="23"/>
                    <a:pt x="16" y="22"/>
                  </a:cubicBezTo>
                  <a:cubicBezTo>
                    <a:pt x="16" y="22"/>
                    <a:pt x="16" y="22"/>
                    <a:pt x="16" y="22"/>
                  </a:cubicBezTo>
                  <a:cubicBezTo>
                    <a:pt x="16" y="19"/>
                    <a:pt x="16" y="17"/>
                    <a:pt x="18" y="15"/>
                  </a:cubicBezTo>
                  <a:cubicBezTo>
                    <a:pt x="18" y="15"/>
                    <a:pt x="18" y="15"/>
                    <a:pt x="18" y="15"/>
                  </a:cubicBezTo>
                  <a:cubicBezTo>
                    <a:pt x="20" y="13"/>
                    <a:pt x="23" y="13"/>
                    <a:pt x="25" y="14"/>
                  </a:cubicBezTo>
                  <a:cubicBezTo>
                    <a:pt x="25" y="14"/>
                    <a:pt x="25" y="14"/>
                    <a:pt x="25" y="14"/>
                  </a:cubicBezTo>
                  <a:cubicBezTo>
                    <a:pt x="26" y="14"/>
                    <a:pt x="27" y="15"/>
                    <a:pt x="28" y="16"/>
                  </a:cubicBezTo>
                  <a:cubicBezTo>
                    <a:pt x="28" y="17"/>
                    <a:pt x="29" y="18"/>
                    <a:pt x="30" y="18"/>
                  </a:cubicBezTo>
                  <a:cubicBezTo>
                    <a:pt x="31" y="18"/>
                    <a:pt x="33" y="17"/>
                    <a:pt x="33" y="15"/>
                  </a:cubicBezTo>
                  <a:cubicBezTo>
                    <a:pt x="33" y="15"/>
                    <a:pt x="33" y="15"/>
                    <a:pt x="33" y="15"/>
                  </a:cubicBezTo>
                  <a:cubicBezTo>
                    <a:pt x="32" y="13"/>
                    <a:pt x="31" y="11"/>
                    <a:pt x="29" y="10"/>
                  </a:cubicBezTo>
                  <a:cubicBezTo>
                    <a:pt x="30" y="6"/>
                    <a:pt x="35" y="4"/>
                    <a:pt x="39" y="8"/>
                  </a:cubicBezTo>
                  <a:cubicBezTo>
                    <a:pt x="39" y="8"/>
                    <a:pt x="39" y="8"/>
                    <a:pt x="39" y="9"/>
                  </a:cubicBezTo>
                  <a:cubicBezTo>
                    <a:pt x="39" y="21"/>
                    <a:pt x="39" y="21"/>
                    <a:pt x="39" y="21"/>
                  </a:cubicBezTo>
                  <a:cubicBezTo>
                    <a:pt x="38" y="22"/>
                    <a:pt x="37" y="22"/>
                    <a:pt x="36" y="22"/>
                  </a:cubicBezTo>
                  <a:cubicBezTo>
                    <a:pt x="36" y="22"/>
                    <a:pt x="35" y="22"/>
                    <a:pt x="34" y="22"/>
                  </a:cubicBezTo>
                  <a:cubicBezTo>
                    <a:pt x="34" y="22"/>
                    <a:pt x="34" y="22"/>
                    <a:pt x="34" y="22"/>
                  </a:cubicBezTo>
                  <a:cubicBezTo>
                    <a:pt x="30" y="24"/>
                    <a:pt x="31" y="27"/>
                    <a:pt x="34" y="28"/>
                  </a:cubicBezTo>
                  <a:cubicBezTo>
                    <a:pt x="35" y="28"/>
                    <a:pt x="35" y="28"/>
                    <a:pt x="36" y="28"/>
                  </a:cubicBezTo>
                  <a:cubicBezTo>
                    <a:pt x="37" y="28"/>
                    <a:pt x="38" y="28"/>
                    <a:pt x="39" y="28"/>
                  </a:cubicBezTo>
                  <a:cubicBezTo>
                    <a:pt x="39" y="79"/>
                    <a:pt x="39" y="79"/>
                    <a:pt x="39" y="79"/>
                  </a:cubicBezTo>
                  <a:cubicBezTo>
                    <a:pt x="39" y="83"/>
                    <a:pt x="36" y="86"/>
                    <a:pt x="31" y="86"/>
                  </a:cubicBezTo>
                  <a:close/>
                  <a:moveTo>
                    <a:pt x="71" y="65"/>
                  </a:moveTo>
                  <a:cubicBezTo>
                    <a:pt x="71" y="65"/>
                    <a:pt x="71" y="65"/>
                    <a:pt x="71" y="65"/>
                  </a:cubicBezTo>
                  <a:cubicBezTo>
                    <a:pt x="70" y="65"/>
                    <a:pt x="68" y="65"/>
                    <a:pt x="67" y="65"/>
                  </a:cubicBezTo>
                  <a:cubicBezTo>
                    <a:pt x="66" y="65"/>
                    <a:pt x="64" y="65"/>
                    <a:pt x="63" y="65"/>
                  </a:cubicBezTo>
                  <a:cubicBezTo>
                    <a:pt x="63" y="65"/>
                    <a:pt x="63" y="65"/>
                    <a:pt x="62" y="65"/>
                  </a:cubicBezTo>
                  <a:cubicBezTo>
                    <a:pt x="59" y="67"/>
                    <a:pt x="60" y="70"/>
                    <a:pt x="63" y="71"/>
                  </a:cubicBezTo>
                  <a:cubicBezTo>
                    <a:pt x="64" y="71"/>
                    <a:pt x="65" y="71"/>
                    <a:pt x="67" y="71"/>
                  </a:cubicBezTo>
                  <a:cubicBezTo>
                    <a:pt x="68" y="71"/>
                    <a:pt x="68" y="71"/>
                    <a:pt x="69" y="71"/>
                  </a:cubicBezTo>
                  <a:cubicBezTo>
                    <a:pt x="68" y="75"/>
                    <a:pt x="66" y="78"/>
                    <a:pt x="62" y="78"/>
                  </a:cubicBezTo>
                  <a:cubicBezTo>
                    <a:pt x="62" y="78"/>
                    <a:pt x="62" y="78"/>
                    <a:pt x="62" y="78"/>
                  </a:cubicBezTo>
                  <a:cubicBezTo>
                    <a:pt x="61" y="78"/>
                    <a:pt x="59" y="78"/>
                    <a:pt x="58" y="78"/>
                  </a:cubicBezTo>
                  <a:cubicBezTo>
                    <a:pt x="56" y="77"/>
                    <a:pt x="53" y="80"/>
                    <a:pt x="55" y="83"/>
                  </a:cubicBezTo>
                  <a:cubicBezTo>
                    <a:pt x="55" y="83"/>
                    <a:pt x="55" y="83"/>
                    <a:pt x="55" y="83"/>
                  </a:cubicBezTo>
                  <a:cubicBezTo>
                    <a:pt x="56" y="84"/>
                    <a:pt x="57" y="84"/>
                    <a:pt x="58" y="84"/>
                  </a:cubicBezTo>
                  <a:cubicBezTo>
                    <a:pt x="55" y="87"/>
                    <a:pt x="49" y="88"/>
                    <a:pt x="45" y="83"/>
                  </a:cubicBezTo>
                  <a:cubicBezTo>
                    <a:pt x="45" y="83"/>
                    <a:pt x="45" y="82"/>
                    <a:pt x="45" y="82"/>
                  </a:cubicBezTo>
                  <a:cubicBezTo>
                    <a:pt x="45" y="66"/>
                    <a:pt x="45" y="66"/>
                    <a:pt x="45" y="66"/>
                  </a:cubicBezTo>
                  <a:cubicBezTo>
                    <a:pt x="46" y="63"/>
                    <a:pt x="48" y="61"/>
                    <a:pt x="51" y="61"/>
                  </a:cubicBezTo>
                  <a:cubicBezTo>
                    <a:pt x="52" y="61"/>
                    <a:pt x="53" y="61"/>
                    <a:pt x="54" y="62"/>
                  </a:cubicBezTo>
                  <a:cubicBezTo>
                    <a:pt x="54" y="62"/>
                    <a:pt x="54" y="62"/>
                    <a:pt x="54" y="62"/>
                  </a:cubicBezTo>
                  <a:cubicBezTo>
                    <a:pt x="58" y="60"/>
                    <a:pt x="57" y="56"/>
                    <a:pt x="54" y="56"/>
                  </a:cubicBezTo>
                  <a:cubicBezTo>
                    <a:pt x="53" y="55"/>
                    <a:pt x="52" y="55"/>
                    <a:pt x="51" y="55"/>
                  </a:cubicBezTo>
                  <a:cubicBezTo>
                    <a:pt x="49" y="55"/>
                    <a:pt x="47" y="56"/>
                    <a:pt x="45" y="57"/>
                  </a:cubicBezTo>
                  <a:cubicBezTo>
                    <a:pt x="45" y="9"/>
                    <a:pt x="45" y="9"/>
                    <a:pt x="45" y="9"/>
                  </a:cubicBezTo>
                  <a:cubicBezTo>
                    <a:pt x="45" y="8"/>
                    <a:pt x="45" y="8"/>
                    <a:pt x="45" y="8"/>
                  </a:cubicBezTo>
                  <a:cubicBezTo>
                    <a:pt x="49" y="4"/>
                    <a:pt x="54" y="6"/>
                    <a:pt x="55" y="10"/>
                  </a:cubicBezTo>
                  <a:cubicBezTo>
                    <a:pt x="53" y="11"/>
                    <a:pt x="51" y="13"/>
                    <a:pt x="50" y="15"/>
                  </a:cubicBezTo>
                  <a:cubicBezTo>
                    <a:pt x="50" y="15"/>
                    <a:pt x="50" y="15"/>
                    <a:pt x="50" y="15"/>
                  </a:cubicBezTo>
                  <a:cubicBezTo>
                    <a:pt x="51" y="17"/>
                    <a:pt x="52" y="18"/>
                    <a:pt x="54" y="18"/>
                  </a:cubicBezTo>
                  <a:cubicBezTo>
                    <a:pt x="55" y="18"/>
                    <a:pt x="55" y="17"/>
                    <a:pt x="56" y="16"/>
                  </a:cubicBezTo>
                  <a:cubicBezTo>
                    <a:pt x="57" y="15"/>
                    <a:pt x="58" y="14"/>
                    <a:pt x="59" y="14"/>
                  </a:cubicBezTo>
                  <a:cubicBezTo>
                    <a:pt x="59" y="14"/>
                    <a:pt x="59" y="14"/>
                    <a:pt x="59" y="14"/>
                  </a:cubicBezTo>
                  <a:cubicBezTo>
                    <a:pt x="61" y="13"/>
                    <a:pt x="63" y="13"/>
                    <a:pt x="65" y="15"/>
                  </a:cubicBezTo>
                  <a:cubicBezTo>
                    <a:pt x="66" y="15"/>
                    <a:pt x="66" y="15"/>
                    <a:pt x="66" y="15"/>
                  </a:cubicBezTo>
                  <a:cubicBezTo>
                    <a:pt x="68" y="17"/>
                    <a:pt x="68" y="20"/>
                    <a:pt x="67" y="22"/>
                  </a:cubicBezTo>
                  <a:cubicBezTo>
                    <a:pt x="67" y="22"/>
                    <a:pt x="67" y="22"/>
                    <a:pt x="67" y="22"/>
                  </a:cubicBezTo>
                  <a:cubicBezTo>
                    <a:pt x="67" y="23"/>
                    <a:pt x="65" y="25"/>
                    <a:pt x="64" y="25"/>
                  </a:cubicBezTo>
                  <a:cubicBezTo>
                    <a:pt x="63" y="25"/>
                    <a:pt x="63" y="26"/>
                    <a:pt x="63" y="26"/>
                  </a:cubicBezTo>
                  <a:cubicBezTo>
                    <a:pt x="62" y="29"/>
                    <a:pt x="64" y="30"/>
                    <a:pt x="66" y="30"/>
                  </a:cubicBezTo>
                  <a:cubicBezTo>
                    <a:pt x="66" y="30"/>
                    <a:pt x="67" y="30"/>
                    <a:pt x="67" y="30"/>
                  </a:cubicBezTo>
                  <a:cubicBezTo>
                    <a:pt x="69" y="29"/>
                    <a:pt x="70" y="28"/>
                    <a:pt x="71" y="27"/>
                  </a:cubicBezTo>
                  <a:cubicBezTo>
                    <a:pt x="73" y="28"/>
                    <a:pt x="74" y="31"/>
                    <a:pt x="74" y="33"/>
                  </a:cubicBezTo>
                  <a:cubicBezTo>
                    <a:pt x="74" y="35"/>
                    <a:pt x="73" y="37"/>
                    <a:pt x="72" y="39"/>
                  </a:cubicBezTo>
                  <a:cubicBezTo>
                    <a:pt x="71" y="38"/>
                    <a:pt x="71" y="38"/>
                    <a:pt x="70" y="38"/>
                  </a:cubicBezTo>
                  <a:cubicBezTo>
                    <a:pt x="70" y="38"/>
                    <a:pt x="69" y="38"/>
                    <a:pt x="69" y="38"/>
                  </a:cubicBezTo>
                  <a:cubicBezTo>
                    <a:pt x="66" y="41"/>
                    <a:pt x="68" y="45"/>
                    <a:pt x="71" y="44"/>
                  </a:cubicBezTo>
                  <a:cubicBezTo>
                    <a:pt x="72" y="44"/>
                    <a:pt x="72" y="44"/>
                    <a:pt x="72" y="44"/>
                  </a:cubicBezTo>
                  <a:cubicBezTo>
                    <a:pt x="71" y="45"/>
                    <a:pt x="72" y="45"/>
                    <a:pt x="72" y="45"/>
                  </a:cubicBezTo>
                  <a:cubicBezTo>
                    <a:pt x="75" y="47"/>
                    <a:pt x="78" y="50"/>
                    <a:pt x="78" y="55"/>
                  </a:cubicBezTo>
                  <a:cubicBezTo>
                    <a:pt x="78" y="59"/>
                    <a:pt x="75" y="63"/>
                    <a:pt x="71" y="6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590;p44"/>
            <p:cNvSpPr/>
            <p:nvPr/>
          </p:nvSpPr>
          <p:spPr>
            <a:xfrm>
              <a:off x="7282667" y="1479874"/>
              <a:ext cx="34090" cy="50585"/>
            </a:xfrm>
            <a:custGeom>
              <a:avLst/>
              <a:gdLst/>
              <a:ahLst/>
              <a:cxnLst/>
              <a:rect l="l" t="t" r="r" b="b"/>
              <a:pathLst>
                <a:path w="13" h="19" extrusionOk="0">
                  <a:moveTo>
                    <a:pt x="7" y="1"/>
                  </a:moveTo>
                  <a:cubicBezTo>
                    <a:pt x="6" y="1"/>
                    <a:pt x="6" y="3"/>
                    <a:pt x="6" y="5"/>
                  </a:cubicBezTo>
                  <a:cubicBezTo>
                    <a:pt x="7" y="5"/>
                    <a:pt x="7" y="6"/>
                    <a:pt x="7" y="7"/>
                  </a:cubicBezTo>
                  <a:cubicBezTo>
                    <a:pt x="7" y="10"/>
                    <a:pt x="5" y="12"/>
                    <a:pt x="3" y="13"/>
                  </a:cubicBezTo>
                  <a:cubicBezTo>
                    <a:pt x="1" y="13"/>
                    <a:pt x="0" y="15"/>
                    <a:pt x="1" y="16"/>
                  </a:cubicBezTo>
                  <a:cubicBezTo>
                    <a:pt x="1" y="18"/>
                    <a:pt x="2" y="19"/>
                    <a:pt x="4" y="19"/>
                  </a:cubicBezTo>
                  <a:cubicBezTo>
                    <a:pt x="4" y="19"/>
                    <a:pt x="4" y="18"/>
                    <a:pt x="4" y="18"/>
                  </a:cubicBezTo>
                  <a:cubicBezTo>
                    <a:pt x="9" y="17"/>
                    <a:pt x="13" y="13"/>
                    <a:pt x="13" y="7"/>
                  </a:cubicBezTo>
                  <a:cubicBezTo>
                    <a:pt x="13" y="5"/>
                    <a:pt x="12" y="3"/>
                    <a:pt x="11" y="2"/>
                  </a:cubicBezTo>
                  <a:cubicBezTo>
                    <a:pt x="11" y="0"/>
                    <a:pt x="9" y="0"/>
                    <a:pt x="7"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591;p44"/>
            <p:cNvSpPr/>
            <p:nvPr/>
          </p:nvSpPr>
          <p:spPr>
            <a:xfrm>
              <a:off x="7366242" y="1451283"/>
              <a:ext cx="30791" cy="45087"/>
            </a:xfrm>
            <a:custGeom>
              <a:avLst/>
              <a:gdLst/>
              <a:ahLst/>
              <a:cxnLst/>
              <a:rect l="l" t="t" r="r" b="b"/>
              <a:pathLst>
                <a:path w="12" h="17" extrusionOk="0">
                  <a:moveTo>
                    <a:pt x="9" y="11"/>
                  </a:moveTo>
                  <a:cubicBezTo>
                    <a:pt x="8" y="11"/>
                    <a:pt x="6" y="9"/>
                    <a:pt x="6" y="7"/>
                  </a:cubicBezTo>
                  <a:cubicBezTo>
                    <a:pt x="6" y="6"/>
                    <a:pt x="6" y="6"/>
                    <a:pt x="7" y="5"/>
                  </a:cubicBezTo>
                  <a:cubicBezTo>
                    <a:pt x="8" y="4"/>
                    <a:pt x="7" y="2"/>
                    <a:pt x="6" y="1"/>
                  </a:cubicBezTo>
                  <a:cubicBezTo>
                    <a:pt x="4" y="0"/>
                    <a:pt x="3" y="1"/>
                    <a:pt x="2" y="2"/>
                  </a:cubicBezTo>
                  <a:cubicBezTo>
                    <a:pt x="1" y="4"/>
                    <a:pt x="0" y="5"/>
                    <a:pt x="0" y="7"/>
                  </a:cubicBezTo>
                  <a:cubicBezTo>
                    <a:pt x="0" y="12"/>
                    <a:pt x="3" y="16"/>
                    <a:pt x="8" y="17"/>
                  </a:cubicBezTo>
                  <a:cubicBezTo>
                    <a:pt x="8" y="17"/>
                    <a:pt x="8" y="17"/>
                    <a:pt x="9" y="17"/>
                  </a:cubicBezTo>
                  <a:cubicBezTo>
                    <a:pt x="10" y="17"/>
                    <a:pt x="11" y="16"/>
                    <a:pt x="11" y="15"/>
                  </a:cubicBezTo>
                  <a:cubicBezTo>
                    <a:pt x="12" y="13"/>
                    <a:pt x="11" y="12"/>
                    <a:pt x="9"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2" name="Google Shape;592;p44"/>
            <p:cNvSpPr/>
            <p:nvPr/>
          </p:nvSpPr>
          <p:spPr>
            <a:xfrm>
              <a:off x="7201291" y="1498569"/>
              <a:ext cx="15395" cy="15395"/>
            </a:xfrm>
            <a:custGeom>
              <a:avLst/>
              <a:gdLst/>
              <a:ahLst/>
              <a:cxnLst/>
              <a:rect l="l" t="t" r="r" b="b"/>
              <a:pathLst>
                <a:path w="6" h="6" extrusionOk="0">
                  <a:moveTo>
                    <a:pt x="4" y="0"/>
                  </a:moveTo>
                  <a:cubicBezTo>
                    <a:pt x="2" y="0"/>
                    <a:pt x="0" y="1"/>
                    <a:pt x="0" y="3"/>
                  </a:cubicBezTo>
                  <a:cubicBezTo>
                    <a:pt x="0" y="5"/>
                    <a:pt x="2" y="6"/>
                    <a:pt x="3" y="6"/>
                  </a:cubicBezTo>
                  <a:cubicBezTo>
                    <a:pt x="5" y="6"/>
                    <a:pt x="6" y="5"/>
                    <a:pt x="6" y="3"/>
                  </a:cubicBezTo>
                  <a:cubicBezTo>
                    <a:pt x="6" y="3"/>
                    <a:pt x="6" y="3"/>
                    <a:pt x="6" y="3"/>
                  </a:cubicBezTo>
                  <a:cubicBezTo>
                    <a:pt x="6" y="2"/>
                    <a:pt x="5" y="1"/>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pic>
        <p:nvPicPr>
          <p:cNvPr id="593" name="Google Shape;593;p44" title="Chart">
            <a:hlinkClick r:id="rId4"/>
          </p:cNvPr>
          <p:cNvPicPr preferRelativeResize="0"/>
          <p:nvPr/>
        </p:nvPicPr>
        <p:blipFill>
          <a:blip r:embed="rId5">
            <a:alphaModFix/>
          </a:blip>
          <a:stretch>
            <a:fillRect/>
          </a:stretch>
        </p:blipFill>
        <p:spPr>
          <a:xfrm>
            <a:off x="605825" y="1436413"/>
            <a:ext cx="4094310" cy="2528238"/>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97"/>
        <p:cNvGrpSpPr/>
        <p:nvPr/>
      </p:nvGrpSpPr>
      <p:grpSpPr>
        <a:xfrm>
          <a:off x="0" y="0"/>
          <a:ext cx="0" cy="0"/>
          <a:chOff x="0" y="0"/>
          <a:chExt cx="0" cy="0"/>
        </a:xfrm>
      </p:grpSpPr>
      <p:sp>
        <p:nvSpPr>
          <p:cNvPr id="598" name="Google Shape;598;p4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Discussion</a:t>
            </a:r>
            <a:endParaRPr/>
          </a:p>
        </p:txBody>
      </p:sp>
      <p:sp>
        <p:nvSpPr>
          <p:cNvPr id="599" name="Google Shape;599;p45"/>
          <p:cNvSpPr txBox="1"/>
          <p:nvPr/>
        </p:nvSpPr>
        <p:spPr>
          <a:xfrm>
            <a:off x="720000" y="1532525"/>
            <a:ext cx="4144500" cy="3060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 It's full of iron oxide dust, which gives the planet its reddish cast. Earth is the third planet from the Sun and the only one that harbors life in the Solar System. We all live on this planet:</a:t>
            </a:r>
            <a:endParaRPr>
              <a:solidFill>
                <a:schemeClr val="dk1"/>
              </a:solidFill>
              <a:latin typeface="Lato"/>
              <a:ea typeface="Lato"/>
              <a:cs typeface="Lato"/>
              <a:sym typeface="Lato"/>
            </a:endParaRPr>
          </a:p>
          <a:p>
            <a:pPr marL="457200" lvl="0" indent="-317500" algn="l" rtl="0">
              <a:lnSpc>
                <a:spcPct val="115000"/>
              </a:lnSpc>
              <a:spcBef>
                <a:spcPts val="1000"/>
              </a:spcBef>
              <a:spcAft>
                <a:spcPts val="0"/>
              </a:spcAft>
              <a:buClr>
                <a:schemeClr val="accent1"/>
              </a:buClr>
              <a:buSzPts val="1400"/>
              <a:buFont typeface="Lato"/>
              <a:buChar char="●"/>
            </a:pPr>
            <a:r>
              <a:rPr lang="en">
                <a:solidFill>
                  <a:schemeClr val="dk1"/>
                </a:solidFill>
                <a:latin typeface="Lato"/>
                <a:ea typeface="Lato"/>
                <a:cs typeface="Lato"/>
                <a:sym typeface="Lato"/>
              </a:rPr>
              <a:t>Ceres is located in the main asteroid belt</a:t>
            </a:r>
            <a:endParaRPr>
              <a:solidFill>
                <a:schemeClr val="dk1"/>
              </a:solidFill>
              <a:latin typeface="Lato"/>
              <a:ea typeface="Lato"/>
              <a:cs typeface="Lato"/>
              <a:sym typeface="Lato"/>
            </a:endParaRPr>
          </a:p>
          <a:p>
            <a:pPr marL="457200" lvl="0" indent="-317500" algn="l" rtl="0">
              <a:lnSpc>
                <a:spcPct val="115000"/>
              </a:lnSpc>
              <a:spcBef>
                <a:spcPts val="1000"/>
              </a:spcBef>
              <a:spcAft>
                <a:spcPts val="0"/>
              </a:spcAft>
              <a:buClr>
                <a:schemeClr val="accent1"/>
              </a:buClr>
              <a:buSzPts val="1400"/>
              <a:buFont typeface="Lato"/>
              <a:buChar char="●"/>
            </a:pPr>
            <a:r>
              <a:rPr lang="en">
                <a:solidFill>
                  <a:schemeClr val="dk1"/>
                </a:solidFill>
                <a:latin typeface="Lato"/>
                <a:ea typeface="Lato"/>
                <a:cs typeface="Lato"/>
                <a:sym typeface="Lato"/>
              </a:rPr>
              <a:t>The Moon is Earth’s natural satellite</a:t>
            </a:r>
            <a:endParaRPr>
              <a:solidFill>
                <a:schemeClr val="dk1"/>
              </a:solidFill>
              <a:latin typeface="Lato"/>
              <a:ea typeface="Lato"/>
              <a:cs typeface="Lato"/>
              <a:sym typeface="Lato"/>
            </a:endParaRPr>
          </a:p>
          <a:p>
            <a:pPr marL="457200" lvl="0" indent="-317500" algn="l" rtl="0">
              <a:lnSpc>
                <a:spcPct val="115000"/>
              </a:lnSpc>
              <a:spcBef>
                <a:spcPts val="1000"/>
              </a:spcBef>
              <a:spcAft>
                <a:spcPts val="0"/>
              </a:spcAft>
              <a:buClr>
                <a:schemeClr val="accent1"/>
              </a:buClr>
              <a:buSzPts val="1400"/>
              <a:buFont typeface="Lato"/>
              <a:buChar char="●"/>
            </a:pPr>
            <a:r>
              <a:rPr lang="en">
                <a:solidFill>
                  <a:schemeClr val="dk1"/>
                </a:solidFill>
                <a:latin typeface="Lato"/>
                <a:ea typeface="Lato"/>
                <a:cs typeface="Lato"/>
                <a:sym typeface="Lato"/>
              </a:rPr>
              <a:t>Neptune is very far from the Sun</a:t>
            </a:r>
            <a:endParaRPr>
              <a:solidFill>
                <a:schemeClr val="dk1"/>
              </a:solidFill>
              <a:latin typeface="Lato"/>
              <a:ea typeface="Lato"/>
              <a:cs typeface="Lato"/>
              <a:sym typeface="Lato"/>
            </a:endParaRPr>
          </a:p>
          <a:p>
            <a:pPr marL="457200" lvl="0" indent="-317500" algn="l" rtl="0">
              <a:lnSpc>
                <a:spcPct val="115000"/>
              </a:lnSpc>
              <a:spcBef>
                <a:spcPts val="1000"/>
              </a:spcBef>
              <a:spcAft>
                <a:spcPts val="0"/>
              </a:spcAft>
              <a:buClr>
                <a:schemeClr val="accent1"/>
              </a:buClr>
              <a:buSzPts val="1400"/>
              <a:buFont typeface="Lato"/>
              <a:buChar char="●"/>
            </a:pPr>
            <a:r>
              <a:rPr lang="en">
                <a:solidFill>
                  <a:schemeClr val="dk1"/>
                </a:solidFill>
                <a:latin typeface="Lato"/>
                <a:ea typeface="Lato"/>
                <a:cs typeface="Lato"/>
                <a:sym typeface="Lato"/>
              </a:rPr>
              <a:t>Pluto is now considered a dwarf planet</a:t>
            </a:r>
            <a:endParaRPr>
              <a:solidFill>
                <a:schemeClr val="dk1"/>
              </a:solidFill>
              <a:latin typeface="Lato"/>
              <a:ea typeface="Lato"/>
              <a:cs typeface="Lato"/>
              <a:sym typeface="Lato"/>
            </a:endParaRPr>
          </a:p>
        </p:txBody>
      </p:sp>
      <p:sp>
        <p:nvSpPr>
          <p:cNvPr id="600" name="Google Shape;600;p45"/>
          <p:cNvSpPr txBox="1"/>
          <p:nvPr/>
        </p:nvSpPr>
        <p:spPr>
          <a:xfrm>
            <a:off x="720000" y="1187175"/>
            <a:ext cx="4144500" cy="4761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Clr>
                <a:srgbClr val="000000"/>
              </a:buClr>
              <a:buSzPts val="1100"/>
              <a:buFont typeface="Arial"/>
              <a:buNone/>
            </a:pPr>
            <a:r>
              <a:rPr lang="en" sz="2000" b="1">
                <a:solidFill>
                  <a:schemeClr val="dk1"/>
                </a:solidFill>
                <a:latin typeface="DM Sans"/>
                <a:ea typeface="DM Sans"/>
                <a:cs typeface="DM Sans"/>
                <a:sym typeface="DM Sans"/>
              </a:rPr>
              <a:t>Mars &amp; Earth</a:t>
            </a:r>
            <a:endParaRPr sz="2000" b="1">
              <a:solidFill>
                <a:schemeClr val="dk1"/>
              </a:solidFill>
              <a:latin typeface="DM Sans"/>
              <a:ea typeface="DM Sans"/>
              <a:cs typeface="DM Sans"/>
              <a:sym typeface="DM Sans"/>
            </a:endParaRPr>
          </a:p>
        </p:txBody>
      </p:sp>
      <p:sp>
        <p:nvSpPr>
          <p:cNvPr id="601" name="Google Shape;601;p45"/>
          <p:cNvSpPr txBox="1"/>
          <p:nvPr/>
        </p:nvSpPr>
        <p:spPr>
          <a:xfrm>
            <a:off x="5695975" y="1371325"/>
            <a:ext cx="2658600" cy="4551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Clr>
                <a:srgbClr val="000000"/>
              </a:buClr>
              <a:buSzPts val="1100"/>
              <a:buFont typeface="Arial"/>
              <a:buNone/>
            </a:pPr>
            <a:r>
              <a:rPr lang="en" sz="2000" b="1">
                <a:solidFill>
                  <a:schemeClr val="dk1"/>
                </a:solidFill>
                <a:latin typeface="DM Sans"/>
                <a:ea typeface="DM Sans"/>
                <a:cs typeface="DM Sans"/>
                <a:sym typeface="DM Sans"/>
              </a:rPr>
              <a:t>Discussion 1</a:t>
            </a:r>
            <a:endParaRPr sz="2000" b="1">
              <a:solidFill>
                <a:schemeClr val="dk1"/>
              </a:solidFill>
              <a:latin typeface="DM Sans"/>
              <a:ea typeface="DM Sans"/>
              <a:cs typeface="DM Sans"/>
              <a:sym typeface="DM Sans"/>
            </a:endParaRPr>
          </a:p>
        </p:txBody>
      </p:sp>
      <p:sp>
        <p:nvSpPr>
          <p:cNvPr id="602" name="Google Shape;602;p45"/>
          <p:cNvSpPr txBox="1"/>
          <p:nvPr/>
        </p:nvSpPr>
        <p:spPr>
          <a:xfrm>
            <a:off x="5695975" y="1697724"/>
            <a:ext cx="2658600" cy="1179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 and the smallest one in the Solar System—it’s only a bit larger than the Moon</a:t>
            </a:r>
            <a:endParaRPr>
              <a:solidFill>
                <a:schemeClr val="dk1"/>
              </a:solidFill>
              <a:latin typeface="Lato"/>
              <a:ea typeface="Lato"/>
              <a:cs typeface="Lato"/>
              <a:sym typeface="Lato"/>
            </a:endParaRPr>
          </a:p>
        </p:txBody>
      </p:sp>
      <p:sp>
        <p:nvSpPr>
          <p:cNvPr id="603" name="Google Shape;603;p45"/>
          <p:cNvSpPr txBox="1"/>
          <p:nvPr/>
        </p:nvSpPr>
        <p:spPr>
          <a:xfrm>
            <a:off x="5695975" y="2957125"/>
            <a:ext cx="2658600" cy="4551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dk1"/>
                </a:solidFill>
                <a:latin typeface="DM Sans"/>
                <a:ea typeface="DM Sans"/>
                <a:cs typeface="DM Sans"/>
                <a:sym typeface="DM Sans"/>
              </a:rPr>
              <a:t>Discussion 2</a:t>
            </a:r>
            <a:endParaRPr sz="2000" b="1">
              <a:solidFill>
                <a:schemeClr val="dk1"/>
              </a:solidFill>
              <a:latin typeface="DM Sans"/>
              <a:ea typeface="DM Sans"/>
              <a:cs typeface="DM Sans"/>
              <a:sym typeface="DM Sans"/>
            </a:endParaRPr>
          </a:p>
        </p:txBody>
      </p:sp>
      <p:sp>
        <p:nvSpPr>
          <p:cNvPr id="604" name="Google Shape;604;p45"/>
          <p:cNvSpPr txBox="1"/>
          <p:nvPr/>
        </p:nvSpPr>
        <p:spPr>
          <a:xfrm>
            <a:off x="5695975" y="3283600"/>
            <a:ext cx="2658600" cy="1179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has a beautiful name and is the second planet from the Sun. It’s terribly hot—even hotter than Mercury</a:t>
            </a:r>
            <a:endParaRPr>
              <a:solidFill>
                <a:schemeClr val="dk1"/>
              </a:solidFill>
              <a:latin typeface="Lato"/>
              <a:ea typeface="Lato"/>
              <a:cs typeface="Lato"/>
              <a:sym typeface="Lato"/>
            </a:endParaRPr>
          </a:p>
        </p:txBody>
      </p:sp>
      <p:sp>
        <p:nvSpPr>
          <p:cNvPr id="605" name="Google Shape;605;p45"/>
          <p:cNvSpPr txBox="1"/>
          <p:nvPr/>
        </p:nvSpPr>
        <p:spPr>
          <a:xfrm>
            <a:off x="5051400" y="1371325"/>
            <a:ext cx="630600" cy="455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000" b="1">
                <a:solidFill>
                  <a:schemeClr val="lt1"/>
                </a:solidFill>
                <a:latin typeface="DM Sans"/>
                <a:ea typeface="DM Sans"/>
                <a:cs typeface="DM Sans"/>
                <a:sym typeface="DM Sans"/>
              </a:rPr>
              <a:t>1</a:t>
            </a:r>
            <a:endParaRPr sz="2000" b="1">
              <a:solidFill>
                <a:schemeClr val="lt1"/>
              </a:solidFill>
              <a:latin typeface="DM Sans"/>
              <a:ea typeface="DM Sans"/>
              <a:cs typeface="DM Sans"/>
              <a:sym typeface="DM Sans"/>
            </a:endParaRPr>
          </a:p>
        </p:txBody>
      </p:sp>
      <p:sp>
        <p:nvSpPr>
          <p:cNvPr id="606" name="Google Shape;606;p45"/>
          <p:cNvSpPr txBox="1"/>
          <p:nvPr/>
        </p:nvSpPr>
        <p:spPr>
          <a:xfrm>
            <a:off x="5051400" y="2957125"/>
            <a:ext cx="630600" cy="455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DM Sans"/>
                <a:ea typeface="DM Sans"/>
                <a:cs typeface="DM Sans"/>
                <a:sym typeface="DM Sans"/>
              </a:rPr>
              <a:t>2</a:t>
            </a:r>
            <a:endParaRPr sz="2000" b="1">
              <a:solidFill>
                <a:schemeClr val="lt1"/>
              </a:solidFill>
              <a:latin typeface="DM Sans"/>
              <a:ea typeface="DM Sans"/>
              <a:cs typeface="DM Sans"/>
              <a:sym typeface="DM Sans"/>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10"/>
        <p:cNvGrpSpPr/>
        <p:nvPr/>
      </p:nvGrpSpPr>
      <p:grpSpPr>
        <a:xfrm>
          <a:off x="0" y="0"/>
          <a:ext cx="0" cy="0"/>
          <a:chOff x="0" y="0"/>
          <a:chExt cx="0" cy="0"/>
        </a:xfrm>
      </p:grpSpPr>
      <p:sp>
        <p:nvSpPr>
          <p:cNvPr id="611" name="Google Shape;61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Conclusions</a:t>
            </a:r>
            <a:endParaRPr/>
          </a:p>
        </p:txBody>
      </p:sp>
      <p:sp>
        <p:nvSpPr>
          <p:cNvPr id="612" name="Google Shape;612;p46"/>
          <p:cNvSpPr txBox="1">
            <a:spLocks noGrp="1"/>
          </p:cNvSpPr>
          <p:nvPr>
            <p:ph type="subTitle" idx="1"/>
          </p:nvPr>
        </p:nvSpPr>
        <p:spPr>
          <a:xfrm>
            <a:off x="2142250" y="1715325"/>
            <a:ext cx="2409300" cy="9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613" name="Google Shape;613;p46"/>
          <p:cNvSpPr txBox="1">
            <a:spLocks noGrp="1"/>
          </p:cNvSpPr>
          <p:nvPr>
            <p:ph type="subTitle" idx="2"/>
          </p:nvPr>
        </p:nvSpPr>
        <p:spPr>
          <a:xfrm>
            <a:off x="5490197" y="1715325"/>
            <a:ext cx="2409300" cy="9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very beautiful name and is the second planet from the Sun</a:t>
            </a:r>
            <a:endParaRPr/>
          </a:p>
        </p:txBody>
      </p:sp>
      <p:sp>
        <p:nvSpPr>
          <p:cNvPr id="614" name="Google Shape;614;p46"/>
          <p:cNvSpPr txBox="1">
            <a:spLocks noGrp="1"/>
          </p:cNvSpPr>
          <p:nvPr>
            <p:ph type="subTitle" idx="3"/>
          </p:nvPr>
        </p:nvSpPr>
        <p:spPr>
          <a:xfrm>
            <a:off x="2142250" y="3299325"/>
            <a:ext cx="2409300" cy="9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a:t>
            </a:r>
            <a:endParaRPr/>
          </a:p>
        </p:txBody>
      </p:sp>
      <p:sp>
        <p:nvSpPr>
          <p:cNvPr id="615" name="Google Shape;615;p46"/>
          <p:cNvSpPr txBox="1">
            <a:spLocks noGrp="1"/>
          </p:cNvSpPr>
          <p:nvPr>
            <p:ph type="subTitle" idx="4"/>
          </p:nvPr>
        </p:nvSpPr>
        <p:spPr>
          <a:xfrm>
            <a:off x="5490197" y="3299325"/>
            <a:ext cx="2409300" cy="9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fourth-largest planet by diameter in the Solar System</a:t>
            </a:r>
            <a:endParaRPr/>
          </a:p>
        </p:txBody>
      </p:sp>
      <p:sp>
        <p:nvSpPr>
          <p:cNvPr id="616" name="Google Shape;616;p46"/>
          <p:cNvSpPr txBox="1">
            <a:spLocks noGrp="1"/>
          </p:cNvSpPr>
          <p:nvPr>
            <p:ph type="subTitle" idx="5"/>
          </p:nvPr>
        </p:nvSpPr>
        <p:spPr>
          <a:xfrm>
            <a:off x="2142250" y="1485240"/>
            <a:ext cx="2409300" cy="35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617" name="Google Shape;617;p46"/>
          <p:cNvSpPr txBox="1">
            <a:spLocks noGrp="1"/>
          </p:cNvSpPr>
          <p:nvPr>
            <p:ph type="subTitle" idx="6"/>
          </p:nvPr>
        </p:nvSpPr>
        <p:spPr>
          <a:xfrm>
            <a:off x="5490197" y="1485240"/>
            <a:ext cx="2409300" cy="35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618" name="Google Shape;618;p46"/>
          <p:cNvSpPr txBox="1">
            <a:spLocks noGrp="1"/>
          </p:cNvSpPr>
          <p:nvPr>
            <p:ph type="subTitle" idx="7"/>
          </p:nvPr>
        </p:nvSpPr>
        <p:spPr>
          <a:xfrm>
            <a:off x="2142250" y="3033688"/>
            <a:ext cx="2409300" cy="35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619" name="Google Shape;619;p46"/>
          <p:cNvSpPr txBox="1">
            <a:spLocks noGrp="1"/>
          </p:cNvSpPr>
          <p:nvPr>
            <p:ph type="subTitle" idx="8"/>
          </p:nvPr>
        </p:nvSpPr>
        <p:spPr>
          <a:xfrm>
            <a:off x="5490197" y="3033688"/>
            <a:ext cx="2409300" cy="35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grpSp>
        <p:nvGrpSpPr>
          <p:cNvPr id="620" name="Google Shape;620;p46"/>
          <p:cNvGrpSpPr/>
          <p:nvPr/>
        </p:nvGrpSpPr>
        <p:grpSpPr>
          <a:xfrm>
            <a:off x="5048891" y="2903232"/>
            <a:ext cx="303351" cy="378361"/>
            <a:chOff x="5643260" y="3779839"/>
            <a:chExt cx="303351" cy="378361"/>
          </a:xfrm>
        </p:grpSpPr>
        <p:sp>
          <p:nvSpPr>
            <p:cNvPr id="621" name="Google Shape;621;p46"/>
            <p:cNvSpPr/>
            <p:nvPr/>
          </p:nvSpPr>
          <p:spPr>
            <a:xfrm>
              <a:off x="5839610" y="3916622"/>
              <a:ext cx="23165" cy="28680"/>
            </a:xfrm>
            <a:custGeom>
              <a:avLst/>
              <a:gdLst/>
              <a:ahLst/>
              <a:cxnLst/>
              <a:rect l="l" t="t" r="r" b="b"/>
              <a:pathLst>
                <a:path w="9" h="11" extrusionOk="0">
                  <a:moveTo>
                    <a:pt x="4" y="11"/>
                  </a:moveTo>
                  <a:cubicBezTo>
                    <a:pt x="5" y="11"/>
                    <a:pt x="6" y="11"/>
                    <a:pt x="6" y="11"/>
                  </a:cubicBezTo>
                  <a:cubicBezTo>
                    <a:pt x="7" y="11"/>
                    <a:pt x="8" y="11"/>
                    <a:pt x="8" y="10"/>
                  </a:cubicBezTo>
                  <a:cubicBezTo>
                    <a:pt x="9" y="9"/>
                    <a:pt x="9" y="7"/>
                    <a:pt x="8" y="6"/>
                  </a:cubicBezTo>
                  <a:cubicBezTo>
                    <a:pt x="7" y="5"/>
                    <a:pt x="6" y="4"/>
                    <a:pt x="6" y="3"/>
                  </a:cubicBezTo>
                  <a:cubicBezTo>
                    <a:pt x="6" y="3"/>
                    <a:pt x="6" y="3"/>
                    <a:pt x="6" y="3"/>
                  </a:cubicBezTo>
                  <a:cubicBezTo>
                    <a:pt x="5" y="1"/>
                    <a:pt x="4" y="0"/>
                    <a:pt x="2" y="0"/>
                  </a:cubicBezTo>
                  <a:cubicBezTo>
                    <a:pt x="1" y="1"/>
                    <a:pt x="0" y="2"/>
                    <a:pt x="0" y="4"/>
                  </a:cubicBezTo>
                  <a:cubicBezTo>
                    <a:pt x="0" y="4"/>
                    <a:pt x="0" y="4"/>
                    <a:pt x="0" y="4"/>
                  </a:cubicBezTo>
                  <a:cubicBezTo>
                    <a:pt x="1" y="7"/>
                    <a:pt x="2" y="9"/>
                    <a:pt x="4"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622;p46"/>
            <p:cNvSpPr/>
            <p:nvPr/>
          </p:nvSpPr>
          <p:spPr>
            <a:xfrm>
              <a:off x="5643260" y="3779839"/>
              <a:ext cx="303351" cy="378361"/>
            </a:xfrm>
            <a:custGeom>
              <a:avLst/>
              <a:gdLst/>
              <a:ahLst/>
              <a:cxnLst/>
              <a:rect l="l" t="t" r="r" b="b"/>
              <a:pathLst>
                <a:path w="116" h="144" extrusionOk="0">
                  <a:moveTo>
                    <a:pt x="114" y="55"/>
                  </a:moveTo>
                  <a:cubicBezTo>
                    <a:pt x="115" y="53"/>
                    <a:pt x="116" y="50"/>
                    <a:pt x="116" y="48"/>
                  </a:cubicBezTo>
                  <a:cubicBezTo>
                    <a:pt x="116" y="42"/>
                    <a:pt x="113" y="36"/>
                    <a:pt x="108" y="33"/>
                  </a:cubicBezTo>
                  <a:cubicBezTo>
                    <a:pt x="108" y="33"/>
                    <a:pt x="108" y="32"/>
                    <a:pt x="108" y="32"/>
                  </a:cubicBezTo>
                  <a:cubicBezTo>
                    <a:pt x="108" y="25"/>
                    <a:pt x="103" y="19"/>
                    <a:pt x="96" y="18"/>
                  </a:cubicBezTo>
                  <a:cubicBezTo>
                    <a:pt x="95" y="14"/>
                    <a:pt x="91" y="11"/>
                    <a:pt x="86" y="11"/>
                  </a:cubicBezTo>
                  <a:cubicBezTo>
                    <a:pt x="86" y="11"/>
                    <a:pt x="86" y="11"/>
                    <a:pt x="86" y="11"/>
                  </a:cubicBezTo>
                  <a:cubicBezTo>
                    <a:pt x="84" y="7"/>
                    <a:pt x="81" y="5"/>
                    <a:pt x="77" y="5"/>
                  </a:cubicBezTo>
                  <a:cubicBezTo>
                    <a:pt x="76" y="5"/>
                    <a:pt x="76" y="5"/>
                    <a:pt x="75" y="5"/>
                  </a:cubicBezTo>
                  <a:cubicBezTo>
                    <a:pt x="73" y="3"/>
                    <a:pt x="70" y="2"/>
                    <a:pt x="68" y="2"/>
                  </a:cubicBezTo>
                  <a:cubicBezTo>
                    <a:pt x="66" y="2"/>
                    <a:pt x="65" y="3"/>
                    <a:pt x="64" y="3"/>
                  </a:cubicBezTo>
                  <a:cubicBezTo>
                    <a:pt x="62" y="1"/>
                    <a:pt x="59" y="0"/>
                    <a:pt x="57" y="0"/>
                  </a:cubicBezTo>
                  <a:cubicBezTo>
                    <a:pt x="54" y="0"/>
                    <a:pt x="51" y="2"/>
                    <a:pt x="49" y="4"/>
                  </a:cubicBezTo>
                  <a:cubicBezTo>
                    <a:pt x="48" y="4"/>
                    <a:pt x="46" y="3"/>
                    <a:pt x="45" y="3"/>
                  </a:cubicBezTo>
                  <a:cubicBezTo>
                    <a:pt x="41" y="3"/>
                    <a:pt x="38" y="5"/>
                    <a:pt x="36" y="8"/>
                  </a:cubicBezTo>
                  <a:cubicBezTo>
                    <a:pt x="35" y="8"/>
                    <a:pt x="34" y="8"/>
                    <a:pt x="33" y="8"/>
                  </a:cubicBezTo>
                  <a:cubicBezTo>
                    <a:pt x="28" y="8"/>
                    <a:pt x="23" y="12"/>
                    <a:pt x="22" y="17"/>
                  </a:cubicBezTo>
                  <a:cubicBezTo>
                    <a:pt x="17" y="17"/>
                    <a:pt x="13" y="21"/>
                    <a:pt x="13" y="26"/>
                  </a:cubicBezTo>
                  <a:cubicBezTo>
                    <a:pt x="11" y="33"/>
                    <a:pt x="10" y="39"/>
                    <a:pt x="10" y="46"/>
                  </a:cubicBezTo>
                  <a:cubicBezTo>
                    <a:pt x="10" y="61"/>
                    <a:pt x="10" y="61"/>
                    <a:pt x="10" y="61"/>
                  </a:cubicBezTo>
                  <a:cubicBezTo>
                    <a:pt x="0" y="90"/>
                    <a:pt x="0" y="90"/>
                    <a:pt x="0" y="90"/>
                  </a:cubicBezTo>
                  <a:cubicBezTo>
                    <a:pt x="0" y="91"/>
                    <a:pt x="0" y="91"/>
                    <a:pt x="1" y="92"/>
                  </a:cubicBezTo>
                  <a:cubicBezTo>
                    <a:pt x="1" y="93"/>
                    <a:pt x="2" y="93"/>
                    <a:pt x="3" y="93"/>
                  </a:cubicBezTo>
                  <a:cubicBezTo>
                    <a:pt x="13" y="93"/>
                    <a:pt x="13" y="93"/>
                    <a:pt x="13" y="93"/>
                  </a:cubicBezTo>
                  <a:cubicBezTo>
                    <a:pt x="13" y="98"/>
                    <a:pt x="13" y="98"/>
                    <a:pt x="13" y="98"/>
                  </a:cubicBezTo>
                  <a:cubicBezTo>
                    <a:pt x="13" y="101"/>
                    <a:pt x="13" y="103"/>
                    <a:pt x="14" y="105"/>
                  </a:cubicBezTo>
                  <a:cubicBezTo>
                    <a:pt x="11" y="107"/>
                    <a:pt x="9" y="110"/>
                    <a:pt x="9" y="114"/>
                  </a:cubicBezTo>
                  <a:cubicBezTo>
                    <a:pt x="9" y="117"/>
                    <a:pt x="10" y="119"/>
                    <a:pt x="12" y="121"/>
                  </a:cubicBezTo>
                  <a:cubicBezTo>
                    <a:pt x="11" y="123"/>
                    <a:pt x="10" y="125"/>
                    <a:pt x="10" y="127"/>
                  </a:cubicBezTo>
                  <a:cubicBezTo>
                    <a:pt x="10" y="133"/>
                    <a:pt x="15" y="138"/>
                    <a:pt x="20" y="138"/>
                  </a:cubicBezTo>
                  <a:cubicBezTo>
                    <a:pt x="22" y="141"/>
                    <a:pt x="26" y="143"/>
                    <a:pt x="30" y="143"/>
                  </a:cubicBezTo>
                  <a:cubicBezTo>
                    <a:pt x="32" y="143"/>
                    <a:pt x="34" y="143"/>
                    <a:pt x="36" y="141"/>
                  </a:cubicBezTo>
                  <a:cubicBezTo>
                    <a:pt x="37" y="143"/>
                    <a:pt x="40" y="144"/>
                    <a:pt x="42" y="144"/>
                  </a:cubicBezTo>
                  <a:cubicBezTo>
                    <a:pt x="43" y="144"/>
                    <a:pt x="45" y="143"/>
                    <a:pt x="46" y="143"/>
                  </a:cubicBezTo>
                  <a:cubicBezTo>
                    <a:pt x="47" y="143"/>
                    <a:pt x="48" y="143"/>
                    <a:pt x="49" y="143"/>
                  </a:cubicBezTo>
                  <a:cubicBezTo>
                    <a:pt x="58" y="143"/>
                    <a:pt x="65" y="136"/>
                    <a:pt x="65" y="127"/>
                  </a:cubicBezTo>
                  <a:cubicBezTo>
                    <a:pt x="65" y="127"/>
                    <a:pt x="65" y="127"/>
                    <a:pt x="65" y="127"/>
                  </a:cubicBezTo>
                  <a:cubicBezTo>
                    <a:pt x="69" y="126"/>
                    <a:pt x="73" y="122"/>
                    <a:pt x="73" y="117"/>
                  </a:cubicBezTo>
                  <a:cubicBezTo>
                    <a:pt x="73" y="115"/>
                    <a:pt x="72" y="113"/>
                    <a:pt x="71" y="112"/>
                  </a:cubicBezTo>
                  <a:cubicBezTo>
                    <a:pt x="73" y="110"/>
                    <a:pt x="75" y="107"/>
                    <a:pt x="75" y="104"/>
                  </a:cubicBezTo>
                  <a:cubicBezTo>
                    <a:pt x="75" y="99"/>
                    <a:pt x="71" y="95"/>
                    <a:pt x="66" y="94"/>
                  </a:cubicBezTo>
                  <a:cubicBezTo>
                    <a:pt x="64" y="92"/>
                    <a:pt x="61" y="91"/>
                    <a:pt x="58" y="91"/>
                  </a:cubicBezTo>
                  <a:cubicBezTo>
                    <a:pt x="53" y="91"/>
                    <a:pt x="49" y="94"/>
                    <a:pt x="47" y="98"/>
                  </a:cubicBezTo>
                  <a:cubicBezTo>
                    <a:pt x="45" y="97"/>
                    <a:pt x="43" y="96"/>
                    <a:pt x="41" y="95"/>
                  </a:cubicBezTo>
                  <a:cubicBezTo>
                    <a:pt x="38" y="92"/>
                    <a:pt x="38" y="92"/>
                    <a:pt x="38" y="92"/>
                  </a:cubicBezTo>
                  <a:cubicBezTo>
                    <a:pt x="35" y="89"/>
                    <a:pt x="31" y="88"/>
                    <a:pt x="27" y="88"/>
                  </a:cubicBezTo>
                  <a:cubicBezTo>
                    <a:pt x="16" y="88"/>
                    <a:pt x="16" y="88"/>
                    <a:pt x="16" y="88"/>
                  </a:cubicBezTo>
                  <a:cubicBezTo>
                    <a:pt x="16" y="88"/>
                    <a:pt x="16" y="88"/>
                    <a:pt x="16" y="88"/>
                  </a:cubicBezTo>
                  <a:cubicBezTo>
                    <a:pt x="16" y="88"/>
                    <a:pt x="15" y="88"/>
                    <a:pt x="15" y="88"/>
                  </a:cubicBezTo>
                  <a:cubicBezTo>
                    <a:pt x="7" y="88"/>
                    <a:pt x="7" y="88"/>
                    <a:pt x="7" y="88"/>
                  </a:cubicBezTo>
                  <a:cubicBezTo>
                    <a:pt x="16" y="63"/>
                    <a:pt x="16" y="63"/>
                    <a:pt x="16" y="63"/>
                  </a:cubicBezTo>
                  <a:cubicBezTo>
                    <a:pt x="16" y="62"/>
                    <a:pt x="16" y="62"/>
                    <a:pt x="16" y="62"/>
                  </a:cubicBezTo>
                  <a:cubicBezTo>
                    <a:pt x="16" y="46"/>
                    <a:pt x="16" y="46"/>
                    <a:pt x="16" y="46"/>
                  </a:cubicBezTo>
                  <a:cubicBezTo>
                    <a:pt x="16" y="43"/>
                    <a:pt x="16" y="40"/>
                    <a:pt x="17" y="37"/>
                  </a:cubicBezTo>
                  <a:cubicBezTo>
                    <a:pt x="17" y="37"/>
                    <a:pt x="18" y="37"/>
                    <a:pt x="18" y="37"/>
                  </a:cubicBezTo>
                  <a:cubicBezTo>
                    <a:pt x="21" y="38"/>
                    <a:pt x="24" y="38"/>
                    <a:pt x="26" y="37"/>
                  </a:cubicBezTo>
                  <a:cubicBezTo>
                    <a:pt x="27" y="38"/>
                    <a:pt x="28" y="38"/>
                    <a:pt x="29" y="39"/>
                  </a:cubicBezTo>
                  <a:cubicBezTo>
                    <a:pt x="32" y="40"/>
                    <a:pt x="35" y="39"/>
                    <a:pt x="37" y="38"/>
                  </a:cubicBezTo>
                  <a:cubicBezTo>
                    <a:pt x="38" y="39"/>
                    <a:pt x="40" y="40"/>
                    <a:pt x="41" y="41"/>
                  </a:cubicBezTo>
                  <a:cubicBezTo>
                    <a:pt x="43" y="41"/>
                    <a:pt x="44" y="42"/>
                    <a:pt x="46" y="42"/>
                  </a:cubicBezTo>
                  <a:cubicBezTo>
                    <a:pt x="47" y="45"/>
                    <a:pt x="49" y="48"/>
                    <a:pt x="53" y="49"/>
                  </a:cubicBezTo>
                  <a:cubicBezTo>
                    <a:pt x="53" y="49"/>
                    <a:pt x="53" y="49"/>
                    <a:pt x="53" y="49"/>
                  </a:cubicBezTo>
                  <a:cubicBezTo>
                    <a:pt x="53" y="55"/>
                    <a:pt x="56" y="60"/>
                    <a:pt x="62" y="62"/>
                  </a:cubicBezTo>
                  <a:cubicBezTo>
                    <a:pt x="63" y="63"/>
                    <a:pt x="65" y="63"/>
                    <a:pt x="66" y="63"/>
                  </a:cubicBezTo>
                  <a:cubicBezTo>
                    <a:pt x="66" y="63"/>
                    <a:pt x="67" y="63"/>
                    <a:pt x="67" y="63"/>
                  </a:cubicBezTo>
                  <a:cubicBezTo>
                    <a:pt x="67" y="63"/>
                    <a:pt x="67" y="63"/>
                    <a:pt x="67" y="63"/>
                  </a:cubicBezTo>
                  <a:cubicBezTo>
                    <a:pt x="68" y="63"/>
                    <a:pt x="69" y="62"/>
                    <a:pt x="69" y="61"/>
                  </a:cubicBezTo>
                  <a:cubicBezTo>
                    <a:pt x="73" y="53"/>
                    <a:pt x="73" y="53"/>
                    <a:pt x="73" y="53"/>
                  </a:cubicBezTo>
                  <a:cubicBezTo>
                    <a:pt x="74" y="51"/>
                    <a:pt x="76" y="49"/>
                    <a:pt x="79" y="49"/>
                  </a:cubicBezTo>
                  <a:cubicBezTo>
                    <a:pt x="80" y="49"/>
                    <a:pt x="81" y="49"/>
                    <a:pt x="82" y="49"/>
                  </a:cubicBezTo>
                  <a:cubicBezTo>
                    <a:pt x="82" y="50"/>
                    <a:pt x="82" y="50"/>
                    <a:pt x="82" y="50"/>
                  </a:cubicBezTo>
                  <a:cubicBezTo>
                    <a:pt x="85" y="51"/>
                    <a:pt x="87" y="53"/>
                    <a:pt x="87" y="56"/>
                  </a:cubicBezTo>
                  <a:cubicBezTo>
                    <a:pt x="87" y="63"/>
                    <a:pt x="85" y="69"/>
                    <a:pt x="83" y="75"/>
                  </a:cubicBezTo>
                  <a:cubicBezTo>
                    <a:pt x="82" y="78"/>
                    <a:pt x="82" y="78"/>
                    <a:pt x="82" y="78"/>
                  </a:cubicBezTo>
                  <a:cubicBezTo>
                    <a:pt x="81" y="80"/>
                    <a:pt x="79" y="82"/>
                    <a:pt x="76" y="82"/>
                  </a:cubicBezTo>
                  <a:cubicBezTo>
                    <a:pt x="75" y="82"/>
                    <a:pt x="74" y="81"/>
                    <a:pt x="74" y="79"/>
                  </a:cubicBezTo>
                  <a:cubicBezTo>
                    <a:pt x="73" y="78"/>
                    <a:pt x="75" y="77"/>
                    <a:pt x="76" y="77"/>
                  </a:cubicBezTo>
                  <a:cubicBezTo>
                    <a:pt x="77" y="77"/>
                    <a:pt x="77" y="77"/>
                    <a:pt x="77" y="77"/>
                  </a:cubicBezTo>
                  <a:cubicBezTo>
                    <a:pt x="78" y="77"/>
                    <a:pt x="80" y="76"/>
                    <a:pt x="80" y="74"/>
                  </a:cubicBezTo>
                  <a:cubicBezTo>
                    <a:pt x="80" y="73"/>
                    <a:pt x="79" y="71"/>
                    <a:pt x="77" y="71"/>
                  </a:cubicBezTo>
                  <a:cubicBezTo>
                    <a:pt x="76" y="71"/>
                    <a:pt x="76" y="71"/>
                    <a:pt x="76" y="71"/>
                  </a:cubicBezTo>
                  <a:cubicBezTo>
                    <a:pt x="72" y="71"/>
                    <a:pt x="68" y="74"/>
                    <a:pt x="68" y="78"/>
                  </a:cubicBezTo>
                  <a:cubicBezTo>
                    <a:pt x="67" y="83"/>
                    <a:pt x="71" y="87"/>
                    <a:pt x="76" y="87"/>
                  </a:cubicBezTo>
                  <a:cubicBezTo>
                    <a:pt x="81" y="87"/>
                    <a:pt x="85" y="85"/>
                    <a:pt x="87" y="80"/>
                  </a:cubicBezTo>
                  <a:cubicBezTo>
                    <a:pt x="88" y="77"/>
                    <a:pt x="88" y="77"/>
                    <a:pt x="88" y="77"/>
                  </a:cubicBezTo>
                  <a:cubicBezTo>
                    <a:pt x="91" y="70"/>
                    <a:pt x="92" y="63"/>
                    <a:pt x="92" y="56"/>
                  </a:cubicBezTo>
                  <a:cubicBezTo>
                    <a:pt x="92" y="51"/>
                    <a:pt x="89" y="46"/>
                    <a:pt x="85" y="44"/>
                  </a:cubicBezTo>
                  <a:cubicBezTo>
                    <a:pt x="84" y="44"/>
                    <a:pt x="84" y="44"/>
                    <a:pt x="84" y="44"/>
                  </a:cubicBezTo>
                  <a:cubicBezTo>
                    <a:pt x="83" y="43"/>
                    <a:pt x="81" y="43"/>
                    <a:pt x="79" y="43"/>
                  </a:cubicBezTo>
                  <a:cubicBezTo>
                    <a:pt x="78" y="39"/>
                    <a:pt x="76" y="36"/>
                    <a:pt x="72" y="34"/>
                  </a:cubicBezTo>
                  <a:cubicBezTo>
                    <a:pt x="72" y="33"/>
                    <a:pt x="72" y="33"/>
                    <a:pt x="72" y="32"/>
                  </a:cubicBezTo>
                  <a:cubicBezTo>
                    <a:pt x="71" y="27"/>
                    <a:pt x="68" y="23"/>
                    <a:pt x="64" y="21"/>
                  </a:cubicBezTo>
                  <a:cubicBezTo>
                    <a:pt x="63" y="20"/>
                    <a:pt x="62" y="20"/>
                    <a:pt x="62" y="20"/>
                  </a:cubicBezTo>
                  <a:cubicBezTo>
                    <a:pt x="61" y="15"/>
                    <a:pt x="58" y="11"/>
                    <a:pt x="53" y="8"/>
                  </a:cubicBezTo>
                  <a:cubicBezTo>
                    <a:pt x="53" y="8"/>
                    <a:pt x="53" y="8"/>
                    <a:pt x="53" y="8"/>
                  </a:cubicBezTo>
                  <a:cubicBezTo>
                    <a:pt x="54" y="7"/>
                    <a:pt x="55" y="6"/>
                    <a:pt x="57" y="6"/>
                  </a:cubicBezTo>
                  <a:cubicBezTo>
                    <a:pt x="58" y="6"/>
                    <a:pt x="60" y="7"/>
                    <a:pt x="60" y="8"/>
                  </a:cubicBezTo>
                  <a:cubicBezTo>
                    <a:pt x="61" y="9"/>
                    <a:pt x="61" y="9"/>
                    <a:pt x="61" y="9"/>
                  </a:cubicBezTo>
                  <a:cubicBezTo>
                    <a:pt x="63" y="10"/>
                    <a:pt x="64" y="10"/>
                    <a:pt x="65" y="9"/>
                  </a:cubicBezTo>
                  <a:cubicBezTo>
                    <a:pt x="66" y="9"/>
                    <a:pt x="67" y="8"/>
                    <a:pt x="68" y="8"/>
                  </a:cubicBezTo>
                  <a:cubicBezTo>
                    <a:pt x="69" y="8"/>
                    <a:pt x="71" y="9"/>
                    <a:pt x="71" y="10"/>
                  </a:cubicBezTo>
                  <a:cubicBezTo>
                    <a:pt x="72" y="11"/>
                    <a:pt x="74" y="12"/>
                    <a:pt x="75" y="11"/>
                  </a:cubicBezTo>
                  <a:cubicBezTo>
                    <a:pt x="76" y="11"/>
                    <a:pt x="76" y="11"/>
                    <a:pt x="77" y="11"/>
                  </a:cubicBezTo>
                  <a:cubicBezTo>
                    <a:pt x="79" y="11"/>
                    <a:pt x="81" y="12"/>
                    <a:pt x="81" y="14"/>
                  </a:cubicBezTo>
                  <a:cubicBezTo>
                    <a:pt x="82" y="15"/>
                    <a:pt x="83" y="16"/>
                    <a:pt x="84" y="17"/>
                  </a:cubicBezTo>
                  <a:cubicBezTo>
                    <a:pt x="84" y="17"/>
                    <a:pt x="85" y="17"/>
                    <a:pt x="85" y="17"/>
                  </a:cubicBezTo>
                  <a:cubicBezTo>
                    <a:pt x="85" y="16"/>
                    <a:pt x="86" y="16"/>
                    <a:pt x="86" y="16"/>
                  </a:cubicBezTo>
                  <a:cubicBezTo>
                    <a:pt x="89" y="16"/>
                    <a:pt x="91" y="18"/>
                    <a:pt x="91" y="21"/>
                  </a:cubicBezTo>
                  <a:cubicBezTo>
                    <a:pt x="91" y="21"/>
                    <a:pt x="91" y="21"/>
                    <a:pt x="91" y="21"/>
                  </a:cubicBezTo>
                  <a:cubicBezTo>
                    <a:pt x="91" y="21"/>
                    <a:pt x="91" y="21"/>
                    <a:pt x="91" y="22"/>
                  </a:cubicBezTo>
                  <a:cubicBezTo>
                    <a:pt x="91" y="23"/>
                    <a:pt x="92" y="23"/>
                    <a:pt x="94" y="23"/>
                  </a:cubicBezTo>
                  <a:cubicBezTo>
                    <a:pt x="94" y="23"/>
                    <a:pt x="94" y="23"/>
                    <a:pt x="94" y="23"/>
                  </a:cubicBezTo>
                  <a:cubicBezTo>
                    <a:pt x="99" y="23"/>
                    <a:pt x="103" y="27"/>
                    <a:pt x="103" y="32"/>
                  </a:cubicBezTo>
                  <a:cubicBezTo>
                    <a:pt x="103" y="33"/>
                    <a:pt x="103" y="34"/>
                    <a:pt x="102" y="34"/>
                  </a:cubicBezTo>
                  <a:cubicBezTo>
                    <a:pt x="102" y="36"/>
                    <a:pt x="103" y="37"/>
                    <a:pt x="104" y="38"/>
                  </a:cubicBezTo>
                  <a:cubicBezTo>
                    <a:pt x="108" y="39"/>
                    <a:pt x="111" y="43"/>
                    <a:pt x="111" y="48"/>
                  </a:cubicBezTo>
                  <a:cubicBezTo>
                    <a:pt x="111" y="50"/>
                    <a:pt x="110" y="52"/>
                    <a:pt x="109" y="54"/>
                  </a:cubicBezTo>
                  <a:cubicBezTo>
                    <a:pt x="108" y="55"/>
                    <a:pt x="108" y="56"/>
                    <a:pt x="109" y="57"/>
                  </a:cubicBezTo>
                  <a:cubicBezTo>
                    <a:pt x="110" y="59"/>
                    <a:pt x="111" y="61"/>
                    <a:pt x="111" y="63"/>
                  </a:cubicBezTo>
                  <a:cubicBezTo>
                    <a:pt x="111" y="65"/>
                    <a:pt x="111" y="66"/>
                    <a:pt x="110" y="68"/>
                  </a:cubicBezTo>
                  <a:cubicBezTo>
                    <a:pt x="110" y="68"/>
                    <a:pt x="110" y="69"/>
                    <a:pt x="110" y="70"/>
                  </a:cubicBezTo>
                  <a:cubicBezTo>
                    <a:pt x="111" y="71"/>
                    <a:pt x="111" y="73"/>
                    <a:pt x="111" y="74"/>
                  </a:cubicBezTo>
                  <a:cubicBezTo>
                    <a:pt x="111" y="80"/>
                    <a:pt x="106" y="85"/>
                    <a:pt x="100" y="85"/>
                  </a:cubicBezTo>
                  <a:cubicBezTo>
                    <a:pt x="99" y="85"/>
                    <a:pt x="98" y="86"/>
                    <a:pt x="97" y="87"/>
                  </a:cubicBezTo>
                  <a:cubicBezTo>
                    <a:pt x="97" y="89"/>
                    <a:pt x="98" y="91"/>
                    <a:pt x="100" y="91"/>
                  </a:cubicBezTo>
                  <a:cubicBezTo>
                    <a:pt x="100" y="91"/>
                    <a:pt x="101" y="91"/>
                    <a:pt x="101" y="90"/>
                  </a:cubicBezTo>
                  <a:cubicBezTo>
                    <a:pt x="101" y="141"/>
                    <a:pt x="101" y="141"/>
                    <a:pt x="101" y="141"/>
                  </a:cubicBezTo>
                  <a:cubicBezTo>
                    <a:pt x="101" y="142"/>
                    <a:pt x="102" y="144"/>
                    <a:pt x="104" y="144"/>
                  </a:cubicBezTo>
                  <a:cubicBezTo>
                    <a:pt x="105" y="144"/>
                    <a:pt x="106" y="143"/>
                    <a:pt x="106" y="141"/>
                  </a:cubicBezTo>
                  <a:cubicBezTo>
                    <a:pt x="106" y="89"/>
                    <a:pt x="106" y="89"/>
                    <a:pt x="106" y="89"/>
                  </a:cubicBezTo>
                  <a:cubicBezTo>
                    <a:pt x="112" y="86"/>
                    <a:pt x="116" y="81"/>
                    <a:pt x="116" y="74"/>
                  </a:cubicBezTo>
                  <a:cubicBezTo>
                    <a:pt x="116" y="72"/>
                    <a:pt x="116" y="70"/>
                    <a:pt x="115" y="69"/>
                  </a:cubicBezTo>
                  <a:cubicBezTo>
                    <a:pt x="116" y="67"/>
                    <a:pt x="116" y="65"/>
                    <a:pt x="116" y="63"/>
                  </a:cubicBezTo>
                  <a:cubicBezTo>
                    <a:pt x="116" y="61"/>
                    <a:pt x="115" y="58"/>
                    <a:pt x="114" y="55"/>
                  </a:cubicBezTo>
                  <a:close/>
                  <a:moveTo>
                    <a:pt x="27" y="93"/>
                  </a:moveTo>
                  <a:cubicBezTo>
                    <a:pt x="30" y="93"/>
                    <a:pt x="32" y="94"/>
                    <a:pt x="34" y="96"/>
                  </a:cubicBezTo>
                  <a:cubicBezTo>
                    <a:pt x="38" y="99"/>
                    <a:pt x="38" y="99"/>
                    <a:pt x="38" y="99"/>
                  </a:cubicBezTo>
                  <a:cubicBezTo>
                    <a:pt x="41" y="102"/>
                    <a:pt x="45" y="103"/>
                    <a:pt x="49" y="103"/>
                  </a:cubicBezTo>
                  <a:cubicBezTo>
                    <a:pt x="49" y="103"/>
                    <a:pt x="49" y="103"/>
                    <a:pt x="49" y="103"/>
                  </a:cubicBezTo>
                  <a:cubicBezTo>
                    <a:pt x="50" y="103"/>
                    <a:pt x="51" y="103"/>
                    <a:pt x="51" y="101"/>
                  </a:cubicBezTo>
                  <a:cubicBezTo>
                    <a:pt x="52" y="99"/>
                    <a:pt x="55" y="96"/>
                    <a:pt x="58" y="96"/>
                  </a:cubicBezTo>
                  <a:cubicBezTo>
                    <a:pt x="60" y="96"/>
                    <a:pt x="62" y="97"/>
                    <a:pt x="63" y="99"/>
                  </a:cubicBezTo>
                  <a:cubicBezTo>
                    <a:pt x="63" y="99"/>
                    <a:pt x="64" y="100"/>
                    <a:pt x="65" y="100"/>
                  </a:cubicBezTo>
                  <a:cubicBezTo>
                    <a:pt x="67" y="100"/>
                    <a:pt x="69" y="102"/>
                    <a:pt x="69" y="104"/>
                  </a:cubicBezTo>
                  <a:cubicBezTo>
                    <a:pt x="69" y="106"/>
                    <a:pt x="68" y="108"/>
                    <a:pt x="66" y="108"/>
                  </a:cubicBezTo>
                  <a:cubicBezTo>
                    <a:pt x="65" y="109"/>
                    <a:pt x="64" y="110"/>
                    <a:pt x="64" y="111"/>
                  </a:cubicBezTo>
                  <a:cubicBezTo>
                    <a:pt x="64" y="112"/>
                    <a:pt x="65" y="113"/>
                    <a:pt x="65" y="113"/>
                  </a:cubicBezTo>
                  <a:cubicBezTo>
                    <a:pt x="67" y="114"/>
                    <a:pt x="67" y="116"/>
                    <a:pt x="67" y="117"/>
                  </a:cubicBezTo>
                  <a:cubicBezTo>
                    <a:pt x="67" y="120"/>
                    <a:pt x="65" y="122"/>
                    <a:pt x="63" y="122"/>
                  </a:cubicBezTo>
                  <a:cubicBezTo>
                    <a:pt x="63" y="122"/>
                    <a:pt x="62" y="122"/>
                    <a:pt x="62" y="122"/>
                  </a:cubicBezTo>
                  <a:cubicBezTo>
                    <a:pt x="61" y="121"/>
                    <a:pt x="60" y="122"/>
                    <a:pt x="60" y="122"/>
                  </a:cubicBezTo>
                  <a:cubicBezTo>
                    <a:pt x="59" y="123"/>
                    <a:pt x="59" y="124"/>
                    <a:pt x="59" y="125"/>
                  </a:cubicBezTo>
                  <a:cubicBezTo>
                    <a:pt x="59" y="126"/>
                    <a:pt x="59" y="126"/>
                    <a:pt x="59" y="127"/>
                  </a:cubicBezTo>
                  <a:cubicBezTo>
                    <a:pt x="59" y="133"/>
                    <a:pt x="54" y="138"/>
                    <a:pt x="49" y="138"/>
                  </a:cubicBezTo>
                  <a:cubicBezTo>
                    <a:pt x="48" y="138"/>
                    <a:pt x="47" y="137"/>
                    <a:pt x="46" y="137"/>
                  </a:cubicBezTo>
                  <a:cubicBezTo>
                    <a:pt x="46" y="137"/>
                    <a:pt x="45" y="137"/>
                    <a:pt x="44" y="138"/>
                  </a:cubicBezTo>
                  <a:cubicBezTo>
                    <a:pt x="44" y="138"/>
                    <a:pt x="43" y="138"/>
                    <a:pt x="42" y="138"/>
                  </a:cubicBezTo>
                  <a:cubicBezTo>
                    <a:pt x="41" y="138"/>
                    <a:pt x="39" y="137"/>
                    <a:pt x="38" y="136"/>
                  </a:cubicBezTo>
                  <a:cubicBezTo>
                    <a:pt x="38" y="135"/>
                    <a:pt x="37" y="135"/>
                    <a:pt x="36" y="135"/>
                  </a:cubicBezTo>
                  <a:cubicBezTo>
                    <a:pt x="35" y="135"/>
                    <a:pt x="34" y="135"/>
                    <a:pt x="34" y="136"/>
                  </a:cubicBezTo>
                  <a:cubicBezTo>
                    <a:pt x="33" y="137"/>
                    <a:pt x="31" y="138"/>
                    <a:pt x="30" y="138"/>
                  </a:cubicBezTo>
                  <a:cubicBezTo>
                    <a:pt x="27" y="138"/>
                    <a:pt x="25" y="136"/>
                    <a:pt x="25" y="134"/>
                  </a:cubicBezTo>
                  <a:cubicBezTo>
                    <a:pt x="24" y="133"/>
                    <a:pt x="23" y="132"/>
                    <a:pt x="21" y="132"/>
                  </a:cubicBezTo>
                  <a:cubicBezTo>
                    <a:pt x="21" y="132"/>
                    <a:pt x="21" y="132"/>
                    <a:pt x="21" y="132"/>
                  </a:cubicBezTo>
                  <a:cubicBezTo>
                    <a:pt x="18" y="132"/>
                    <a:pt x="16" y="130"/>
                    <a:pt x="16" y="127"/>
                  </a:cubicBezTo>
                  <a:cubicBezTo>
                    <a:pt x="16" y="125"/>
                    <a:pt x="17" y="124"/>
                    <a:pt x="18" y="123"/>
                  </a:cubicBezTo>
                  <a:cubicBezTo>
                    <a:pt x="19" y="122"/>
                    <a:pt x="19" y="122"/>
                    <a:pt x="20" y="121"/>
                  </a:cubicBezTo>
                  <a:cubicBezTo>
                    <a:pt x="20" y="119"/>
                    <a:pt x="19" y="118"/>
                    <a:pt x="17" y="118"/>
                  </a:cubicBezTo>
                  <a:cubicBezTo>
                    <a:pt x="16" y="117"/>
                    <a:pt x="14" y="116"/>
                    <a:pt x="14" y="114"/>
                  </a:cubicBezTo>
                  <a:cubicBezTo>
                    <a:pt x="14" y="112"/>
                    <a:pt x="16" y="111"/>
                    <a:pt x="17" y="110"/>
                  </a:cubicBezTo>
                  <a:cubicBezTo>
                    <a:pt x="18" y="111"/>
                    <a:pt x="19" y="112"/>
                    <a:pt x="21" y="113"/>
                  </a:cubicBezTo>
                  <a:cubicBezTo>
                    <a:pt x="21" y="113"/>
                    <a:pt x="22" y="113"/>
                    <a:pt x="22" y="113"/>
                  </a:cubicBezTo>
                  <a:cubicBezTo>
                    <a:pt x="23" y="113"/>
                    <a:pt x="24" y="113"/>
                    <a:pt x="24" y="112"/>
                  </a:cubicBezTo>
                  <a:cubicBezTo>
                    <a:pt x="25" y="111"/>
                    <a:pt x="25" y="109"/>
                    <a:pt x="24" y="108"/>
                  </a:cubicBezTo>
                  <a:cubicBezTo>
                    <a:pt x="20" y="106"/>
                    <a:pt x="18" y="102"/>
                    <a:pt x="18" y="98"/>
                  </a:cubicBezTo>
                  <a:cubicBezTo>
                    <a:pt x="18" y="93"/>
                    <a:pt x="18" y="93"/>
                    <a:pt x="18" y="93"/>
                  </a:cubicBezTo>
                  <a:lnTo>
                    <a:pt x="27" y="93"/>
                  </a:lnTo>
                  <a:close/>
                  <a:moveTo>
                    <a:pt x="60" y="47"/>
                  </a:moveTo>
                  <a:cubicBezTo>
                    <a:pt x="60" y="47"/>
                    <a:pt x="60" y="46"/>
                    <a:pt x="59" y="45"/>
                  </a:cubicBezTo>
                  <a:cubicBezTo>
                    <a:pt x="59" y="44"/>
                    <a:pt x="58" y="44"/>
                    <a:pt x="57" y="44"/>
                  </a:cubicBezTo>
                  <a:cubicBezTo>
                    <a:pt x="56" y="44"/>
                    <a:pt x="55" y="44"/>
                    <a:pt x="55" y="43"/>
                  </a:cubicBezTo>
                  <a:cubicBezTo>
                    <a:pt x="52" y="43"/>
                    <a:pt x="51" y="40"/>
                    <a:pt x="51" y="38"/>
                  </a:cubicBezTo>
                  <a:cubicBezTo>
                    <a:pt x="52" y="37"/>
                    <a:pt x="51" y="36"/>
                    <a:pt x="50" y="35"/>
                  </a:cubicBezTo>
                  <a:cubicBezTo>
                    <a:pt x="49" y="35"/>
                    <a:pt x="48" y="35"/>
                    <a:pt x="47" y="35"/>
                  </a:cubicBezTo>
                  <a:cubicBezTo>
                    <a:pt x="46" y="36"/>
                    <a:pt x="45" y="36"/>
                    <a:pt x="43" y="35"/>
                  </a:cubicBezTo>
                  <a:cubicBezTo>
                    <a:pt x="42" y="35"/>
                    <a:pt x="41" y="34"/>
                    <a:pt x="41" y="33"/>
                  </a:cubicBezTo>
                  <a:cubicBezTo>
                    <a:pt x="40" y="32"/>
                    <a:pt x="40" y="31"/>
                    <a:pt x="39" y="31"/>
                  </a:cubicBezTo>
                  <a:cubicBezTo>
                    <a:pt x="38" y="31"/>
                    <a:pt x="37" y="31"/>
                    <a:pt x="36" y="32"/>
                  </a:cubicBezTo>
                  <a:cubicBezTo>
                    <a:pt x="35" y="33"/>
                    <a:pt x="33" y="34"/>
                    <a:pt x="31" y="33"/>
                  </a:cubicBezTo>
                  <a:cubicBezTo>
                    <a:pt x="30" y="33"/>
                    <a:pt x="29" y="32"/>
                    <a:pt x="29" y="31"/>
                  </a:cubicBezTo>
                  <a:cubicBezTo>
                    <a:pt x="28" y="30"/>
                    <a:pt x="26" y="30"/>
                    <a:pt x="25" y="31"/>
                  </a:cubicBezTo>
                  <a:cubicBezTo>
                    <a:pt x="24" y="32"/>
                    <a:pt x="22" y="32"/>
                    <a:pt x="20" y="32"/>
                  </a:cubicBezTo>
                  <a:cubicBezTo>
                    <a:pt x="20" y="31"/>
                    <a:pt x="19" y="31"/>
                    <a:pt x="19" y="31"/>
                  </a:cubicBezTo>
                  <a:cubicBezTo>
                    <a:pt x="18" y="31"/>
                    <a:pt x="18" y="30"/>
                    <a:pt x="18" y="30"/>
                  </a:cubicBezTo>
                  <a:cubicBezTo>
                    <a:pt x="18" y="29"/>
                    <a:pt x="18" y="28"/>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4"/>
                    <a:pt x="20" y="22"/>
                    <a:pt x="23" y="22"/>
                  </a:cubicBezTo>
                  <a:cubicBezTo>
                    <a:pt x="23" y="22"/>
                    <a:pt x="23" y="23"/>
                    <a:pt x="24" y="23"/>
                  </a:cubicBezTo>
                  <a:cubicBezTo>
                    <a:pt x="24" y="23"/>
                    <a:pt x="25" y="23"/>
                    <a:pt x="26" y="22"/>
                  </a:cubicBezTo>
                  <a:cubicBezTo>
                    <a:pt x="27" y="22"/>
                    <a:pt x="27" y="21"/>
                    <a:pt x="27" y="20"/>
                  </a:cubicBezTo>
                  <a:cubicBezTo>
                    <a:pt x="27" y="20"/>
                    <a:pt x="27" y="20"/>
                    <a:pt x="27" y="20"/>
                  </a:cubicBezTo>
                  <a:cubicBezTo>
                    <a:pt x="27" y="16"/>
                    <a:pt x="30" y="14"/>
                    <a:pt x="33" y="14"/>
                  </a:cubicBezTo>
                  <a:cubicBezTo>
                    <a:pt x="34" y="14"/>
                    <a:pt x="35" y="14"/>
                    <a:pt x="36" y="14"/>
                  </a:cubicBezTo>
                  <a:cubicBezTo>
                    <a:pt x="37" y="15"/>
                    <a:pt x="38" y="15"/>
                    <a:pt x="39" y="15"/>
                  </a:cubicBezTo>
                  <a:cubicBezTo>
                    <a:pt x="39" y="15"/>
                    <a:pt x="39" y="15"/>
                    <a:pt x="39" y="15"/>
                  </a:cubicBezTo>
                  <a:cubicBezTo>
                    <a:pt x="41" y="18"/>
                    <a:pt x="43" y="20"/>
                    <a:pt x="46" y="22"/>
                  </a:cubicBezTo>
                  <a:cubicBezTo>
                    <a:pt x="47" y="22"/>
                    <a:pt x="47" y="23"/>
                    <a:pt x="48" y="23"/>
                  </a:cubicBezTo>
                  <a:cubicBezTo>
                    <a:pt x="49" y="28"/>
                    <a:pt x="52" y="32"/>
                    <a:pt x="56" y="35"/>
                  </a:cubicBezTo>
                  <a:cubicBezTo>
                    <a:pt x="56" y="35"/>
                    <a:pt x="56" y="35"/>
                    <a:pt x="56" y="35"/>
                  </a:cubicBezTo>
                  <a:cubicBezTo>
                    <a:pt x="57" y="40"/>
                    <a:pt x="60" y="45"/>
                    <a:pt x="64" y="47"/>
                  </a:cubicBezTo>
                  <a:cubicBezTo>
                    <a:pt x="65" y="48"/>
                    <a:pt x="67" y="49"/>
                    <a:pt x="68" y="49"/>
                  </a:cubicBezTo>
                  <a:cubicBezTo>
                    <a:pt x="68" y="49"/>
                    <a:pt x="68" y="50"/>
                    <a:pt x="68" y="50"/>
                  </a:cubicBezTo>
                  <a:cubicBezTo>
                    <a:pt x="68" y="50"/>
                    <a:pt x="68" y="50"/>
                    <a:pt x="68" y="50"/>
                  </a:cubicBezTo>
                  <a:cubicBezTo>
                    <a:pt x="65" y="57"/>
                    <a:pt x="65" y="57"/>
                    <a:pt x="65" y="57"/>
                  </a:cubicBezTo>
                  <a:cubicBezTo>
                    <a:pt x="65" y="57"/>
                    <a:pt x="64" y="57"/>
                    <a:pt x="64" y="57"/>
                  </a:cubicBezTo>
                  <a:cubicBezTo>
                    <a:pt x="60" y="55"/>
                    <a:pt x="58" y="51"/>
                    <a:pt x="60" y="47"/>
                  </a:cubicBezTo>
                  <a:close/>
                  <a:moveTo>
                    <a:pt x="67" y="42"/>
                  </a:moveTo>
                  <a:cubicBezTo>
                    <a:pt x="65" y="41"/>
                    <a:pt x="63" y="39"/>
                    <a:pt x="62" y="37"/>
                  </a:cubicBezTo>
                  <a:cubicBezTo>
                    <a:pt x="62" y="37"/>
                    <a:pt x="63" y="37"/>
                    <a:pt x="63" y="37"/>
                  </a:cubicBezTo>
                  <a:cubicBezTo>
                    <a:pt x="63" y="37"/>
                    <a:pt x="64" y="37"/>
                    <a:pt x="64" y="37"/>
                  </a:cubicBezTo>
                  <a:cubicBezTo>
                    <a:pt x="65" y="37"/>
                    <a:pt x="65" y="37"/>
                    <a:pt x="65" y="37"/>
                  </a:cubicBezTo>
                  <a:cubicBezTo>
                    <a:pt x="66" y="37"/>
                    <a:pt x="68" y="37"/>
                    <a:pt x="69" y="38"/>
                  </a:cubicBezTo>
                  <a:cubicBezTo>
                    <a:pt x="71" y="40"/>
                    <a:pt x="73" y="42"/>
                    <a:pt x="74" y="44"/>
                  </a:cubicBezTo>
                  <a:cubicBezTo>
                    <a:pt x="71" y="44"/>
                    <a:pt x="69" y="44"/>
                    <a:pt x="67" y="42"/>
                  </a:cubicBezTo>
                  <a:close/>
                  <a:moveTo>
                    <a:pt x="66" y="31"/>
                  </a:moveTo>
                  <a:cubicBezTo>
                    <a:pt x="66" y="31"/>
                    <a:pt x="65" y="31"/>
                    <a:pt x="65" y="31"/>
                  </a:cubicBezTo>
                  <a:cubicBezTo>
                    <a:pt x="64" y="31"/>
                    <a:pt x="64" y="31"/>
                    <a:pt x="63" y="31"/>
                  </a:cubicBezTo>
                  <a:cubicBezTo>
                    <a:pt x="62" y="31"/>
                    <a:pt x="60" y="30"/>
                    <a:pt x="59" y="30"/>
                  </a:cubicBezTo>
                  <a:cubicBezTo>
                    <a:pt x="57" y="29"/>
                    <a:pt x="55" y="27"/>
                    <a:pt x="54" y="24"/>
                  </a:cubicBezTo>
                  <a:cubicBezTo>
                    <a:pt x="57" y="24"/>
                    <a:pt x="59" y="24"/>
                    <a:pt x="61" y="26"/>
                  </a:cubicBezTo>
                  <a:cubicBezTo>
                    <a:pt x="64" y="27"/>
                    <a:pt x="65" y="29"/>
                    <a:pt x="66" y="31"/>
                  </a:cubicBezTo>
                  <a:close/>
                  <a:moveTo>
                    <a:pt x="56" y="18"/>
                  </a:moveTo>
                  <a:cubicBezTo>
                    <a:pt x="54" y="19"/>
                    <a:pt x="51" y="18"/>
                    <a:pt x="49" y="17"/>
                  </a:cubicBezTo>
                  <a:cubicBezTo>
                    <a:pt x="47" y="16"/>
                    <a:pt x="45" y="14"/>
                    <a:pt x="44" y="12"/>
                  </a:cubicBezTo>
                  <a:cubicBezTo>
                    <a:pt x="46" y="11"/>
                    <a:pt x="49" y="12"/>
                    <a:pt x="51" y="13"/>
                  </a:cubicBezTo>
                  <a:cubicBezTo>
                    <a:pt x="53" y="14"/>
                    <a:pt x="55" y="16"/>
                    <a:pt x="56"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623;p46"/>
            <p:cNvSpPr/>
            <p:nvPr/>
          </p:nvSpPr>
          <p:spPr>
            <a:xfrm>
              <a:off x="5870497" y="4000457"/>
              <a:ext cx="16547" cy="15443"/>
            </a:xfrm>
            <a:custGeom>
              <a:avLst/>
              <a:gdLst/>
              <a:ahLst/>
              <a:cxnLst/>
              <a:rect l="l" t="t" r="r" b="b"/>
              <a:pathLst>
                <a:path w="6" h="6" extrusionOk="0">
                  <a:moveTo>
                    <a:pt x="3" y="0"/>
                  </a:moveTo>
                  <a:cubicBezTo>
                    <a:pt x="2" y="0"/>
                    <a:pt x="1" y="1"/>
                    <a:pt x="1" y="1"/>
                  </a:cubicBezTo>
                  <a:cubicBezTo>
                    <a:pt x="0" y="2"/>
                    <a:pt x="0" y="3"/>
                    <a:pt x="0" y="3"/>
                  </a:cubicBezTo>
                  <a:cubicBezTo>
                    <a:pt x="0" y="4"/>
                    <a:pt x="0" y="5"/>
                    <a:pt x="1" y="5"/>
                  </a:cubicBezTo>
                  <a:cubicBezTo>
                    <a:pt x="1" y="6"/>
                    <a:pt x="2" y="6"/>
                    <a:pt x="3" y="6"/>
                  </a:cubicBezTo>
                  <a:cubicBezTo>
                    <a:pt x="4" y="6"/>
                    <a:pt x="4" y="6"/>
                    <a:pt x="5" y="5"/>
                  </a:cubicBezTo>
                  <a:cubicBezTo>
                    <a:pt x="5" y="5"/>
                    <a:pt x="6" y="4"/>
                    <a:pt x="6" y="3"/>
                  </a:cubicBezTo>
                  <a:cubicBezTo>
                    <a:pt x="6" y="3"/>
                    <a:pt x="5" y="2"/>
                    <a:pt x="5" y="1"/>
                  </a:cubicBezTo>
                  <a:cubicBezTo>
                    <a:pt x="4"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24" name="Google Shape;624;p46"/>
          <p:cNvGrpSpPr/>
          <p:nvPr/>
        </p:nvGrpSpPr>
        <p:grpSpPr>
          <a:xfrm>
            <a:off x="5012489" y="1354785"/>
            <a:ext cx="376155" cy="378361"/>
            <a:chOff x="6455136" y="2584086"/>
            <a:chExt cx="376155" cy="378361"/>
          </a:xfrm>
        </p:grpSpPr>
        <p:sp>
          <p:nvSpPr>
            <p:cNvPr id="625" name="Google Shape;625;p46"/>
            <p:cNvSpPr/>
            <p:nvPr/>
          </p:nvSpPr>
          <p:spPr>
            <a:xfrm>
              <a:off x="6455136" y="2584086"/>
              <a:ext cx="376155" cy="378361"/>
            </a:xfrm>
            <a:custGeom>
              <a:avLst/>
              <a:gdLst/>
              <a:ahLst/>
              <a:cxnLst/>
              <a:rect l="l" t="t" r="r" b="b"/>
              <a:pathLst>
                <a:path w="144" h="144" extrusionOk="0">
                  <a:moveTo>
                    <a:pt x="129" y="107"/>
                  </a:moveTo>
                  <a:cubicBezTo>
                    <a:pt x="129" y="46"/>
                    <a:pt x="129" y="46"/>
                    <a:pt x="129" y="46"/>
                  </a:cubicBezTo>
                  <a:cubicBezTo>
                    <a:pt x="129" y="45"/>
                    <a:pt x="128" y="44"/>
                    <a:pt x="128" y="44"/>
                  </a:cubicBezTo>
                  <a:cubicBezTo>
                    <a:pt x="121" y="39"/>
                    <a:pt x="121" y="39"/>
                    <a:pt x="121" y="39"/>
                  </a:cubicBezTo>
                  <a:cubicBezTo>
                    <a:pt x="126" y="35"/>
                    <a:pt x="126" y="35"/>
                    <a:pt x="126" y="35"/>
                  </a:cubicBezTo>
                  <a:cubicBezTo>
                    <a:pt x="127" y="35"/>
                    <a:pt x="127" y="34"/>
                    <a:pt x="127" y="33"/>
                  </a:cubicBezTo>
                  <a:cubicBezTo>
                    <a:pt x="127" y="32"/>
                    <a:pt x="127" y="31"/>
                    <a:pt x="126" y="31"/>
                  </a:cubicBezTo>
                  <a:cubicBezTo>
                    <a:pt x="121" y="27"/>
                    <a:pt x="121" y="27"/>
                    <a:pt x="121" y="27"/>
                  </a:cubicBezTo>
                  <a:cubicBezTo>
                    <a:pt x="121" y="25"/>
                    <a:pt x="121" y="25"/>
                    <a:pt x="121" y="25"/>
                  </a:cubicBezTo>
                  <a:cubicBezTo>
                    <a:pt x="126" y="25"/>
                    <a:pt x="126" y="25"/>
                    <a:pt x="126" y="25"/>
                  </a:cubicBezTo>
                  <a:cubicBezTo>
                    <a:pt x="128" y="25"/>
                    <a:pt x="129" y="24"/>
                    <a:pt x="129" y="22"/>
                  </a:cubicBezTo>
                  <a:cubicBezTo>
                    <a:pt x="129" y="17"/>
                    <a:pt x="129" y="17"/>
                    <a:pt x="129" y="17"/>
                  </a:cubicBezTo>
                  <a:cubicBezTo>
                    <a:pt x="129" y="8"/>
                    <a:pt x="121" y="0"/>
                    <a:pt x="112" y="0"/>
                  </a:cubicBezTo>
                  <a:cubicBezTo>
                    <a:pt x="17" y="0"/>
                    <a:pt x="17" y="0"/>
                    <a:pt x="17" y="0"/>
                  </a:cubicBezTo>
                  <a:cubicBezTo>
                    <a:pt x="17" y="0"/>
                    <a:pt x="17" y="0"/>
                    <a:pt x="17" y="0"/>
                  </a:cubicBezTo>
                  <a:cubicBezTo>
                    <a:pt x="17" y="0"/>
                    <a:pt x="17" y="0"/>
                    <a:pt x="16" y="0"/>
                  </a:cubicBezTo>
                  <a:cubicBezTo>
                    <a:pt x="12" y="0"/>
                    <a:pt x="8" y="3"/>
                    <a:pt x="5" y="6"/>
                  </a:cubicBezTo>
                  <a:cubicBezTo>
                    <a:pt x="2" y="10"/>
                    <a:pt x="0" y="15"/>
                    <a:pt x="0" y="20"/>
                  </a:cubicBezTo>
                  <a:cubicBezTo>
                    <a:pt x="0" y="30"/>
                    <a:pt x="7" y="37"/>
                    <a:pt x="14" y="37"/>
                  </a:cubicBezTo>
                  <a:cubicBezTo>
                    <a:pt x="30" y="37"/>
                    <a:pt x="30" y="37"/>
                    <a:pt x="30" y="37"/>
                  </a:cubicBezTo>
                  <a:cubicBezTo>
                    <a:pt x="30" y="82"/>
                    <a:pt x="30" y="82"/>
                    <a:pt x="30" y="82"/>
                  </a:cubicBezTo>
                  <a:cubicBezTo>
                    <a:pt x="30" y="83"/>
                    <a:pt x="30" y="84"/>
                    <a:pt x="31" y="84"/>
                  </a:cubicBezTo>
                  <a:cubicBezTo>
                    <a:pt x="36" y="88"/>
                    <a:pt x="36" y="88"/>
                    <a:pt x="36" y="88"/>
                  </a:cubicBezTo>
                  <a:cubicBezTo>
                    <a:pt x="31" y="93"/>
                    <a:pt x="31" y="93"/>
                    <a:pt x="31" y="93"/>
                  </a:cubicBezTo>
                  <a:cubicBezTo>
                    <a:pt x="30" y="93"/>
                    <a:pt x="30" y="94"/>
                    <a:pt x="30" y="95"/>
                  </a:cubicBezTo>
                  <a:cubicBezTo>
                    <a:pt x="30" y="119"/>
                    <a:pt x="30" y="119"/>
                    <a:pt x="30" y="119"/>
                  </a:cubicBezTo>
                  <a:cubicBezTo>
                    <a:pt x="30" y="119"/>
                    <a:pt x="30" y="119"/>
                    <a:pt x="30" y="120"/>
                  </a:cubicBezTo>
                  <a:cubicBezTo>
                    <a:pt x="30" y="120"/>
                    <a:pt x="30" y="120"/>
                    <a:pt x="30" y="120"/>
                  </a:cubicBezTo>
                  <a:cubicBezTo>
                    <a:pt x="30" y="127"/>
                    <a:pt x="31" y="133"/>
                    <a:pt x="35" y="137"/>
                  </a:cubicBezTo>
                  <a:cubicBezTo>
                    <a:pt x="38" y="141"/>
                    <a:pt x="43" y="144"/>
                    <a:pt x="48" y="144"/>
                  </a:cubicBezTo>
                  <a:cubicBezTo>
                    <a:pt x="125" y="144"/>
                    <a:pt x="125" y="144"/>
                    <a:pt x="125" y="144"/>
                  </a:cubicBezTo>
                  <a:cubicBezTo>
                    <a:pt x="135" y="144"/>
                    <a:pt x="143" y="136"/>
                    <a:pt x="144" y="126"/>
                  </a:cubicBezTo>
                  <a:cubicBezTo>
                    <a:pt x="144" y="117"/>
                    <a:pt x="138" y="109"/>
                    <a:pt x="129" y="107"/>
                  </a:cubicBezTo>
                  <a:close/>
                  <a:moveTo>
                    <a:pt x="23" y="32"/>
                  </a:moveTo>
                  <a:cubicBezTo>
                    <a:pt x="24" y="30"/>
                    <a:pt x="25" y="28"/>
                    <a:pt x="25" y="26"/>
                  </a:cubicBezTo>
                  <a:cubicBezTo>
                    <a:pt x="25" y="20"/>
                    <a:pt x="21" y="16"/>
                    <a:pt x="15" y="15"/>
                  </a:cubicBezTo>
                  <a:cubicBezTo>
                    <a:pt x="13" y="15"/>
                    <a:pt x="12" y="16"/>
                    <a:pt x="12" y="18"/>
                  </a:cubicBezTo>
                  <a:cubicBezTo>
                    <a:pt x="12" y="20"/>
                    <a:pt x="13" y="21"/>
                    <a:pt x="15" y="21"/>
                  </a:cubicBezTo>
                  <a:cubicBezTo>
                    <a:pt x="17" y="21"/>
                    <a:pt x="19" y="23"/>
                    <a:pt x="19" y="26"/>
                  </a:cubicBezTo>
                  <a:cubicBezTo>
                    <a:pt x="19" y="30"/>
                    <a:pt x="17" y="32"/>
                    <a:pt x="14" y="32"/>
                  </a:cubicBezTo>
                  <a:cubicBezTo>
                    <a:pt x="10" y="32"/>
                    <a:pt x="6" y="26"/>
                    <a:pt x="6" y="20"/>
                  </a:cubicBezTo>
                  <a:cubicBezTo>
                    <a:pt x="6" y="12"/>
                    <a:pt x="11" y="6"/>
                    <a:pt x="16" y="6"/>
                  </a:cubicBezTo>
                  <a:cubicBezTo>
                    <a:pt x="20" y="6"/>
                    <a:pt x="24" y="7"/>
                    <a:pt x="26" y="10"/>
                  </a:cubicBezTo>
                  <a:cubicBezTo>
                    <a:pt x="28" y="13"/>
                    <a:pt x="30" y="17"/>
                    <a:pt x="30" y="24"/>
                  </a:cubicBezTo>
                  <a:cubicBezTo>
                    <a:pt x="30" y="32"/>
                    <a:pt x="30" y="32"/>
                    <a:pt x="30" y="32"/>
                  </a:cubicBezTo>
                  <a:lnTo>
                    <a:pt x="23" y="32"/>
                  </a:lnTo>
                  <a:close/>
                  <a:moveTo>
                    <a:pt x="39" y="134"/>
                  </a:moveTo>
                  <a:cubicBezTo>
                    <a:pt x="37" y="131"/>
                    <a:pt x="35" y="126"/>
                    <a:pt x="35" y="120"/>
                  </a:cubicBezTo>
                  <a:cubicBezTo>
                    <a:pt x="35" y="120"/>
                    <a:pt x="35" y="120"/>
                    <a:pt x="35" y="120"/>
                  </a:cubicBezTo>
                  <a:cubicBezTo>
                    <a:pt x="35" y="119"/>
                    <a:pt x="35" y="119"/>
                    <a:pt x="35" y="119"/>
                  </a:cubicBezTo>
                  <a:cubicBezTo>
                    <a:pt x="35" y="96"/>
                    <a:pt x="35" y="96"/>
                    <a:pt x="35" y="96"/>
                  </a:cubicBezTo>
                  <a:cubicBezTo>
                    <a:pt x="43" y="89"/>
                    <a:pt x="43" y="89"/>
                    <a:pt x="43" y="89"/>
                  </a:cubicBezTo>
                  <a:cubicBezTo>
                    <a:pt x="44" y="89"/>
                    <a:pt x="44" y="88"/>
                    <a:pt x="44" y="87"/>
                  </a:cubicBezTo>
                  <a:cubicBezTo>
                    <a:pt x="44" y="86"/>
                    <a:pt x="43" y="85"/>
                    <a:pt x="43" y="85"/>
                  </a:cubicBezTo>
                  <a:cubicBezTo>
                    <a:pt x="35" y="80"/>
                    <a:pt x="35" y="80"/>
                    <a:pt x="35" y="80"/>
                  </a:cubicBezTo>
                  <a:cubicBezTo>
                    <a:pt x="35" y="24"/>
                    <a:pt x="35" y="24"/>
                    <a:pt x="35" y="24"/>
                  </a:cubicBezTo>
                  <a:cubicBezTo>
                    <a:pt x="35" y="16"/>
                    <a:pt x="33" y="10"/>
                    <a:pt x="30" y="6"/>
                  </a:cubicBezTo>
                  <a:cubicBezTo>
                    <a:pt x="112" y="6"/>
                    <a:pt x="112" y="6"/>
                    <a:pt x="112" y="6"/>
                  </a:cubicBezTo>
                  <a:cubicBezTo>
                    <a:pt x="118" y="6"/>
                    <a:pt x="123" y="11"/>
                    <a:pt x="123" y="17"/>
                  </a:cubicBezTo>
                  <a:cubicBezTo>
                    <a:pt x="123" y="20"/>
                    <a:pt x="123" y="20"/>
                    <a:pt x="123" y="20"/>
                  </a:cubicBezTo>
                  <a:cubicBezTo>
                    <a:pt x="118" y="20"/>
                    <a:pt x="118" y="20"/>
                    <a:pt x="118" y="20"/>
                  </a:cubicBezTo>
                  <a:cubicBezTo>
                    <a:pt x="117" y="20"/>
                    <a:pt x="116" y="21"/>
                    <a:pt x="116" y="22"/>
                  </a:cubicBezTo>
                  <a:cubicBezTo>
                    <a:pt x="116" y="28"/>
                    <a:pt x="116" y="28"/>
                    <a:pt x="116" y="28"/>
                  </a:cubicBezTo>
                  <a:cubicBezTo>
                    <a:pt x="116" y="29"/>
                    <a:pt x="116" y="30"/>
                    <a:pt x="117" y="31"/>
                  </a:cubicBezTo>
                  <a:cubicBezTo>
                    <a:pt x="120" y="33"/>
                    <a:pt x="120" y="33"/>
                    <a:pt x="120" y="33"/>
                  </a:cubicBezTo>
                  <a:cubicBezTo>
                    <a:pt x="114" y="36"/>
                    <a:pt x="114" y="36"/>
                    <a:pt x="114" y="36"/>
                  </a:cubicBezTo>
                  <a:cubicBezTo>
                    <a:pt x="113" y="37"/>
                    <a:pt x="113" y="38"/>
                    <a:pt x="113" y="39"/>
                  </a:cubicBezTo>
                  <a:cubicBezTo>
                    <a:pt x="113" y="40"/>
                    <a:pt x="113" y="40"/>
                    <a:pt x="114" y="41"/>
                  </a:cubicBezTo>
                  <a:cubicBezTo>
                    <a:pt x="123" y="48"/>
                    <a:pt x="123" y="48"/>
                    <a:pt x="123" y="48"/>
                  </a:cubicBezTo>
                  <a:cubicBezTo>
                    <a:pt x="123" y="107"/>
                    <a:pt x="123" y="107"/>
                    <a:pt x="123" y="107"/>
                  </a:cubicBezTo>
                  <a:cubicBezTo>
                    <a:pt x="52" y="107"/>
                    <a:pt x="52" y="107"/>
                    <a:pt x="52" y="107"/>
                  </a:cubicBezTo>
                  <a:cubicBezTo>
                    <a:pt x="52" y="107"/>
                    <a:pt x="52" y="107"/>
                    <a:pt x="52" y="107"/>
                  </a:cubicBezTo>
                  <a:cubicBezTo>
                    <a:pt x="51" y="107"/>
                    <a:pt x="51" y="107"/>
                    <a:pt x="51" y="107"/>
                  </a:cubicBezTo>
                  <a:cubicBezTo>
                    <a:pt x="45" y="107"/>
                    <a:pt x="40" y="112"/>
                    <a:pt x="40" y="118"/>
                  </a:cubicBezTo>
                  <a:cubicBezTo>
                    <a:pt x="40" y="124"/>
                    <a:pt x="44" y="129"/>
                    <a:pt x="50" y="129"/>
                  </a:cubicBezTo>
                  <a:cubicBezTo>
                    <a:pt x="52" y="129"/>
                    <a:pt x="53" y="128"/>
                    <a:pt x="53" y="126"/>
                  </a:cubicBezTo>
                  <a:cubicBezTo>
                    <a:pt x="53" y="124"/>
                    <a:pt x="52" y="123"/>
                    <a:pt x="50" y="123"/>
                  </a:cubicBezTo>
                  <a:cubicBezTo>
                    <a:pt x="47" y="123"/>
                    <a:pt x="46" y="121"/>
                    <a:pt x="46" y="118"/>
                  </a:cubicBezTo>
                  <a:cubicBezTo>
                    <a:pt x="46" y="114"/>
                    <a:pt x="48" y="112"/>
                    <a:pt x="51" y="112"/>
                  </a:cubicBezTo>
                  <a:cubicBezTo>
                    <a:pt x="55" y="112"/>
                    <a:pt x="59" y="118"/>
                    <a:pt x="59" y="124"/>
                  </a:cubicBezTo>
                  <a:cubicBezTo>
                    <a:pt x="59" y="132"/>
                    <a:pt x="54" y="138"/>
                    <a:pt x="48" y="138"/>
                  </a:cubicBezTo>
                  <a:cubicBezTo>
                    <a:pt x="45" y="138"/>
                    <a:pt x="42" y="137"/>
                    <a:pt x="39" y="134"/>
                  </a:cubicBezTo>
                  <a:close/>
                  <a:moveTo>
                    <a:pt x="125" y="138"/>
                  </a:moveTo>
                  <a:cubicBezTo>
                    <a:pt x="60" y="138"/>
                    <a:pt x="60" y="138"/>
                    <a:pt x="60" y="138"/>
                  </a:cubicBezTo>
                  <a:cubicBezTo>
                    <a:pt x="60" y="138"/>
                    <a:pt x="60" y="138"/>
                    <a:pt x="60" y="138"/>
                  </a:cubicBezTo>
                  <a:cubicBezTo>
                    <a:pt x="63" y="134"/>
                    <a:pt x="64" y="130"/>
                    <a:pt x="64" y="125"/>
                  </a:cubicBezTo>
                  <a:cubicBezTo>
                    <a:pt x="108" y="125"/>
                    <a:pt x="108" y="125"/>
                    <a:pt x="108" y="125"/>
                  </a:cubicBezTo>
                  <a:cubicBezTo>
                    <a:pt x="110" y="125"/>
                    <a:pt x="111" y="123"/>
                    <a:pt x="111" y="122"/>
                  </a:cubicBezTo>
                  <a:cubicBezTo>
                    <a:pt x="111" y="120"/>
                    <a:pt x="110" y="119"/>
                    <a:pt x="108" y="119"/>
                  </a:cubicBezTo>
                  <a:cubicBezTo>
                    <a:pt x="64" y="119"/>
                    <a:pt x="64" y="119"/>
                    <a:pt x="64" y="119"/>
                  </a:cubicBezTo>
                  <a:cubicBezTo>
                    <a:pt x="63" y="117"/>
                    <a:pt x="62" y="114"/>
                    <a:pt x="61" y="112"/>
                  </a:cubicBezTo>
                  <a:cubicBezTo>
                    <a:pt x="125" y="112"/>
                    <a:pt x="125" y="112"/>
                    <a:pt x="125" y="112"/>
                  </a:cubicBezTo>
                  <a:cubicBezTo>
                    <a:pt x="133" y="112"/>
                    <a:pt x="138" y="118"/>
                    <a:pt x="138" y="125"/>
                  </a:cubicBezTo>
                  <a:cubicBezTo>
                    <a:pt x="138" y="132"/>
                    <a:pt x="133" y="138"/>
                    <a:pt x="125"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626;p46"/>
            <p:cNvSpPr/>
            <p:nvPr/>
          </p:nvSpPr>
          <p:spPr>
            <a:xfrm>
              <a:off x="6588610" y="2641447"/>
              <a:ext cx="13237" cy="16547"/>
            </a:xfrm>
            <a:custGeom>
              <a:avLst/>
              <a:gdLst/>
              <a:ahLst/>
              <a:cxnLst/>
              <a:rect l="l" t="t" r="r" b="b"/>
              <a:pathLst>
                <a:path w="5" h="6" extrusionOk="0">
                  <a:moveTo>
                    <a:pt x="3" y="6"/>
                  </a:moveTo>
                  <a:cubicBezTo>
                    <a:pt x="3" y="6"/>
                    <a:pt x="4" y="5"/>
                    <a:pt x="4" y="5"/>
                  </a:cubicBezTo>
                  <a:cubicBezTo>
                    <a:pt x="5" y="4"/>
                    <a:pt x="5" y="4"/>
                    <a:pt x="5" y="3"/>
                  </a:cubicBezTo>
                  <a:cubicBezTo>
                    <a:pt x="5" y="2"/>
                    <a:pt x="5" y="2"/>
                    <a:pt x="4" y="1"/>
                  </a:cubicBezTo>
                  <a:cubicBezTo>
                    <a:pt x="4" y="0"/>
                    <a:pt x="3" y="0"/>
                    <a:pt x="3" y="0"/>
                  </a:cubicBezTo>
                  <a:cubicBezTo>
                    <a:pt x="2" y="0"/>
                    <a:pt x="1" y="0"/>
                    <a:pt x="1" y="1"/>
                  </a:cubicBezTo>
                  <a:cubicBezTo>
                    <a:pt x="0" y="2"/>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627;p46"/>
            <p:cNvSpPr/>
            <p:nvPr/>
          </p:nvSpPr>
          <p:spPr>
            <a:xfrm>
              <a:off x="6619497" y="2641447"/>
              <a:ext cx="120237" cy="16547"/>
            </a:xfrm>
            <a:custGeom>
              <a:avLst/>
              <a:gdLst/>
              <a:ahLst/>
              <a:cxnLst/>
              <a:rect l="l" t="t" r="r" b="b"/>
              <a:pathLst>
                <a:path w="46" h="6" extrusionOk="0">
                  <a:moveTo>
                    <a:pt x="2" y="6"/>
                  </a:moveTo>
                  <a:cubicBezTo>
                    <a:pt x="43" y="6"/>
                    <a:pt x="43" y="6"/>
                    <a:pt x="43" y="6"/>
                  </a:cubicBezTo>
                  <a:cubicBezTo>
                    <a:pt x="44" y="6"/>
                    <a:pt x="46" y="5"/>
                    <a:pt x="46" y="3"/>
                  </a:cubicBezTo>
                  <a:cubicBezTo>
                    <a:pt x="46" y="1"/>
                    <a:pt x="44" y="0"/>
                    <a:pt x="43" y="0"/>
                  </a:cubicBezTo>
                  <a:cubicBezTo>
                    <a:pt x="2" y="0"/>
                    <a:pt x="2" y="0"/>
                    <a:pt x="2" y="0"/>
                  </a:cubicBezTo>
                  <a:cubicBezTo>
                    <a:pt x="1" y="0"/>
                    <a:pt x="0" y="1"/>
                    <a:pt x="0" y="3"/>
                  </a:cubicBezTo>
                  <a:cubicBezTo>
                    <a:pt x="0" y="5"/>
                    <a:pt x="1"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628;p46"/>
            <p:cNvSpPr/>
            <p:nvPr/>
          </p:nvSpPr>
          <p:spPr>
            <a:xfrm>
              <a:off x="6588610" y="2684468"/>
              <a:ext cx="151124" cy="12134"/>
            </a:xfrm>
            <a:custGeom>
              <a:avLst/>
              <a:gdLst/>
              <a:ahLst/>
              <a:cxnLst/>
              <a:rect l="l" t="t" r="r" b="b"/>
              <a:pathLst>
                <a:path w="58" h="5" extrusionOk="0">
                  <a:moveTo>
                    <a:pt x="3" y="5"/>
                  </a:moveTo>
                  <a:cubicBezTo>
                    <a:pt x="55" y="5"/>
                    <a:pt x="55" y="5"/>
                    <a:pt x="55" y="5"/>
                  </a:cubicBezTo>
                  <a:cubicBezTo>
                    <a:pt x="56" y="5"/>
                    <a:pt x="58" y="4"/>
                    <a:pt x="58" y="3"/>
                  </a:cubicBezTo>
                  <a:cubicBezTo>
                    <a:pt x="58" y="1"/>
                    <a:pt x="56" y="0"/>
                    <a:pt x="55" y="0"/>
                  </a:cubicBezTo>
                  <a:cubicBezTo>
                    <a:pt x="3" y="0"/>
                    <a:pt x="3" y="0"/>
                    <a:pt x="3" y="0"/>
                  </a:cubicBezTo>
                  <a:cubicBezTo>
                    <a:pt x="1" y="0"/>
                    <a:pt x="0" y="1"/>
                    <a:pt x="0" y="3"/>
                  </a:cubicBezTo>
                  <a:cubicBezTo>
                    <a:pt x="0" y="4"/>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629;p46"/>
            <p:cNvSpPr/>
            <p:nvPr/>
          </p:nvSpPr>
          <p:spPr>
            <a:xfrm>
              <a:off x="6588610" y="2726385"/>
              <a:ext cx="151124" cy="12134"/>
            </a:xfrm>
            <a:custGeom>
              <a:avLst/>
              <a:gdLst/>
              <a:ahLst/>
              <a:cxnLst/>
              <a:rect l="l" t="t" r="r" b="b"/>
              <a:pathLst>
                <a:path w="58" h="5" extrusionOk="0">
                  <a:moveTo>
                    <a:pt x="3" y="5"/>
                  </a:moveTo>
                  <a:cubicBezTo>
                    <a:pt x="55" y="5"/>
                    <a:pt x="55" y="5"/>
                    <a:pt x="55" y="5"/>
                  </a:cubicBezTo>
                  <a:cubicBezTo>
                    <a:pt x="56" y="5"/>
                    <a:pt x="58" y="4"/>
                    <a:pt x="58" y="2"/>
                  </a:cubicBezTo>
                  <a:cubicBezTo>
                    <a:pt x="58" y="1"/>
                    <a:pt x="56" y="0"/>
                    <a:pt x="55" y="0"/>
                  </a:cubicBezTo>
                  <a:cubicBezTo>
                    <a:pt x="3" y="0"/>
                    <a:pt x="3" y="0"/>
                    <a:pt x="3" y="0"/>
                  </a:cubicBezTo>
                  <a:cubicBezTo>
                    <a:pt x="1" y="0"/>
                    <a:pt x="0" y="1"/>
                    <a:pt x="0" y="2"/>
                  </a:cubicBezTo>
                  <a:cubicBezTo>
                    <a:pt x="0" y="4"/>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630;p46"/>
            <p:cNvSpPr/>
            <p:nvPr/>
          </p:nvSpPr>
          <p:spPr>
            <a:xfrm>
              <a:off x="6588610" y="2764993"/>
              <a:ext cx="151124" cy="15443"/>
            </a:xfrm>
            <a:custGeom>
              <a:avLst/>
              <a:gdLst/>
              <a:ahLst/>
              <a:cxnLst/>
              <a:rect l="l" t="t" r="r" b="b"/>
              <a:pathLst>
                <a:path w="58" h="6" extrusionOk="0">
                  <a:moveTo>
                    <a:pt x="3" y="6"/>
                  </a:moveTo>
                  <a:cubicBezTo>
                    <a:pt x="55" y="6"/>
                    <a:pt x="55" y="6"/>
                    <a:pt x="55" y="6"/>
                  </a:cubicBezTo>
                  <a:cubicBezTo>
                    <a:pt x="56" y="6"/>
                    <a:pt x="58" y="5"/>
                    <a:pt x="58" y="3"/>
                  </a:cubicBezTo>
                  <a:cubicBezTo>
                    <a:pt x="58" y="1"/>
                    <a:pt x="56" y="0"/>
                    <a:pt x="55" y="0"/>
                  </a:cubicBezTo>
                  <a:cubicBezTo>
                    <a:pt x="3" y="0"/>
                    <a:pt x="3" y="0"/>
                    <a:pt x="3" y="0"/>
                  </a:cubicBezTo>
                  <a:cubicBezTo>
                    <a:pt x="1" y="0"/>
                    <a:pt x="0" y="1"/>
                    <a:pt x="0" y="3"/>
                  </a:cubicBezTo>
                  <a:cubicBezTo>
                    <a:pt x="0" y="5"/>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631;p46"/>
            <p:cNvSpPr/>
            <p:nvPr/>
          </p:nvSpPr>
          <p:spPr>
            <a:xfrm>
              <a:off x="6588610" y="2806911"/>
              <a:ext cx="151124" cy="16547"/>
            </a:xfrm>
            <a:custGeom>
              <a:avLst/>
              <a:gdLst/>
              <a:ahLst/>
              <a:cxnLst/>
              <a:rect l="l" t="t" r="r" b="b"/>
              <a:pathLst>
                <a:path w="58" h="6" extrusionOk="0">
                  <a:moveTo>
                    <a:pt x="3" y="6"/>
                  </a:moveTo>
                  <a:cubicBezTo>
                    <a:pt x="55" y="6"/>
                    <a:pt x="55" y="6"/>
                    <a:pt x="55" y="6"/>
                  </a:cubicBezTo>
                  <a:cubicBezTo>
                    <a:pt x="56" y="6"/>
                    <a:pt x="58" y="4"/>
                    <a:pt x="58" y="3"/>
                  </a:cubicBezTo>
                  <a:cubicBezTo>
                    <a:pt x="58" y="1"/>
                    <a:pt x="56" y="0"/>
                    <a:pt x="55" y="0"/>
                  </a:cubicBezTo>
                  <a:cubicBezTo>
                    <a:pt x="3" y="0"/>
                    <a:pt x="3" y="0"/>
                    <a:pt x="3" y="0"/>
                  </a:cubicBezTo>
                  <a:cubicBezTo>
                    <a:pt x="1" y="0"/>
                    <a:pt x="0" y="1"/>
                    <a:pt x="0" y="3"/>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632;p46"/>
            <p:cNvSpPr/>
            <p:nvPr/>
          </p:nvSpPr>
          <p:spPr>
            <a:xfrm>
              <a:off x="6758486" y="2896262"/>
              <a:ext cx="15443"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4" y="6"/>
                    <a:pt x="4" y="5"/>
                    <a:pt x="5" y="5"/>
                  </a:cubicBezTo>
                  <a:cubicBezTo>
                    <a:pt x="5" y="4"/>
                    <a:pt x="6" y="4"/>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33" name="Google Shape;633;p46"/>
          <p:cNvGrpSpPr/>
          <p:nvPr/>
        </p:nvGrpSpPr>
        <p:grpSpPr>
          <a:xfrm>
            <a:off x="1687280" y="2949011"/>
            <a:ext cx="377258" cy="286804"/>
            <a:chOff x="726775" y="2022612"/>
            <a:chExt cx="377258" cy="286804"/>
          </a:xfrm>
        </p:grpSpPr>
        <p:sp>
          <p:nvSpPr>
            <p:cNvPr id="634" name="Google Shape;634;p46"/>
            <p:cNvSpPr/>
            <p:nvPr/>
          </p:nvSpPr>
          <p:spPr>
            <a:xfrm>
              <a:off x="758765" y="2046880"/>
              <a:ext cx="13237" cy="17649"/>
            </a:xfrm>
            <a:custGeom>
              <a:avLst/>
              <a:gdLst/>
              <a:ahLst/>
              <a:cxnLst/>
              <a:rect l="l" t="t" r="r" b="b"/>
              <a:pathLst>
                <a:path w="5" h="7" extrusionOk="0">
                  <a:moveTo>
                    <a:pt x="5" y="4"/>
                  </a:moveTo>
                  <a:cubicBezTo>
                    <a:pt x="5" y="3"/>
                    <a:pt x="5" y="3"/>
                    <a:pt x="5" y="3"/>
                  </a:cubicBezTo>
                  <a:cubicBezTo>
                    <a:pt x="5" y="1"/>
                    <a:pt x="4" y="0"/>
                    <a:pt x="3" y="0"/>
                  </a:cubicBezTo>
                  <a:cubicBezTo>
                    <a:pt x="1" y="0"/>
                    <a:pt x="0" y="1"/>
                    <a:pt x="0" y="3"/>
                  </a:cubicBezTo>
                  <a:cubicBezTo>
                    <a:pt x="0" y="4"/>
                    <a:pt x="0" y="4"/>
                    <a:pt x="0" y="4"/>
                  </a:cubicBezTo>
                  <a:cubicBezTo>
                    <a:pt x="0" y="6"/>
                    <a:pt x="1" y="7"/>
                    <a:pt x="3" y="7"/>
                  </a:cubicBezTo>
                  <a:cubicBezTo>
                    <a:pt x="4" y="7"/>
                    <a:pt x="5" y="6"/>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635;p46"/>
            <p:cNvSpPr/>
            <p:nvPr/>
          </p:nvSpPr>
          <p:spPr>
            <a:xfrm>
              <a:off x="792961" y="2046880"/>
              <a:ext cx="15443" cy="17649"/>
            </a:xfrm>
            <a:custGeom>
              <a:avLst/>
              <a:gdLst/>
              <a:ahLst/>
              <a:cxnLst/>
              <a:rect l="l" t="t" r="r" b="b"/>
              <a:pathLst>
                <a:path w="6" h="7" extrusionOk="0">
                  <a:moveTo>
                    <a:pt x="6" y="4"/>
                  </a:moveTo>
                  <a:cubicBezTo>
                    <a:pt x="6" y="3"/>
                    <a:pt x="6" y="3"/>
                    <a:pt x="6" y="3"/>
                  </a:cubicBezTo>
                  <a:cubicBezTo>
                    <a:pt x="6" y="1"/>
                    <a:pt x="5" y="0"/>
                    <a:pt x="3" y="0"/>
                  </a:cubicBezTo>
                  <a:cubicBezTo>
                    <a:pt x="2" y="0"/>
                    <a:pt x="0" y="1"/>
                    <a:pt x="0" y="3"/>
                  </a:cubicBezTo>
                  <a:cubicBezTo>
                    <a:pt x="0" y="4"/>
                    <a:pt x="0" y="4"/>
                    <a:pt x="0" y="4"/>
                  </a:cubicBezTo>
                  <a:cubicBezTo>
                    <a:pt x="0" y="6"/>
                    <a:pt x="2" y="7"/>
                    <a:pt x="3" y="7"/>
                  </a:cubicBezTo>
                  <a:cubicBezTo>
                    <a:pt x="5" y="7"/>
                    <a:pt x="6" y="6"/>
                    <a:pt x="6"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636;p46"/>
            <p:cNvSpPr/>
            <p:nvPr/>
          </p:nvSpPr>
          <p:spPr>
            <a:xfrm>
              <a:off x="829363" y="2046880"/>
              <a:ext cx="13237" cy="17649"/>
            </a:xfrm>
            <a:custGeom>
              <a:avLst/>
              <a:gdLst/>
              <a:ahLst/>
              <a:cxnLst/>
              <a:rect l="l" t="t" r="r" b="b"/>
              <a:pathLst>
                <a:path w="5" h="7" extrusionOk="0">
                  <a:moveTo>
                    <a:pt x="5" y="4"/>
                  </a:moveTo>
                  <a:cubicBezTo>
                    <a:pt x="5" y="3"/>
                    <a:pt x="5" y="3"/>
                    <a:pt x="5" y="3"/>
                  </a:cubicBezTo>
                  <a:cubicBezTo>
                    <a:pt x="5" y="1"/>
                    <a:pt x="4" y="0"/>
                    <a:pt x="3" y="0"/>
                  </a:cubicBezTo>
                  <a:cubicBezTo>
                    <a:pt x="1" y="0"/>
                    <a:pt x="0" y="1"/>
                    <a:pt x="0" y="3"/>
                  </a:cubicBezTo>
                  <a:cubicBezTo>
                    <a:pt x="0" y="4"/>
                    <a:pt x="0" y="4"/>
                    <a:pt x="0" y="4"/>
                  </a:cubicBezTo>
                  <a:cubicBezTo>
                    <a:pt x="0" y="6"/>
                    <a:pt x="1" y="7"/>
                    <a:pt x="3" y="7"/>
                  </a:cubicBezTo>
                  <a:cubicBezTo>
                    <a:pt x="4" y="7"/>
                    <a:pt x="5" y="6"/>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637;p46"/>
            <p:cNvSpPr/>
            <p:nvPr/>
          </p:nvSpPr>
          <p:spPr>
            <a:xfrm>
              <a:off x="1010270" y="2088798"/>
              <a:ext cx="15443" cy="13237"/>
            </a:xfrm>
            <a:custGeom>
              <a:avLst/>
              <a:gdLst/>
              <a:ahLst/>
              <a:cxnLst/>
              <a:rect l="l" t="t" r="r" b="b"/>
              <a:pathLst>
                <a:path w="6" h="5" extrusionOk="0">
                  <a:moveTo>
                    <a:pt x="3" y="5"/>
                  </a:moveTo>
                  <a:cubicBezTo>
                    <a:pt x="4" y="5"/>
                    <a:pt x="5" y="5"/>
                    <a:pt x="5" y="5"/>
                  </a:cubicBezTo>
                  <a:cubicBezTo>
                    <a:pt x="6" y="4"/>
                    <a:pt x="6" y="3"/>
                    <a:pt x="6" y="3"/>
                  </a:cubicBezTo>
                  <a:cubicBezTo>
                    <a:pt x="6" y="2"/>
                    <a:pt x="6" y="1"/>
                    <a:pt x="5" y="1"/>
                  </a:cubicBezTo>
                  <a:cubicBezTo>
                    <a:pt x="5" y="0"/>
                    <a:pt x="4" y="0"/>
                    <a:pt x="3" y="0"/>
                  </a:cubicBezTo>
                  <a:cubicBezTo>
                    <a:pt x="2" y="0"/>
                    <a:pt x="2" y="0"/>
                    <a:pt x="1" y="1"/>
                  </a:cubicBezTo>
                  <a:cubicBezTo>
                    <a:pt x="1" y="1"/>
                    <a:pt x="0" y="2"/>
                    <a:pt x="0" y="3"/>
                  </a:cubicBezTo>
                  <a:cubicBezTo>
                    <a:pt x="0" y="3"/>
                    <a:pt x="1" y="4"/>
                    <a:pt x="1" y="5"/>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638;p46"/>
            <p:cNvSpPr/>
            <p:nvPr/>
          </p:nvSpPr>
          <p:spPr>
            <a:xfrm>
              <a:off x="726775" y="2022612"/>
              <a:ext cx="377258" cy="286804"/>
            </a:xfrm>
            <a:custGeom>
              <a:avLst/>
              <a:gdLst/>
              <a:ahLst/>
              <a:cxnLst/>
              <a:rect l="l" t="t" r="r" b="b"/>
              <a:pathLst>
                <a:path w="144" h="109" extrusionOk="0">
                  <a:moveTo>
                    <a:pt x="141" y="25"/>
                  </a:moveTo>
                  <a:cubicBezTo>
                    <a:pt x="123" y="25"/>
                    <a:pt x="123" y="25"/>
                    <a:pt x="123" y="25"/>
                  </a:cubicBezTo>
                  <a:cubicBezTo>
                    <a:pt x="122" y="25"/>
                    <a:pt x="121" y="26"/>
                    <a:pt x="121" y="27"/>
                  </a:cubicBezTo>
                  <a:cubicBezTo>
                    <a:pt x="120" y="29"/>
                    <a:pt x="122" y="30"/>
                    <a:pt x="123" y="30"/>
                  </a:cubicBezTo>
                  <a:cubicBezTo>
                    <a:pt x="138" y="30"/>
                    <a:pt x="138" y="30"/>
                    <a:pt x="138" y="30"/>
                  </a:cubicBezTo>
                  <a:cubicBezTo>
                    <a:pt x="138" y="45"/>
                    <a:pt x="138" y="45"/>
                    <a:pt x="138" y="45"/>
                  </a:cubicBezTo>
                  <a:cubicBezTo>
                    <a:pt x="83" y="45"/>
                    <a:pt x="83" y="45"/>
                    <a:pt x="83" y="45"/>
                  </a:cubicBezTo>
                  <a:cubicBezTo>
                    <a:pt x="83" y="38"/>
                    <a:pt x="83" y="38"/>
                    <a:pt x="83" y="38"/>
                  </a:cubicBezTo>
                  <a:cubicBezTo>
                    <a:pt x="85" y="35"/>
                    <a:pt x="85" y="35"/>
                    <a:pt x="85" y="35"/>
                  </a:cubicBezTo>
                  <a:cubicBezTo>
                    <a:pt x="85" y="34"/>
                    <a:pt x="85" y="34"/>
                    <a:pt x="85" y="33"/>
                  </a:cubicBezTo>
                  <a:cubicBezTo>
                    <a:pt x="85" y="30"/>
                    <a:pt x="85" y="30"/>
                    <a:pt x="85" y="30"/>
                  </a:cubicBezTo>
                  <a:cubicBezTo>
                    <a:pt x="100" y="30"/>
                    <a:pt x="100" y="30"/>
                    <a:pt x="100" y="30"/>
                  </a:cubicBezTo>
                  <a:cubicBezTo>
                    <a:pt x="101" y="30"/>
                    <a:pt x="103" y="29"/>
                    <a:pt x="103" y="28"/>
                  </a:cubicBezTo>
                  <a:cubicBezTo>
                    <a:pt x="103" y="26"/>
                    <a:pt x="102" y="25"/>
                    <a:pt x="100" y="25"/>
                  </a:cubicBezTo>
                  <a:cubicBezTo>
                    <a:pt x="83" y="25"/>
                    <a:pt x="83" y="25"/>
                    <a:pt x="83" y="25"/>
                  </a:cubicBezTo>
                  <a:cubicBezTo>
                    <a:pt x="81" y="25"/>
                    <a:pt x="80" y="26"/>
                    <a:pt x="80" y="28"/>
                  </a:cubicBezTo>
                  <a:cubicBezTo>
                    <a:pt x="80" y="32"/>
                    <a:pt x="80" y="32"/>
                    <a:pt x="80" y="32"/>
                  </a:cubicBezTo>
                  <a:cubicBezTo>
                    <a:pt x="78" y="35"/>
                    <a:pt x="78" y="35"/>
                    <a:pt x="78" y="35"/>
                  </a:cubicBezTo>
                  <a:cubicBezTo>
                    <a:pt x="77" y="35"/>
                    <a:pt x="77" y="36"/>
                    <a:pt x="77" y="37"/>
                  </a:cubicBezTo>
                  <a:cubicBezTo>
                    <a:pt x="77" y="45"/>
                    <a:pt x="77" y="45"/>
                    <a:pt x="77" y="45"/>
                  </a:cubicBezTo>
                  <a:cubicBezTo>
                    <a:pt x="72" y="45"/>
                    <a:pt x="72" y="45"/>
                    <a:pt x="72" y="45"/>
                  </a:cubicBezTo>
                  <a:cubicBezTo>
                    <a:pt x="66" y="32"/>
                    <a:pt x="66" y="32"/>
                    <a:pt x="66" y="32"/>
                  </a:cubicBezTo>
                  <a:cubicBezTo>
                    <a:pt x="66" y="32"/>
                    <a:pt x="66" y="32"/>
                    <a:pt x="66" y="32"/>
                  </a:cubicBezTo>
                  <a:cubicBezTo>
                    <a:pt x="63" y="28"/>
                    <a:pt x="63" y="28"/>
                    <a:pt x="63" y="28"/>
                  </a:cubicBezTo>
                  <a:cubicBezTo>
                    <a:pt x="63" y="23"/>
                    <a:pt x="63" y="23"/>
                    <a:pt x="63" y="23"/>
                  </a:cubicBezTo>
                  <a:cubicBezTo>
                    <a:pt x="63" y="21"/>
                    <a:pt x="61" y="20"/>
                    <a:pt x="60" y="20"/>
                  </a:cubicBezTo>
                  <a:cubicBezTo>
                    <a:pt x="54" y="20"/>
                    <a:pt x="54" y="20"/>
                    <a:pt x="54" y="20"/>
                  </a:cubicBezTo>
                  <a:cubicBezTo>
                    <a:pt x="54" y="11"/>
                    <a:pt x="54" y="11"/>
                    <a:pt x="54" y="11"/>
                  </a:cubicBezTo>
                  <a:cubicBezTo>
                    <a:pt x="54" y="11"/>
                    <a:pt x="54" y="10"/>
                    <a:pt x="53" y="10"/>
                  </a:cubicBezTo>
                  <a:cubicBezTo>
                    <a:pt x="51" y="7"/>
                    <a:pt x="51" y="7"/>
                    <a:pt x="51" y="7"/>
                  </a:cubicBezTo>
                  <a:cubicBezTo>
                    <a:pt x="51" y="2"/>
                    <a:pt x="51" y="2"/>
                    <a:pt x="51" y="2"/>
                  </a:cubicBezTo>
                  <a:cubicBezTo>
                    <a:pt x="51" y="1"/>
                    <a:pt x="50" y="0"/>
                    <a:pt x="48" y="0"/>
                  </a:cubicBezTo>
                  <a:cubicBezTo>
                    <a:pt x="3" y="0"/>
                    <a:pt x="3" y="0"/>
                    <a:pt x="3" y="0"/>
                  </a:cubicBezTo>
                  <a:cubicBezTo>
                    <a:pt x="2" y="0"/>
                    <a:pt x="0" y="1"/>
                    <a:pt x="0" y="2"/>
                  </a:cubicBezTo>
                  <a:cubicBezTo>
                    <a:pt x="0" y="23"/>
                    <a:pt x="0" y="23"/>
                    <a:pt x="0" y="23"/>
                  </a:cubicBezTo>
                  <a:cubicBezTo>
                    <a:pt x="0" y="23"/>
                    <a:pt x="0" y="23"/>
                    <a:pt x="0" y="23"/>
                  </a:cubicBezTo>
                  <a:cubicBezTo>
                    <a:pt x="0" y="106"/>
                    <a:pt x="0" y="106"/>
                    <a:pt x="0" y="106"/>
                  </a:cubicBezTo>
                  <a:cubicBezTo>
                    <a:pt x="0" y="107"/>
                    <a:pt x="2" y="109"/>
                    <a:pt x="3" y="109"/>
                  </a:cubicBezTo>
                  <a:cubicBezTo>
                    <a:pt x="141" y="109"/>
                    <a:pt x="141" y="109"/>
                    <a:pt x="141" y="109"/>
                  </a:cubicBezTo>
                  <a:cubicBezTo>
                    <a:pt x="143" y="109"/>
                    <a:pt x="144" y="107"/>
                    <a:pt x="144" y="106"/>
                  </a:cubicBezTo>
                  <a:cubicBezTo>
                    <a:pt x="144" y="28"/>
                    <a:pt x="144" y="28"/>
                    <a:pt x="144" y="28"/>
                  </a:cubicBezTo>
                  <a:cubicBezTo>
                    <a:pt x="144" y="26"/>
                    <a:pt x="143" y="25"/>
                    <a:pt x="141" y="25"/>
                  </a:cubicBezTo>
                  <a:close/>
                  <a:moveTo>
                    <a:pt x="138" y="51"/>
                  </a:moveTo>
                  <a:cubicBezTo>
                    <a:pt x="138" y="68"/>
                    <a:pt x="138" y="68"/>
                    <a:pt x="138" y="68"/>
                  </a:cubicBezTo>
                  <a:cubicBezTo>
                    <a:pt x="133" y="68"/>
                    <a:pt x="133" y="68"/>
                    <a:pt x="133" y="68"/>
                  </a:cubicBezTo>
                  <a:cubicBezTo>
                    <a:pt x="133" y="64"/>
                    <a:pt x="133" y="64"/>
                    <a:pt x="133" y="64"/>
                  </a:cubicBezTo>
                  <a:cubicBezTo>
                    <a:pt x="133" y="60"/>
                    <a:pt x="129" y="55"/>
                    <a:pt x="124" y="55"/>
                  </a:cubicBezTo>
                  <a:cubicBezTo>
                    <a:pt x="118" y="54"/>
                    <a:pt x="114" y="59"/>
                    <a:pt x="114" y="64"/>
                  </a:cubicBezTo>
                  <a:cubicBezTo>
                    <a:pt x="114" y="68"/>
                    <a:pt x="114" y="68"/>
                    <a:pt x="114" y="68"/>
                  </a:cubicBezTo>
                  <a:cubicBezTo>
                    <a:pt x="109" y="68"/>
                    <a:pt x="109" y="68"/>
                    <a:pt x="109" y="68"/>
                  </a:cubicBezTo>
                  <a:cubicBezTo>
                    <a:pt x="109" y="64"/>
                    <a:pt x="109" y="64"/>
                    <a:pt x="109" y="64"/>
                  </a:cubicBezTo>
                  <a:cubicBezTo>
                    <a:pt x="109" y="60"/>
                    <a:pt x="105" y="55"/>
                    <a:pt x="100" y="55"/>
                  </a:cubicBezTo>
                  <a:cubicBezTo>
                    <a:pt x="95" y="54"/>
                    <a:pt x="90" y="59"/>
                    <a:pt x="90" y="64"/>
                  </a:cubicBezTo>
                  <a:cubicBezTo>
                    <a:pt x="90" y="68"/>
                    <a:pt x="90" y="68"/>
                    <a:pt x="90" y="68"/>
                  </a:cubicBezTo>
                  <a:cubicBezTo>
                    <a:pt x="84" y="68"/>
                    <a:pt x="84" y="68"/>
                    <a:pt x="84" y="68"/>
                  </a:cubicBezTo>
                  <a:cubicBezTo>
                    <a:pt x="75" y="51"/>
                    <a:pt x="75" y="51"/>
                    <a:pt x="75" y="51"/>
                  </a:cubicBezTo>
                  <a:lnTo>
                    <a:pt x="138" y="51"/>
                  </a:lnTo>
                  <a:close/>
                  <a:moveTo>
                    <a:pt x="127" y="68"/>
                  </a:moveTo>
                  <a:cubicBezTo>
                    <a:pt x="119" y="68"/>
                    <a:pt x="119" y="68"/>
                    <a:pt x="119" y="68"/>
                  </a:cubicBezTo>
                  <a:cubicBezTo>
                    <a:pt x="119" y="64"/>
                    <a:pt x="119" y="64"/>
                    <a:pt x="119" y="64"/>
                  </a:cubicBezTo>
                  <a:cubicBezTo>
                    <a:pt x="119" y="62"/>
                    <a:pt x="121" y="61"/>
                    <a:pt x="123" y="60"/>
                  </a:cubicBezTo>
                  <a:cubicBezTo>
                    <a:pt x="125" y="60"/>
                    <a:pt x="127" y="62"/>
                    <a:pt x="127" y="64"/>
                  </a:cubicBezTo>
                  <a:lnTo>
                    <a:pt x="127" y="68"/>
                  </a:lnTo>
                  <a:close/>
                  <a:moveTo>
                    <a:pt x="104" y="68"/>
                  </a:moveTo>
                  <a:cubicBezTo>
                    <a:pt x="96" y="68"/>
                    <a:pt x="96" y="68"/>
                    <a:pt x="96" y="68"/>
                  </a:cubicBezTo>
                  <a:cubicBezTo>
                    <a:pt x="96" y="64"/>
                    <a:pt x="96" y="64"/>
                    <a:pt x="96" y="64"/>
                  </a:cubicBezTo>
                  <a:cubicBezTo>
                    <a:pt x="96" y="62"/>
                    <a:pt x="97" y="61"/>
                    <a:pt x="99" y="60"/>
                  </a:cubicBezTo>
                  <a:cubicBezTo>
                    <a:pt x="102" y="60"/>
                    <a:pt x="104" y="62"/>
                    <a:pt x="104" y="64"/>
                  </a:cubicBezTo>
                  <a:lnTo>
                    <a:pt x="104" y="68"/>
                  </a:lnTo>
                  <a:close/>
                  <a:moveTo>
                    <a:pt x="69" y="81"/>
                  </a:moveTo>
                  <a:cubicBezTo>
                    <a:pt x="63" y="81"/>
                    <a:pt x="59" y="85"/>
                    <a:pt x="59" y="90"/>
                  </a:cubicBezTo>
                  <a:cubicBezTo>
                    <a:pt x="59" y="103"/>
                    <a:pt x="59" y="103"/>
                    <a:pt x="59" y="103"/>
                  </a:cubicBezTo>
                  <a:cubicBezTo>
                    <a:pt x="54" y="103"/>
                    <a:pt x="54" y="103"/>
                    <a:pt x="54" y="103"/>
                  </a:cubicBezTo>
                  <a:cubicBezTo>
                    <a:pt x="54" y="91"/>
                    <a:pt x="54" y="91"/>
                    <a:pt x="54" y="91"/>
                  </a:cubicBezTo>
                  <a:cubicBezTo>
                    <a:pt x="54" y="86"/>
                    <a:pt x="50" y="81"/>
                    <a:pt x="45" y="81"/>
                  </a:cubicBezTo>
                  <a:cubicBezTo>
                    <a:pt x="40" y="81"/>
                    <a:pt x="35" y="85"/>
                    <a:pt x="35" y="90"/>
                  </a:cubicBezTo>
                  <a:cubicBezTo>
                    <a:pt x="35" y="103"/>
                    <a:pt x="35" y="103"/>
                    <a:pt x="35" y="103"/>
                  </a:cubicBezTo>
                  <a:cubicBezTo>
                    <a:pt x="31" y="103"/>
                    <a:pt x="31" y="103"/>
                    <a:pt x="31" y="103"/>
                  </a:cubicBezTo>
                  <a:cubicBezTo>
                    <a:pt x="31" y="91"/>
                    <a:pt x="31" y="91"/>
                    <a:pt x="31" y="91"/>
                  </a:cubicBezTo>
                  <a:cubicBezTo>
                    <a:pt x="31" y="86"/>
                    <a:pt x="27" y="81"/>
                    <a:pt x="22" y="81"/>
                  </a:cubicBezTo>
                  <a:cubicBezTo>
                    <a:pt x="16" y="81"/>
                    <a:pt x="12" y="85"/>
                    <a:pt x="12" y="90"/>
                  </a:cubicBezTo>
                  <a:cubicBezTo>
                    <a:pt x="12" y="103"/>
                    <a:pt x="12" y="103"/>
                    <a:pt x="12" y="103"/>
                  </a:cubicBezTo>
                  <a:cubicBezTo>
                    <a:pt x="6" y="103"/>
                    <a:pt x="6" y="103"/>
                    <a:pt x="6" y="103"/>
                  </a:cubicBezTo>
                  <a:cubicBezTo>
                    <a:pt x="6" y="74"/>
                    <a:pt x="6" y="74"/>
                    <a:pt x="6" y="74"/>
                  </a:cubicBezTo>
                  <a:cubicBezTo>
                    <a:pt x="80" y="74"/>
                    <a:pt x="80" y="74"/>
                    <a:pt x="80" y="74"/>
                  </a:cubicBezTo>
                  <a:cubicBezTo>
                    <a:pt x="80" y="81"/>
                    <a:pt x="80" y="81"/>
                    <a:pt x="80" y="81"/>
                  </a:cubicBezTo>
                  <a:cubicBezTo>
                    <a:pt x="80" y="82"/>
                    <a:pt x="80" y="82"/>
                    <a:pt x="80" y="82"/>
                  </a:cubicBezTo>
                  <a:cubicBezTo>
                    <a:pt x="88" y="103"/>
                    <a:pt x="88" y="103"/>
                    <a:pt x="88" y="103"/>
                  </a:cubicBezTo>
                  <a:cubicBezTo>
                    <a:pt x="78" y="103"/>
                    <a:pt x="78" y="103"/>
                    <a:pt x="78" y="103"/>
                  </a:cubicBezTo>
                  <a:cubicBezTo>
                    <a:pt x="78" y="91"/>
                    <a:pt x="78" y="91"/>
                    <a:pt x="78" y="91"/>
                  </a:cubicBezTo>
                  <a:cubicBezTo>
                    <a:pt x="78" y="86"/>
                    <a:pt x="74" y="81"/>
                    <a:pt x="69" y="81"/>
                  </a:cubicBezTo>
                  <a:close/>
                  <a:moveTo>
                    <a:pt x="25" y="45"/>
                  </a:moveTo>
                  <a:cubicBezTo>
                    <a:pt x="17" y="45"/>
                    <a:pt x="17" y="45"/>
                    <a:pt x="17" y="45"/>
                  </a:cubicBezTo>
                  <a:cubicBezTo>
                    <a:pt x="17" y="41"/>
                    <a:pt x="17" y="41"/>
                    <a:pt x="17" y="41"/>
                  </a:cubicBezTo>
                  <a:cubicBezTo>
                    <a:pt x="17" y="39"/>
                    <a:pt x="19" y="37"/>
                    <a:pt x="21" y="37"/>
                  </a:cubicBezTo>
                  <a:cubicBezTo>
                    <a:pt x="23" y="37"/>
                    <a:pt x="25" y="39"/>
                    <a:pt x="25" y="41"/>
                  </a:cubicBezTo>
                  <a:lnTo>
                    <a:pt x="25" y="45"/>
                  </a:lnTo>
                  <a:close/>
                  <a:moveTo>
                    <a:pt x="69" y="51"/>
                  </a:moveTo>
                  <a:cubicBezTo>
                    <a:pt x="71" y="55"/>
                    <a:pt x="71" y="55"/>
                    <a:pt x="71" y="55"/>
                  </a:cubicBezTo>
                  <a:cubicBezTo>
                    <a:pt x="70" y="55"/>
                    <a:pt x="69" y="55"/>
                    <a:pt x="67" y="55"/>
                  </a:cubicBezTo>
                  <a:cubicBezTo>
                    <a:pt x="63" y="55"/>
                    <a:pt x="59" y="60"/>
                    <a:pt x="59" y="64"/>
                  </a:cubicBezTo>
                  <a:cubicBezTo>
                    <a:pt x="59" y="68"/>
                    <a:pt x="59" y="68"/>
                    <a:pt x="59" y="68"/>
                  </a:cubicBezTo>
                  <a:cubicBezTo>
                    <a:pt x="54" y="68"/>
                    <a:pt x="54" y="68"/>
                    <a:pt x="54" y="68"/>
                  </a:cubicBezTo>
                  <a:cubicBezTo>
                    <a:pt x="54" y="64"/>
                    <a:pt x="54" y="64"/>
                    <a:pt x="54" y="64"/>
                  </a:cubicBezTo>
                  <a:cubicBezTo>
                    <a:pt x="54" y="60"/>
                    <a:pt x="50" y="55"/>
                    <a:pt x="45" y="55"/>
                  </a:cubicBezTo>
                  <a:cubicBezTo>
                    <a:pt x="40" y="54"/>
                    <a:pt x="35" y="59"/>
                    <a:pt x="35" y="64"/>
                  </a:cubicBezTo>
                  <a:cubicBezTo>
                    <a:pt x="35" y="68"/>
                    <a:pt x="35" y="68"/>
                    <a:pt x="35" y="68"/>
                  </a:cubicBezTo>
                  <a:cubicBezTo>
                    <a:pt x="31" y="68"/>
                    <a:pt x="31" y="68"/>
                    <a:pt x="31" y="68"/>
                  </a:cubicBezTo>
                  <a:cubicBezTo>
                    <a:pt x="31" y="64"/>
                    <a:pt x="31" y="64"/>
                    <a:pt x="31" y="64"/>
                  </a:cubicBezTo>
                  <a:cubicBezTo>
                    <a:pt x="31" y="60"/>
                    <a:pt x="27" y="55"/>
                    <a:pt x="22" y="55"/>
                  </a:cubicBezTo>
                  <a:cubicBezTo>
                    <a:pt x="16" y="54"/>
                    <a:pt x="12" y="59"/>
                    <a:pt x="12" y="64"/>
                  </a:cubicBezTo>
                  <a:cubicBezTo>
                    <a:pt x="12" y="68"/>
                    <a:pt x="12" y="68"/>
                    <a:pt x="12" y="68"/>
                  </a:cubicBezTo>
                  <a:cubicBezTo>
                    <a:pt x="6" y="68"/>
                    <a:pt x="6" y="68"/>
                    <a:pt x="6" y="68"/>
                  </a:cubicBezTo>
                  <a:cubicBezTo>
                    <a:pt x="6" y="51"/>
                    <a:pt x="6" y="51"/>
                    <a:pt x="6" y="51"/>
                  </a:cubicBezTo>
                  <a:cubicBezTo>
                    <a:pt x="69" y="51"/>
                    <a:pt x="69" y="51"/>
                    <a:pt x="69" y="51"/>
                  </a:cubicBezTo>
                  <a:close/>
                  <a:moveTo>
                    <a:pt x="49" y="45"/>
                  </a:moveTo>
                  <a:cubicBezTo>
                    <a:pt x="41" y="45"/>
                    <a:pt x="41" y="45"/>
                    <a:pt x="41" y="45"/>
                  </a:cubicBezTo>
                  <a:cubicBezTo>
                    <a:pt x="41" y="41"/>
                    <a:pt x="41" y="41"/>
                    <a:pt x="41" y="41"/>
                  </a:cubicBezTo>
                  <a:cubicBezTo>
                    <a:pt x="41" y="39"/>
                    <a:pt x="42" y="37"/>
                    <a:pt x="44" y="37"/>
                  </a:cubicBezTo>
                  <a:cubicBezTo>
                    <a:pt x="47" y="37"/>
                    <a:pt x="49" y="39"/>
                    <a:pt x="49" y="41"/>
                  </a:cubicBezTo>
                  <a:lnTo>
                    <a:pt x="49" y="45"/>
                  </a:lnTo>
                  <a:close/>
                  <a:moveTo>
                    <a:pt x="72" y="68"/>
                  </a:moveTo>
                  <a:cubicBezTo>
                    <a:pt x="64" y="68"/>
                    <a:pt x="64" y="68"/>
                    <a:pt x="64" y="68"/>
                  </a:cubicBezTo>
                  <a:cubicBezTo>
                    <a:pt x="64" y="64"/>
                    <a:pt x="64" y="64"/>
                    <a:pt x="64" y="64"/>
                  </a:cubicBezTo>
                  <a:cubicBezTo>
                    <a:pt x="64" y="62"/>
                    <a:pt x="66" y="61"/>
                    <a:pt x="68" y="60"/>
                  </a:cubicBezTo>
                  <a:cubicBezTo>
                    <a:pt x="70" y="60"/>
                    <a:pt x="72" y="62"/>
                    <a:pt x="72" y="64"/>
                  </a:cubicBezTo>
                  <a:lnTo>
                    <a:pt x="72" y="68"/>
                  </a:lnTo>
                  <a:close/>
                  <a:moveTo>
                    <a:pt x="78" y="68"/>
                  </a:moveTo>
                  <a:cubicBezTo>
                    <a:pt x="78" y="68"/>
                    <a:pt x="78" y="68"/>
                    <a:pt x="78" y="68"/>
                  </a:cubicBezTo>
                  <a:cubicBezTo>
                    <a:pt x="78" y="68"/>
                    <a:pt x="78" y="68"/>
                    <a:pt x="78" y="68"/>
                  </a:cubicBezTo>
                  <a:close/>
                  <a:moveTo>
                    <a:pt x="49" y="68"/>
                  </a:moveTo>
                  <a:cubicBezTo>
                    <a:pt x="41" y="68"/>
                    <a:pt x="41" y="68"/>
                    <a:pt x="41" y="68"/>
                  </a:cubicBezTo>
                  <a:cubicBezTo>
                    <a:pt x="41" y="64"/>
                    <a:pt x="41" y="64"/>
                    <a:pt x="41" y="64"/>
                  </a:cubicBezTo>
                  <a:cubicBezTo>
                    <a:pt x="41" y="62"/>
                    <a:pt x="42" y="61"/>
                    <a:pt x="44" y="60"/>
                  </a:cubicBezTo>
                  <a:cubicBezTo>
                    <a:pt x="47" y="60"/>
                    <a:pt x="49" y="62"/>
                    <a:pt x="49" y="64"/>
                  </a:cubicBezTo>
                  <a:lnTo>
                    <a:pt x="49" y="68"/>
                  </a:lnTo>
                  <a:close/>
                  <a:moveTo>
                    <a:pt x="25" y="68"/>
                  </a:moveTo>
                  <a:cubicBezTo>
                    <a:pt x="17" y="68"/>
                    <a:pt x="17" y="68"/>
                    <a:pt x="17" y="68"/>
                  </a:cubicBezTo>
                  <a:cubicBezTo>
                    <a:pt x="17" y="64"/>
                    <a:pt x="17" y="64"/>
                    <a:pt x="17" y="64"/>
                  </a:cubicBezTo>
                  <a:cubicBezTo>
                    <a:pt x="17" y="62"/>
                    <a:pt x="19" y="61"/>
                    <a:pt x="21" y="60"/>
                  </a:cubicBezTo>
                  <a:cubicBezTo>
                    <a:pt x="23" y="60"/>
                    <a:pt x="25" y="62"/>
                    <a:pt x="25" y="64"/>
                  </a:cubicBezTo>
                  <a:lnTo>
                    <a:pt x="25" y="68"/>
                  </a:lnTo>
                  <a:close/>
                  <a:moveTo>
                    <a:pt x="58" y="31"/>
                  </a:moveTo>
                  <a:cubicBezTo>
                    <a:pt x="61" y="35"/>
                    <a:pt x="61" y="35"/>
                    <a:pt x="61" y="35"/>
                  </a:cubicBezTo>
                  <a:cubicBezTo>
                    <a:pt x="66" y="45"/>
                    <a:pt x="66" y="45"/>
                    <a:pt x="66" y="45"/>
                  </a:cubicBezTo>
                  <a:cubicBezTo>
                    <a:pt x="54" y="45"/>
                    <a:pt x="54" y="45"/>
                    <a:pt x="54" y="45"/>
                  </a:cubicBezTo>
                  <a:cubicBezTo>
                    <a:pt x="54" y="41"/>
                    <a:pt x="54" y="41"/>
                    <a:pt x="54" y="41"/>
                  </a:cubicBezTo>
                  <a:cubicBezTo>
                    <a:pt x="54" y="36"/>
                    <a:pt x="50" y="32"/>
                    <a:pt x="45" y="31"/>
                  </a:cubicBezTo>
                  <a:cubicBezTo>
                    <a:pt x="40" y="31"/>
                    <a:pt x="35" y="36"/>
                    <a:pt x="35" y="41"/>
                  </a:cubicBezTo>
                  <a:cubicBezTo>
                    <a:pt x="35" y="45"/>
                    <a:pt x="35" y="45"/>
                    <a:pt x="35" y="45"/>
                  </a:cubicBezTo>
                  <a:cubicBezTo>
                    <a:pt x="31" y="45"/>
                    <a:pt x="31" y="45"/>
                    <a:pt x="31" y="45"/>
                  </a:cubicBezTo>
                  <a:cubicBezTo>
                    <a:pt x="31" y="41"/>
                    <a:pt x="31" y="41"/>
                    <a:pt x="31" y="41"/>
                  </a:cubicBezTo>
                  <a:cubicBezTo>
                    <a:pt x="31" y="36"/>
                    <a:pt x="27" y="32"/>
                    <a:pt x="22" y="31"/>
                  </a:cubicBezTo>
                  <a:cubicBezTo>
                    <a:pt x="16" y="31"/>
                    <a:pt x="12" y="36"/>
                    <a:pt x="12" y="41"/>
                  </a:cubicBezTo>
                  <a:cubicBezTo>
                    <a:pt x="12" y="45"/>
                    <a:pt x="12" y="45"/>
                    <a:pt x="12" y="45"/>
                  </a:cubicBezTo>
                  <a:cubicBezTo>
                    <a:pt x="6" y="45"/>
                    <a:pt x="6" y="45"/>
                    <a:pt x="6" y="45"/>
                  </a:cubicBezTo>
                  <a:cubicBezTo>
                    <a:pt x="6" y="25"/>
                    <a:pt x="6" y="25"/>
                    <a:pt x="6" y="25"/>
                  </a:cubicBezTo>
                  <a:cubicBezTo>
                    <a:pt x="57" y="25"/>
                    <a:pt x="57" y="25"/>
                    <a:pt x="57" y="25"/>
                  </a:cubicBezTo>
                  <a:cubicBezTo>
                    <a:pt x="57" y="29"/>
                    <a:pt x="57" y="29"/>
                    <a:pt x="57" y="29"/>
                  </a:cubicBezTo>
                  <a:cubicBezTo>
                    <a:pt x="57" y="30"/>
                    <a:pt x="57" y="31"/>
                    <a:pt x="58" y="31"/>
                  </a:cubicBezTo>
                  <a:close/>
                  <a:moveTo>
                    <a:pt x="46" y="5"/>
                  </a:moveTo>
                  <a:cubicBezTo>
                    <a:pt x="46" y="8"/>
                    <a:pt x="46" y="8"/>
                    <a:pt x="46" y="8"/>
                  </a:cubicBezTo>
                  <a:cubicBezTo>
                    <a:pt x="46" y="8"/>
                    <a:pt x="46" y="9"/>
                    <a:pt x="46" y="9"/>
                  </a:cubicBezTo>
                  <a:cubicBezTo>
                    <a:pt x="48" y="12"/>
                    <a:pt x="48" y="12"/>
                    <a:pt x="48" y="12"/>
                  </a:cubicBezTo>
                  <a:cubicBezTo>
                    <a:pt x="48" y="20"/>
                    <a:pt x="48" y="20"/>
                    <a:pt x="48" y="20"/>
                  </a:cubicBezTo>
                  <a:cubicBezTo>
                    <a:pt x="6" y="20"/>
                    <a:pt x="6" y="20"/>
                    <a:pt x="6" y="20"/>
                  </a:cubicBezTo>
                  <a:cubicBezTo>
                    <a:pt x="6" y="5"/>
                    <a:pt x="6" y="5"/>
                    <a:pt x="6" y="5"/>
                  </a:cubicBezTo>
                  <a:lnTo>
                    <a:pt x="46" y="5"/>
                  </a:lnTo>
                  <a:close/>
                  <a:moveTo>
                    <a:pt x="17" y="103"/>
                  </a:moveTo>
                  <a:cubicBezTo>
                    <a:pt x="17" y="90"/>
                    <a:pt x="17" y="90"/>
                    <a:pt x="17" y="90"/>
                  </a:cubicBezTo>
                  <a:cubicBezTo>
                    <a:pt x="17" y="88"/>
                    <a:pt x="19" y="87"/>
                    <a:pt x="21" y="86"/>
                  </a:cubicBezTo>
                  <a:cubicBezTo>
                    <a:pt x="23" y="86"/>
                    <a:pt x="25" y="88"/>
                    <a:pt x="25" y="90"/>
                  </a:cubicBezTo>
                  <a:cubicBezTo>
                    <a:pt x="25" y="103"/>
                    <a:pt x="25" y="103"/>
                    <a:pt x="25" y="103"/>
                  </a:cubicBezTo>
                  <a:lnTo>
                    <a:pt x="17" y="103"/>
                  </a:lnTo>
                  <a:close/>
                  <a:moveTo>
                    <a:pt x="41" y="103"/>
                  </a:moveTo>
                  <a:cubicBezTo>
                    <a:pt x="41" y="90"/>
                    <a:pt x="41" y="90"/>
                    <a:pt x="41" y="90"/>
                  </a:cubicBezTo>
                  <a:cubicBezTo>
                    <a:pt x="41" y="88"/>
                    <a:pt x="42" y="87"/>
                    <a:pt x="44" y="86"/>
                  </a:cubicBezTo>
                  <a:cubicBezTo>
                    <a:pt x="47" y="86"/>
                    <a:pt x="49" y="88"/>
                    <a:pt x="49" y="90"/>
                  </a:cubicBezTo>
                  <a:cubicBezTo>
                    <a:pt x="49" y="103"/>
                    <a:pt x="49" y="103"/>
                    <a:pt x="49" y="103"/>
                  </a:cubicBezTo>
                  <a:lnTo>
                    <a:pt x="41" y="103"/>
                  </a:lnTo>
                  <a:close/>
                  <a:moveTo>
                    <a:pt x="64" y="103"/>
                  </a:moveTo>
                  <a:cubicBezTo>
                    <a:pt x="64" y="90"/>
                    <a:pt x="64" y="90"/>
                    <a:pt x="64" y="90"/>
                  </a:cubicBezTo>
                  <a:cubicBezTo>
                    <a:pt x="64" y="88"/>
                    <a:pt x="66" y="87"/>
                    <a:pt x="68" y="86"/>
                  </a:cubicBezTo>
                  <a:cubicBezTo>
                    <a:pt x="70" y="86"/>
                    <a:pt x="72" y="88"/>
                    <a:pt x="72" y="90"/>
                  </a:cubicBezTo>
                  <a:cubicBezTo>
                    <a:pt x="72" y="103"/>
                    <a:pt x="72" y="103"/>
                    <a:pt x="72" y="103"/>
                  </a:cubicBezTo>
                  <a:lnTo>
                    <a:pt x="64" y="103"/>
                  </a:lnTo>
                  <a:close/>
                  <a:moveTo>
                    <a:pt x="96" y="103"/>
                  </a:moveTo>
                  <a:cubicBezTo>
                    <a:pt x="96" y="90"/>
                    <a:pt x="96" y="90"/>
                    <a:pt x="96" y="90"/>
                  </a:cubicBezTo>
                  <a:cubicBezTo>
                    <a:pt x="96" y="88"/>
                    <a:pt x="97" y="87"/>
                    <a:pt x="99" y="86"/>
                  </a:cubicBezTo>
                  <a:cubicBezTo>
                    <a:pt x="102" y="86"/>
                    <a:pt x="104" y="88"/>
                    <a:pt x="104" y="90"/>
                  </a:cubicBezTo>
                  <a:cubicBezTo>
                    <a:pt x="104" y="103"/>
                    <a:pt x="104" y="103"/>
                    <a:pt x="104" y="103"/>
                  </a:cubicBezTo>
                  <a:lnTo>
                    <a:pt x="96" y="103"/>
                  </a:lnTo>
                  <a:close/>
                  <a:moveTo>
                    <a:pt x="119" y="103"/>
                  </a:moveTo>
                  <a:cubicBezTo>
                    <a:pt x="119" y="90"/>
                    <a:pt x="119" y="90"/>
                    <a:pt x="119" y="90"/>
                  </a:cubicBezTo>
                  <a:cubicBezTo>
                    <a:pt x="119" y="88"/>
                    <a:pt x="121" y="87"/>
                    <a:pt x="123" y="86"/>
                  </a:cubicBezTo>
                  <a:cubicBezTo>
                    <a:pt x="125" y="86"/>
                    <a:pt x="127" y="88"/>
                    <a:pt x="127" y="90"/>
                  </a:cubicBezTo>
                  <a:cubicBezTo>
                    <a:pt x="127" y="103"/>
                    <a:pt x="127" y="103"/>
                    <a:pt x="127" y="103"/>
                  </a:cubicBezTo>
                  <a:lnTo>
                    <a:pt x="119" y="103"/>
                  </a:lnTo>
                  <a:close/>
                  <a:moveTo>
                    <a:pt x="133" y="103"/>
                  </a:moveTo>
                  <a:cubicBezTo>
                    <a:pt x="133" y="91"/>
                    <a:pt x="133" y="91"/>
                    <a:pt x="133" y="91"/>
                  </a:cubicBezTo>
                  <a:cubicBezTo>
                    <a:pt x="133" y="86"/>
                    <a:pt x="129" y="81"/>
                    <a:pt x="124" y="81"/>
                  </a:cubicBezTo>
                  <a:cubicBezTo>
                    <a:pt x="118" y="81"/>
                    <a:pt x="114" y="85"/>
                    <a:pt x="114" y="90"/>
                  </a:cubicBezTo>
                  <a:cubicBezTo>
                    <a:pt x="114" y="103"/>
                    <a:pt x="114" y="103"/>
                    <a:pt x="114" y="103"/>
                  </a:cubicBezTo>
                  <a:cubicBezTo>
                    <a:pt x="109" y="103"/>
                    <a:pt x="109" y="103"/>
                    <a:pt x="109" y="103"/>
                  </a:cubicBezTo>
                  <a:cubicBezTo>
                    <a:pt x="109" y="91"/>
                    <a:pt x="109" y="91"/>
                    <a:pt x="109" y="91"/>
                  </a:cubicBezTo>
                  <a:cubicBezTo>
                    <a:pt x="109" y="86"/>
                    <a:pt x="105" y="81"/>
                    <a:pt x="100" y="81"/>
                  </a:cubicBezTo>
                  <a:cubicBezTo>
                    <a:pt x="95" y="81"/>
                    <a:pt x="90" y="85"/>
                    <a:pt x="90" y="90"/>
                  </a:cubicBezTo>
                  <a:cubicBezTo>
                    <a:pt x="90" y="93"/>
                    <a:pt x="90" y="93"/>
                    <a:pt x="90" y="93"/>
                  </a:cubicBezTo>
                  <a:cubicBezTo>
                    <a:pt x="85" y="81"/>
                    <a:pt x="85" y="81"/>
                    <a:pt x="85" y="81"/>
                  </a:cubicBezTo>
                  <a:cubicBezTo>
                    <a:pt x="85" y="74"/>
                    <a:pt x="85" y="74"/>
                    <a:pt x="85" y="74"/>
                  </a:cubicBezTo>
                  <a:cubicBezTo>
                    <a:pt x="138" y="74"/>
                    <a:pt x="138" y="74"/>
                    <a:pt x="138" y="74"/>
                  </a:cubicBezTo>
                  <a:cubicBezTo>
                    <a:pt x="138" y="103"/>
                    <a:pt x="138" y="103"/>
                    <a:pt x="138" y="103"/>
                  </a:cubicBezTo>
                  <a:lnTo>
                    <a:pt x="133" y="10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639;p46"/>
            <p:cNvSpPr/>
            <p:nvPr/>
          </p:nvSpPr>
          <p:spPr>
            <a:xfrm>
              <a:off x="1059909" y="2111962"/>
              <a:ext cx="15443" cy="20959"/>
            </a:xfrm>
            <a:custGeom>
              <a:avLst/>
              <a:gdLst/>
              <a:ahLst/>
              <a:cxnLst/>
              <a:rect l="l" t="t" r="r" b="b"/>
              <a:pathLst>
                <a:path w="6" h="8" extrusionOk="0">
                  <a:moveTo>
                    <a:pt x="6" y="5"/>
                  </a:moveTo>
                  <a:cubicBezTo>
                    <a:pt x="6" y="3"/>
                    <a:pt x="6" y="3"/>
                    <a:pt x="6" y="3"/>
                  </a:cubicBezTo>
                  <a:cubicBezTo>
                    <a:pt x="6" y="1"/>
                    <a:pt x="5" y="0"/>
                    <a:pt x="3" y="0"/>
                  </a:cubicBezTo>
                  <a:cubicBezTo>
                    <a:pt x="2" y="0"/>
                    <a:pt x="0" y="1"/>
                    <a:pt x="0" y="3"/>
                  </a:cubicBezTo>
                  <a:cubicBezTo>
                    <a:pt x="0" y="5"/>
                    <a:pt x="0" y="5"/>
                    <a:pt x="0" y="5"/>
                  </a:cubicBezTo>
                  <a:cubicBezTo>
                    <a:pt x="0" y="6"/>
                    <a:pt x="1" y="7"/>
                    <a:pt x="2" y="7"/>
                  </a:cubicBezTo>
                  <a:cubicBezTo>
                    <a:pt x="4" y="8"/>
                    <a:pt x="6" y="6"/>
                    <a:pt x="6"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0" name="Google Shape;640;p46"/>
            <p:cNvSpPr/>
            <p:nvPr/>
          </p:nvSpPr>
          <p:spPr>
            <a:xfrm>
              <a:off x="1025713" y="2111962"/>
              <a:ext cx="13237" cy="20959"/>
            </a:xfrm>
            <a:custGeom>
              <a:avLst/>
              <a:gdLst/>
              <a:ahLst/>
              <a:cxnLst/>
              <a:rect l="l" t="t" r="r" b="b"/>
              <a:pathLst>
                <a:path w="5" h="8" extrusionOk="0">
                  <a:moveTo>
                    <a:pt x="0" y="5"/>
                  </a:moveTo>
                  <a:cubicBezTo>
                    <a:pt x="0" y="6"/>
                    <a:pt x="1" y="8"/>
                    <a:pt x="3" y="7"/>
                  </a:cubicBezTo>
                  <a:cubicBezTo>
                    <a:pt x="4" y="7"/>
                    <a:pt x="5" y="6"/>
                    <a:pt x="5" y="5"/>
                  </a:cubicBezTo>
                  <a:cubicBezTo>
                    <a:pt x="5" y="3"/>
                    <a:pt x="5" y="3"/>
                    <a:pt x="5" y="3"/>
                  </a:cubicBezTo>
                  <a:cubicBezTo>
                    <a:pt x="5" y="1"/>
                    <a:pt x="4" y="0"/>
                    <a:pt x="3" y="0"/>
                  </a:cubicBezTo>
                  <a:cubicBezTo>
                    <a:pt x="1" y="0"/>
                    <a:pt x="0" y="1"/>
                    <a:pt x="0" y="3"/>
                  </a:cubicBezTo>
                  <a:lnTo>
                    <a:pt x="0" y="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1" name="Google Shape;641;p46"/>
            <p:cNvSpPr/>
            <p:nvPr/>
          </p:nvSpPr>
          <p:spPr>
            <a:xfrm>
              <a:off x="989311" y="2111962"/>
              <a:ext cx="15443" cy="20959"/>
            </a:xfrm>
            <a:custGeom>
              <a:avLst/>
              <a:gdLst/>
              <a:ahLst/>
              <a:cxnLst/>
              <a:rect l="l" t="t" r="r" b="b"/>
              <a:pathLst>
                <a:path w="6" h="8" extrusionOk="0">
                  <a:moveTo>
                    <a:pt x="0" y="3"/>
                  </a:moveTo>
                  <a:cubicBezTo>
                    <a:pt x="0" y="5"/>
                    <a:pt x="0" y="5"/>
                    <a:pt x="0" y="5"/>
                  </a:cubicBezTo>
                  <a:cubicBezTo>
                    <a:pt x="0" y="6"/>
                    <a:pt x="1" y="7"/>
                    <a:pt x="3" y="7"/>
                  </a:cubicBezTo>
                  <a:cubicBezTo>
                    <a:pt x="4" y="8"/>
                    <a:pt x="6" y="6"/>
                    <a:pt x="6" y="5"/>
                  </a:cubicBezTo>
                  <a:cubicBezTo>
                    <a:pt x="6" y="3"/>
                    <a:pt x="6" y="3"/>
                    <a:pt x="6" y="3"/>
                  </a:cubicBezTo>
                  <a:cubicBezTo>
                    <a:pt x="6" y="1"/>
                    <a:pt x="5" y="0"/>
                    <a:pt x="3" y="0"/>
                  </a:cubicBezTo>
                  <a:cubicBezTo>
                    <a:pt x="2"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2" name="Google Shape;642;p46"/>
            <p:cNvSpPr/>
            <p:nvPr/>
          </p:nvSpPr>
          <p:spPr>
            <a:xfrm>
              <a:off x="955116" y="2111962"/>
              <a:ext cx="13237" cy="20959"/>
            </a:xfrm>
            <a:custGeom>
              <a:avLst/>
              <a:gdLst/>
              <a:ahLst/>
              <a:cxnLst/>
              <a:rect l="l" t="t" r="r" b="b"/>
              <a:pathLst>
                <a:path w="5" h="8" extrusionOk="0">
                  <a:moveTo>
                    <a:pt x="0" y="3"/>
                  </a:moveTo>
                  <a:cubicBezTo>
                    <a:pt x="0" y="5"/>
                    <a:pt x="0" y="5"/>
                    <a:pt x="0" y="5"/>
                  </a:cubicBezTo>
                  <a:cubicBezTo>
                    <a:pt x="0" y="6"/>
                    <a:pt x="1" y="7"/>
                    <a:pt x="2" y="7"/>
                  </a:cubicBezTo>
                  <a:cubicBezTo>
                    <a:pt x="4" y="8"/>
                    <a:pt x="5" y="6"/>
                    <a:pt x="5" y="5"/>
                  </a:cubicBezTo>
                  <a:cubicBezTo>
                    <a:pt x="5" y="3"/>
                    <a:pt x="5" y="3"/>
                    <a:pt x="5" y="3"/>
                  </a:cubicBezTo>
                  <a:cubicBezTo>
                    <a:pt x="5" y="1"/>
                    <a:pt x="4" y="0"/>
                    <a:pt x="3"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43" name="Google Shape;643;p46"/>
          <p:cNvGrpSpPr/>
          <p:nvPr/>
        </p:nvGrpSpPr>
        <p:grpSpPr>
          <a:xfrm>
            <a:off x="1708790" y="1355337"/>
            <a:ext cx="334237" cy="377258"/>
            <a:chOff x="2350528" y="1378406"/>
            <a:chExt cx="334237" cy="377258"/>
          </a:xfrm>
        </p:grpSpPr>
        <p:sp>
          <p:nvSpPr>
            <p:cNvPr id="644" name="Google Shape;644;p46"/>
            <p:cNvSpPr/>
            <p:nvPr/>
          </p:nvSpPr>
          <p:spPr>
            <a:xfrm>
              <a:off x="2373693" y="1664107"/>
              <a:ext cx="15443" cy="13237"/>
            </a:xfrm>
            <a:custGeom>
              <a:avLst/>
              <a:gdLst/>
              <a:ahLst/>
              <a:cxnLst/>
              <a:rect l="l" t="t" r="r" b="b"/>
              <a:pathLst>
                <a:path w="6" h="5" extrusionOk="0">
                  <a:moveTo>
                    <a:pt x="5" y="5"/>
                  </a:moveTo>
                  <a:cubicBezTo>
                    <a:pt x="5" y="4"/>
                    <a:pt x="6" y="3"/>
                    <a:pt x="6" y="3"/>
                  </a:cubicBezTo>
                  <a:cubicBezTo>
                    <a:pt x="6" y="2"/>
                    <a:pt x="5" y="1"/>
                    <a:pt x="5" y="1"/>
                  </a:cubicBezTo>
                  <a:cubicBezTo>
                    <a:pt x="4" y="0"/>
                    <a:pt x="4" y="0"/>
                    <a:pt x="3" y="0"/>
                  </a:cubicBezTo>
                  <a:cubicBezTo>
                    <a:pt x="2" y="0"/>
                    <a:pt x="1" y="0"/>
                    <a:pt x="1" y="1"/>
                  </a:cubicBezTo>
                  <a:cubicBezTo>
                    <a:pt x="0" y="1"/>
                    <a:pt x="0" y="2"/>
                    <a:pt x="0" y="3"/>
                  </a:cubicBezTo>
                  <a:cubicBezTo>
                    <a:pt x="0" y="3"/>
                    <a:pt x="0" y="4"/>
                    <a:pt x="1" y="5"/>
                  </a:cubicBezTo>
                  <a:cubicBezTo>
                    <a:pt x="1" y="5"/>
                    <a:pt x="2" y="5"/>
                    <a:pt x="3" y="5"/>
                  </a:cubicBezTo>
                  <a:cubicBezTo>
                    <a:pt x="4" y="5"/>
                    <a:pt x="4" y="5"/>
                    <a:pt x="5"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5" name="Google Shape;645;p46"/>
            <p:cNvSpPr/>
            <p:nvPr/>
          </p:nvSpPr>
          <p:spPr>
            <a:xfrm>
              <a:off x="2350528" y="1378406"/>
              <a:ext cx="334237" cy="377258"/>
            </a:xfrm>
            <a:custGeom>
              <a:avLst/>
              <a:gdLst/>
              <a:ahLst/>
              <a:cxnLst/>
              <a:rect l="l" t="t" r="r" b="b"/>
              <a:pathLst>
                <a:path w="128" h="144" extrusionOk="0">
                  <a:moveTo>
                    <a:pt x="120" y="0"/>
                  </a:moveTo>
                  <a:cubicBezTo>
                    <a:pt x="120" y="0"/>
                    <a:pt x="120" y="0"/>
                    <a:pt x="119" y="0"/>
                  </a:cubicBezTo>
                  <a:cubicBezTo>
                    <a:pt x="12" y="0"/>
                    <a:pt x="12" y="0"/>
                    <a:pt x="12" y="0"/>
                  </a:cubicBezTo>
                  <a:cubicBezTo>
                    <a:pt x="5" y="0"/>
                    <a:pt x="0" y="6"/>
                    <a:pt x="0" y="12"/>
                  </a:cubicBezTo>
                  <a:cubicBezTo>
                    <a:pt x="0" y="18"/>
                    <a:pt x="4" y="22"/>
                    <a:pt x="9" y="24"/>
                  </a:cubicBezTo>
                  <a:cubicBezTo>
                    <a:pt x="9" y="100"/>
                    <a:pt x="9" y="100"/>
                    <a:pt x="9" y="100"/>
                  </a:cubicBezTo>
                  <a:cubicBezTo>
                    <a:pt x="9" y="102"/>
                    <a:pt x="10" y="103"/>
                    <a:pt x="12" y="103"/>
                  </a:cubicBezTo>
                  <a:cubicBezTo>
                    <a:pt x="13" y="103"/>
                    <a:pt x="15" y="102"/>
                    <a:pt x="15" y="100"/>
                  </a:cubicBezTo>
                  <a:cubicBezTo>
                    <a:pt x="15" y="24"/>
                    <a:pt x="15" y="24"/>
                    <a:pt x="15" y="24"/>
                  </a:cubicBezTo>
                  <a:cubicBezTo>
                    <a:pt x="123" y="24"/>
                    <a:pt x="123" y="24"/>
                    <a:pt x="123" y="24"/>
                  </a:cubicBezTo>
                  <a:cubicBezTo>
                    <a:pt x="123" y="121"/>
                    <a:pt x="123" y="121"/>
                    <a:pt x="123" y="121"/>
                  </a:cubicBezTo>
                  <a:cubicBezTo>
                    <a:pt x="122" y="120"/>
                    <a:pt x="120" y="120"/>
                    <a:pt x="119" y="120"/>
                  </a:cubicBezTo>
                  <a:cubicBezTo>
                    <a:pt x="12" y="120"/>
                    <a:pt x="12" y="120"/>
                    <a:pt x="12" y="120"/>
                  </a:cubicBezTo>
                  <a:cubicBezTo>
                    <a:pt x="5" y="120"/>
                    <a:pt x="0" y="125"/>
                    <a:pt x="0" y="132"/>
                  </a:cubicBezTo>
                  <a:cubicBezTo>
                    <a:pt x="0" y="138"/>
                    <a:pt x="5" y="144"/>
                    <a:pt x="12" y="144"/>
                  </a:cubicBezTo>
                  <a:cubicBezTo>
                    <a:pt x="121" y="144"/>
                    <a:pt x="121" y="144"/>
                    <a:pt x="121" y="144"/>
                  </a:cubicBezTo>
                  <a:cubicBezTo>
                    <a:pt x="123" y="144"/>
                    <a:pt x="124" y="142"/>
                    <a:pt x="124" y="141"/>
                  </a:cubicBezTo>
                  <a:cubicBezTo>
                    <a:pt x="124" y="139"/>
                    <a:pt x="123" y="138"/>
                    <a:pt x="121" y="138"/>
                  </a:cubicBezTo>
                  <a:cubicBezTo>
                    <a:pt x="117" y="138"/>
                    <a:pt x="114" y="135"/>
                    <a:pt x="114" y="131"/>
                  </a:cubicBezTo>
                  <a:cubicBezTo>
                    <a:pt x="114" y="128"/>
                    <a:pt x="116" y="126"/>
                    <a:pt x="119" y="126"/>
                  </a:cubicBezTo>
                  <a:cubicBezTo>
                    <a:pt x="121" y="126"/>
                    <a:pt x="123" y="127"/>
                    <a:pt x="123" y="129"/>
                  </a:cubicBezTo>
                  <a:cubicBezTo>
                    <a:pt x="123" y="131"/>
                    <a:pt x="122" y="132"/>
                    <a:pt x="120" y="132"/>
                  </a:cubicBezTo>
                  <a:cubicBezTo>
                    <a:pt x="119" y="132"/>
                    <a:pt x="118" y="133"/>
                    <a:pt x="118" y="134"/>
                  </a:cubicBezTo>
                  <a:cubicBezTo>
                    <a:pt x="118" y="136"/>
                    <a:pt x="119" y="137"/>
                    <a:pt x="120" y="137"/>
                  </a:cubicBezTo>
                  <a:cubicBezTo>
                    <a:pt x="125" y="137"/>
                    <a:pt x="128" y="134"/>
                    <a:pt x="128" y="129"/>
                  </a:cubicBezTo>
                  <a:cubicBezTo>
                    <a:pt x="128" y="10"/>
                    <a:pt x="128" y="10"/>
                    <a:pt x="128" y="10"/>
                  </a:cubicBezTo>
                  <a:cubicBezTo>
                    <a:pt x="128" y="5"/>
                    <a:pt x="125" y="1"/>
                    <a:pt x="120" y="0"/>
                  </a:cubicBezTo>
                  <a:close/>
                  <a:moveTo>
                    <a:pt x="111" y="138"/>
                  </a:moveTo>
                  <a:cubicBezTo>
                    <a:pt x="12" y="138"/>
                    <a:pt x="12" y="138"/>
                    <a:pt x="12" y="138"/>
                  </a:cubicBezTo>
                  <a:cubicBezTo>
                    <a:pt x="8" y="138"/>
                    <a:pt x="6" y="135"/>
                    <a:pt x="6" y="132"/>
                  </a:cubicBezTo>
                  <a:cubicBezTo>
                    <a:pt x="6" y="129"/>
                    <a:pt x="8" y="126"/>
                    <a:pt x="12" y="126"/>
                  </a:cubicBezTo>
                  <a:cubicBezTo>
                    <a:pt x="110" y="126"/>
                    <a:pt x="110" y="126"/>
                    <a:pt x="110" y="126"/>
                  </a:cubicBezTo>
                  <a:cubicBezTo>
                    <a:pt x="109" y="127"/>
                    <a:pt x="108" y="129"/>
                    <a:pt x="108" y="131"/>
                  </a:cubicBezTo>
                  <a:cubicBezTo>
                    <a:pt x="108" y="134"/>
                    <a:pt x="109" y="136"/>
                    <a:pt x="111" y="138"/>
                  </a:cubicBezTo>
                  <a:close/>
                  <a:moveTo>
                    <a:pt x="109" y="18"/>
                  </a:moveTo>
                  <a:cubicBezTo>
                    <a:pt x="12" y="18"/>
                    <a:pt x="12" y="18"/>
                    <a:pt x="12" y="18"/>
                  </a:cubicBezTo>
                  <a:cubicBezTo>
                    <a:pt x="8" y="18"/>
                    <a:pt x="6" y="15"/>
                    <a:pt x="6" y="12"/>
                  </a:cubicBezTo>
                  <a:cubicBezTo>
                    <a:pt x="6" y="9"/>
                    <a:pt x="8" y="6"/>
                    <a:pt x="12" y="6"/>
                  </a:cubicBezTo>
                  <a:cubicBezTo>
                    <a:pt x="109" y="6"/>
                    <a:pt x="109" y="6"/>
                    <a:pt x="109" y="6"/>
                  </a:cubicBezTo>
                  <a:cubicBezTo>
                    <a:pt x="108" y="8"/>
                    <a:pt x="108" y="10"/>
                    <a:pt x="108" y="12"/>
                  </a:cubicBezTo>
                  <a:cubicBezTo>
                    <a:pt x="108" y="14"/>
                    <a:pt x="108" y="16"/>
                    <a:pt x="109" y="18"/>
                  </a:cubicBezTo>
                  <a:close/>
                  <a:moveTo>
                    <a:pt x="119" y="18"/>
                  </a:moveTo>
                  <a:cubicBezTo>
                    <a:pt x="116" y="18"/>
                    <a:pt x="113" y="15"/>
                    <a:pt x="113" y="12"/>
                  </a:cubicBezTo>
                  <a:cubicBezTo>
                    <a:pt x="113" y="9"/>
                    <a:pt x="116" y="6"/>
                    <a:pt x="119" y="6"/>
                  </a:cubicBezTo>
                  <a:cubicBezTo>
                    <a:pt x="121" y="6"/>
                    <a:pt x="123" y="8"/>
                    <a:pt x="123" y="10"/>
                  </a:cubicBezTo>
                  <a:cubicBezTo>
                    <a:pt x="123" y="18"/>
                    <a:pt x="123" y="18"/>
                    <a:pt x="123" y="18"/>
                  </a:cubicBezTo>
                  <a:lnTo>
                    <a:pt x="119" y="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6" name="Google Shape;646;p46"/>
            <p:cNvSpPr/>
            <p:nvPr/>
          </p:nvSpPr>
          <p:spPr>
            <a:xfrm>
              <a:off x="2632919" y="1479890"/>
              <a:ext cx="15443" cy="13237"/>
            </a:xfrm>
            <a:custGeom>
              <a:avLst/>
              <a:gdLst/>
              <a:ahLst/>
              <a:cxnLst/>
              <a:rect l="l" t="t" r="r" b="b"/>
              <a:pathLst>
                <a:path w="6" h="5" extrusionOk="0">
                  <a:moveTo>
                    <a:pt x="5" y="5"/>
                  </a:moveTo>
                  <a:cubicBezTo>
                    <a:pt x="6" y="4"/>
                    <a:pt x="6" y="3"/>
                    <a:pt x="6" y="3"/>
                  </a:cubicBezTo>
                  <a:cubicBezTo>
                    <a:pt x="6" y="2"/>
                    <a:pt x="6" y="1"/>
                    <a:pt x="5" y="1"/>
                  </a:cubicBezTo>
                  <a:cubicBezTo>
                    <a:pt x="5" y="0"/>
                    <a:pt x="4" y="0"/>
                    <a:pt x="3" y="0"/>
                  </a:cubicBezTo>
                  <a:cubicBezTo>
                    <a:pt x="2" y="0"/>
                    <a:pt x="2" y="0"/>
                    <a:pt x="1" y="1"/>
                  </a:cubicBezTo>
                  <a:cubicBezTo>
                    <a:pt x="1" y="1"/>
                    <a:pt x="0" y="2"/>
                    <a:pt x="0" y="3"/>
                  </a:cubicBezTo>
                  <a:cubicBezTo>
                    <a:pt x="0" y="3"/>
                    <a:pt x="1" y="4"/>
                    <a:pt x="1" y="5"/>
                  </a:cubicBezTo>
                  <a:cubicBezTo>
                    <a:pt x="2" y="5"/>
                    <a:pt x="2" y="5"/>
                    <a:pt x="3" y="5"/>
                  </a:cubicBezTo>
                  <a:cubicBezTo>
                    <a:pt x="4" y="5"/>
                    <a:pt x="5" y="5"/>
                    <a:pt x="5"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7" name="Google Shape;647;p46"/>
            <p:cNvSpPr/>
            <p:nvPr/>
          </p:nvSpPr>
          <p:spPr>
            <a:xfrm>
              <a:off x="2405682" y="1464447"/>
              <a:ext cx="214000" cy="31990"/>
            </a:xfrm>
            <a:custGeom>
              <a:avLst/>
              <a:gdLst/>
              <a:ahLst/>
              <a:cxnLst/>
              <a:rect l="l" t="t" r="r" b="b"/>
              <a:pathLst>
                <a:path w="82" h="12" extrusionOk="0">
                  <a:moveTo>
                    <a:pt x="4" y="11"/>
                  </a:moveTo>
                  <a:cubicBezTo>
                    <a:pt x="12" y="6"/>
                    <a:pt x="12" y="6"/>
                    <a:pt x="12" y="6"/>
                  </a:cubicBezTo>
                  <a:cubicBezTo>
                    <a:pt x="13" y="8"/>
                    <a:pt x="13" y="8"/>
                    <a:pt x="13" y="8"/>
                  </a:cubicBezTo>
                  <a:cubicBezTo>
                    <a:pt x="14" y="10"/>
                    <a:pt x="17" y="11"/>
                    <a:pt x="20" y="10"/>
                  </a:cubicBezTo>
                  <a:cubicBezTo>
                    <a:pt x="25" y="7"/>
                    <a:pt x="25" y="7"/>
                    <a:pt x="25" y="7"/>
                  </a:cubicBezTo>
                  <a:cubicBezTo>
                    <a:pt x="28" y="10"/>
                    <a:pt x="28" y="10"/>
                    <a:pt x="28" y="10"/>
                  </a:cubicBezTo>
                  <a:cubicBezTo>
                    <a:pt x="30" y="11"/>
                    <a:pt x="32" y="12"/>
                    <a:pt x="34" y="11"/>
                  </a:cubicBezTo>
                  <a:cubicBezTo>
                    <a:pt x="43" y="8"/>
                    <a:pt x="43" y="8"/>
                    <a:pt x="43" y="8"/>
                  </a:cubicBezTo>
                  <a:cubicBezTo>
                    <a:pt x="51" y="11"/>
                    <a:pt x="51" y="11"/>
                    <a:pt x="51" y="11"/>
                  </a:cubicBezTo>
                  <a:cubicBezTo>
                    <a:pt x="52" y="12"/>
                    <a:pt x="52" y="12"/>
                    <a:pt x="52" y="12"/>
                  </a:cubicBezTo>
                  <a:cubicBezTo>
                    <a:pt x="78" y="12"/>
                    <a:pt x="78" y="12"/>
                    <a:pt x="78" y="12"/>
                  </a:cubicBezTo>
                  <a:cubicBezTo>
                    <a:pt x="79" y="12"/>
                    <a:pt x="79" y="11"/>
                    <a:pt x="80" y="11"/>
                  </a:cubicBezTo>
                  <a:cubicBezTo>
                    <a:pt x="82" y="9"/>
                    <a:pt x="80" y="6"/>
                    <a:pt x="78" y="6"/>
                  </a:cubicBezTo>
                  <a:cubicBezTo>
                    <a:pt x="53" y="6"/>
                    <a:pt x="53" y="6"/>
                    <a:pt x="53" y="6"/>
                  </a:cubicBezTo>
                  <a:cubicBezTo>
                    <a:pt x="45" y="3"/>
                    <a:pt x="45" y="3"/>
                    <a:pt x="45" y="3"/>
                  </a:cubicBezTo>
                  <a:cubicBezTo>
                    <a:pt x="44" y="3"/>
                    <a:pt x="43" y="3"/>
                    <a:pt x="42" y="3"/>
                  </a:cubicBezTo>
                  <a:cubicBezTo>
                    <a:pt x="32" y="6"/>
                    <a:pt x="32" y="6"/>
                    <a:pt x="32" y="6"/>
                  </a:cubicBezTo>
                  <a:cubicBezTo>
                    <a:pt x="29" y="3"/>
                    <a:pt x="29" y="3"/>
                    <a:pt x="29" y="3"/>
                  </a:cubicBezTo>
                  <a:cubicBezTo>
                    <a:pt x="28" y="1"/>
                    <a:pt x="25" y="1"/>
                    <a:pt x="23" y="2"/>
                  </a:cubicBezTo>
                  <a:cubicBezTo>
                    <a:pt x="18" y="5"/>
                    <a:pt x="18" y="5"/>
                    <a:pt x="18" y="5"/>
                  </a:cubicBezTo>
                  <a:cubicBezTo>
                    <a:pt x="16" y="3"/>
                    <a:pt x="16" y="3"/>
                    <a:pt x="16" y="3"/>
                  </a:cubicBezTo>
                  <a:cubicBezTo>
                    <a:pt x="16" y="1"/>
                    <a:pt x="15" y="0"/>
                    <a:pt x="13" y="0"/>
                  </a:cubicBezTo>
                  <a:cubicBezTo>
                    <a:pt x="12" y="0"/>
                    <a:pt x="10" y="0"/>
                    <a:pt x="9" y="1"/>
                  </a:cubicBezTo>
                  <a:cubicBezTo>
                    <a:pt x="1" y="6"/>
                    <a:pt x="1" y="6"/>
                    <a:pt x="1" y="6"/>
                  </a:cubicBezTo>
                  <a:cubicBezTo>
                    <a:pt x="0" y="7"/>
                    <a:pt x="0" y="9"/>
                    <a:pt x="1" y="10"/>
                  </a:cubicBezTo>
                  <a:cubicBezTo>
                    <a:pt x="1" y="11"/>
                    <a:pt x="3" y="12"/>
                    <a:pt x="4"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8" name="Google Shape;648;p46"/>
            <p:cNvSpPr/>
            <p:nvPr/>
          </p:nvSpPr>
          <p:spPr>
            <a:xfrm>
              <a:off x="2405682" y="1519602"/>
              <a:ext cx="245990" cy="31990"/>
            </a:xfrm>
            <a:custGeom>
              <a:avLst/>
              <a:gdLst/>
              <a:ahLst/>
              <a:cxnLst/>
              <a:rect l="l" t="t" r="r" b="b"/>
              <a:pathLst>
                <a:path w="94" h="12" extrusionOk="0">
                  <a:moveTo>
                    <a:pt x="1" y="10"/>
                  </a:moveTo>
                  <a:cubicBezTo>
                    <a:pt x="1" y="11"/>
                    <a:pt x="3" y="12"/>
                    <a:pt x="4" y="11"/>
                  </a:cubicBezTo>
                  <a:cubicBezTo>
                    <a:pt x="12" y="6"/>
                    <a:pt x="12" y="6"/>
                    <a:pt x="12" y="6"/>
                  </a:cubicBezTo>
                  <a:cubicBezTo>
                    <a:pt x="13" y="8"/>
                    <a:pt x="13" y="8"/>
                    <a:pt x="13" y="8"/>
                  </a:cubicBezTo>
                  <a:cubicBezTo>
                    <a:pt x="14" y="10"/>
                    <a:pt x="17" y="11"/>
                    <a:pt x="20" y="10"/>
                  </a:cubicBezTo>
                  <a:cubicBezTo>
                    <a:pt x="25" y="7"/>
                    <a:pt x="25" y="7"/>
                    <a:pt x="25" y="7"/>
                  </a:cubicBezTo>
                  <a:cubicBezTo>
                    <a:pt x="28" y="10"/>
                    <a:pt x="28" y="10"/>
                    <a:pt x="28" y="10"/>
                  </a:cubicBezTo>
                  <a:cubicBezTo>
                    <a:pt x="30" y="11"/>
                    <a:pt x="32" y="12"/>
                    <a:pt x="34" y="11"/>
                  </a:cubicBezTo>
                  <a:cubicBezTo>
                    <a:pt x="43" y="9"/>
                    <a:pt x="43" y="9"/>
                    <a:pt x="43" y="9"/>
                  </a:cubicBezTo>
                  <a:cubicBezTo>
                    <a:pt x="51" y="12"/>
                    <a:pt x="51" y="12"/>
                    <a:pt x="51" y="12"/>
                  </a:cubicBezTo>
                  <a:cubicBezTo>
                    <a:pt x="52" y="12"/>
                    <a:pt x="52" y="12"/>
                    <a:pt x="52" y="12"/>
                  </a:cubicBezTo>
                  <a:cubicBezTo>
                    <a:pt x="91" y="12"/>
                    <a:pt x="91" y="12"/>
                    <a:pt x="91" y="12"/>
                  </a:cubicBezTo>
                  <a:cubicBezTo>
                    <a:pt x="91" y="12"/>
                    <a:pt x="92" y="12"/>
                    <a:pt x="92" y="11"/>
                  </a:cubicBezTo>
                  <a:cubicBezTo>
                    <a:pt x="94" y="9"/>
                    <a:pt x="92" y="6"/>
                    <a:pt x="90" y="6"/>
                  </a:cubicBezTo>
                  <a:cubicBezTo>
                    <a:pt x="53" y="6"/>
                    <a:pt x="53" y="6"/>
                    <a:pt x="53" y="6"/>
                  </a:cubicBezTo>
                  <a:cubicBezTo>
                    <a:pt x="45" y="3"/>
                    <a:pt x="45" y="3"/>
                    <a:pt x="45" y="3"/>
                  </a:cubicBezTo>
                  <a:cubicBezTo>
                    <a:pt x="44" y="3"/>
                    <a:pt x="43" y="3"/>
                    <a:pt x="42" y="3"/>
                  </a:cubicBezTo>
                  <a:cubicBezTo>
                    <a:pt x="32" y="6"/>
                    <a:pt x="32" y="6"/>
                    <a:pt x="32" y="6"/>
                  </a:cubicBezTo>
                  <a:cubicBezTo>
                    <a:pt x="29" y="3"/>
                    <a:pt x="29" y="3"/>
                    <a:pt x="29" y="3"/>
                  </a:cubicBezTo>
                  <a:cubicBezTo>
                    <a:pt x="28" y="1"/>
                    <a:pt x="25" y="1"/>
                    <a:pt x="23" y="2"/>
                  </a:cubicBezTo>
                  <a:cubicBezTo>
                    <a:pt x="18" y="5"/>
                    <a:pt x="18" y="5"/>
                    <a:pt x="18" y="5"/>
                  </a:cubicBezTo>
                  <a:cubicBezTo>
                    <a:pt x="16" y="3"/>
                    <a:pt x="16" y="3"/>
                    <a:pt x="16" y="3"/>
                  </a:cubicBezTo>
                  <a:cubicBezTo>
                    <a:pt x="16" y="2"/>
                    <a:pt x="15" y="1"/>
                    <a:pt x="13" y="0"/>
                  </a:cubicBezTo>
                  <a:cubicBezTo>
                    <a:pt x="12" y="0"/>
                    <a:pt x="10" y="0"/>
                    <a:pt x="9" y="1"/>
                  </a:cubicBezTo>
                  <a:cubicBezTo>
                    <a:pt x="1" y="6"/>
                    <a:pt x="1" y="6"/>
                    <a:pt x="1" y="6"/>
                  </a:cubicBezTo>
                  <a:cubicBezTo>
                    <a:pt x="0" y="7"/>
                    <a:pt x="0" y="9"/>
                    <a:pt x="1"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9" name="Google Shape;649;p46"/>
            <p:cNvSpPr/>
            <p:nvPr/>
          </p:nvSpPr>
          <p:spPr>
            <a:xfrm>
              <a:off x="2405682" y="1574756"/>
              <a:ext cx="245990" cy="30887"/>
            </a:xfrm>
            <a:custGeom>
              <a:avLst/>
              <a:gdLst/>
              <a:ahLst/>
              <a:cxnLst/>
              <a:rect l="l" t="t" r="r" b="b"/>
              <a:pathLst>
                <a:path w="94" h="12" extrusionOk="0">
                  <a:moveTo>
                    <a:pt x="1" y="10"/>
                  </a:moveTo>
                  <a:cubicBezTo>
                    <a:pt x="1" y="12"/>
                    <a:pt x="3" y="12"/>
                    <a:pt x="4" y="11"/>
                  </a:cubicBezTo>
                  <a:cubicBezTo>
                    <a:pt x="12" y="6"/>
                    <a:pt x="12" y="6"/>
                    <a:pt x="12" y="6"/>
                  </a:cubicBezTo>
                  <a:cubicBezTo>
                    <a:pt x="13" y="8"/>
                    <a:pt x="13" y="8"/>
                    <a:pt x="13" y="8"/>
                  </a:cubicBezTo>
                  <a:cubicBezTo>
                    <a:pt x="14" y="11"/>
                    <a:pt x="17" y="12"/>
                    <a:pt x="20" y="10"/>
                  </a:cubicBezTo>
                  <a:cubicBezTo>
                    <a:pt x="25" y="7"/>
                    <a:pt x="25" y="7"/>
                    <a:pt x="25" y="7"/>
                  </a:cubicBezTo>
                  <a:cubicBezTo>
                    <a:pt x="28" y="10"/>
                    <a:pt x="28" y="10"/>
                    <a:pt x="28" y="10"/>
                  </a:cubicBezTo>
                  <a:cubicBezTo>
                    <a:pt x="30" y="12"/>
                    <a:pt x="32" y="12"/>
                    <a:pt x="34" y="12"/>
                  </a:cubicBezTo>
                  <a:cubicBezTo>
                    <a:pt x="43" y="9"/>
                    <a:pt x="43" y="9"/>
                    <a:pt x="43" y="9"/>
                  </a:cubicBezTo>
                  <a:cubicBezTo>
                    <a:pt x="51" y="12"/>
                    <a:pt x="51" y="12"/>
                    <a:pt x="51" y="12"/>
                  </a:cubicBezTo>
                  <a:cubicBezTo>
                    <a:pt x="52" y="12"/>
                    <a:pt x="52" y="12"/>
                    <a:pt x="52" y="12"/>
                  </a:cubicBezTo>
                  <a:cubicBezTo>
                    <a:pt x="91" y="12"/>
                    <a:pt x="91" y="12"/>
                    <a:pt x="91" y="12"/>
                  </a:cubicBezTo>
                  <a:cubicBezTo>
                    <a:pt x="91" y="12"/>
                    <a:pt x="92" y="12"/>
                    <a:pt x="92" y="12"/>
                  </a:cubicBezTo>
                  <a:cubicBezTo>
                    <a:pt x="94" y="9"/>
                    <a:pt x="92" y="7"/>
                    <a:pt x="90" y="7"/>
                  </a:cubicBezTo>
                  <a:cubicBezTo>
                    <a:pt x="53" y="7"/>
                    <a:pt x="53" y="7"/>
                    <a:pt x="53" y="7"/>
                  </a:cubicBezTo>
                  <a:cubicBezTo>
                    <a:pt x="45" y="4"/>
                    <a:pt x="45" y="4"/>
                    <a:pt x="45" y="4"/>
                  </a:cubicBezTo>
                  <a:cubicBezTo>
                    <a:pt x="44" y="3"/>
                    <a:pt x="43" y="3"/>
                    <a:pt x="42" y="3"/>
                  </a:cubicBezTo>
                  <a:cubicBezTo>
                    <a:pt x="32" y="6"/>
                    <a:pt x="32" y="6"/>
                    <a:pt x="32" y="6"/>
                  </a:cubicBezTo>
                  <a:cubicBezTo>
                    <a:pt x="29" y="3"/>
                    <a:pt x="29" y="3"/>
                    <a:pt x="29" y="3"/>
                  </a:cubicBezTo>
                  <a:cubicBezTo>
                    <a:pt x="28" y="2"/>
                    <a:pt x="25" y="1"/>
                    <a:pt x="23" y="2"/>
                  </a:cubicBezTo>
                  <a:cubicBezTo>
                    <a:pt x="18" y="5"/>
                    <a:pt x="18" y="5"/>
                    <a:pt x="18" y="5"/>
                  </a:cubicBezTo>
                  <a:cubicBezTo>
                    <a:pt x="16" y="3"/>
                    <a:pt x="16" y="3"/>
                    <a:pt x="16" y="3"/>
                  </a:cubicBezTo>
                  <a:cubicBezTo>
                    <a:pt x="16" y="2"/>
                    <a:pt x="15" y="1"/>
                    <a:pt x="13" y="1"/>
                  </a:cubicBezTo>
                  <a:cubicBezTo>
                    <a:pt x="12" y="0"/>
                    <a:pt x="10" y="1"/>
                    <a:pt x="9" y="1"/>
                  </a:cubicBezTo>
                  <a:cubicBezTo>
                    <a:pt x="1" y="7"/>
                    <a:pt x="1" y="7"/>
                    <a:pt x="1" y="7"/>
                  </a:cubicBezTo>
                  <a:cubicBezTo>
                    <a:pt x="0" y="7"/>
                    <a:pt x="0" y="9"/>
                    <a:pt x="1"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50" name="Google Shape;650;p46"/>
            <p:cNvSpPr/>
            <p:nvPr/>
          </p:nvSpPr>
          <p:spPr>
            <a:xfrm>
              <a:off x="2405682" y="1629911"/>
              <a:ext cx="245990" cy="30887"/>
            </a:xfrm>
            <a:custGeom>
              <a:avLst/>
              <a:gdLst/>
              <a:ahLst/>
              <a:cxnLst/>
              <a:rect l="l" t="t" r="r" b="b"/>
              <a:pathLst>
                <a:path w="94" h="12" extrusionOk="0">
                  <a:moveTo>
                    <a:pt x="1" y="10"/>
                  </a:moveTo>
                  <a:cubicBezTo>
                    <a:pt x="1" y="12"/>
                    <a:pt x="3" y="12"/>
                    <a:pt x="4" y="11"/>
                  </a:cubicBezTo>
                  <a:cubicBezTo>
                    <a:pt x="12" y="6"/>
                    <a:pt x="12" y="6"/>
                    <a:pt x="12" y="6"/>
                  </a:cubicBezTo>
                  <a:cubicBezTo>
                    <a:pt x="13" y="8"/>
                    <a:pt x="13" y="8"/>
                    <a:pt x="13" y="8"/>
                  </a:cubicBezTo>
                  <a:cubicBezTo>
                    <a:pt x="14" y="11"/>
                    <a:pt x="17" y="12"/>
                    <a:pt x="20" y="10"/>
                  </a:cubicBezTo>
                  <a:cubicBezTo>
                    <a:pt x="25" y="7"/>
                    <a:pt x="25" y="7"/>
                    <a:pt x="25" y="7"/>
                  </a:cubicBezTo>
                  <a:cubicBezTo>
                    <a:pt x="28" y="10"/>
                    <a:pt x="28" y="10"/>
                    <a:pt x="28" y="10"/>
                  </a:cubicBezTo>
                  <a:cubicBezTo>
                    <a:pt x="30" y="12"/>
                    <a:pt x="32" y="12"/>
                    <a:pt x="34" y="12"/>
                  </a:cubicBezTo>
                  <a:cubicBezTo>
                    <a:pt x="43" y="9"/>
                    <a:pt x="43" y="9"/>
                    <a:pt x="43" y="9"/>
                  </a:cubicBezTo>
                  <a:cubicBezTo>
                    <a:pt x="51" y="12"/>
                    <a:pt x="51" y="12"/>
                    <a:pt x="51" y="12"/>
                  </a:cubicBezTo>
                  <a:cubicBezTo>
                    <a:pt x="52" y="12"/>
                    <a:pt x="52" y="12"/>
                    <a:pt x="52" y="12"/>
                  </a:cubicBezTo>
                  <a:cubicBezTo>
                    <a:pt x="91" y="12"/>
                    <a:pt x="91" y="12"/>
                    <a:pt x="91" y="12"/>
                  </a:cubicBezTo>
                  <a:cubicBezTo>
                    <a:pt x="91" y="12"/>
                    <a:pt x="92" y="12"/>
                    <a:pt x="92" y="12"/>
                  </a:cubicBezTo>
                  <a:cubicBezTo>
                    <a:pt x="94" y="9"/>
                    <a:pt x="92" y="7"/>
                    <a:pt x="90" y="7"/>
                  </a:cubicBezTo>
                  <a:cubicBezTo>
                    <a:pt x="53" y="7"/>
                    <a:pt x="53" y="7"/>
                    <a:pt x="53" y="7"/>
                  </a:cubicBezTo>
                  <a:cubicBezTo>
                    <a:pt x="45" y="4"/>
                    <a:pt x="45" y="4"/>
                    <a:pt x="45" y="4"/>
                  </a:cubicBezTo>
                  <a:cubicBezTo>
                    <a:pt x="44" y="3"/>
                    <a:pt x="43" y="3"/>
                    <a:pt x="42" y="3"/>
                  </a:cubicBezTo>
                  <a:cubicBezTo>
                    <a:pt x="32" y="6"/>
                    <a:pt x="32" y="6"/>
                    <a:pt x="32" y="6"/>
                  </a:cubicBezTo>
                  <a:cubicBezTo>
                    <a:pt x="29" y="3"/>
                    <a:pt x="29" y="3"/>
                    <a:pt x="29" y="3"/>
                  </a:cubicBezTo>
                  <a:cubicBezTo>
                    <a:pt x="28" y="2"/>
                    <a:pt x="25" y="1"/>
                    <a:pt x="23" y="2"/>
                  </a:cubicBezTo>
                  <a:cubicBezTo>
                    <a:pt x="18" y="5"/>
                    <a:pt x="18" y="5"/>
                    <a:pt x="18" y="5"/>
                  </a:cubicBezTo>
                  <a:cubicBezTo>
                    <a:pt x="16" y="3"/>
                    <a:pt x="16" y="3"/>
                    <a:pt x="16" y="3"/>
                  </a:cubicBezTo>
                  <a:cubicBezTo>
                    <a:pt x="16" y="2"/>
                    <a:pt x="15" y="1"/>
                    <a:pt x="13" y="1"/>
                  </a:cubicBezTo>
                  <a:cubicBezTo>
                    <a:pt x="12" y="0"/>
                    <a:pt x="10" y="1"/>
                    <a:pt x="9" y="1"/>
                  </a:cubicBezTo>
                  <a:cubicBezTo>
                    <a:pt x="1" y="7"/>
                    <a:pt x="1" y="7"/>
                    <a:pt x="1" y="7"/>
                  </a:cubicBezTo>
                  <a:cubicBezTo>
                    <a:pt x="0" y="7"/>
                    <a:pt x="0" y="9"/>
                    <a:pt x="1"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54"/>
        <p:cNvGrpSpPr/>
        <p:nvPr/>
      </p:nvGrpSpPr>
      <p:grpSpPr>
        <a:xfrm>
          <a:off x="0" y="0"/>
          <a:ext cx="0" cy="0"/>
          <a:chOff x="0" y="0"/>
          <a:chExt cx="0" cy="0"/>
        </a:xfrm>
      </p:grpSpPr>
      <p:sp>
        <p:nvSpPr>
          <p:cNvPr id="655" name="Google Shape;655;p47"/>
          <p:cNvSpPr txBox="1">
            <a:spLocks noGrp="1"/>
          </p:cNvSpPr>
          <p:nvPr>
            <p:ph type="title"/>
          </p:nvPr>
        </p:nvSpPr>
        <p:spPr>
          <a:xfrm>
            <a:off x="713263" y="616175"/>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656" name="Google Shape;656;p47"/>
          <p:cNvSpPr txBox="1">
            <a:spLocks noGrp="1"/>
          </p:cNvSpPr>
          <p:nvPr>
            <p:ph type="subTitle" idx="1"/>
          </p:nvPr>
        </p:nvSpPr>
        <p:spPr>
          <a:xfrm>
            <a:off x="713225" y="1618262"/>
            <a:ext cx="4448100" cy="122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b="1"/>
              <a:t>Do you have any questions?</a:t>
            </a:r>
            <a:endParaRPr sz="1800" b="1"/>
          </a:p>
          <a:p>
            <a:pPr marL="0" lvl="0" indent="0" algn="l" rtl="0">
              <a:spcBef>
                <a:spcPts val="0"/>
              </a:spcBef>
              <a:spcAft>
                <a:spcPts val="0"/>
              </a:spcAft>
              <a:buNone/>
            </a:pPr>
            <a:r>
              <a:rPr lang="en" sz="1600"/>
              <a:t>youremail@freepik.com</a:t>
            </a:r>
            <a:endParaRPr sz="1600"/>
          </a:p>
          <a:p>
            <a:pPr marL="0" lvl="0" indent="0" algn="l" rtl="0">
              <a:spcBef>
                <a:spcPts val="0"/>
              </a:spcBef>
              <a:spcAft>
                <a:spcPts val="0"/>
              </a:spcAft>
              <a:buNone/>
            </a:pPr>
            <a:r>
              <a:rPr lang="en" sz="1600"/>
              <a:t>+34 654 321 432</a:t>
            </a:r>
            <a:endParaRPr sz="1600"/>
          </a:p>
          <a:p>
            <a:pPr marL="0" lvl="0" indent="0" algn="l" rtl="0">
              <a:spcBef>
                <a:spcPts val="0"/>
              </a:spcBef>
              <a:spcAft>
                <a:spcPts val="0"/>
              </a:spcAft>
              <a:buNone/>
            </a:pPr>
            <a:r>
              <a:rPr lang="en" sz="1600"/>
              <a:t>yourwebsite.com</a:t>
            </a:r>
            <a:endParaRPr sz="1600"/>
          </a:p>
        </p:txBody>
      </p:sp>
      <p:sp>
        <p:nvSpPr>
          <p:cNvPr id="657" name="Google Shape;657;p47"/>
          <p:cNvSpPr txBox="1"/>
          <p:nvPr/>
        </p:nvSpPr>
        <p:spPr>
          <a:xfrm>
            <a:off x="713275" y="4049650"/>
            <a:ext cx="4151700" cy="260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solidFill>
                  <a:schemeClr val="dk1"/>
                </a:solidFill>
                <a:latin typeface="Lato"/>
                <a:ea typeface="Lato"/>
                <a:cs typeface="Lato"/>
                <a:sym typeface="Lato"/>
              </a:rPr>
              <a:t>Please keep this slide for attribution</a:t>
            </a:r>
            <a:endParaRPr sz="1200">
              <a:solidFill>
                <a:schemeClr val="dk1"/>
              </a:solidFill>
              <a:latin typeface="Lato"/>
              <a:ea typeface="Lato"/>
              <a:cs typeface="Lato"/>
              <a:sym typeface="Lato"/>
            </a:endParaRPr>
          </a:p>
        </p:txBody>
      </p:sp>
      <p:sp>
        <p:nvSpPr>
          <p:cNvPr id="658" name="Google Shape;658;p47"/>
          <p:cNvSpPr/>
          <p:nvPr/>
        </p:nvSpPr>
        <p:spPr>
          <a:xfrm>
            <a:off x="6911062" y="-2350368"/>
            <a:ext cx="2720976" cy="4967292"/>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59" name="Google Shape;659;p47"/>
          <p:cNvSpPr/>
          <p:nvPr/>
        </p:nvSpPr>
        <p:spPr>
          <a:xfrm>
            <a:off x="5733712" y="3443532"/>
            <a:ext cx="1490664" cy="4967292"/>
          </a:xfrm>
          <a:custGeom>
            <a:avLst/>
            <a:gdLst/>
            <a:ahLst/>
            <a:cxnLst/>
            <a:rect l="l" t="t" r="r" b="b"/>
            <a:pathLst>
              <a:path w="1255" h="4183" extrusionOk="0">
                <a:moveTo>
                  <a:pt x="627" y="4183"/>
                </a:moveTo>
                <a:cubicBezTo>
                  <a:pt x="281" y="4183"/>
                  <a:pt x="0" y="3901"/>
                  <a:pt x="0" y="3555"/>
                </a:cubicBezTo>
                <a:cubicBezTo>
                  <a:pt x="0" y="627"/>
                  <a:pt x="0" y="627"/>
                  <a:pt x="0" y="627"/>
                </a:cubicBezTo>
                <a:cubicBezTo>
                  <a:pt x="0" y="281"/>
                  <a:pt x="281" y="0"/>
                  <a:pt x="627" y="0"/>
                </a:cubicBezTo>
                <a:cubicBezTo>
                  <a:pt x="973" y="0"/>
                  <a:pt x="1255" y="281"/>
                  <a:pt x="1255" y="627"/>
                </a:cubicBezTo>
                <a:cubicBezTo>
                  <a:pt x="1255" y="3555"/>
                  <a:pt x="1255" y="3555"/>
                  <a:pt x="1255" y="3555"/>
                </a:cubicBezTo>
                <a:cubicBezTo>
                  <a:pt x="1255" y="3901"/>
                  <a:pt x="973" y="4183"/>
                  <a:pt x="627" y="4183"/>
                </a:cubicBezTo>
                <a:close/>
                <a:moveTo>
                  <a:pt x="627" y="12"/>
                </a:moveTo>
                <a:cubicBezTo>
                  <a:pt x="288" y="12"/>
                  <a:pt x="12" y="288"/>
                  <a:pt x="12" y="627"/>
                </a:cubicBezTo>
                <a:cubicBezTo>
                  <a:pt x="12" y="3555"/>
                  <a:pt x="12" y="3555"/>
                  <a:pt x="12" y="3555"/>
                </a:cubicBezTo>
                <a:cubicBezTo>
                  <a:pt x="12" y="3895"/>
                  <a:pt x="288" y="4171"/>
                  <a:pt x="627" y="4171"/>
                </a:cubicBezTo>
                <a:cubicBezTo>
                  <a:pt x="967" y="4171"/>
                  <a:pt x="1243" y="3895"/>
                  <a:pt x="1243" y="3555"/>
                </a:cubicBezTo>
                <a:cubicBezTo>
                  <a:pt x="1243" y="627"/>
                  <a:pt x="1243" y="627"/>
                  <a:pt x="1243" y="627"/>
                </a:cubicBezTo>
                <a:cubicBezTo>
                  <a:pt x="1243" y="288"/>
                  <a:pt x="967" y="12"/>
                  <a:pt x="627"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60" name="Google Shape;660;p47"/>
          <p:cNvSpPr/>
          <p:nvPr/>
        </p:nvSpPr>
        <p:spPr>
          <a:xfrm>
            <a:off x="818045" y="30212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 name="Google Shape;661;p47"/>
          <p:cNvGrpSpPr/>
          <p:nvPr/>
        </p:nvGrpSpPr>
        <p:grpSpPr>
          <a:xfrm>
            <a:off x="1267517" y="3021452"/>
            <a:ext cx="346056" cy="345674"/>
            <a:chOff x="3303268" y="3817349"/>
            <a:chExt cx="346056" cy="345674"/>
          </a:xfrm>
        </p:grpSpPr>
        <p:sp>
          <p:nvSpPr>
            <p:cNvPr id="662" name="Google Shape;662;p47"/>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7"/>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7"/>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7"/>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 name="Google Shape;666;p47"/>
          <p:cNvGrpSpPr/>
          <p:nvPr/>
        </p:nvGrpSpPr>
        <p:grpSpPr>
          <a:xfrm>
            <a:off x="1717379" y="3021452"/>
            <a:ext cx="346056" cy="345674"/>
            <a:chOff x="2238181" y="4120624"/>
            <a:chExt cx="346056" cy="345674"/>
          </a:xfrm>
        </p:grpSpPr>
        <p:grpSp>
          <p:nvGrpSpPr>
            <p:cNvPr id="667" name="Google Shape;667;p47"/>
            <p:cNvGrpSpPr/>
            <p:nvPr/>
          </p:nvGrpSpPr>
          <p:grpSpPr>
            <a:xfrm>
              <a:off x="2309155" y="4177413"/>
              <a:ext cx="203862" cy="231903"/>
              <a:chOff x="1512725" y="258500"/>
              <a:chExt cx="4570900" cy="5199625"/>
            </a:xfrm>
          </p:grpSpPr>
          <p:sp>
            <p:nvSpPr>
              <p:cNvPr id="668" name="Google Shape;668;p47"/>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7"/>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47"/>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74"/>
        <p:cNvGrpSpPr/>
        <p:nvPr/>
      </p:nvGrpSpPr>
      <p:grpSpPr>
        <a:xfrm>
          <a:off x="0" y="0"/>
          <a:ext cx="0" cy="0"/>
          <a:chOff x="0" y="0"/>
          <a:chExt cx="0" cy="0"/>
        </a:xfrm>
      </p:grpSpPr>
      <p:sp>
        <p:nvSpPr>
          <p:cNvPr id="675" name="Google Shape;675;p48"/>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 I</a:t>
            </a:r>
            <a:endParaRPr/>
          </a:p>
        </p:txBody>
      </p:sp>
      <p:grpSp>
        <p:nvGrpSpPr>
          <p:cNvPr id="676" name="Google Shape;676;p48"/>
          <p:cNvGrpSpPr/>
          <p:nvPr/>
        </p:nvGrpSpPr>
        <p:grpSpPr>
          <a:xfrm>
            <a:off x="7206342" y="3777632"/>
            <a:ext cx="389392" cy="380567"/>
            <a:chOff x="7185384" y="3777632"/>
            <a:chExt cx="389392" cy="380567"/>
          </a:xfrm>
        </p:grpSpPr>
        <p:sp>
          <p:nvSpPr>
            <p:cNvPr id="677" name="Google Shape;677;p48"/>
            <p:cNvSpPr/>
            <p:nvPr/>
          </p:nvSpPr>
          <p:spPr>
            <a:xfrm>
              <a:off x="7240538" y="3821756"/>
              <a:ext cx="15443" cy="16547"/>
            </a:xfrm>
            <a:custGeom>
              <a:avLst/>
              <a:gdLst/>
              <a:ahLst/>
              <a:cxnLst/>
              <a:rect l="l" t="t" r="r" b="b"/>
              <a:pathLst>
                <a:path w="6" h="6" extrusionOk="0">
                  <a:moveTo>
                    <a:pt x="3" y="6"/>
                  </a:moveTo>
                  <a:cubicBezTo>
                    <a:pt x="4" y="6"/>
                    <a:pt x="4" y="5"/>
                    <a:pt x="5" y="5"/>
                  </a:cubicBezTo>
                  <a:cubicBezTo>
                    <a:pt x="5" y="5"/>
                    <a:pt x="5" y="5"/>
                    <a:pt x="5" y="5"/>
                  </a:cubicBezTo>
                  <a:cubicBezTo>
                    <a:pt x="6" y="4"/>
                    <a:pt x="6" y="2"/>
                    <a:pt x="5" y="1"/>
                  </a:cubicBezTo>
                  <a:cubicBezTo>
                    <a:pt x="4" y="0"/>
                    <a:pt x="2" y="0"/>
                    <a:pt x="1" y="1"/>
                  </a:cubicBezTo>
                  <a:cubicBezTo>
                    <a:pt x="1" y="1"/>
                    <a:pt x="1" y="1"/>
                    <a:pt x="1" y="1"/>
                  </a:cubicBezTo>
                  <a:cubicBezTo>
                    <a:pt x="0" y="2"/>
                    <a:pt x="0" y="4"/>
                    <a:pt x="1" y="5"/>
                  </a:cubicBezTo>
                  <a:cubicBezTo>
                    <a:pt x="2"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78" name="Google Shape;678;p48"/>
            <p:cNvSpPr/>
            <p:nvPr/>
          </p:nvSpPr>
          <p:spPr>
            <a:xfrm>
              <a:off x="7237229" y="3819550"/>
              <a:ext cx="220619" cy="220618"/>
            </a:xfrm>
            <a:custGeom>
              <a:avLst/>
              <a:gdLst/>
              <a:ahLst/>
              <a:cxnLst/>
              <a:rect l="l" t="t" r="r" b="b"/>
              <a:pathLst>
                <a:path w="84" h="84" extrusionOk="0">
                  <a:moveTo>
                    <a:pt x="42" y="84"/>
                  </a:moveTo>
                  <a:cubicBezTo>
                    <a:pt x="65" y="84"/>
                    <a:pt x="84" y="65"/>
                    <a:pt x="84" y="42"/>
                  </a:cubicBezTo>
                  <a:cubicBezTo>
                    <a:pt x="84" y="19"/>
                    <a:pt x="65" y="0"/>
                    <a:pt x="42" y="0"/>
                  </a:cubicBezTo>
                  <a:cubicBezTo>
                    <a:pt x="19" y="0"/>
                    <a:pt x="0" y="19"/>
                    <a:pt x="0" y="42"/>
                  </a:cubicBezTo>
                  <a:cubicBezTo>
                    <a:pt x="0" y="65"/>
                    <a:pt x="19" y="84"/>
                    <a:pt x="42" y="84"/>
                  </a:cubicBezTo>
                  <a:close/>
                  <a:moveTo>
                    <a:pt x="42" y="5"/>
                  </a:moveTo>
                  <a:cubicBezTo>
                    <a:pt x="62" y="5"/>
                    <a:pt x="78" y="22"/>
                    <a:pt x="78" y="42"/>
                  </a:cubicBezTo>
                  <a:cubicBezTo>
                    <a:pt x="78" y="62"/>
                    <a:pt x="62" y="78"/>
                    <a:pt x="42" y="78"/>
                  </a:cubicBezTo>
                  <a:cubicBezTo>
                    <a:pt x="22" y="78"/>
                    <a:pt x="6" y="62"/>
                    <a:pt x="6" y="42"/>
                  </a:cubicBezTo>
                  <a:cubicBezTo>
                    <a:pt x="6" y="22"/>
                    <a:pt x="22" y="5"/>
                    <a:pt x="4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79" name="Google Shape;679;p48"/>
            <p:cNvSpPr/>
            <p:nvPr/>
          </p:nvSpPr>
          <p:spPr>
            <a:xfrm>
              <a:off x="7185384" y="3777632"/>
              <a:ext cx="389392" cy="380567"/>
            </a:xfrm>
            <a:custGeom>
              <a:avLst/>
              <a:gdLst/>
              <a:ahLst/>
              <a:cxnLst/>
              <a:rect l="l" t="t" r="r" b="b"/>
              <a:pathLst>
                <a:path w="149" h="145" extrusionOk="0">
                  <a:moveTo>
                    <a:pt x="145" y="124"/>
                  </a:moveTo>
                  <a:cubicBezTo>
                    <a:pt x="129" y="107"/>
                    <a:pt x="129" y="107"/>
                    <a:pt x="129" y="107"/>
                  </a:cubicBezTo>
                  <a:cubicBezTo>
                    <a:pt x="129" y="107"/>
                    <a:pt x="129" y="107"/>
                    <a:pt x="129" y="107"/>
                  </a:cubicBezTo>
                  <a:cubicBezTo>
                    <a:pt x="130" y="106"/>
                    <a:pt x="130" y="104"/>
                    <a:pt x="129" y="103"/>
                  </a:cubicBezTo>
                  <a:cubicBezTo>
                    <a:pt x="128" y="102"/>
                    <a:pt x="126" y="102"/>
                    <a:pt x="125" y="103"/>
                  </a:cubicBezTo>
                  <a:cubicBezTo>
                    <a:pt x="125" y="103"/>
                    <a:pt x="125" y="103"/>
                    <a:pt x="125" y="103"/>
                  </a:cubicBezTo>
                  <a:cubicBezTo>
                    <a:pt x="119" y="98"/>
                    <a:pt x="119" y="98"/>
                    <a:pt x="119" y="98"/>
                  </a:cubicBezTo>
                  <a:cubicBezTo>
                    <a:pt x="120" y="95"/>
                    <a:pt x="120" y="92"/>
                    <a:pt x="118" y="90"/>
                  </a:cubicBezTo>
                  <a:cubicBezTo>
                    <a:pt x="112" y="85"/>
                    <a:pt x="112" y="85"/>
                    <a:pt x="112" y="85"/>
                  </a:cubicBezTo>
                  <a:cubicBezTo>
                    <a:pt x="123" y="63"/>
                    <a:pt x="120" y="36"/>
                    <a:pt x="102" y="18"/>
                  </a:cubicBezTo>
                  <a:cubicBezTo>
                    <a:pt x="93" y="9"/>
                    <a:pt x="80" y="3"/>
                    <a:pt x="67" y="2"/>
                  </a:cubicBezTo>
                  <a:cubicBezTo>
                    <a:pt x="54" y="0"/>
                    <a:pt x="41" y="4"/>
                    <a:pt x="31" y="11"/>
                  </a:cubicBezTo>
                  <a:cubicBezTo>
                    <a:pt x="29" y="12"/>
                    <a:pt x="29" y="13"/>
                    <a:pt x="30" y="15"/>
                  </a:cubicBezTo>
                  <a:cubicBezTo>
                    <a:pt x="31" y="16"/>
                    <a:pt x="33" y="16"/>
                    <a:pt x="34" y="15"/>
                  </a:cubicBezTo>
                  <a:cubicBezTo>
                    <a:pt x="54" y="2"/>
                    <a:pt x="81" y="5"/>
                    <a:pt x="98" y="22"/>
                  </a:cubicBezTo>
                  <a:cubicBezTo>
                    <a:pt x="118" y="42"/>
                    <a:pt x="118" y="74"/>
                    <a:pt x="98" y="94"/>
                  </a:cubicBezTo>
                  <a:cubicBezTo>
                    <a:pt x="78" y="114"/>
                    <a:pt x="46" y="114"/>
                    <a:pt x="26" y="94"/>
                  </a:cubicBezTo>
                  <a:cubicBezTo>
                    <a:pt x="9" y="77"/>
                    <a:pt x="6" y="50"/>
                    <a:pt x="20" y="29"/>
                  </a:cubicBezTo>
                  <a:cubicBezTo>
                    <a:pt x="21" y="28"/>
                    <a:pt x="20" y="26"/>
                    <a:pt x="19" y="26"/>
                  </a:cubicBezTo>
                  <a:cubicBezTo>
                    <a:pt x="18" y="25"/>
                    <a:pt x="16" y="25"/>
                    <a:pt x="15" y="26"/>
                  </a:cubicBezTo>
                  <a:cubicBezTo>
                    <a:pt x="0" y="49"/>
                    <a:pt x="3" y="79"/>
                    <a:pt x="22" y="98"/>
                  </a:cubicBezTo>
                  <a:cubicBezTo>
                    <a:pt x="33" y="109"/>
                    <a:pt x="48" y="114"/>
                    <a:pt x="62" y="114"/>
                  </a:cubicBezTo>
                  <a:cubicBezTo>
                    <a:pt x="71" y="114"/>
                    <a:pt x="80" y="112"/>
                    <a:pt x="89" y="108"/>
                  </a:cubicBezTo>
                  <a:cubicBezTo>
                    <a:pt x="95" y="114"/>
                    <a:pt x="95" y="114"/>
                    <a:pt x="95" y="114"/>
                  </a:cubicBezTo>
                  <a:cubicBezTo>
                    <a:pt x="96" y="115"/>
                    <a:pt x="98" y="116"/>
                    <a:pt x="99" y="116"/>
                  </a:cubicBezTo>
                  <a:cubicBezTo>
                    <a:pt x="100" y="116"/>
                    <a:pt x="101" y="115"/>
                    <a:pt x="102" y="115"/>
                  </a:cubicBezTo>
                  <a:cubicBezTo>
                    <a:pt x="108" y="121"/>
                    <a:pt x="108" y="121"/>
                    <a:pt x="108" y="121"/>
                  </a:cubicBezTo>
                  <a:cubicBezTo>
                    <a:pt x="107" y="121"/>
                    <a:pt x="107" y="121"/>
                    <a:pt x="107" y="121"/>
                  </a:cubicBezTo>
                  <a:cubicBezTo>
                    <a:pt x="106" y="122"/>
                    <a:pt x="106" y="124"/>
                    <a:pt x="107" y="125"/>
                  </a:cubicBezTo>
                  <a:cubicBezTo>
                    <a:pt x="108" y="125"/>
                    <a:pt x="109" y="126"/>
                    <a:pt x="109" y="126"/>
                  </a:cubicBezTo>
                  <a:cubicBezTo>
                    <a:pt x="110" y="126"/>
                    <a:pt x="111" y="125"/>
                    <a:pt x="111" y="125"/>
                  </a:cubicBezTo>
                  <a:cubicBezTo>
                    <a:pt x="112" y="125"/>
                    <a:pt x="112" y="125"/>
                    <a:pt x="112" y="125"/>
                  </a:cubicBezTo>
                  <a:cubicBezTo>
                    <a:pt x="128" y="141"/>
                    <a:pt x="128" y="141"/>
                    <a:pt x="128" y="141"/>
                  </a:cubicBezTo>
                  <a:cubicBezTo>
                    <a:pt x="130" y="144"/>
                    <a:pt x="134" y="145"/>
                    <a:pt x="137" y="145"/>
                  </a:cubicBezTo>
                  <a:cubicBezTo>
                    <a:pt x="140" y="145"/>
                    <a:pt x="143" y="144"/>
                    <a:pt x="145" y="141"/>
                  </a:cubicBezTo>
                  <a:cubicBezTo>
                    <a:pt x="148" y="139"/>
                    <a:pt x="149" y="136"/>
                    <a:pt x="149" y="133"/>
                  </a:cubicBezTo>
                  <a:cubicBezTo>
                    <a:pt x="149" y="129"/>
                    <a:pt x="148" y="126"/>
                    <a:pt x="145" y="124"/>
                  </a:cubicBezTo>
                  <a:close/>
                  <a:moveTo>
                    <a:pt x="99" y="110"/>
                  </a:moveTo>
                  <a:cubicBezTo>
                    <a:pt x="94" y="105"/>
                    <a:pt x="94" y="105"/>
                    <a:pt x="94" y="105"/>
                  </a:cubicBezTo>
                  <a:cubicBezTo>
                    <a:pt x="97" y="103"/>
                    <a:pt x="99" y="101"/>
                    <a:pt x="102" y="98"/>
                  </a:cubicBezTo>
                  <a:cubicBezTo>
                    <a:pt x="105" y="95"/>
                    <a:pt x="107" y="92"/>
                    <a:pt x="109" y="89"/>
                  </a:cubicBezTo>
                  <a:cubicBezTo>
                    <a:pt x="114" y="94"/>
                    <a:pt x="114" y="94"/>
                    <a:pt x="114" y="94"/>
                  </a:cubicBezTo>
                  <a:cubicBezTo>
                    <a:pt x="114" y="95"/>
                    <a:pt x="114" y="95"/>
                    <a:pt x="114" y="96"/>
                  </a:cubicBezTo>
                  <a:cubicBezTo>
                    <a:pt x="100" y="110"/>
                    <a:pt x="100" y="110"/>
                    <a:pt x="100" y="110"/>
                  </a:cubicBezTo>
                  <a:cubicBezTo>
                    <a:pt x="100" y="110"/>
                    <a:pt x="99" y="110"/>
                    <a:pt x="99" y="110"/>
                  </a:cubicBezTo>
                  <a:close/>
                  <a:moveTo>
                    <a:pt x="106" y="111"/>
                  </a:moveTo>
                  <a:cubicBezTo>
                    <a:pt x="116" y="102"/>
                    <a:pt x="116" y="102"/>
                    <a:pt x="116" y="102"/>
                  </a:cubicBezTo>
                  <a:cubicBezTo>
                    <a:pt x="121" y="107"/>
                    <a:pt x="121" y="107"/>
                    <a:pt x="121" y="107"/>
                  </a:cubicBezTo>
                  <a:cubicBezTo>
                    <a:pt x="112" y="117"/>
                    <a:pt x="112" y="117"/>
                    <a:pt x="112" y="117"/>
                  </a:cubicBezTo>
                  <a:lnTo>
                    <a:pt x="106" y="111"/>
                  </a:lnTo>
                  <a:close/>
                  <a:moveTo>
                    <a:pt x="141" y="137"/>
                  </a:moveTo>
                  <a:cubicBezTo>
                    <a:pt x="139" y="140"/>
                    <a:pt x="135" y="140"/>
                    <a:pt x="132" y="137"/>
                  </a:cubicBezTo>
                  <a:cubicBezTo>
                    <a:pt x="115" y="121"/>
                    <a:pt x="115" y="121"/>
                    <a:pt x="115" y="121"/>
                  </a:cubicBezTo>
                  <a:cubicBezTo>
                    <a:pt x="125" y="111"/>
                    <a:pt x="125" y="111"/>
                    <a:pt x="125" y="111"/>
                  </a:cubicBezTo>
                  <a:cubicBezTo>
                    <a:pt x="141" y="128"/>
                    <a:pt x="141" y="128"/>
                    <a:pt x="141" y="128"/>
                  </a:cubicBezTo>
                  <a:cubicBezTo>
                    <a:pt x="144" y="130"/>
                    <a:pt x="144" y="135"/>
                    <a:pt x="141" y="13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0" name="Google Shape;680;p48"/>
            <p:cNvSpPr/>
            <p:nvPr/>
          </p:nvSpPr>
          <p:spPr>
            <a:xfrm>
              <a:off x="7339817" y="3853746"/>
              <a:ext cx="83835" cy="83835"/>
            </a:xfrm>
            <a:custGeom>
              <a:avLst/>
              <a:gdLst/>
              <a:ahLst/>
              <a:cxnLst/>
              <a:rect l="l" t="t" r="r" b="b"/>
              <a:pathLst>
                <a:path w="32" h="32" extrusionOk="0">
                  <a:moveTo>
                    <a:pt x="3" y="6"/>
                  </a:moveTo>
                  <a:cubicBezTo>
                    <a:pt x="16" y="6"/>
                    <a:pt x="26" y="16"/>
                    <a:pt x="26" y="29"/>
                  </a:cubicBezTo>
                  <a:cubicBezTo>
                    <a:pt x="26" y="30"/>
                    <a:pt x="27" y="32"/>
                    <a:pt x="29" y="32"/>
                  </a:cubicBezTo>
                  <a:cubicBezTo>
                    <a:pt x="30" y="32"/>
                    <a:pt x="32" y="30"/>
                    <a:pt x="32" y="29"/>
                  </a:cubicBezTo>
                  <a:cubicBezTo>
                    <a:pt x="32" y="13"/>
                    <a:pt x="19" y="0"/>
                    <a:pt x="3" y="0"/>
                  </a:cubicBezTo>
                  <a:cubicBezTo>
                    <a:pt x="2" y="0"/>
                    <a:pt x="0" y="2"/>
                    <a:pt x="0" y="3"/>
                  </a:cubicBezTo>
                  <a:cubicBezTo>
                    <a:pt x="0"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1" name="Google Shape;681;p48"/>
            <p:cNvSpPr/>
            <p:nvPr/>
          </p:nvSpPr>
          <p:spPr>
            <a:xfrm>
              <a:off x="7307827" y="3861468"/>
              <a:ext cx="18753" cy="15443"/>
            </a:xfrm>
            <a:custGeom>
              <a:avLst/>
              <a:gdLst/>
              <a:ahLst/>
              <a:cxnLst/>
              <a:rect l="l" t="t" r="r" b="b"/>
              <a:pathLst>
                <a:path w="7" h="6" extrusionOk="0">
                  <a:moveTo>
                    <a:pt x="3" y="6"/>
                  </a:moveTo>
                  <a:cubicBezTo>
                    <a:pt x="4" y="6"/>
                    <a:pt x="4" y="6"/>
                    <a:pt x="5" y="5"/>
                  </a:cubicBezTo>
                  <a:cubicBezTo>
                    <a:pt x="5" y="5"/>
                    <a:pt x="5" y="5"/>
                    <a:pt x="5" y="5"/>
                  </a:cubicBezTo>
                  <a:cubicBezTo>
                    <a:pt x="6" y="5"/>
                    <a:pt x="7" y="3"/>
                    <a:pt x="6" y="2"/>
                  </a:cubicBezTo>
                  <a:cubicBezTo>
                    <a:pt x="5" y="0"/>
                    <a:pt x="4" y="0"/>
                    <a:pt x="2" y="0"/>
                  </a:cubicBezTo>
                  <a:cubicBezTo>
                    <a:pt x="2" y="1"/>
                    <a:pt x="2" y="1"/>
                    <a:pt x="2" y="1"/>
                  </a:cubicBezTo>
                  <a:cubicBezTo>
                    <a:pt x="1" y="1"/>
                    <a:pt x="0" y="3"/>
                    <a:pt x="1" y="4"/>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82" name="Google Shape;682;p48"/>
          <p:cNvGrpSpPr/>
          <p:nvPr/>
        </p:nvGrpSpPr>
        <p:grpSpPr>
          <a:xfrm>
            <a:off x="844806" y="3779839"/>
            <a:ext cx="144505" cy="378361"/>
            <a:chOff x="844806" y="3779839"/>
            <a:chExt cx="144505" cy="378361"/>
          </a:xfrm>
        </p:grpSpPr>
        <p:sp>
          <p:nvSpPr>
            <p:cNvPr id="683" name="Google Shape;683;p48"/>
            <p:cNvSpPr/>
            <p:nvPr/>
          </p:nvSpPr>
          <p:spPr>
            <a:xfrm>
              <a:off x="944085" y="3871396"/>
              <a:ext cx="16547" cy="13237"/>
            </a:xfrm>
            <a:custGeom>
              <a:avLst/>
              <a:gdLst/>
              <a:ahLst/>
              <a:cxnLst/>
              <a:rect l="l" t="t" r="r" b="b"/>
              <a:pathLst>
                <a:path w="6" h="5" extrusionOk="0">
                  <a:moveTo>
                    <a:pt x="3" y="0"/>
                  </a:moveTo>
                  <a:cubicBezTo>
                    <a:pt x="3" y="0"/>
                    <a:pt x="2" y="0"/>
                    <a:pt x="1" y="0"/>
                  </a:cubicBezTo>
                  <a:cubicBezTo>
                    <a:pt x="1" y="1"/>
                    <a:pt x="0" y="2"/>
                    <a:pt x="0" y="2"/>
                  </a:cubicBezTo>
                  <a:cubicBezTo>
                    <a:pt x="0" y="3"/>
                    <a:pt x="1" y="4"/>
                    <a:pt x="1" y="4"/>
                  </a:cubicBezTo>
                  <a:cubicBezTo>
                    <a:pt x="2" y="5"/>
                    <a:pt x="3" y="5"/>
                    <a:pt x="3" y="5"/>
                  </a:cubicBezTo>
                  <a:cubicBezTo>
                    <a:pt x="4" y="5"/>
                    <a:pt x="5" y="5"/>
                    <a:pt x="5" y="4"/>
                  </a:cubicBezTo>
                  <a:cubicBezTo>
                    <a:pt x="6" y="4"/>
                    <a:pt x="6" y="3"/>
                    <a:pt x="6" y="2"/>
                  </a:cubicBezTo>
                  <a:cubicBezTo>
                    <a:pt x="6" y="2"/>
                    <a:pt x="6" y="1"/>
                    <a:pt x="5" y="0"/>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4" name="Google Shape;684;p48"/>
            <p:cNvSpPr/>
            <p:nvPr/>
          </p:nvSpPr>
          <p:spPr>
            <a:xfrm>
              <a:off x="844806" y="3779839"/>
              <a:ext cx="144505" cy="378361"/>
            </a:xfrm>
            <a:custGeom>
              <a:avLst/>
              <a:gdLst/>
              <a:ahLst/>
              <a:cxnLst/>
              <a:rect l="l" t="t" r="r" b="b"/>
              <a:pathLst>
                <a:path w="55" h="144" extrusionOk="0">
                  <a:moveTo>
                    <a:pt x="54" y="63"/>
                  </a:moveTo>
                  <a:cubicBezTo>
                    <a:pt x="44" y="48"/>
                    <a:pt x="44" y="48"/>
                    <a:pt x="44" y="48"/>
                  </a:cubicBezTo>
                  <a:cubicBezTo>
                    <a:pt x="44" y="48"/>
                    <a:pt x="44" y="48"/>
                    <a:pt x="44" y="48"/>
                  </a:cubicBezTo>
                  <a:cubicBezTo>
                    <a:pt x="44" y="46"/>
                    <a:pt x="43" y="45"/>
                    <a:pt x="42" y="45"/>
                  </a:cubicBezTo>
                  <a:cubicBezTo>
                    <a:pt x="40" y="45"/>
                    <a:pt x="38" y="46"/>
                    <a:pt x="38" y="48"/>
                  </a:cubicBezTo>
                  <a:cubicBezTo>
                    <a:pt x="38" y="49"/>
                    <a:pt x="38" y="49"/>
                    <a:pt x="38" y="49"/>
                  </a:cubicBezTo>
                  <a:cubicBezTo>
                    <a:pt x="38" y="49"/>
                    <a:pt x="39" y="50"/>
                    <a:pt x="39" y="50"/>
                  </a:cubicBezTo>
                  <a:cubicBezTo>
                    <a:pt x="48" y="63"/>
                    <a:pt x="48" y="63"/>
                    <a:pt x="48" y="63"/>
                  </a:cubicBezTo>
                  <a:cubicBezTo>
                    <a:pt x="40" y="67"/>
                    <a:pt x="33" y="72"/>
                    <a:pt x="28" y="78"/>
                  </a:cubicBezTo>
                  <a:cubicBezTo>
                    <a:pt x="22" y="70"/>
                    <a:pt x="15" y="64"/>
                    <a:pt x="7" y="60"/>
                  </a:cubicBezTo>
                  <a:cubicBezTo>
                    <a:pt x="5" y="59"/>
                    <a:pt x="5" y="59"/>
                    <a:pt x="5" y="59"/>
                  </a:cubicBezTo>
                  <a:cubicBezTo>
                    <a:pt x="5" y="57"/>
                    <a:pt x="5" y="57"/>
                    <a:pt x="5" y="57"/>
                  </a:cubicBezTo>
                  <a:cubicBezTo>
                    <a:pt x="15" y="40"/>
                    <a:pt x="15" y="40"/>
                    <a:pt x="15" y="40"/>
                  </a:cubicBezTo>
                  <a:cubicBezTo>
                    <a:pt x="15" y="40"/>
                    <a:pt x="15" y="39"/>
                    <a:pt x="15" y="39"/>
                  </a:cubicBezTo>
                  <a:cubicBezTo>
                    <a:pt x="15" y="31"/>
                    <a:pt x="15" y="31"/>
                    <a:pt x="15" y="31"/>
                  </a:cubicBezTo>
                  <a:cubicBezTo>
                    <a:pt x="19" y="25"/>
                    <a:pt x="19" y="25"/>
                    <a:pt x="19" y="25"/>
                  </a:cubicBezTo>
                  <a:cubicBezTo>
                    <a:pt x="19" y="25"/>
                    <a:pt x="19" y="25"/>
                    <a:pt x="19" y="24"/>
                  </a:cubicBezTo>
                  <a:cubicBezTo>
                    <a:pt x="26" y="7"/>
                    <a:pt x="26" y="7"/>
                    <a:pt x="26" y="7"/>
                  </a:cubicBezTo>
                  <a:cubicBezTo>
                    <a:pt x="35" y="22"/>
                    <a:pt x="35" y="22"/>
                    <a:pt x="35" y="22"/>
                  </a:cubicBezTo>
                  <a:cubicBezTo>
                    <a:pt x="35" y="22"/>
                    <a:pt x="35" y="22"/>
                    <a:pt x="35" y="22"/>
                  </a:cubicBezTo>
                  <a:cubicBezTo>
                    <a:pt x="38" y="26"/>
                    <a:pt x="38" y="26"/>
                    <a:pt x="38" y="26"/>
                  </a:cubicBezTo>
                  <a:cubicBezTo>
                    <a:pt x="38" y="27"/>
                    <a:pt x="38" y="27"/>
                    <a:pt x="38" y="27"/>
                  </a:cubicBezTo>
                  <a:cubicBezTo>
                    <a:pt x="38" y="28"/>
                    <a:pt x="39" y="30"/>
                    <a:pt x="41" y="30"/>
                  </a:cubicBezTo>
                  <a:cubicBezTo>
                    <a:pt x="43" y="30"/>
                    <a:pt x="44" y="29"/>
                    <a:pt x="44" y="27"/>
                  </a:cubicBezTo>
                  <a:cubicBezTo>
                    <a:pt x="44" y="25"/>
                    <a:pt x="44" y="25"/>
                    <a:pt x="44" y="25"/>
                  </a:cubicBezTo>
                  <a:cubicBezTo>
                    <a:pt x="44" y="25"/>
                    <a:pt x="44" y="24"/>
                    <a:pt x="44" y="24"/>
                  </a:cubicBezTo>
                  <a:cubicBezTo>
                    <a:pt x="40" y="19"/>
                    <a:pt x="40" y="19"/>
                    <a:pt x="40" y="19"/>
                  </a:cubicBezTo>
                  <a:cubicBezTo>
                    <a:pt x="30" y="3"/>
                    <a:pt x="30" y="3"/>
                    <a:pt x="30" y="3"/>
                  </a:cubicBezTo>
                  <a:cubicBezTo>
                    <a:pt x="29" y="1"/>
                    <a:pt x="27" y="0"/>
                    <a:pt x="25" y="0"/>
                  </a:cubicBezTo>
                  <a:cubicBezTo>
                    <a:pt x="23" y="1"/>
                    <a:pt x="21" y="2"/>
                    <a:pt x="21" y="4"/>
                  </a:cubicBezTo>
                  <a:cubicBezTo>
                    <a:pt x="14" y="22"/>
                    <a:pt x="14" y="22"/>
                    <a:pt x="14" y="22"/>
                  </a:cubicBezTo>
                  <a:cubicBezTo>
                    <a:pt x="10" y="28"/>
                    <a:pt x="10" y="28"/>
                    <a:pt x="10" y="28"/>
                  </a:cubicBezTo>
                  <a:cubicBezTo>
                    <a:pt x="10" y="29"/>
                    <a:pt x="10" y="29"/>
                    <a:pt x="10" y="30"/>
                  </a:cubicBezTo>
                  <a:cubicBezTo>
                    <a:pt x="10" y="38"/>
                    <a:pt x="10" y="38"/>
                    <a:pt x="10" y="38"/>
                  </a:cubicBezTo>
                  <a:cubicBezTo>
                    <a:pt x="0" y="54"/>
                    <a:pt x="0" y="54"/>
                    <a:pt x="0" y="54"/>
                  </a:cubicBezTo>
                  <a:cubicBezTo>
                    <a:pt x="0" y="55"/>
                    <a:pt x="0" y="55"/>
                    <a:pt x="0" y="56"/>
                  </a:cubicBezTo>
                  <a:cubicBezTo>
                    <a:pt x="0" y="61"/>
                    <a:pt x="0" y="61"/>
                    <a:pt x="0" y="61"/>
                  </a:cubicBezTo>
                  <a:cubicBezTo>
                    <a:pt x="0" y="61"/>
                    <a:pt x="0" y="61"/>
                    <a:pt x="0" y="61"/>
                  </a:cubicBezTo>
                  <a:cubicBezTo>
                    <a:pt x="0" y="84"/>
                    <a:pt x="0" y="84"/>
                    <a:pt x="0" y="84"/>
                  </a:cubicBezTo>
                  <a:cubicBezTo>
                    <a:pt x="0" y="85"/>
                    <a:pt x="0" y="86"/>
                    <a:pt x="1" y="86"/>
                  </a:cubicBezTo>
                  <a:cubicBezTo>
                    <a:pt x="17" y="99"/>
                    <a:pt x="17" y="99"/>
                    <a:pt x="17" y="99"/>
                  </a:cubicBezTo>
                  <a:cubicBezTo>
                    <a:pt x="17" y="106"/>
                    <a:pt x="17" y="106"/>
                    <a:pt x="17" y="106"/>
                  </a:cubicBezTo>
                  <a:cubicBezTo>
                    <a:pt x="15" y="106"/>
                    <a:pt x="15" y="107"/>
                    <a:pt x="15" y="109"/>
                  </a:cubicBezTo>
                  <a:cubicBezTo>
                    <a:pt x="15" y="110"/>
                    <a:pt x="15" y="111"/>
                    <a:pt x="17" y="111"/>
                  </a:cubicBezTo>
                  <a:cubicBezTo>
                    <a:pt x="17" y="117"/>
                    <a:pt x="17" y="117"/>
                    <a:pt x="17" y="117"/>
                  </a:cubicBezTo>
                  <a:cubicBezTo>
                    <a:pt x="15" y="118"/>
                    <a:pt x="15" y="119"/>
                    <a:pt x="15" y="120"/>
                  </a:cubicBezTo>
                  <a:cubicBezTo>
                    <a:pt x="15" y="121"/>
                    <a:pt x="15" y="122"/>
                    <a:pt x="17" y="122"/>
                  </a:cubicBezTo>
                  <a:cubicBezTo>
                    <a:pt x="17" y="141"/>
                    <a:pt x="17" y="141"/>
                    <a:pt x="17" y="141"/>
                  </a:cubicBezTo>
                  <a:cubicBezTo>
                    <a:pt x="17" y="142"/>
                    <a:pt x="18" y="144"/>
                    <a:pt x="19" y="144"/>
                  </a:cubicBezTo>
                  <a:cubicBezTo>
                    <a:pt x="35" y="144"/>
                    <a:pt x="35" y="144"/>
                    <a:pt x="35" y="144"/>
                  </a:cubicBezTo>
                  <a:cubicBezTo>
                    <a:pt x="37" y="144"/>
                    <a:pt x="38" y="142"/>
                    <a:pt x="38" y="141"/>
                  </a:cubicBezTo>
                  <a:cubicBezTo>
                    <a:pt x="38" y="122"/>
                    <a:pt x="38" y="122"/>
                    <a:pt x="38" y="122"/>
                  </a:cubicBezTo>
                  <a:cubicBezTo>
                    <a:pt x="39" y="122"/>
                    <a:pt x="40" y="121"/>
                    <a:pt x="40" y="120"/>
                  </a:cubicBezTo>
                  <a:cubicBezTo>
                    <a:pt x="40" y="119"/>
                    <a:pt x="39" y="118"/>
                    <a:pt x="38" y="117"/>
                  </a:cubicBezTo>
                  <a:cubicBezTo>
                    <a:pt x="38" y="111"/>
                    <a:pt x="38" y="111"/>
                    <a:pt x="38" y="111"/>
                  </a:cubicBezTo>
                  <a:cubicBezTo>
                    <a:pt x="39" y="111"/>
                    <a:pt x="40" y="110"/>
                    <a:pt x="40" y="109"/>
                  </a:cubicBezTo>
                  <a:cubicBezTo>
                    <a:pt x="40" y="107"/>
                    <a:pt x="39" y="106"/>
                    <a:pt x="38" y="106"/>
                  </a:cubicBezTo>
                  <a:cubicBezTo>
                    <a:pt x="38" y="100"/>
                    <a:pt x="38" y="100"/>
                    <a:pt x="38" y="100"/>
                  </a:cubicBezTo>
                  <a:cubicBezTo>
                    <a:pt x="38" y="100"/>
                    <a:pt x="38" y="100"/>
                    <a:pt x="38" y="99"/>
                  </a:cubicBezTo>
                  <a:cubicBezTo>
                    <a:pt x="54" y="86"/>
                    <a:pt x="54" y="86"/>
                    <a:pt x="54" y="86"/>
                  </a:cubicBezTo>
                  <a:cubicBezTo>
                    <a:pt x="54" y="86"/>
                    <a:pt x="55" y="85"/>
                    <a:pt x="55" y="84"/>
                  </a:cubicBezTo>
                  <a:cubicBezTo>
                    <a:pt x="55" y="64"/>
                    <a:pt x="55" y="64"/>
                    <a:pt x="55" y="64"/>
                  </a:cubicBezTo>
                  <a:cubicBezTo>
                    <a:pt x="55" y="64"/>
                    <a:pt x="54" y="63"/>
                    <a:pt x="54" y="63"/>
                  </a:cubicBezTo>
                  <a:close/>
                  <a:moveTo>
                    <a:pt x="5" y="65"/>
                  </a:moveTo>
                  <a:cubicBezTo>
                    <a:pt x="13" y="70"/>
                    <a:pt x="19" y="75"/>
                    <a:pt x="24" y="82"/>
                  </a:cubicBezTo>
                  <a:cubicBezTo>
                    <a:pt x="22" y="85"/>
                    <a:pt x="20" y="89"/>
                    <a:pt x="18" y="93"/>
                  </a:cubicBezTo>
                  <a:cubicBezTo>
                    <a:pt x="5" y="83"/>
                    <a:pt x="5" y="83"/>
                    <a:pt x="5" y="83"/>
                  </a:cubicBezTo>
                  <a:lnTo>
                    <a:pt x="5" y="65"/>
                  </a:lnTo>
                  <a:close/>
                  <a:moveTo>
                    <a:pt x="22" y="106"/>
                  </a:moveTo>
                  <a:cubicBezTo>
                    <a:pt x="22" y="100"/>
                    <a:pt x="22" y="100"/>
                    <a:pt x="22" y="100"/>
                  </a:cubicBezTo>
                  <a:cubicBezTo>
                    <a:pt x="32" y="100"/>
                    <a:pt x="32" y="100"/>
                    <a:pt x="32" y="100"/>
                  </a:cubicBezTo>
                  <a:cubicBezTo>
                    <a:pt x="32" y="106"/>
                    <a:pt x="32" y="106"/>
                    <a:pt x="32" y="106"/>
                  </a:cubicBezTo>
                  <a:lnTo>
                    <a:pt x="22" y="106"/>
                  </a:lnTo>
                  <a:close/>
                  <a:moveTo>
                    <a:pt x="32" y="111"/>
                  </a:moveTo>
                  <a:cubicBezTo>
                    <a:pt x="32" y="117"/>
                    <a:pt x="32" y="117"/>
                    <a:pt x="32" y="117"/>
                  </a:cubicBezTo>
                  <a:cubicBezTo>
                    <a:pt x="22" y="117"/>
                    <a:pt x="22" y="117"/>
                    <a:pt x="22" y="117"/>
                  </a:cubicBezTo>
                  <a:cubicBezTo>
                    <a:pt x="22" y="111"/>
                    <a:pt x="22" y="111"/>
                    <a:pt x="22" y="111"/>
                  </a:cubicBezTo>
                  <a:lnTo>
                    <a:pt x="32" y="111"/>
                  </a:lnTo>
                  <a:close/>
                  <a:moveTo>
                    <a:pt x="23" y="94"/>
                  </a:moveTo>
                  <a:cubicBezTo>
                    <a:pt x="25" y="92"/>
                    <a:pt x="26" y="89"/>
                    <a:pt x="28" y="87"/>
                  </a:cubicBezTo>
                  <a:cubicBezTo>
                    <a:pt x="29" y="89"/>
                    <a:pt x="31" y="92"/>
                    <a:pt x="32" y="94"/>
                  </a:cubicBezTo>
                  <a:lnTo>
                    <a:pt x="23" y="94"/>
                  </a:lnTo>
                  <a:close/>
                  <a:moveTo>
                    <a:pt x="22" y="138"/>
                  </a:moveTo>
                  <a:cubicBezTo>
                    <a:pt x="22" y="122"/>
                    <a:pt x="22" y="122"/>
                    <a:pt x="22" y="122"/>
                  </a:cubicBezTo>
                  <a:cubicBezTo>
                    <a:pt x="32" y="122"/>
                    <a:pt x="32" y="122"/>
                    <a:pt x="32" y="122"/>
                  </a:cubicBezTo>
                  <a:cubicBezTo>
                    <a:pt x="32" y="138"/>
                    <a:pt x="32" y="138"/>
                    <a:pt x="32" y="138"/>
                  </a:cubicBezTo>
                  <a:lnTo>
                    <a:pt x="22" y="138"/>
                  </a:lnTo>
                  <a:close/>
                  <a:moveTo>
                    <a:pt x="37" y="93"/>
                  </a:moveTo>
                  <a:cubicBezTo>
                    <a:pt x="36" y="89"/>
                    <a:pt x="34" y="85"/>
                    <a:pt x="31" y="82"/>
                  </a:cubicBezTo>
                  <a:cubicBezTo>
                    <a:pt x="36" y="77"/>
                    <a:pt x="42" y="72"/>
                    <a:pt x="49" y="69"/>
                  </a:cubicBezTo>
                  <a:cubicBezTo>
                    <a:pt x="49" y="83"/>
                    <a:pt x="49" y="83"/>
                    <a:pt x="49" y="83"/>
                  </a:cubicBezTo>
                  <a:lnTo>
                    <a:pt x="37" y="9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5" name="Google Shape;685;p48"/>
            <p:cNvSpPr/>
            <p:nvPr/>
          </p:nvSpPr>
          <p:spPr>
            <a:xfrm>
              <a:off x="920919" y="3892354"/>
              <a:ext cx="28680" cy="55155"/>
            </a:xfrm>
            <a:custGeom>
              <a:avLst/>
              <a:gdLst/>
              <a:ahLst/>
              <a:cxnLst/>
              <a:rect l="l" t="t" r="r" b="b"/>
              <a:pathLst>
                <a:path w="11" h="21" extrusionOk="0">
                  <a:moveTo>
                    <a:pt x="0" y="4"/>
                  </a:moveTo>
                  <a:cubicBezTo>
                    <a:pt x="0" y="13"/>
                    <a:pt x="0" y="13"/>
                    <a:pt x="0" y="13"/>
                  </a:cubicBezTo>
                  <a:cubicBezTo>
                    <a:pt x="0" y="14"/>
                    <a:pt x="0" y="14"/>
                    <a:pt x="1" y="15"/>
                  </a:cubicBezTo>
                  <a:cubicBezTo>
                    <a:pt x="6" y="21"/>
                    <a:pt x="6" y="21"/>
                    <a:pt x="6" y="21"/>
                  </a:cubicBezTo>
                  <a:cubicBezTo>
                    <a:pt x="7" y="21"/>
                    <a:pt x="8" y="21"/>
                    <a:pt x="8" y="21"/>
                  </a:cubicBezTo>
                  <a:cubicBezTo>
                    <a:pt x="9" y="21"/>
                    <a:pt x="10" y="21"/>
                    <a:pt x="10" y="21"/>
                  </a:cubicBezTo>
                  <a:cubicBezTo>
                    <a:pt x="11" y="19"/>
                    <a:pt x="11" y="18"/>
                    <a:pt x="10" y="17"/>
                  </a:cubicBezTo>
                  <a:cubicBezTo>
                    <a:pt x="5" y="12"/>
                    <a:pt x="5" y="12"/>
                    <a:pt x="5" y="12"/>
                  </a:cubicBezTo>
                  <a:cubicBezTo>
                    <a:pt x="5" y="3"/>
                    <a:pt x="5" y="3"/>
                    <a:pt x="5" y="3"/>
                  </a:cubicBezTo>
                  <a:cubicBezTo>
                    <a:pt x="5" y="2"/>
                    <a:pt x="4" y="0"/>
                    <a:pt x="2" y="1"/>
                  </a:cubicBezTo>
                  <a:cubicBezTo>
                    <a:pt x="1" y="1"/>
                    <a:pt x="0" y="2"/>
                    <a:pt x="0"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86" name="Google Shape;686;p48"/>
          <p:cNvGrpSpPr/>
          <p:nvPr/>
        </p:nvGrpSpPr>
        <p:grpSpPr>
          <a:xfrm>
            <a:off x="6457893" y="3779839"/>
            <a:ext cx="318794" cy="378361"/>
            <a:chOff x="6441899" y="3779839"/>
            <a:chExt cx="318794" cy="378361"/>
          </a:xfrm>
        </p:grpSpPr>
        <p:sp>
          <p:nvSpPr>
            <p:cNvPr id="687" name="Google Shape;687;p48"/>
            <p:cNvSpPr/>
            <p:nvPr/>
          </p:nvSpPr>
          <p:spPr>
            <a:xfrm>
              <a:off x="6441899" y="3779839"/>
              <a:ext cx="318794" cy="378361"/>
            </a:xfrm>
            <a:custGeom>
              <a:avLst/>
              <a:gdLst/>
              <a:ahLst/>
              <a:cxnLst/>
              <a:rect l="l" t="t" r="r" b="b"/>
              <a:pathLst>
                <a:path w="122" h="144" extrusionOk="0">
                  <a:moveTo>
                    <a:pt x="119" y="0"/>
                  </a:moveTo>
                  <a:cubicBezTo>
                    <a:pt x="3" y="0"/>
                    <a:pt x="3" y="0"/>
                    <a:pt x="3" y="0"/>
                  </a:cubicBezTo>
                  <a:cubicBezTo>
                    <a:pt x="1" y="0"/>
                    <a:pt x="0" y="1"/>
                    <a:pt x="0" y="3"/>
                  </a:cubicBezTo>
                  <a:cubicBezTo>
                    <a:pt x="0" y="19"/>
                    <a:pt x="0" y="19"/>
                    <a:pt x="0" y="19"/>
                  </a:cubicBezTo>
                  <a:cubicBezTo>
                    <a:pt x="0" y="21"/>
                    <a:pt x="1" y="22"/>
                    <a:pt x="3" y="22"/>
                  </a:cubicBezTo>
                  <a:cubicBezTo>
                    <a:pt x="7" y="22"/>
                    <a:pt x="7" y="22"/>
                    <a:pt x="7" y="22"/>
                  </a:cubicBezTo>
                  <a:cubicBezTo>
                    <a:pt x="14" y="34"/>
                    <a:pt x="14" y="34"/>
                    <a:pt x="14" y="34"/>
                  </a:cubicBezTo>
                  <a:cubicBezTo>
                    <a:pt x="14" y="34"/>
                    <a:pt x="15" y="35"/>
                    <a:pt x="15" y="35"/>
                  </a:cubicBezTo>
                  <a:cubicBezTo>
                    <a:pt x="10" y="39"/>
                    <a:pt x="7" y="45"/>
                    <a:pt x="7" y="52"/>
                  </a:cubicBezTo>
                  <a:cubicBezTo>
                    <a:pt x="7" y="62"/>
                    <a:pt x="15" y="70"/>
                    <a:pt x="26" y="70"/>
                  </a:cubicBezTo>
                  <a:cubicBezTo>
                    <a:pt x="29" y="70"/>
                    <a:pt x="33" y="69"/>
                    <a:pt x="35" y="67"/>
                  </a:cubicBezTo>
                  <a:cubicBezTo>
                    <a:pt x="35" y="141"/>
                    <a:pt x="35" y="141"/>
                    <a:pt x="35" y="141"/>
                  </a:cubicBezTo>
                  <a:cubicBezTo>
                    <a:pt x="35" y="142"/>
                    <a:pt x="36" y="144"/>
                    <a:pt x="38" y="144"/>
                  </a:cubicBezTo>
                  <a:cubicBezTo>
                    <a:pt x="39" y="144"/>
                    <a:pt x="41" y="143"/>
                    <a:pt x="41" y="141"/>
                  </a:cubicBezTo>
                  <a:cubicBezTo>
                    <a:pt x="41" y="71"/>
                    <a:pt x="41" y="71"/>
                    <a:pt x="41" y="71"/>
                  </a:cubicBezTo>
                  <a:cubicBezTo>
                    <a:pt x="66" y="71"/>
                    <a:pt x="66" y="71"/>
                    <a:pt x="66" y="71"/>
                  </a:cubicBezTo>
                  <a:cubicBezTo>
                    <a:pt x="66" y="141"/>
                    <a:pt x="66" y="141"/>
                    <a:pt x="66" y="141"/>
                  </a:cubicBezTo>
                  <a:cubicBezTo>
                    <a:pt x="66" y="142"/>
                    <a:pt x="67" y="144"/>
                    <a:pt x="68" y="144"/>
                  </a:cubicBezTo>
                  <a:cubicBezTo>
                    <a:pt x="70" y="144"/>
                    <a:pt x="72" y="143"/>
                    <a:pt x="72" y="141"/>
                  </a:cubicBezTo>
                  <a:cubicBezTo>
                    <a:pt x="72" y="71"/>
                    <a:pt x="72" y="71"/>
                    <a:pt x="72" y="71"/>
                  </a:cubicBezTo>
                  <a:cubicBezTo>
                    <a:pt x="81" y="71"/>
                    <a:pt x="81" y="71"/>
                    <a:pt x="81" y="71"/>
                  </a:cubicBezTo>
                  <a:cubicBezTo>
                    <a:pt x="81" y="93"/>
                    <a:pt x="81" y="93"/>
                    <a:pt x="81" y="93"/>
                  </a:cubicBezTo>
                  <a:cubicBezTo>
                    <a:pt x="81" y="94"/>
                    <a:pt x="82" y="95"/>
                    <a:pt x="84" y="96"/>
                  </a:cubicBezTo>
                  <a:cubicBezTo>
                    <a:pt x="85" y="96"/>
                    <a:pt x="87" y="94"/>
                    <a:pt x="87" y="93"/>
                  </a:cubicBezTo>
                  <a:cubicBezTo>
                    <a:pt x="87" y="67"/>
                    <a:pt x="87" y="67"/>
                    <a:pt x="87" y="67"/>
                  </a:cubicBezTo>
                  <a:cubicBezTo>
                    <a:pt x="90" y="69"/>
                    <a:pt x="93" y="70"/>
                    <a:pt x="97" y="70"/>
                  </a:cubicBezTo>
                  <a:cubicBezTo>
                    <a:pt x="107" y="70"/>
                    <a:pt x="115" y="62"/>
                    <a:pt x="115" y="52"/>
                  </a:cubicBezTo>
                  <a:cubicBezTo>
                    <a:pt x="115" y="45"/>
                    <a:pt x="112" y="39"/>
                    <a:pt x="107" y="35"/>
                  </a:cubicBezTo>
                  <a:cubicBezTo>
                    <a:pt x="107" y="35"/>
                    <a:pt x="108" y="34"/>
                    <a:pt x="108" y="34"/>
                  </a:cubicBezTo>
                  <a:cubicBezTo>
                    <a:pt x="115" y="22"/>
                    <a:pt x="115" y="22"/>
                    <a:pt x="115" y="22"/>
                  </a:cubicBezTo>
                  <a:cubicBezTo>
                    <a:pt x="119" y="22"/>
                    <a:pt x="119" y="22"/>
                    <a:pt x="119" y="22"/>
                  </a:cubicBezTo>
                  <a:cubicBezTo>
                    <a:pt x="121" y="22"/>
                    <a:pt x="122" y="21"/>
                    <a:pt x="122" y="19"/>
                  </a:cubicBezTo>
                  <a:cubicBezTo>
                    <a:pt x="122" y="3"/>
                    <a:pt x="122" y="3"/>
                    <a:pt x="122" y="3"/>
                  </a:cubicBezTo>
                  <a:cubicBezTo>
                    <a:pt x="122" y="1"/>
                    <a:pt x="121" y="0"/>
                    <a:pt x="119" y="0"/>
                  </a:cubicBezTo>
                  <a:close/>
                  <a:moveTo>
                    <a:pt x="41" y="58"/>
                  </a:moveTo>
                  <a:cubicBezTo>
                    <a:pt x="81" y="58"/>
                    <a:pt x="81" y="58"/>
                    <a:pt x="81" y="58"/>
                  </a:cubicBezTo>
                  <a:cubicBezTo>
                    <a:pt x="81" y="65"/>
                    <a:pt x="81" y="65"/>
                    <a:pt x="81" y="65"/>
                  </a:cubicBezTo>
                  <a:cubicBezTo>
                    <a:pt x="41" y="65"/>
                    <a:pt x="41" y="65"/>
                    <a:pt x="41" y="65"/>
                  </a:cubicBezTo>
                  <a:lnTo>
                    <a:pt x="41" y="58"/>
                  </a:lnTo>
                  <a:close/>
                  <a:moveTo>
                    <a:pt x="109" y="52"/>
                  </a:moveTo>
                  <a:cubicBezTo>
                    <a:pt x="109" y="59"/>
                    <a:pt x="103" y="64"/>
                    <a:pt x="96" y="64"/>
                  </a:cubicBezTo>
                  <a:cubicBezTo>
                    <a:pt x="91" y="64"/>
                    <a:pt x="87" y="60"/>
                    <a:pt x="87" y="55"/>
                  </a:cubicBezTo>
                  <a:cubicBezTo>
                    <a:pt x="87" y="50"/>
                    <a:pt x="92" y="46"/>
                    <a:pt x="98" y="49"/>
                  </a:cubicBezTo>
                  <a:cubicBezTo>
                    <a:pt x="99" y="49"/>
                    <a:pt x="100" y="51"/>
                    <a:pt x="99" y="52"/>
                  </a:cubicBezTo>
                  <a:cubicBezTo>
                    <a:pt x="99" y="55"/>
                    <a:pt x="101" y="57"/>
                    <a:pt x="104" y="55"/>
                  </a:cubicBezTo>
                  <a:cubicBezTo>
                    <a:pt x="104" y="55"/>
                    <a:pt x="105" y="54"/>
                    <a:pt x="105" y="54"/>
                  </a:cubicBezTo>
                  <a:cubicBezTo>
                    <a:pt x="105" y="47"/>
                    <a:pt x="100" y="42"/>
                    <a:pt x="94" y="42"/>
                  </a:cubicBezTo>
                  <a:cubicBezTo>
                    <a:pt x="88" y="42"/>
                    <a:pt x="83" y="46"/>
                    <a:pt x="82" y="52"/>
                  </a:cubicBezTo>
                  <a:cubicBezTo>
                    <a:pt x="40" y="52"/>
                    <a:pt x="40" y="52"/>
                    <a:pt x="40" y="52"/>
                  </a:cubicBezTo>
                  <a:cubicBezTo>
                    <a:pt x="39" y="46"/>
                    <a:pt x="34" y="42"/>
                    <a:pt x="28" y="42"/>
                  </a:cubicBezTo>
                  <a:cubicBezTo>
                    <a:pt x="22" y="42"/>
                    <a:pt x="17" y="47"/>
                    <a:pt x="17" y="54"/>
                  </a:cubicBezTo>
                  <a:cubicBezTo>
                    <a:pt x="17" y="54"/>
                    <a:pt x="18" y="55"/>
                    <a:pt x="18" y="55"/>
                  </a:cubicBezTo>
                  <a:cubicBezTo>
                    <a:pt x="21" y="57"/>
                    <a:pt x="24" y="55"/>
                    <a:pt x="23" y="52"/>
                  </a:cubicBezTo>
                  <a:cubicBezTo>
                    <a:pt x="23" y="51"/>
                    <a:pt x="23" y="49"/>
                    <a:pt x="24" y="49"/>
                  </a:cubicBezTo>
                  <a:cubicBezTo>
                    <a:pt x="30" y="46"/>
                    <a:pt x="35" y="50"/>
                    <a:pt x="35" y="55"/>
                  </a:cubicBezTo>
                  <a:cubicBezTo>
                    <a:pt x="35" y="60"/>
                    <a:pt x="31" y="64"/>
                    <a:pt x="26" y="64"/>
                  </a:cubicBezTo>
                  <a:cubicBezTo>
                    <a:pt x="19" y="64"/>
                    <a:pt x="13" y="59"/>
                    <a:pt x="13" y="52"/>
                  </a:cubicBezTo>
                  <a:cubicBezTo>
                    <a:pt x="13" y="43"/>
                    <a:pt x="20" y="35"/>
                    <a:pt x="30" y="35"/>
                  </a:cubicBezTo>
                  <a:cubicBezTo>
                    <a:pt x="93" y="35"/>
                    <a:pt x="93" y="35"/>
                    <a:pt x="93" y="35"/>
                  </a:cubicBezTo>
                  <a:cubicBezTo>
                    <a:pt x="102" y="35"/>
                    <a:pt x="109" y="43"/>
                    <a:pt x="109" y="52"/>
                  </a:cubicBezTo>
                  <a:close/>
                  <a:moveTo>
                    <a:pt x="104" y="29"/>
                  </a:moveTo>
                  <a:cubicBezTo>
                    <a:pt x="18" y="29"/>
                    <a:pt x="18" y="29"/>
                    <a:pt x="18" y="29"/>
                  </a:cubicBezTo>
                  <a:cubicBezTo>
                    <a:pt x="13" y="21"/>
                    <a:pt x="13" y="21"/>
                    <a:pt x="13" y="21"/>
                  </a:cubicBezTo>
                  <a:cubicBezTo>
                    <a:pt x="108" y="21"/>
                    <a:pt x="108" y="21"/>
                    <a:pt x="108" y="21"/>
                  </a:cubicBezTo>
                  <a:lnTo>
                    <a:pt x="104" y="29"/>
                  </a:lnTo>
                  <a:close/>
                  <a:moveTo>
                    <a:pt x="117" y="16"/>
                  </a:moveTo>
                  <a:cubicBezTo>
                    <a:pt x="6" y="16"/>
                    <a:pt x="6" y="16"/>
                    <a:pt x="6" y="16"/>
                  </a:cubicBezTo>
                  <a:cubicBezTo>
                    <a:pt x="6" y="6"/>
                    <a:pt x="6" y="6"/>
                    <a:pt x="6" y="6"/>
                  </a:cubicBezTo>
                  <a:cubicBezTo>
                    <a:pt x="117" y="6"/>
                    <a:pt x="117" y="6"/>
                    <a:pt x="117" y="6"/>
                  </a:cubicBezTo>
                  <a:lnTo>
                    <a:pt x="117" y="16"/>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8" name="Google Shape;688;p48"/>
            <p:cNvSpPr/>
            <p:nvPr/>
          </p:nvSpPr>
          <p:spPr>
            <a:xfrm>
              <a:off x="6575373" y="4010385"/>
              <a:ext cx="13237" cy="147814"/>
            </a:xfrm>
            <a:custGeom>
              <a:avLst/>
              <a:gdLst/>
              <a:ahLst/>
              <a:cxnLst/>
              <a:rect l="l" t="t" r="r" b="b"/>
              <a:pathLst>
                <a:path w="5" h="56" extrusionOk="0">
                  <a:moveTo>
                    <a:pt x="0" y="3"/>
                  </a:moveTo>
                  <a:cubicBezTo>
                    <a:pt x="0" y="53"/>
                    <a:pt x="0" y="53"/>
                    <a:pt x="0" y="53"/>
                  </a:cubicBezTo>
                  <a:cubicBezTo>
                    <a:pt x="0" y="54"/>
                    <a:pt x="1" y="56"/>
                    <a:pt x="2" y="56"/>
                  </a:cubicBezTo>
                  <a:cubicBezTo>
                    <a:pt x="4" y="56"/>
                    <a:pt x="5" y="55"/>
                    <a:pt x="5" y="53"/>
                  </a:cubicBezTo>
                  <a:cubicBezTo>
                    <a:pt x="5" y="3"/>
                    <a:pt x="5" y="3"/>
                    <a:pt x="5" y="3"/>
                  </a:cubicBezTo>
                  <a:cubicBezTo>
                    <a:pt x="5" y="1"/>
                    <a:pt x="4" y="0"/>
                    <a:pt x="2"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9" name="Google Shape;689;p48"/>
            <p:cNvSpPr/>
            <p:nvPr/>
          </p:nvSpPr>
          <p:spPr>
            <a:xfrm>
              <a:off x="6575373" y="3977293"/>
              <a:ext cx="13237" cy="15443"/>
            </a:xfrm>
            <a:custGeom>
              <a:avLst/>
              <a:gdLst/>
              <a:ahLst/>
              <a:cxnLst/>
              <a:rect l="l" t="t" r="r" b="b"/>
              <a:pathLst>
                <a:path w="5" h="6" extrusionOk="0">
                  <a:moveTo>
                    <a:pt x="2" y="0"/>
                  </a:moveTo>
                  <a:cubicBezTo>
                    <a:pt x="2" y="0"/>
                    <a:pt x="1" y="0"/>
                    <a:pt x="0" y="1"/>
                  </a:cubicBezTo>
                  <a:cubicBezTo>
                    <a:pt x="0" y="1"/>
                    <a:pt x="0" y="2"/>
                    <a:pt x="0" y="3"/>
                  </a:cubicBezTo>
                  <a:cubicBezTo>
                    <a:pt x="0" y="4"/>
                    <a:pt x="0" y="4"/>
                    <a:pt x="0" y="5"/>
                  </a:cubicBezTo>
                  <a:cubicBezTo>
                    <a:pt x="1" y="5"/>
                    <a:pt x="2" y="6"/>
                    <a:pt x="2" y="6"/>
                  </a:cubicBezTo>
                  <a:cubicBezTo>
                    <a:pt x="3" y="6"/>
                    <a:pt x="4" y="5"/>
                    <a:pt x="4" y="5"/>
                  </a:cubicBezTo>
                  <a:cubicBezTo>
                    <a:pt x="5" y="4"/>
                    <a:pt x="5" y="4"/>
                    <a:pt x="5" y="3"/>
                  </a:cubicBezTo>
                  <a:cubicBezTo>
                    <a:pt x="5" y="2"/>
                    <a:pt x="5" y="1"/>
                    <a:pt x="4" y="1"/>
                  </a:cubicBezTo>
                  <a:cubicBezTo>
                    <a:pt x="4" y="0"/>
                    <a:pt x="3" y="0"/>
                    <a:pt x="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0" name="Google Shape;690;p48"/>
            <p:cNvSpPr/>
            <p:nvPr/>
          </p:nvSpPr>
          <p:spPr>
            <a:xfrm>
              <a:off x="6653693" y="4076571"/>
              <a:ext cx="15443" cy="81629"/>
            </a:xfrm>
            <a:custGeom>
              <a:avLst/>
              <a:gdLst/>
              <a:ahLst/>
              <a:cxnLst/>
              <a:rect l="l" t="t" r="r" b="b"/>
              <a:pathLst>
                <a:path w="6" h="31" extrusionOk="0">
                  <a:moveTo>
                    <a:pt x="0" y="3"/>
                  </a:moveTo>
                  <a:cubicBezTo>
                    <a:pt x="0" y="28"/>
                    <a:pt x="0" y="28"/>
                    <a:pt x="0" y="28"/>
                  </a:cubicBezTo>
                  <a:cubicBezTo>
                    <a:pt x="0" y="29"/>
                    <a:pt x="1" y="31"/>
                    <a:pt x="3" y="31"/>
                  </a:cubicBezTo>
                  <a:cubicBezTo>
                    <a:pt x="4" y="31"/>
                    <a:pt x="6" y="30"/>
                    <a:pt x="6" y="28"/>
                  </a:cubicBezTo>
                  <a:cubicBezTo>
                    <a:pt x="6" y="3"/>
                    <a:pt x="6" y="3"/>
                    <a:pt x="6" y="3"/>
                  </a:cubicBezTo>
                  <a:cubicBezTo>
                    <a:pt x="6" y="1"/>
                    <a:pt x="4" y="0"/>
                    <a:pt x="3" y="0"/>
                  </a:cubicBezTo>
                  <a:cubicBezTo>
                    <a:pt x="1" y="0"/>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1" name="Google Shape;691;p48"/>
            <p:cNvSpPr/>
            <p:nvPr/>
          </p:nvSpPr>
          <p:spPr>
            <a:xfrm>
              <a:off x="6653693" y="4047891"/>
              <a:ext cx="15443" cy="13237"/>
            </a:xfrm>
            <a:custGeom>
              <a:avLst/>
              <a:gdLst/>
              <a:ahLst/>
              <a:cxnLst/>
              <a:rect l="l" t="t" r="r" b="b"/>
              <a:pathLst>
                <a:path w="6" h="5" extrusionOk="0">
                  <a:moveTo>
                    <a:pt x="3" y="0"/>
                  </a:moveTo>
                  <a:cubicBezTo>
                    <a:pt x="2" y="0"/>
                    <a:pt x="2" y="0"/>
                    <a:pt x="1" y="1"/>
                  </a:cubicBezTo>
                  <a:cubicBezTo>
                    <a:pt x="1" y="1"/>
                    <a:pt x="0" y="2"/>
                    <a:pt x="0" y="3"/>
                  </a:cubicBezTo>
                  <a:cubicBezTo>
                    <a:pt x="0" y="3"/>
                    <a:pt x="1" y="4"/>
                    <a:pt x="1" y="5"/>
                  </a:cubicBezTo>
                  <a:cubicBezTo>
                    <a:pt x="2" y="5"/>
                    <a:pt x="2" y="5"/>
                    <a:pt x="3" y="5"/>
                  </a:cubicBezTo>
                  <a:cubicBezTo>
                    <a:pt x="4" y="5"/>
                    <a:pt x="5" y="5"/>
                    <a:pt x="5" y="5"/>
                  </a:cubicBezTo>
                  <a:cubicBezTo>
                    <a:pt x="6" y="4"/>
                    <a:pt x="6" y="3"/>
                    <a:pt x="6" y="3"/>
                  </a:cubicBezTo>
                  <a:cubicBezTo>
                    <a:pt x="6" y="2"/>
                    <a:pt x="6" y="1"/>
                    <a:pt x="5"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92" name="Google Shape;692;p48"/>
          <p:cNvGrpSpPr/>
          <p:nvPr/>
        </p:nvGrpSpPr>
        <p:grpSpPr>
          <a:xfrm>
            <a:off x="5620094" y="3779839"/>
            <a:ext cx="303351" cy="378361"/>
            <a:chOff x="5643260" y="3779839"/>
            <a:chExt cx="303351" cy="378361"/>
          </a:xfrm>
        </p:grpSpPr>
        <p:sp>
          <p:nvSpPr>
            <p:cNvPr id="693" name="Google Shape;693;p48"/>
            <p:cNvSpPr/>
            <p:nvPr/>
          </p:nvSpPr>
          <p:spPr>
            <a:xfrm>
              <a:off x="5839610" y="3916622"/>
              <a:ext cx="23165" cy="28680"/>
            </a:xfrm>
            <a:custGeom>
              <a:avLst/>
              <a:gdLst/>
              <a:ahLst/>
              <a:cxnLst/>
              <a:rect l="l" t="t" r="r" b="b"/>
              <a:pathLst>
                <a:path w="9" h="11" extrusionOk="0">
                  <a:moveTo>
                    <a:pt x="4" y="11"/>
                  </a:moveTo>
                  <a:cubicBezTo>
                    <a:pt x="5" y="11"/>
                    <a:pt x="6" y="11"/>
                    <a:pt x="6" y="11"/>
                  </a:cubicBezTo>
                  <a:cubicBezTo>
                    <a:pt x="7" y="11"/>
                    <a:pt x="8" y="11"/>
                    <a:pt x="8" y="10"/>
                  </a:cubicBezTo>
                  <a:cubicBezTo>
                    <a:pt x="9" y="9"/>
                    <a:pt x="9" y="7"/>
                    <a:pt x="8" y="6"/>
                  </a:cubicBezTo>
                  <a:cubicBezTo>
                    <a:pt x="7" y="5"/>
                    <a:pt x="6" y="4"/>
                    <a:pt x="6" y="3"/>
                  </a:cubicBezTo>
                  <a:cubicBezTo>
                    <a:pt x="6" y="3"/>
                    <a:pt x="6" y="3"/>
                    <a:pt x="6" y="3"/>
                  </a:cubicBezTo>
                  <a:cubicBezTo>
                    <a:pt x="5" y="1"/>
                    <a:pt x="4" y="0"/>
                    <a:pt x="2" y="0"/>
                  </a:cubicBezTo>
                  <a:cubicBezTo>
                    <a:pt x="1" y="1"/>
                    <a:pt x="0" y="2"/>
                    <a:pt x="0" y="4"/>
                  </a:cubicBezTo>
                  <a:cubicBezTo>
                    <a:pt x="0" y="4"/>
                    <a:pt x="0" y="4"/>
                    <a:pt x="0" y="4"/>
                  </a:cubicBezTo>
                  <a:cubicBezTo>
                    <a:pt x="1" y="7"/>
                    <a:pt x="2" y="9"/>
                    <a:pt x="4"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4" name="Google Shape;694;p48"/>
            <p:cNvSpPr/>
            <p:nvPr/>
          </p:nvSpPr>
          <p:spPr>
            <a:xfrm>
              <a:off x="5643260" y="3779839"/>
              <a:ext cx="303351" cy="378361"/>
            </a:xfrm>
            <a:custGeom>
              <a:avLst/>
              <a:gdLst/>
              <a:ahLst/>
              <a:cxnLst/>
              <a:rect l="l" t="t" r="r" b="b"/>
              <a:pathLst>
                <a:path w="116" h="144" extrusionOk="0">
                  <a:moveTo>
                    <a:pt x="114" y="55"/>
                  </a:moveTo>
                  <a:cubicBezTo>
                    <a:pt x="115" y="53"/>
                    <a:pt x="116" y="50"/>
                    <a:pt x="116" y="48"/>
                  </a:cubicBezTo>
                  <a:cubicBezTo>
                    <a:pt x="116" y="42"/>
                    <a:pt x="113" y="36"/>
                    <a:pt x="108" y="33"/>
                  </a:cubicBezTo>
                  <a:cubicBezTo>
                    <a:pt x="108" y="33"/>
                    <a:pt x="108" y="32"/>
                    <a:pt x="108" y="32"/>
                  </a:cubicBezTo>
                  <a:cubicBezTo>
                    <a:pt x="108" y="25"/>
                    <a:pt x="103" y="19"/>
                    <a:pt x="96" y="18"/>
                  </a:cubicBezTo>
                  <a:cubicBezTo>
                    <a:pt x="95" y="14"/>
                    <a:pt x="91" y="11"/>
                    <a:pt x="86" y="11"/>
                  </a:cubicBezTo>
                  <a:cubicBezTo>
                    <a:pt x="86" y="11"/>
                    <a:pt x="86" y="11"/>
                    <a:pt x="86" y="11"/>
                  </a:cubicBezTo>
                  <a:cubicBezTo>
                    <a:pt x="84" y="7"/>
                    <a:pt x="81" y="5"/>
                    <a:pt x="77" y="5"/>
                  </a:cubicBezTo>
                  <a:cubicBezTo>
                    <a:pt x="76" y="5"/>
                    <a:pt x="76" y="5"/>
                    <a:pt x="75" y="5"/>
                  </a:cubicBezTo>
                  <a:cubicBezTo>
                    <a:pt x="73" y="3"/>
                    <a:pt x="70" y="2"/>
                    <a:pt x="68" y="2"/>
                  </a:cubicBezTo>
                  <a:cubicBezTo>
                    <a:pt x="66" y="2"/>
                    <a:pt x="65" y="3"/>
                    <a:pt x="64" y="3"/>
                  </a:cubicBezTo>
                  <a:cubicBezTo>
                    <a:pt x="62" y="1"/>
                    <a:pt x="59" y="0"/>
                    <a:pt x="57" y="0"/>
                  </a:cubicBezTo>
                  <a:cubicBezTo>
                    <a:pt x="54" y="0"/>
                    <a:pt x="51" y="2"/>
                    <a:pt x="49" y="4"/>
                  </a:cubicBezTo>
                  <a:cubicBezTo>
                    <a:pt x="48" y="4"/>
                    <a:pt x="46" y="3"/>
                    <a:pt x="45" y="3"/>
                  </a:cubicBezTo>
                  <a:cubicBezTo>
                    <a:pt x="41" y="3"/>
                    <a:pt x="38" y="5"/>
                    <a:pt x="36" y="8"/>
                  </a:cubicBezTo>
                  <a:cubicBezTo>
                    <a:pt x="35" y="8"/>
                    <a:pt x="34" y="8"/>
                    <a:pt x="33" y="8"/>
                  </a:cubicBezTo>
                  <a:cubicBezTo>
                    <a:pt x="28" y="8"/>
                    <a:pt x="23" y="12"/>
                    <a:pt x="22" y="17"/>
                  </a:cubicBezTo>
                  <a:cubicBezTo>
                    <a:pt x="17" y="17"/>
                    <a:pt x="13" y="21"/>
                    <a:pt x="13" y="26"/>
                  </a:cubicBezTo>
                  <a:cubicBezTo>
                    <a:pt x="11" y="33"/>
                    <a:pt x="10" y="39"/>
                    <a:pt x="10" y="46"/>
                  </a:cubicBezTo>
                  <a:cubicBezTo>
                    <a:pt x="10" y="61"/>
                    <a:pt x="10" y="61"/>
                    <a:pt x="10" y="61"/>
                  </a:cubicBezTo>
                  <a:cubicBezTo>
                    <a:pt x="0" y="90"/>
                    <a:pt x="0" y="90"/>
                    <a:pt x="0" y="90"/>
                  </a:cubicBezTo>
                  <a:cubicBezTo>
                    <a:pt x="0" y="91"/>
                    <a:pt x="0" y="91"/>
                    <a:pt x="1" y="92"/>
                  </a:cubicBezTo>
                  <a:cubicBezTo>
                    <a:pt x="1" y="93"/>
                    <a:pt x="2" y="93"/>
                    <a:pt x="3" y="93"/>
                  </a:cubicBezTo>
                  <a:cubicBezTo>
                    <a:pt x="13" y="93"/>
                    <a:pt x="13" y="93"/>
                    <a:pt x="13" y="93"/>
                  </a:cubicBezTo>
                  <a:cubicBezTo>
                    <a:pt x="13" y="98"/>
                    <a:pt x="13" y="98"/>
                    <a:pt x="13" y="98"/>
                  </a:cubicBezTo>
                  <a:cubicBezTo>
                    <a:pt x="13" y="101"/>
                    <a:pt x="13" y="103"/>
                    <a:pt x="14" y="105"/>
                  </a:cubicBezTo>
                  <a:cubicBezTo>
                    <a:pt x="11" y="107"/>
                    <a:pt x="9" y="110"/>
                    <a:pt x="9" y="114"/>
                  </a:cubicBezTo>
                  <a:cubicBezTo>
                    <a:pt x="9" y="117"/>
                    <a:pt x="10" y="119"/>
                    <a:pt x="12" y="121"/>
                  </a:cubicBezTo>
                  <a:cubicBezTo>
                    <a:pt x="11" y="123"/>
                    <a:pt x="10" y="125"/>
                    <a:pt x="10" y="127"/>
                  </a:cubicBezTo>
                  <a:cubicBezTo>
                    <a:pt x="10" y="133"/>
                    <a:pt x="15" y="138"/>
                    <a:pt x="20" y="138"/>
                  </a:cubicBezTo>
                  <a:cubicBezTo>
                    <a:pt x="22" y="141"/>
                    <a:pt x="26" y="143"/>
                    <a:pt x="30" y="143"/>
                  </a:cubicBezTo>
                  <a:cubicBezTo>
                    <a:pt x="32" y="143"/>
                    <a:pt x="34" y="143"/>
                    <a:pt x="36" y="141"/>
                  </a:cubicBezTo>
                  <a:cubicBezTo>
                    <a:pt x="37" y="143"/>
                    <a:pt x="40" y="144"/>
                    <a:pt x="42" y="144"/>
                  </a:cubicBezTo>
                  <a:cubicBezTo>
                    <a:pt x="43" y="144"/>
                    <a:pt x="45" y="143"/>
                    <a:pt x="46" y="143"/>
                  </a:cubicBezTo>
                  <a:cubicBezTo>
                    <a:pt x="47" y="143"/>
                    <a:pt x="48" y="143"/>
                    <a:pt x="49" y="143"/>
                  </a:cubicBezTo>
                  <a:cubicBezTo>
                    <a:pt x="58" y="143"/>
                    <a:pt x="65" y="136"/>
                    <a:pt x="65" y="127"/>
                  </a:cubicBezTo>
                  <a:cubicBezTo>
                    <a:pt x="65" y="127"/>
                    <a:pt x="65" y="127"/>
                    <a:pt x="65" y="127"/>
                  </a:cubicBezTo>
                  <a:cubicBezTo>
                    <a:pt x="69" y="126"/>
                    <a:pt x="73" y="122"/>
                    <a:pt x="73" y="117"/>
                  </a:cubicBezTo>
                  <a:cubicBezTo>
                    <a:pt x="73" y="115"/>
                    <a:pt x="72" y="113"/>
                    <a:pt x="71" y="112"/>
                  </a:cubicBezTo>
                  <a:cubicBezTo>
                    <a:pt x="73" y="110"/>
                    <a:pt x="75" y="107"/>
                    <a:pt x="75" y="104"/>
                  </a:cubicBezTo>
                  <a:cubicBezTo>
                    <a:pt x="75" y="99"/>
                    <a:pt x="71" y="95"/>
                    <a:pt x="66" y="94"/>
                  </a:cubicBezTo>
                  <a:cubicBezTo>
                    <a:pt x="64" y="92"/>
                    <a:pt x="61" y="91"/>
                    <a:pt x="58" y="91"/>
                  </a:cubicBezTo>
                  <a:cubicBezTo>
                    <a:pt x="53" y="91"/>
                    <a:pt x="49" y="94"/>
                    <a:pt x="47" y="98"/>
                  </a:cubicBezTo>
                  <a:cubicBezTo>
                    <a:pt x="45" y="97"/>
                    <a:pt x="43" y="96"/>
                    <a:pt x="41" y="95"/>
                  </a:cubicBezTo>
                  <a:cubicBezTo>
                    <a:pt x="38" y="92"/>
                    <a:pt x="38" y="92"/>
                    <a:pt x="38" y="92"/>
                  </a:cubicBezTo>
                  <a:cubicBezTo>
                    <a:pt x="35" y="89"/>
                    <a:pt x="31" y="88"/>
                    <a:pt x="27" y="88"/>
                  </a:cubicBezTo>
                  <a:cubicBezTo>
                    <a:pt x="16" y="88"/>
                    <a:pt x="16" y="88"/>
                    <a:pt x="16" y="88"/>
                  </a:cubicBezTo>
                  <a:cubicBezTo>
                    <a:pt x="16" y="88"/>
                    <a:pt x="16" y="88"/>
                    <a:pt x="16" y="88"/>
                  </a:cubicBezTo>
                  <a:cubicBezTo>
                    <a:pt x="16" y="88"/>
                    <a:pt x="15" y="88"/>
                    <a:pt x="15" y="88"/>
                  </a:cubicBezTo>
                  <a:cubicBezTo>
                    <a:pt x="7" y="88"/>
                    <a:pt x="7" y="88"/>
                    <a:pt x="7" y="88"/>
                  </a:cubicBezTo>
                  <a:cubicBezTo>
                    <a:pt x="16" y="63"/>
                    <a:pt x="16" y="63"/>
                    <a:pt x="16" y="63"/>
                  </a:cubicBezTo>
                  <a:cubicBezTo>
                    <a:pt x="16" y="62"/>
                    <a:pt x="16" y="62"/>
                    <a:pt x="16" y="62"/>
                  </a:cubicBezTo>
                  <a:cubicBezTo>
                    <a:pt x="16" y="46"/>
                    <a:pt x="16" y="46"/>
                    <a:pt x="16" y="46"/>
                  </a:cubicBezTo>
                  <a:cubicBezTo>
                    <a:pt x="16" y="43"/>
                    <a:pt x="16" y="40"/>
                    <a:pt x="17" y="37"/>
                  </a:cubicBezTo>
                  <a:cubicBezTo>
                    <a:pt x="17" y="37"/>
                    <a:pt x="18" y="37"/>
                    <a:pt x="18" y="37"/>
                  </a:cubicBezTo>
                  <a:cubicBezTo>
                    <a:pt x="21" y="38"/>
                    <a:pt x="24" y="38"/>
                    <a:pt x="26" y="37"/>
                  </a:cubicBezTo>
                  <a:cubicBezTo>
                    <a:pt x="27" y="38"/>
                    <a:pt x="28" y="38"/>
                    <a:pt x="29" y="39"/>
                  </a:cubicBezTo>
                  <a:cubicBezTo>
                    <a:pt x="32" y="40"/>
                    <a:pt x="35" y="39"/>
                    <a:pt x="37" y="38"/>
                  </a:cubicBezTo>
                  <a:cubicBezTo>
                    <a:pt x="38" y="39"/>
                    <a:pt x="40" y="40"/>
                    <a:pt x="41" y="41"/>
                  </a:cubicBezTo>
                  <a:cubicBezTo>
                    <a:pt x="43" y="41"/>
                    <a:pt x="44" y="42"/>
                    <a:pt x="46" y="42"/>
                  </a:cubicBezTo>
                  <a:cubicBezTo>
                    <a:pt x="47" y="45"/>
                    <a:pt x="49" y="48"/>
                    <a:pt x="53" y="49"/>
                  </a:cubicBezTo>
                  <a:cubicBezTo>
                    <a:pt x="53" y="49"/>
                    <a:pt x="53" y="49"/>
                    <a:pt x="53" y="49"/>
                  </a:cubicBezTo>
                  <a:cubicBezTo>
                    <a:pt x="53" y="55"/>
                    <a:pt x="56" y="60"/>
                    <a:pt x="62" y="62"/>
                  </a:cubicBezTo>
                  <a:cubicBezTo>
                    <a:pt x="63" y="63"/>
                    <a:pt x="65" y="63"/>
                    <a:pt x="66" y="63"/>
                  </a:cubicBezTo>
                  <a:cubicBezTo>
                    <a:pt x="66" y="63"/>
                    <a:pt x="67" y="63"/>
                    <a:pt x="67" y="63"/>
                  </a:cubicBezTo>
                  <a:cubicBezTo>
                    <a:pt x="67" y="63"/>
                    <a:pt x="67" y="63"/>
                    <a:pt x="67" y="63"/>
                  </a:cubicBezTo>
                  <a:cubicBezTo>
                    <a:pt x="68" y="63"/>
                    <a:pt x="69" y="62"/>
                    <a:pt x="69" y="61"/>
                  </a:cubicBezTo>
                  <a:cubicBezTo>
                    <a:pt x="73" y="53"/>
                    <a:pt x="73" y="53"/>
                    <a:pt x="73" y="53"/>
                  </a:cubicBezTo>
                  <a:cubicBezTo>
                    <a:pt x="74" y="51"/>
                    <a:pt x="76" y="49"/>
                    <a:pt x="79" y="49"/>
                  </a:cubicBezTo>
                  <a:cubicBezTo>
                    <a:pt x="80" y="49"/>
                    <a:pt x="81" y="49"/>
                    <a:pt x="82" y="49"/>
                  </a:cubicBezTo>
                  <a:cubicBezTo>
                    <a:pt x="82" y="50"/>
                    <a:pt x="82" y="50"/>
                    <a:pt x="82" y="50"/>
                  </a:cubicBezTo>
                  <a:cubicBezTo>
                    <a:pt x="85" y="51"/>
                    <a:pt x="87" y="53"/>
                    <a:pt x="87" y="56"/>
                  </a:cubicBezTo>
                  <a:cubicBezTo>
                    <a:pt x="87" y="63"/>
                    <a:pt x="85" y="69"/>
                    <a:pt x="83" y="75"/>
                  </a:cubicBezTo>
                  <a:cubicBezTo>
                    <a:pt x="82" y="78"/>
                    <a:pt x="82" y="78"/>
                    <a:pt x="82" y="78"/>
                  </a:cubicBezTo>
                  <a:cubicBezTo>
                    <a:pt x="81" y="80"/>
                    <a:pt x="79" y="82"/>
                    <a:pt x="76" y="82"/>
                  </a:cubicBezTo>
                  <a:cubicBezTo>
                    <a:pt x="75" y="82"/>
                    <a:pt x="74" y="81"/>
                    <a:pt x="74" y="79"/>
                  </a:cubicBezTo>
                  <a:cubicBezTo>
                    <a:pt x="73" y="78"/>
                    <a:pt x="75" y="77"/>
                    <a:pt x="76" y="77"/>
                  </a:cubicBezTo>
                  <a:cubicBezTo>
                    <a:pt x="77" y="77"/>
                    <a:pt x="77" y="77"/>
                    <a:pt x="77" y="77"/>
                  </a:cubicBezTo>
                  <a:cubicBezTo>
                    <a:pt x="78" y="77"/>
                    <a:pt x="80" y="76"/>
                    <a:pt x="80" y="74"/>
                  </a:cubicBezTo>
                  <a:cubicBezTo>
                    <a:pt x="80" y="73"/>
                    <a:pt x="79" y="71"/>
                    <a:pt x="77" y="71"/>
                  </a:cubicBezTo>
                  <a:cubicBezTo>
                    <a:pt x="76" y="71"/>
                    <a:pt x="76" y="71"/>
                    <a:pt x="76" y="71"/>
                  </a:cubicBezTo>
                  <a:cubicBezTo>
                    <a:pt x="72" y="71"/>
                    <a:pt x="68" y="74"/>
                    <a:pt x="68" y="78"/>
                  </a:cubicBezTo>
                  <a:cubicBezTo>
                    <a:pt x="67" y="83"/>
                    <a:pt x="71" y="87"/>
                    <a:pt x="76" y="87"/>
                  </a:cubicBezTo>
                  <a:cubicBezTo>
                    <a:pt x="81" y="87"/>
                    <a:pt x="85" y="85"/>
                    <a:pt x="87" y="80"/>
                  </a:cubicBezTo>
                  <a:cubicBezTo>
                    <a:pt x="88" y="77"/>
                    <a:pt x="88" y="77"/>
                    <a:pt x="88" y="77"/>
                  </a:cubicBezTo>
                  <a:cubicBezTo>
                    <a:pt x="91" y="70"/>
                    <a:pt x="92" y="63"/>
                    <a:pt x="92" y="56"/>
                  </a:cubicBezTo>
                  <a:cubicBezTo>
                    <a:pt x="92" y="51"/>
                    <a:pt x="89" y="46"/>
                    <a:pt x="85" y="44"/>
                  </a:cubicBezTo>
                  <a:cubicBezTo>
                    <a:pt x="84" y="44"/>
                    <a:pt x="84" y="44"/>
                    <a:pt x="84" y="44"/>
                  </a:cubicBezTo>
                  <a:cubicBezTo>
                    <a:pt x="83" y="43"/>
                    <a:pt x="81" y="43"/>
                    <a:pt x="79" y="43"/>
                  </a:cubicBezTo>
                  <a:cubicBezTo>
                    <a:pt x="78" y="39"/>
                    <a:pt x="76" y="36"/>
                    <a:pt x="72" y="34"/>
                  </a:cubicBezTo>
                  <a:cubicBezTo>
                    <a:pt x="72" y="33"/>
                    <a:pt x="72" y="33"/>
                    <a:pt x="72" y="32"/>
                  </a:cubicBezTo>
                  <a:cubicBezTo>
                    <a:pt x="71" y="27"/>
                    <a:pt x="68" y="23"/>
                    <a:pt x="64" y="21"/>
                  </a:cubicBezTo>
                  <a:cubicBezTo>
                    <a:pt x="63" y="20"/>
                    <a:pt x="62" y="20"/>
                    <a:pt x="62" y="20"/>
                  </a:cubicBezTo>
                  <a:cubicBezTo>
                    <a:pt x="61" y="15"/>
                    <a:pt x="58" y="11"/>
                    <a:pt x="53" y="8"/>
                  </a:cubicBezTo>
                  <a:cubicBezTo>
                    <a:pt x="53" y="8"/>
                    <a:pt x="53" y="8"/>
                    <a:pt x="53" y="8"/>
                  </a:cubicBezTo>
                  <a:cubicBezTo>
                    <a:pt x="54" y="7"/>
                    <a:pt x="55" y="6"/>
                    <a:pt x="57" y="6"/>
                  </a:cubicBezTo>
                  <a:cubicBezTo>
                    <a:pt x="58" y="6"/>
                    <a:pt x="60" y="7"/>
                    <a:pt x="60" y="8"/>
                  </a:cubicBezTo>
                  <a:cubicBezTo>
                    <a:pt x="61" y="9"/>
                    <a:pt x="61" y="9"/>
                    <a:pt x="61" y="9"/>
                  </a:cubicBezTo>
                  <a:cubicBezTo>
                    <a:pt x="63" y="10"/>
                    <a:pt x="64" y="10"/>
                    <a:pt x="65" y="9"/>
                  </a:cubicBezTo>
                  <a:cubicBezTo>
                    <a:pt x="66" y="9"/>
                    <a:pt x="67" y="8"/>
                    <a:pt x="68" y="8"/>
                  </a:cubicBezTo>
                  <a:cubicBezTo>
                    <a:pt x="69" y="8"/>
                    <a:pt x="71" y="9"/>
                    <a:pt x="71" y="10"/>
                  </a:cubicBezTo>
                  <a:cubicBezTo>
                    <a:pt x="72" y="11"/>
                    <a:pt x="74" y="12"/>
                    <a:pt x="75" y="11"/>
                  </a:cubicBezTo>
                  <a:cubicBezTo>
                    <a:pt x="76" y="11"/>
                    <a:pt x="76" y="11"/>
                    <a:pt x="77" y="11"/>
                  </a:cubicBezTo>
                  <a:cubicBezTo>
                    <a:pt x="79" y="11"/>
                    <a:pt x="81" y="12"/>
                    <a:pt x="81" y="14"/>
                  </a:cubicBezTo>
                  <a:cubicBezTo>
                    <a:pt x="82" y="15"/>
                    <a:pt x="83" y="16"/>
                    <a:pt x="84" y="17"/>
                  </a:cubicBezTo>
                  <a:cubicBezTo>
                    <a:pt x="84" y="17"/>
                    <a:pt x="85" y="17"/>
                    <a:pt x="85" y="17"/>
                  </a:cubicBezTo>
                  <a:cubicBezTo>
                    <a:pt x="85" y="16"/>
                    <a:pt x="86" y="16"/>
                    <a:pt x="86" y="16"/>
                  </a:cubicBezTo>
                  <a:cubicBezTo>
                    <a:pt x="89" y="16"/>
                    <a:pt x="91" y="18"/>
                    <a:pt x="91" y="21"/>
                  </a:cubicBezTo>
                  <a:cubicBezTo>
                    <a:pt x="91" y="21"/>
                    <a:pt x="91" y="21"/>
                    <a:pt x="91" y="21"/>
                  </a:cubicBezTo>
                  <a:cubicBezTo>
                    <a:pt x="91" y="21"/>
                    <a:pt x="91" y="21"/>
                    <a:pt x="91" y="22"/>
                  </a:cubicBezTo>
                  <a:cubicBezTo>
                    <a:pt x="91" y="23"/>
                    <a:pt x="92" y="23"/>
                    <a:pt x="94" y="23"/>
                  </a:cubicBezTo>
                  <a:cubicBezTo>
                    <a:pt x="94" y="23"/>
                    <a:pt x="94" y="23"/>
                    <a:pt x="94" y="23"/>
                  </a:cubicBezTo>
                  <a:cubicBezTo>
                    <a:pt x="99" y="23"/>
                    <a:pt x="103" y="27"/>
                    <a:pt x="103" y="32"/>
                  </a:cubicBezTo>
                  <a:cubicBezTo>
                    <a:pt x="103" y="33"/>
                    <a:pt x="103" y="34"/>
                    <a:pt x="102" y="34"/>
                  </a:cubicBezTo>
                  <a:cubicBezTo>
                    <a:pt x="102" y="36"/>
                    <a:pt x="103" y="37"/>
                    <a:pt x="104" y="38"/>
                  </a:cubicBezTo>
                  <a:cubicBezTo>
                    <a:pt x="108" y="39"/>
                    <a:pt x="111" y="43"/>
                    <a:pt x="111" y="48"/>
                  </a:cubicBezTo>
                  <a:cubicBezTo>
                    <a:pt x="111" y="50"/>
                    <a:pt x="110" y="52"/>
                    <a:pt x="109" y="54"/>
                  </a:cubicBezTo>
                  <a:cubicBezTo>
                    <a:pt x="108" y="55"/>
                    <a:pt x="108" y="56"/>
                    <a:pt x="109" y="57"/>
                  </a:cubicBezTo>
                  <a:cubicBezTo>
                    <a:pt x="110" y="59"/>
                    <a:pt x="111" y="61"/>
                    <a:pt x="111" y="63"/>
                  </a:cubicBezTo>
                  <a:cubicBezTo>
                    <a:pt x="111" y="65"/>
                    <a:pt x="111" y="66"/>
                    <a:pt x="110" y="68"/>
                  </a:cubicBezTo>
                  <a:cubicBezTo>
                    <a:pt x="110" y="68"/>
                    <a:pt x="110" y="69"/>
                    <a:pt x="110" y="70"/>
                  </a:cubicBezTo>
                  <a:cubicBezTo>
                    <a:pt x="111" y="71"/>
                    <a:pt x="111" y="73"/>
                    <a:pt x="111" y="74"/>
                  </a:cubicBezTo>
                  <a:cubicBezTo>
                    <a:pt x="111" y="80"/>
                    <a:pt x="106" y="85"/>
                    <a:pt x="100" y="85"/>
                  </a:cubicBezTo>
                  <a:cubicBezTo>
                    <a:pt x="99" y="85"/>
                    <a:pt x="98" y="86"/>
                    <a:pt x="97" y="87"/>
                  </a:cubicBezTo>
                  <a:cubicBezTo>
                    <a:pt x="97" y="89"/>
                    <a:pt x="98" y="91"/>
                    <a:pt x="100" y="91"/>
                  </a:cubicBezTo>
                  <a:cubicBezTo>
                    <a:pt x="100" y="91"/>
                    <a:pt x="101" y="91"/>
                    <a:pt x="101" y="90"/>
                  </a:cubicBezTo>
                  <a:cubicBezTo>
                    <a:pt x="101" y="141"/>
                    <a:pt x="101" y="141"/>
                    <a:pt x="101" y="141"/>
                  </a:cubicBezTo>
                  <a:cubicBezTo>
                    <a:pt x="101" y="142"/>
                    <a:pt x="102" y="144"/>
                    <a:pt x="104" y="144"/>
                  </a:cubicBezTo>
                  <a:cubicBezTo>
                    <a:pt x="105" y="144"/>
                    <a:pt x="106" y="143"/>
                    <a:pt x="106" y="141"/>
                  </a:cubicBezTo>
                  <a:cubicBezTo>
                    <a:pt x="106" y="89"/>
                    <a:pt x="106" y="89"/>
                    <a:pt x="106" y="89"/>
                  </a:cubicBezTo>
                  <a:cubicBezTo>
                    <a:pt x="112" y="86"/>
                    <a:pt x="116" y="81"/>
                    <a:pt x="116" y="74"/>
                  </a:cubicBezTo>
                  <a:cubicBezTo>
                    <a:pt x="116" y="72"/>
                    <a:pt x="116" y="70"/>
                    <a:pt x="115" y="69"/>
                  </a:cubicBezTo>
                  <a:cubicBezTo>
                    <a:pt x="116" y="67"/>
                    <a:pt x="116" y="65"/>
                    <a:pt x="116" y="63"/>
                  </a:cubicBezTo>
                  <a:cubicBezTo>
                    <a:pt x="116" y="61"/>
                    <a:pt x="115" y="58"/>
                    <a:pt x="114" y="55"/>
                  </a:cubicBezTo>
                  <a:close/>
                  <a:moveTo>
                    <a:pt x="27" y="93"/>
                  </a:moveTo>
                  <a:cubicBezTo>
                    <a:pt x="30" y="93"/>
                    <a:pt x="32" y="94"/>
                    <a:pt x="34" y="96"/>
                  </a:cubicBezTo>
                  <a:cubicBezTo>
                    <a:pt x="38" y="99"/>
                    <a:pt x="38" y="99"/>
                    <a:pt x="38" y="99"/>
                  </a:cubicBezTo>
                  <a:cubicBezTo>
                    <a:pt x="41" y="102"/>
                    <a:pt x="45" y="103"/>
                    <a:pt x="49" y="103"/>
                  </a:cubicBezTo>
                  <a:cubicBezTo>
                    <a:pt x="49" y="103"/>
                    <a:pt x="49" y="103"/>
                    <a:pt x="49" y="103"/>
                  </a:cubicBezTo>
                  <a:cubicBezTo>
                    <a:pt x="50" y="103"/>
                    <a:pt x="51" y="103"/>
                    <a:pt x="51" y="101"/>
                  </a:cubicBezTo>
                  <a:cubicBezTo>
                    <a:pt x="52" y="99"/>
                    <a:pt x="55" y="96"/>
                    <a:pt x="58" y="96"/>
                  </a:cubicBezTo>
                  <a:cubicBezTo>
                    <a:pt x="60" y="96"/>
                    <a:pt x="62" y="97"/>
                    <a:pt x="63" y="99"/>
                  </a:cubicBezTo>
                  <a:cubicBezTo>
                    <a:pt x="63" y="99"/>
                    <a:pt x="64" y="100"/>
                    <a:pt x="65" y="100"/>
                  </a:cubicBezTo>
                  <a:cubicBezTo>
                    <a:pt x="67" y="100"/>
                    <a:pt x="69" y="102"/>
                    <a:pt x="69" y="104"/>
                  </a:cubicBezTo>
                  <a:cubicBezTo>
                    <a:pt x="69" y="106"/>
                    <a:pt x="68" y="108"/>
                    <a:pt x="66" y="108"/>
                  </a:cubicBezTo>
                  <a:cubicBezTo>
                    <a:pt x="65" y="109"/>
                    <a:pt x="64" y="110"/>
                    <a:pt x="64" y="111"/>
                  </a:cubicBezTo>
                  <a:cubicBezTo>
                    <a:pt x="64" y="112"/>
                    <a:pt x="65" y="113"/>
                    <a:pt x="65" y="113"/>
                  </a:cubicBezTo>
                  <a:cubicBezTo>
                    <a:pt x="67" y="114"/>
                    <a:pt x="67" y="116"/>
                    <a:pt x="67" y="117"/>
                  </a:cubicBezTo>
                  <a:cubicBezTo>
                    <a:pt x="67" y="120"/>
                    <a:pt x="65" y="122"/>
                    <a:pt x="63" y="122"/>
                  </a:cubicBezTo>
                  <a:cubicBezTo>
                    <a:pt x="63" y="122"/>
                    <a:pt x="62" y="122"/>
                    <a:pt x="62" y="122"/>
                  </a:cubicBezTo>
                  <a:cubicBezTo>
                    <a:pt x="61" y="121"/>
                    <a:pt x="60" y="122"/>
                    <a:pt x="60" y="122"/>
                  </a:cubicBezTo>
                  <a:cubicBezTo>
                    <a:pt x="59" y="123"/>
                    <a:pt x="59" y="124"/>
                    <a:pt x="59" y="125"/>
                  </a:cubicBezTo>
                  <a:cubicBezTo>
                    <a:pt x="59" y="126"/>
                    <a:pt x="59" y="126"/>
                    <a:pt x="59" y="127"/>
                  </a:cubicBezTo>
                  <a:cubicBezTo>
                    <a:pt x="59" y="133"/>
                    <a:pt x="54" y="138"/>
                    <a:pt x="49" y="138"/>
                  </a:cubicBezTo>
                  <a:cubicBezTo>
                    <a:pt x="48" y="138"/>
                    <a:pt x="47" y="137"/>
                    <a:pt x="46" y="137"/>
                  </a:cubicBezTo>
                  <a:cubicBezTo>
                    <a:pt x="46" y="137"/>
                    <a:pt x="45" y="137"/>
                    <a:pt x="44" y="138"/>
                  </a:cubicBezTo>
                  <a:cubicBezTo>
                    <a:pt x="44" y="138"/>
                    <a:pt x="43" y="138"/>
                    <a:pt x="42" y="138"/>
                  </a:cubicBezTo>
                  <a:cubicBezTo>
                    <a:pt x="41" y="138"/>
                    <a:pt x="39" y="137"/>
                    <a:pt x="38" y="136"/>
                  </a:cubicBezTo>
                  <a:cubicBezTo>
                    <a:pt x="38" y="135"/>
                    <a:pt x="37" y="135"/>
                    <a:pt x="36" y="135"/>
                  </a:cubicBezTo>
                  <a:cubicBezTo>
                    <a:pt x="35" y="135"/>
                    <a:pt x="34" y="135"/>
                    <a:pt x="34" y="136"/>
                  </a:cubicBezTo>
                  <a:cubicBezTo>
                    <a:pt x="33" y="137"/>
                    <a:pt x="31" y="138"/>
                    <a:pt x="30" y="138"/>
                  </a:cubicBezTo>
                  <a:cubicBezTo>
                    <a:pt x="27" y="138"/>
                    <a:pt x="25" y="136"/>
                    <a:pt x="25" y="134"/>
                  </a:cubicBezTo>
                  <a:cubicBezTo>
                    <a:pt x="24" y="133"/>
                    <a:pt x="23" y="132"/>
                    <a:pt x="21" y="132"/>
                  </a:cubicBezTo>
                  <a:cubicBezTo>
                    <a:pt x="21" y="132"/>
                    <a:pt x="21" y="132"/>
                    <a:pt x="21" y="132"/>
                  </a:cubicBezTo>
                  <a:cubicBezTo>
                    <a:pt x="18" y="132"/>
                    <a:pt x="16" y="130"/>
                    <a:pt x="16" y="127"/>
                  </a:cubicBezTo>
                  <a:cubicBezTo>
                    <a:pt x="16" y="125"/>
                    <a:pt x="17" y="124"/>
                    <a:pt x="18" y="123"/>
                  </a:cubicBezTo>
                  <a:cubicBezTo>
                    <a:pt x="19" y="122"/>
                    <a:pt x="19" y="122"/>
                    <a:pt x="20" y="121"/>
                  </a:cubicBezTo>
                  <a:cubicBezTo>
                    <a:pt x="20" y="119"/>
                    <a:pt x="19" y="118"/>
                    <a:pt x="17" y="118"/>
                  </a:cubicBezTo>
                  <a:cubicBezTo>
                    <a:pt x="16" y="117"/>
                    <a:pt x="14" y="116"/>
                    <a:pt x="14" y="114"/>
                  </a:cubicBezTo>
                  <a:cubicBezTo>
                    <a:pt x="14" y="112"/>
                    <a:pt x="16" y="111"/>
                    <a:pt x="17" y="110"/>
                  </a:cubicBezTo>
                  <a:cubicBezTo>
                    <a:pt x="18" y="111"/>
                    <a:pt x="19" y="112"/>
                    <a:pt x="21" y="113"/>
                  </a:cubicBezTo>
                  <a:cubicBezTo>
                    <a:pt x="21" y="113"/>
                    <a:pt x="22" y="113"/>
                    <a:pt x="22" y="113"/>
                  </a:cubicBezTo>
                  <a:cubicBezTo>
                    <a:pt x="23" y="113"/>
                    <a:pt x="24" y="113"/>
                    <a:pt x="24" y="112"/>
                  </a:cubicBezTo>
                  <a:cubicBezTo>
                    <a:pt x="25" y="111"/>
                    <a:pt x="25" y="109"/>
                    <a:pt x="24" y="108"/>
                  </a:cubicBezTo>
                  <a:cubicBezTo>
                    <a:pt x="20" y="106"/>
                    <a:pt x="18" y="102"/>
                    <a:pt x="18" y="98"/>
                  </a:cubicBezTo>
                  <a:cubicBezTo>
                    <a:pt x="18" y="93"/>
                    <a:pt x="18" y="93"/>
                    <a:pt x="18" y="93"/>
                  </a:cubicBezTo>
                  <a:lnTo>
                    <a:pt x="27" y="93"/>
                  </a:lnTo>
                  <a:close/>
                  <a:moveTo>
                    <a:pt x="60" y="47"/>
                  </a:moveTo>
                  <a:cubicBezTo>
                    <a:pt x="60" y="47"/>
                    <a:pt x="60" y="46"/>
                    <a:pt x="59" y="45"/>
                  </a:cubicBezTo>
                  <a:cubicBezTo>
                    <a:pt x="59" y="44"/>
                    <a:pt x="58" y="44"/>
                    <a:pt x="57" y="44"/>
                  </a:cubicBezTo>
                  <a:cubicBezTo>
                    <a:pt x="56" y="44"/>
                    <a:pt x="55" y="44"/>
                    <a:pt x="55" y="43"/>
                  </a:cubicBezTo>
                  <a:cubicBezTo>
                    <a:pt x="52" y="43"/>
                    <a:pt x="51" y="40"/>
                    <a:pt x="51" y="38"/>
                  </a:cubicBezTo>
                  <a:cubicBezTo>
                    <a:pt x="52" y="37"/>
                    <a:pt x="51" y="36"/>
                    <a:pt x="50" y="35"/>
                  </a:cubicBezTo>
                  <a:cubicBezTo>
                    <a:pt x="49" y="35"/>
                    <a:pt x="48" y="35"/>
                    <a:pt x="47" y="35"/>
                  </a:cubicBezTo>
                  <a:cubicBezTo>
                    <a:pt x="46" y="36"/>
                    <a:pt x="45" y="36"/>
                    <a:pt x="43" y="35"/>
                  </a:cubicBezTo>
                  <a:cubicBezTo>
                    <a:pt x="42" y="35"/>
                    <a:pt x="41" y="34"/>
                    <a:pt x="41" y="33"/>
                  </a:cubicBezTo>
                  <a:cubicBezTo>
                    <a:pt x="40" y="32"/>
                    <a:pt x="40" y="31"/>
                    <a:pt x="39" y="31"/>
                  </a:cubicBezTo>
                  <a:cubicBezTo>
                    <a:pt x="38" y="31"/>
                    <a:pt x="37" y="31"/>
                    <a:pt x="36" y="32"/>
                  </a:cubicBezTo>
                  <a:cubicBezTo>
                    <a:pt x="35" y="33"/>
                    <a:pt x="33" y="34"/>
                    <a:pt x="31" y="33"/>
                  </a:cubicBezTo>
                  <a:cubicBezTo>
                    <a:pt x="30" y="33"/>
                    <a:pt x="29" y="32"/>
                    <a:pt x="29" y="31"/>
                  </a:cubicBezTo>
                  <a:cubicBezTo>
                    <a:pt x="28" y="30"/>
                    <a:pt x="26" y="30"/>
                    <a:pt x="25" y="31"/>
                  </a:cubicBezTo>
                  <a:cubicBezTo>
                    <a:pt x="24" y="32"/>
                    <a:pt x="22" y="32"/>
                    <a:pt x="20" y="32"/>
                  </a:cubicBezTo>
                  <a:cubicBezTo>
                    <a:pt x="20" y="31"/>
                    <a:pt x="19" y="31"/>
                    <a:pt x="19" y="31"/>
                  </a:cubicBezTo>
                  <a:cubicBezTo>
                    <a:pt x="18" y="31"/>
                    <a:pt x="18" y="30"/>
                    <a:pt x="18" y="30"/>
                  </a:cubicBezTo>
                  <a:cubicBezTo>
                    <a:pt x="18" y="29"/>
                    <a:pt x="18" y="28"/>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4"/>
                    <a:pt x="20" y="22"/>
                    <a:pt x="23" y="22"/>
                  </a:cubicBezTo>
                  <a:cubicBezTo>
                    <a:pt x="23" y="22"/>
                    <a:pt x="23" y="23"/>
                    <a:pt x="24" y="23"/>
                  </a:cubicBezTo>
                  <a:cubicBezTo>
                    <a:pt x="24" y="23"/>
                    <a:pt x="25" y="23"/>
                    <a:pt x="26" y="22"/>
                  </a:cubicBezTo>
                  <a:cubicBezTo>
                    <a:pt x="27" y="22"/>
                    <a:pt x="27" y="21"/>
                    <a:pt x="27" y="20"/>
                  </a:cubicBezTo>
                  <a:cubicBezTo>
                    <a:pt x="27" y="20"/>
                    <a:pt x="27" y="20"/>
                    <a:pt x="27" y="20"/>
                  </a:cubicBezTo>
                  <a:cubicBezTo>
                    <a:pt x="27" y="16"/>
                    <a:pt x="30" y="14"/>
                    <a:pt x="33" y="14"/>
                  </a:cubicBezTo>
                  <a:cubicBezTo>
                    <a:pt x="34" y="14"/>
                    <a:pt x="35" y="14"/>
                    <a:pt x="36" y="14"/>
                  </a:cubicBezTo>
                  <a:cubicBezTo>
                    <a:pt x="37" y="15"/>
                    <a:pt x="38" y="15"/>
                    <a:pt x="39" y="15"/>
                  </a:cubicBezTo>
                  <a:cubicBezTo>
                    <a:pt x="39" y="15"/>
                    <a:pt x="39" y="15"/>
                    <a:pt x="39" y="15"/>
                  </a:cubicBezTo>
                  <a:cubicBezTo>
                    <a:pt x="41" y="18"/>
                    <a:pt x="43" y="20"/>
                    <a:pt x="46" y="22"/>
                  </a:cubicBezTo>
                  <a:cubicBezTo>
                    <a:pt x="47" y="22"/>
                    <a:pt x="47" y="23"/>
                    <a:pt x="48" y="23"/>
                  </a:cubicBezTo>
                  <a:cubicBezTo>
                    <a:pt x="49" y="28"/>
                    <a:pt x="52" y="32"/>
                    <a:pt x="56" y="35"/>
                  </a:cubicBezTo>
                  <a:cubicBezTo>
                    <a:pt x="56" y="35"/>
                    <a:pt x="56" y="35"/>
                    <a:pt x="56" y="35"/>
                  </a:cubicBezTo>
                  <a:cubicBezTo>
                    <a:pt x="57" y="40"/>
                    <a:pt x="60" y="45"/>
                    <a:pt x="64" y="47"/>
                  </a:cubicBezTo>
                  <a:cubicBezTo>
                    <a:pt x="65" y="48"/>
                    <a:pt x="67" y="49"/>
                    <a:pt x="68" y="49"/>
                  </a:cubicBezTo>
                  <a:cubicBezTo>
                    <a:pt x="68" y="49"/>
                    <a:pt x="68" y="50"/>
                    <a:pt x="68" y="50"/>
                  </a:cubicBezTo>
                  <a:cubicBezTo>
                    <a:pt x="68" y="50"/>
                    <a:pt x="68" y="50"/>
                    <a:pt x="68" y="50"/>
                  </a:cubicBezTo>
                  <a:cubicBezTo>
                    <a:pt x="65" y="57"/>
                    <a:pt x="65" y="57"/>
                    <a:pt x="65" y="57"/>
                  </a:cubicBezTo>
                  <a:cubicBezTo>
                    <a:pt x="65" y="57"/>
                    <a:pt x="64" y="57"/>
                    <a:pt x="64" y="57"/>
                  </a:cubicBezTo>
                  <a:cubicBezTo>
                    <a:pt x="60" y="55"/>
                    <a:pt x="58" y="51"/>
                    <a:pt x="60" y="47"/>
                  </a:cubicBezTo>
                  <a:close/>
                  <a:moveTo>
                    <a:pt x="67" y="42"/>
                  </a:moveTo>
                  <a:cubicBezTo>
                    <a:pt x="65" y="41"/>
                    <a:pt x="63" y="39"/>
                    <a:pt x="62" y="37"/>
                  </a:cubicBezTo>
                  <a:cubicBezTo>
                    <a:pt x="62" y="37"/>
                    <a:pt x="63" y="37"/>
                    <a:pt x="63" y="37"/>
                  </a:cubicBezTo>
                  <a:cubicBezTo>
                    <a:pt x="63" y="37"/>
                    <a:pt x="64" y="37"/>
                    <a:pt x="64" y="37"/>
                  </a:cubicBezTo>
                  <a:cubicBezTo>
                    <a:pt x="65" y="37"/>
                    <a:pt x="65" y="37"/>
                    <a:pt x="65" y="37"/>
                  </a:cubicBezTo>
                  <a:cubicBezTo>
                    <a:pt x="66" y="37"/>
                    <a:pt x="68" y="37"/>
                    <a:pt x="69" y="38"/>
                  </a:cubicBezTo>
                  <a:cubicBezTo>
                    <a:pt x="71" y="40"/>
                    <a:pt x="73" y="42"/>
                    <a:pt x="74" y="44"/>
                  </a:cubicBezTo>
                  <a:cubicBezTo>
                    <a:pt x="71" y="44"/>
                    <a:pt x="69" y="44"/>
                    <a:pt x="67" y="42"/>
                  </a:cubicBezTo>
                  <a:close/>
                  <a:moveTo>
                    <a:pt x="66" y="31"/>
                  </a:moveTo>
                  <a:cubicBezTo>
                    <a:pt x="66" y="31"/>
                    <a:pt x="65" y="31"/>
                    <a:pt x="65" y="31"/>
                  </a:cubicBezTo>
                  <a:cubicBezTo>
                    <a:pt x="64" y="31"/>
                    <a:pt x="64" y="31"/>
                    <a:pt x="63" y="31"/>
                  </a:cubicBezTo>
                  <a:cubicBezTo>
                    <a:pt x="62" y="31"/>
                    <a:pt x="60" y="30"/>
                    <a:pt x="59" y="30"/>
                  </a:cubicBezTo>
                  <a:cubicBezTo>
                    <a:pt x="57" y="29"/>
                    <a:pt x="55" y="27"/>
                    <a:pt x="54" y="24"/>
                  </a:cubicBezTo>
                  <a:cubicBezTo>
                    <a:pt x="57" y="24"/>
                    <a:pt x="59" y="24"/>
                    <a:pt x="61" y="26"/>
                  </a:cubicBezTo>
                  <a:cubicBezTo>
                    <a:pt x="64" y="27"/>
                    <a:pt x="65" y="29"/>
                    <a:pt x="66" y="31"/>
                  </a:cubicBezTo>
                  <a:close/>
                  <a:moveTo>
                    <a:pt x="56" y="18"/>
                  </a:moveTo>
                  <a:cubicBezTo>
                    <a:pt x="54" y="19"/>
                    <a:pt x="51" y="18"/>
                    <a:pt x="49" y="17"/>
                  </a:cubicBezTo>
                  <a:cubicBezTo>
                    <a:pt x="47" y="16"/>
                    <a:pt x="45" y="14"/>
                    <a:pt x="44" y="12"/>
                  </a:cubicBezTo>
                  <a:cubicBezTo>
                    <a:pt x="46" y="11"/>
                    <a:pt x="49" y="12"/>
                    <a:pt x="51" y="13"/>
                  </a:cubicBezTo>
                  <a:cubicBezTo>
                    <a:pt x="53" y="14"/>
                    <a:pt x="55" y="16"/>
                    <a:pt x="56"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5" name="Google Shape;695;p48"/>
            <p:cNvSpPr/>
            <p:nvPr/>
          </p:nvSpPr>
          <p:spPr>
            <a:xfrm>
              <a:off x="5870497" y="4000457"/>
              <a:ext cx="16547" cy="15443"/>
            </a:xfrm>
            <a:custGeom>
              <a:avLst/>
              <a:gdLst/>
              <a:ahLst/>
              <a:cxnLst/>
              <a:rect l="l" t="t" r="r" b="b"/>
              <a:pathLst>
                <a:path w="6" h="6" extrusionOk="0">
                  <a:moveTo>
                    <a:pt x="3" y="0"/>
                  </a:moveTo>
                  <a:cubicBezTo>
                    <a:pt x="2" y="0"/>
                    <a:pt x="1" y="1"/>
                    <a:pt x="1" y="1"/>
                  </a:cubicBezTo>
                  <a:cubicBezTo>
                    <a:pt x="0" y="2"/>
                    <a:pt x="0" y="3"/>
                    <a:pt x="0" y="3"/>
                  </a:cubicBezTo>
                  <a:cubicBezTo>
                    <a:pt x="0" y="4"/>
                    <a:pt x="0" y="5"/>
                    <a:pt x="1" y="5"/>
                  </a:cubicBezTo>
                  <a:cubicBezTo>
                    <a:pt x="1" y="6"/>
                    <a:pt x="2" y="6"/>
                    <a:pt x="3" y="6"/>
                  </a:cubicBezTo>
                  <a:cubicBezTo>
                    <a:pt x="4" y="6"/>
                    <a:pt x="4" y="6"/>
                    <a:pt x="5" y="5"/>
                  </a:cubicBezTo>
                  <a:cubicBezTo>
                    <a:pt x="5" y="5"/>
                    <a:pt x="6" y="4"/>
                    <a:pt x="6" y="3"/>
                  </a:cubicBezTo>
                  <a:cubicBezTo>
                    <a:pt x="6" y="3"/>
                    <a:pt x="5" y="2"/>
                    <a:pt x="5" y="1"/>
                  </a:cubicBezTo>
                  <a:cubicBezTo>
                    <a:pt x="4"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96" name="Google Shape;696;p48"/>
          <p:cNvGrpSpPr/>
          <p:nvPr/>
        </p:nvGrpSpPr>
        <p:grpSpPr>
          <a:xfrm>
            <a:off x="4809873" y="3779839"/>
            <a:ext cx="251505" cy="378361"/>
            <a:chOff x="4873301" y="3779839"/>
            <a:chExt cx="251505" cy="378361"/>
          </a:xfrm>
        </p:grpSpPr>
        <p:sp>
          <p:nvSpPr>
            <p:cNvPr id="697" name="Google Shape;697;p48"/>
            <p:cNvSpPr/>
            <p:nvPr/>
          </p:nvSpPr>
          <p:spPr>
            <a:xfrm>
              <a:off x="4873301" y="3779839"/>
              <a:ext cx="251505" cy="378361"/>
            </a:xfrm>
            <a:custGeom>
              <a:avLst/>
              <a:gdLst/>
              <a:ahLst/>
              <a:cxnLst/>
              <a:rect l="l" t="t" r="r" b="b"/>
              <a:pathLst>
                <a:path w="96" h="144" extrusionOk="0">
                  <a:moveTo>
                    <a:pt x="76" y="43"/>
                  </a:moveTo>
                  <a:cubicBezTo>
                    <a:pt x="76" y="42"/>
                    <a:pt x="75" y="42"/>
                    <a:pt x="75" y="42"/>
                  </a:cubicBezTo>
                  <a:cubicBezTo>
                    <a:pt x="85" y="32"/>
                    <a:pt x="85" y="32"/>
                    <a:pt x="85" y="32"/>
                  </a:cubicBezTo>
                  <a:cubicBezTo>
                    <a:pt x="86" y="30"/>
                    <a:pt x="88" y="28"/>
                    <a:pt x="88" y="26"/>
                  </a:cubicBezTo>
                  <a:cubicBezTo>
                    <a:pt x="89" y="21"/>
                    <a:pt x="88" y="17"/>
                    <a:pt x="85" y="13"/>
                  </a:cubicBezTo>
                  <a:cubicBezTo>
                    <a:pt x="82" y="11"/>
                    <a:pt x="79" y="9"/>
                    <a:pt x="75" y="9"/>
                  </a:cubicBezTo>
                  <a:cubicBezTo>
                    <a:pt x="70" y="9"/>
                    <a:pt x="70" y="9"/>
                    <a:pt x="70" y="9"/>
                  </a:cubicBezTo>
                  <a:cubicBezTo>
                    <a:pt x="70" y="9"/>
                    <a:pt x="70" y="9"/>
                    <a:pt x="71" y="8"/>
                  </a:cubicBezTo>
                  <a:cubicBezTo>
                    <a:pt x="72" y="7"/>
                    <a:pt x="72" y="5"/>
                    <a:pt x="71" y="3"/>
                  </a:cubicBezTo>
                  <a:cubicBezTo>
                    <a:pt x="71" y="1"/>
                    <a:pt x="69" y="0"/>
                    <a:pt x="67" y="0"/>
                  </a:cubicBezTo>
                  <a:cubicBezTo>
                    <a:pt x="29" y="0"/>
                    <a:pt x="29" y="0"/>
                    <a:pt x="29" y="0"/>
                  </a:cubicBezTo>
                  <a:cubicBezTo>
                    <a:pt x="27" y="0"/>
                    <a:pt x="26" y="1"/>
                    <a:pt x="25" y="3"/>
                  </a:cubicBezTo>
                  <a:cubicBezTo>
                    <a:pt x="24" y="5"/>
                    <a:pt x="25" y="7"/>
                    <a:pt x="26" y="8"/>
                  </a:cubicBezTo>
                  <a:cubicBezTo>
                    <a:pt x="26" y="9"/>
                    <a:pt x="26" y="9"/>
                    <a:pt x="27" y="9"/>
                  </a:cubicBezTo>
                  <a:cubicBezTo>
                    <a:pt x="21" y="9"/>
                    <a:pt x="21" y="9"/>
                    <a:pt x="21" y="9"/>
                  </a:cubicBezTo>
                  <a:cubicBezTo>
                    <a:pt x="17" y="9"/>
                    <a:pt x="13" y="11"/>
                    <a:pt x="11" y="14"/>
                  </a:cubicBezTo>
                  <a:cubicBezTo>
                    <a:pt x="8" y="17"/>
                    <a:pt x="7" y="22"/>
                    <a:pt x="8" y="26"/>
                  </a:cubicBezTo>
                  <a:cubicBezTo>
                    <a:pt x="9" y="28"/>
                    <a:pt x="10" y="30"/>
                    <a:pt x="12" y="32"/>
                  </a:cubicBezTo>
                  <a:cubicBezTo>
                    <a:pt x="21" y="42"/>
                    <a:pt x="21" y="42"/>
                    <a:pt x="21" y="42"/>
                  </a:cubicBezTo>
                  <a:cubicBezTo>
                    <a:pt x="21" y="42"/>
                    <a:pt x="21" y="42"/>
                    <a:pt x="20" y="43"/>
                  </a:cubicBezTo>
                  <a:cubicBezTo>
                    <a:pt x="11" y="50"/>
                    <a:pt x="0" y="58"/>
                    <a:pt x="0" y="76"/>
                  </a:cubicBezTo>
                  <a:cubicBezTo>
                    <a:pt x="0" y="87"/>
                    <a:pt x="5" y="102"/>
                    <a:pt x="14" y="120"/>
                  </a:cubicBezTo>
                  <a:cubicBezTo>
                    <a:pt x="21" y="133"/>
                    <a:pt x="28" y="142"/>
                    <a:pt x="29" y="143"/>
                  </a:cubicBezTo>
                  <a:cubicBezTo>
                    <a:pt x="29" y="143"/>
                    <a:pt x="30" y="144"/>
                    <a:pt x="31" y="144"/>
                  </a:cubicBezTo>
                  <a:cubicBezTo>
                    <a:pt x="66" y="144"/>
                    <a:pt x="66" y="144"/>
                    <a:pt x="66" y="144"/>
                  </a:cubicBezTo>
                  <a:cubicBezTo>
                    <a:pt x="67" y="144"/>
                    <a:pt x="67" y="143"/>
                    <a:pt x="68" y="143"/>
                  </a:cubicBezTo>
                  <a:cubicBezTo>
                    <a:pt x="68" y="142"/>
                    <a:pt x="75" y="133"/>
                    <a:pt x="82" y="120"/>
                  </a:cubicBezTo>
                  <a:cubicBezTo>
                    <a:pt x="91" y="102"/>
                    <a:pt x="96" y="87"/>
                    <a:pt x="96" y="76"/>
                  </a:cubicBezTo>
                  <a:cubicBezTo>
                    <a:pt x="96" y="58"/>
                    <a:pt x="85" y="50"/>
                    <a:pt x="76" y="43"/>
                  </a:cubicBezTo>
                  <a:close/>
                  <a:moveTo>
                    <a:pt x="6" y="76"/>
                  </a:moveTo>
                  <a:cubicBezTo>
                    <a:pt x="6" y="75"/>
                    <a:pt x="6" y="75"/>
                    <a:pt x="6" y="75"/>
                  </a:cubicBezTo>
                  <a:cubicBezTo>
                    <a:pt x="12" y="75"/>
                    <a:pt x="12" y="75"/>
                    <a:pt x="12" y="75"/>
                  </a:cubicBezTo>
                  <a:cubicBezTo>
                    <a:pt x="12" y="80"/>
                    <a:pt x="12" y="80"/>
                    <a:pt x="12" y="80"/>
                  </a:cubicBezTo>
                  <a:cubicBezTo>
                    <a:pt x="6" y="80"/>
                    <a:pt x="6" y="80"/>
                    <a:pt x="6" y="80"/>
                  </a:cubicBezTo>
                  <a:cubicBezTo>
                    <a:pt x="6" y="79"/>
                    <a:pt x="6" y="77"/>
                    <a:pt x="6" y="76"/>
                  </a:cubicBezTo>
                  <a:close/>
                  <a:moveTo>
                    <a:pt x="7" y="86"/>
                  </a:moveTo>
                  <a:cubicBezTo>
                    <a:pt x="15" y="86"/>
                    <a:pt x="15" y="86"/>
                    <a:pt x="15" y="86"/>
                  </a:cubicBezTo>
                  <a:cubicBezTo>
                    <a:pt x="17" y="86"/>
                    <a:pt x="18" y="85"/>
                    <a:pt x="18" y="83"/>
                  </a:cubicBezTo>
                  <a:cubicBezTo>
                    <a:pt x="18" y="72"/>
                    <a:pt x="18" y="72"/>
                    <a:pt x="18" y="72"/>
                  </a:cubicBezTo>
                  <a:cubicBezTo>
                    <a:pt x="18" y="70"/>
                    <a:pt x="17" y="69"/>
                    <a:pt x="15" y="69"/>
                  </a:cubicBezTo>
                  <a:cubicBezTo>
                    <a:pt x="7" y="69"/>
                    <a:pt x="7" y="69"/>
                    <a:pt x="7" y="69"/>
                  </a:cubicBezTo>
                  <a:cubicBezTo>
                    <a:pt x="7" y="67"/>
                    <a:pt x="8" y="65"/>
                    <a:pt x="8" y="64"/>
                  </a:cubicBezTo>
                  <a:cubicBezTo>
                    <a:pt x="24" y="64"/>
                    <a:pt x="24" y="64"/>
                    <a:pt x="24" y="64"/>
                  </a:cubicBezTo>
                  <a:cubicBezTo>
                    <a:pt x="24" y="83"/>
                    <a:pt x="24" y="83"/>
                    <a:pt x="24" y="83"/>
                  </a:cubicBezTo>
                  <a:cubicBezTo>
                    <a:pt x="24" y="85"/>
                    <a:pt x="25" y="86"/>
                    <a:pt x="26" y="86"/>
                  </a:cubicBezTo>
                  <a:cubicBezTo>
                    <a:pt x="49" y="86"/>
                    <a:pt x="49" y="86"/>
                    <a:pt x="49" y="86"/>
                  </a:cubicBezTo>
                  <a:cubicBezTo>
                    <a:pt x="50" y="86"/>
                    <a:pt x="52" y="85"/>
                    <a:pt x="52" y="83"/>
                  </a:cubicBezTo>
                  <a:cubicBezTo>
                    <a:pt x="52" y="72"/>
                    <a:pt x="52" y="72"/>
                    <a:pt x="52" y="72"/>
                  </a:cubicBezTo>
                  <a:cubicBezTo>
                    <a:pt x="52" y="70"/>
                    <a:pt x="50" y="69"/>
                    <a:pt x="49" y="69"/>
                  </a:cubicBezTo>
                  <a:cubicBezTo>
                    <a:pt x="40" y="69"/>
                    <a:pt x="40" y="69"/>
                    <a:pt x="40" y="69"/>
                  </a:cubicBezTo>
                  <a:cubicBezTo>
                    <a:pt x="40" y="64"/>
                    <a:pt x="40" y="64"/>
                    <a:pt x="40" y="64"/>
                  </a:cubicBezTo>
                  <a:cubicBezTo>
                    <a:pt x="57" y="64"/>
                    <a:pt x="57" y="64"/>
                    <a:pt x="57" y="64"/>
                  </a:cubicBezTo>
                  <a:cubicBezTo>
                    <a:pt x="57" y="83"/>
                    <a:pt x="57" y="83"/>
                    <a:pt x="57" y="83"/>
                  </a:cubicBezTo>
                  <a:cubicBezTo>
                    <a:pt x="57" y="85"/>
                    <a:pt x="58" y="86"/>
                    <a:pt x="60" y="86"/>
                  </a:cubicBezTo>
                  <a:cubicBezTo>
                    <a:pt x="82" y="86"/>
                    <a:pt x="82" y="86"/>
                    <a:pt x="82" y="86"/>
                  </a:cubicBezTo>
                  <a:cubicBezTo>
                    <a:pt x="84" y="86"/>
                    <a:pt x="85" y="85"/>
                    <a:pt x="85" y="83"/>
                  </a:cubicBezTo>
                  <a:cubicBezTo>
                    <a:pt x="85" y="72"/>
                    <a:pt x="85" y="72"/>
                    <a:pt x="85" y="72"/>
                  </a:cubicBezTo>
                  <a:cubicBezTo>
                    <a:pt x="85" y="70"/>
                    <a:pt x="84" y="69"/>
                    <a:pt x="82" y="69"/>
                  </a:cubicBezTo>
                  <a:cubicBezTo>
                    <a:pt x="74" y="69"/>
                    <a:pt x="74" y="69"/>
                    <a:pt x="74" y="69"/>
                  </a:cubicBezTo>
                  <a:cubicBezTo>
                    <a:pt x="74" y="64"/>
                    <a:pt x="74" y="64"/>
                    <a:pt x="74" y="64"/>
                  </a:cubicBezTo>
                  <a:cubicBezTo>
                    <a:pt x="88" y="64"/>
                    <a:pt x="88" y="64"/>
                    <a:pt x="88" y="64"/>
                  </a:cubicBezTo>
                  <a:cubicBezTo>
                    <a:pt x="89" y="67"/>
                    <a:pt x="90" y="71"/>
                    <a:pt x="90" y="76"/>
                  </a:cubicBezTo>
                  <a:cubicBezTo>
                    <a:pt x="90" y="81"/>
                    <a:pt x="89" y="86"/>
                    <a:pt x="88" y="92"/>
                  </a:cubicBezTo>
                  <a:cubicBezTo>
                    <a:pt x="8" y="92"/>
                    <a:pt x="8" y="92"/>
                    <a:pt x="8" y="92"/>
                  </a:cubicBezTo>
                  <a:cubicBezTo>
                    <a:pt x="8" y="90"/>
                    <a:pt x="7" y="88"/>
                    <a:pt x="7" y="86"/>
                  </a:cubicBezTo>
                  <a:close/>
                  <a:moveTo>
                    <a:pt x="17" y="52"/>
                  </a:moveTo>
                  <a:cubicBezTo>
                    <a:pt x="79" y="52"/>
                    <a:pt x="79" y="52"/>
                    <a:pt x="79" y="52"/>
                  </a:cubicBezTo>
                  <a:cubicBezTo>
                    <a:pt x="81" y="54"/>
                    <a:pt x="83" y="56"/>
                    <a:pt x="84" y="58"/>
                  </a:cubicBezTo>
                  <a:cubicBezTo>
                    <a:pt x="71" y="58"/>
                    <a:pt x="71" y="58"/>
                    <a:pt x="71" y="58"/>
                  </a:cubicBezTo>
                  <a:cubicBezTo>
                    <a:pt x="70" y="58"/>
                    <a:pt x="68" y="59"/>
                    <a:pt x="68" y="61"/>
                  </a:cubicBezTo>
                  <a:cubicBezTo>
                    <a:pt x="68" y="72"/>
                    <a:pt x="68" y="72"/>
                    <a:pt x="68" y="72"/>
                  </a:cubicBezTo>
                  <a:cubicBezTo>
                    <a:pt x="68" y="74"/>
                    <a:pt x="70" y="75"/>
                    <a:pt x="71" y="75"/>
                  </a:cubicBezTo>
                  <a:cubicBezTo>
                    <a:pt x="80" y="75"/>
                    <a:pt x="80" y="75"/>
                    <a:pt x="80" y="75"/>
                  </a:cubicBezTo>
                  <a:cubicBezTo>
                    <a:pt x="80" y="80"/>
                    <a:pt x="80" y="80"/>
                    <a:pt x="80" y="80"/>
                  </a:cubicBezTo>
                  <a:cubicBezTo>
                    <a:pt x="63" y="80"/>
                    <a:pt x="63" y="80"/>
                    <a:pt x="63" y="80"/>
                  </a:cubicBezTo>
                  <a:cubicBezTo>
                    <a:pt x="63" y="61"/>
                    <a:pt x="63" y="61"/>
                    <a:pt x="63" y="61"/>
                  </a:cubicBezTo>
                  <a:cubicBezTo>
                    <a:pt x="63" y="59"/>
                    <a:pt x="62" y="58"/>
                    <a:pt x="60" y="58"/>
                  </a:cubicBezTo>
                  <a:cubicBezTo>
                    <a:pt x="38" y="58"/>
                    <a:pt x="38" y="58"/>
                    <a:pt x="38" y="58"/>
                  </a:cubicBezTo>
                  <a:cubicBezTo>
                    <a:pt x="36" y="58"/>
                    <a:pt x="35" y="59"/>
                    <a:pt x="35" y="61"/>
                  </a:cubicBezTo>
                  <a:cubicBezTo>
                    <a:pt x="35" y="72"/>
                    <a:pt x="35" y="72"/>
                    <a:pt x="35" y="72"/>
                  </a:cubicBezTo>
                  <a:cubicBezTo>
                    <a:pt x="35" y="74"/>
                    <a:pt x="36" y="75"/>
                    <a:pt x="38" y="75"/>
                  </a:cubicBezTo>
                  <a:cubicBezTo>
                    <a:pt x="46" y="75"/>
                    <a:pt x="46" y="75"/>
                    <a:pt x="46" y="75"/>
                  </a:cubicBezTo>
                  <a:cubicBezTo>
                    <a:pt x="46" y="80"/>
                    <a:pt x="46" y="80"/>
                    <a:pt x="46" y="80"/>
                  </a:cubicBezTo>
                  <a:cubicBezTo>
                    <a:pt x="29" y="80"/>
                    <a:pt x="29" y="80"/>
                    <a:pt x="29" y="80"/>
                  </a:cubicBezTo>
                  <a:cubicBezTo>
                    <a:pt x="29" y="61"/>
                    <a:pt x="29" y="61"/>
                    <a:pt x="29" y="61"/>
                  </a:cubicBezTo>
                  <a:cubicBezTo>
                    <a:pt x="29" y="59"/>
                    <a:pt x="28" y="58"/>
                    <a:pt x="26" y="58"/>
                  </a:cubicBezTo>
                  <a:cubicBezTo>
                    <a:pt x="12" y="58"/>
                    <a:pt x="12" y="58"/>
                    <a:pt x="12" y="58"/>
                  </a:cubicBezTo>
                  <a:cubicBezTo>
                    <a:pt x="14" y="56"/>
                    <a:pt x="15" y="54"/>
                    <a:pt x="17" y="52"/>
                  </a:cubicBezTo>
                  <a:close/>
                  <a:moveTo>
                    <a:pt x="75" y="15"/>
                  </a:moveTo>
                  <a:cubicBezTo>
                    <a:pt x="78" y="15"/>
                    <a:pt x="80" y="16"/>
                    <a:pt x="81" y="18"/>
                  </a:cubicBezTo>
                  <a:cubicBezTo>
                    <a:pt x="83" y="20"/>
                    <a:pt x="83" y="22"/>
                    <a:pt x="83" y="24"/>
                  </a:cubicBezTo>
                  <a:cubicBezTo>
                    <a:pt x="82" y="26"/>
                    <a:pt x="82" y="27"/>
                    <a:pt x="81" y="28"/>
                  </a:cubicBezTo>
                  <a:cubicBezTo>
                    <a:pt x="71" y="38"/>
                    <a:pt x="71" y="38"/>
                    <a:pt x="71" y="38"/>
                  </a:cubicBezTo>
                  <a:cubicBezTo>
                    <a:pt x="68" y="35"/>
                    <a:pt x="66" y="33"/>
                    <a:pt x="66" y="30"/>
                  </a:cubicBezTo>
                  <a:cubicBezTo>
                    <a:pt x="66" y="21"/>
                    <a:pt x="66" y="21"/>
                    <a:pt x="66" y="21"/>
                  </a:cubicBezTo>
                  <a:cubicBezTo>
                    <a:pt x="66" y="19"/>
                    <a:pt x="66" y="17"/>
                    <a:pt x="67" y="15"/>
                  </a:cubicBezTo>
                  <a:lnTo>
                    <a:pt x="75" y="15"/>
                  </a:lnTo>
                  <a:close/>
                  <a:moveTo>
                    <a:pt x="65" y="6"/>
                  </a:moveTo>
                  <a:cubicBezTo>
                    <a:pt x="62" y="10"/>
                    <a:pt x="60" y="15"/>
                    <a:pt x="60" y="21"/>
                  </a:cubicBezTo>
                  <a:cubicBezTo>
                    <a:pt x="60" y="30"/>
                    <a:pt x="60" y="30"/>
                    <a:pt x="60" y="30"/>
                  </a:cubicBezTo>
                  <a:cubicBezTo>
                    <a:pt x="60" y="37"/>
                    <a:pt x="66" y="42"/>
                    <a:pt x="72" y="47"/>
                  </a:cubicBezTo>
                  <a:cubicBezTo>
                    <a:pt x="24" y="47"/>
                    <a:pt x="24" y="47"/>
                    <a:pt x="24" y="47"/>
                  </a:cubicBezTo>
                  <a:cubicBezTo>
                    <a:pt x="30" y="42"/>
                    <a:pt x="36" y="37"/>
                    <a:pt x="36" y="30"/>
                  </a:cubicBezTo>
                  <a:cubicBezTo>
                    <a:pt x="36" y="21"/>
                    <a:pt x="36" y="21"/>
                    <a:pt x="36" y="21"/>
                  </a:cubicBezTo>
                  <a:cubicBezTo>
                    <a:pt x="36" y="15"/>
                    <a:pt x="35" y="10"/>
                    <a:pt x="31" y="6"/>
                  </a:cubicBezTo>
                  <a:lnTo>
                    <a:pt x="65" y="6"/>
                  </a:lnTo>
                  <a:close/>
                  <a:moveTo>
                    <a:pt x="16" y="28"/>
                  </a:moveTo>
                  <a:cubicBezTo>
                    <a:pt x="15" y="27"/>
                    <a:pt x="14" y="26"/>
                    <a:pt x="14" y="24"/>
                  </a:cubicBezTo>
                  <a:cubicBezTo>
                    <a:pt x="13" y="22"/>
                    <a:pt x="14" y="20"/>
                    <a:pt x="15" y="18"/>
                  </a:cubicBezTo>
                  <a:cubicBezTo>
                    <a:pt x="17" y="16"/>
                    <a:pt x="19" y="15"/>
                    <a:pt x="21" y="15"/>
                  </a:cubicBezTo>
                  <a:cubicBezTo>
                    <a:pt x="30" y="15"/>
                    <a:pt x="30" y="15"/>
                    <a:pt x="30" y="15"/>
                  </a:cubicBezTo>
                  <a:cubicBezTo>
                    <a:pt x="30" y="17"/>
                    <a:pt x="31" y="19"/>
                    <a:pt x="31" y="21"/>
                  </a:cubicBezTo>
                  <a:cubicBezTo>
                    <a:pt x="31" y="30"/>
                    <a:pt x="31" y="30"/>
                    <a:pt x="31" y="30"/>
                  </a:cubicBezTo>
                  <a:cubicBezTo>
                    <a:pt x="31" y="33"/>
                    <a:pt x="29" y="35"/>
                    <a:pt x="26" y="38"/>
                  </a:cubicBezTo>
                  <a:lnTo>
                    <a:pt x="16" y="28"/>
                  </a:lnTo>
                  <a:close/>
                  <a:moveTo>
                    <a:pt x="64" y="138"/>
                  </a:moveTo>
                  <a:cubicBezTo>
                    <a:pt x="32" y="138"/>
                    <a:pt x="32" y="138"/>
                    <a:pt x="32" y="138"/>
                  </a:cubicBezTo>
                  <a:cubicBezTo>
                    <a:pt x="29" y="133"/>
                    <a:pt x="17" y="116"/>
                    <a:pt x="10" y="97"/>
                  </a:cubicBezTo>
                  <a:cubicBezTo>
                    <a:pt x="86" y="97"/>
                    <a:pt x="86" y="97"/>
                    <a:pt x="86" y="97"/>
                  </a:cubicBezTo>
                  <a:cubicBezTo>
                    <a:pt x="85" y="100"/>
                    <a:pt x="84" y="103"/>
                    <a:pt x="83" y="105"/>
                  </a:cubicBezTo>
                  <a:cubicBezTo>
                    <a:pt x="52" y="105"/>
                    <a:pt x="52" y="105"/>
                    <a:pt x="52" y="105"/>
                  </a:cubicBezTo>
                  <a:cubicBezTo>
                    <a:pt x="51" y="105"/>
                    <a:pt x="50" y="106"/>
                    <a:pt x="50" y="107"/>
                  </a:cubicBezTo>
                  <a:cubicBezTo>
                    <a:pt x="49" y="109"/>
                    <a:pt x="51" y="111"/>
                    <a:pt x="52" y="111"/>
                  </a:cubicBezTo>
                  <a:cubicBezTo>
                    <a:pt x="80" y="111"/>
                    <a:pt x="80" y="111"/>
                    <a:pt x="80" y="111"/>
                  </a:cubicBezTo>
                  <a:cubicBezTo>
                    <a:pt x="74" y="124"/>
                    <a:pt x="67" y="135"/>
                    <a:pt x="64"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8" name="Google Shape;698;p48"/>
            <p:cNvSpPr/>
            <p:nvPr/>
          </p:nvSpPr>
          <p:spPr>
            <a:xfrm>
              <a:off x="4973682" y="4055612"/>
              <a:ext cx="15443"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4" y="6"/>
                    <a:pt x="4" y="5"/>
                    <a:pt x="5" y="5"/>
                  </a:cubicBezTo>
                  <a:cubicBezTo>
                    <a:pt x="5" y="4"/>
                    <a:pt x="6" y="4"/>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99" name="Google Shape;699;p48"/>
          <p:cNvGrpSpPr/>
          <p:nvPr/>
        </p:nvGrpSpPr>
        <p:grpSpPr>
          <a:xfrm>
            <a:off x="3953873" y="3798592"/>
            <a:ext cx="373949" cy="340856"/>
            <a:chOff x="3965455" y="3798592"/>
            <a:chExt cx="373949" cy="340856"/>
          </a:xfrm>
        </p:grpSpPr>
        <p:sp>
          <p:nvSpPr>
            <p:cNvPr id="700" name="Google Shape;700;p48"/>
            <p:cNvSpPr/>
            <p:nvPr/>
          </p:nvSpPr>
          <p:spPr>
            <a:xfrm>
              <a:off x="4017301" y="3848230"/>
              <a:ext cx="16547" cy="15443"/>
            </a:xfrm>
            <a:custGeom>
              <a:avLst/>
              <a:gdLst/>
              <a:ahLst/>
              <a:cxnLst/>
              <a:rect l="l" t="t" r="r" b="b"/>
              <a:pathLst>
                <a:path w="6" h="6" extrusionOk="0">
                  <a:moveTo>
                    <a:pt x="3" y="6"/>
                  </a:moveTo>
                  <a:cubicBezTo>
                    <a:pt x="3" y="6"/>
                    <a:pt x="4" y="6"/>
                    <a:pt x="5" y="5"/>
                  </a:cubicBezTo>
                  <a:cubicBezTo>
                    <a:pt x="5" y="5"/>
                    <a:pt x="5" y="5"/>
                    <a:pt x="5" y="5"/>
                  </a:cubicBezTo>
                  <a:cubicBezTo>
                    <a:pt x="6" y="4"/>
                    <a:pt x="6" y="2"/>
                    <a:pt x="5" y="1"/>
                  </a:cubicBezTo>
                  <a:cubicBezTo>
                    <a:pt x="4" y="0"/>
                    <a:pt x="2" y="0"/>
                    <a:pt x="1" y="1"/>
                  </a:cubicBezTo>
                  <a:cubicBezTo>
                    <a:pt x="1" y="1"/>
                    <a:pt x="1" y="1"/>
                    <a:pt x="1" y="1"/>
                  </a:cubicBezTo>
                  <a:cubicBezTo>
                    <a:pt x="0" y="3"/>
                    <a:pt x="0" y="4"/>
                    <a:pt x="1" y="5"/>
                  </a:cubicBezTo>
                  <a:cubicBezTo>
                    <a:pt x="1" y="6"/>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1" name="Google Shape;701;p48"/>
            <p:cNvSpPr/>
            <p:nvPr/>
          </p:nvSpPr>
          <p:spPr>
            <a:xfrm>
              <a:off x="3965455" y="3798592"/>
              <a:ext cx="373949" cy="340856"/>
            </a:xfrm>
            <a:custGeom>
              <a:avLst/>
              <a:gdLst/>
              <a:ahLst/>
              <a:cxnLst/>
              <a:rect l="l" t="t" r="r" b="b"/>
              <a:pathLst>
                <a:path w="143" h="130" extrusionOk="0">
                  <a:moveTo>
                    <a:pt x="123" y="22"/>
                  </a:moveTo>
                  <a:cubicBezTo>
                    <a:pt x="109" y="8"/>
                    <a:pt x="91" y="0"/>
                    <a:pt x="71" y="0"/>
                  </a:cubicBezTo>
                  <a:cubicBezTo>
                    <a:pt x="56" y="0"/>
                    <a:pt x="42" y="4"/>
                    <a:pt x="30" y="13"/>
                  </a:cubicBezTo>
                  <a:cubicBezTo>
                    <a:pt x="29" y="14"/>
                    <a:pt x="28" y="15"/>
                    <a:pt x="29" y="17"/>
                  </a:cubicBezTo>
                  <a:cubicBezTo>
                    <a:pt x="30" y="18"/>
                    <a:pt x="32" y="18"/>
                    <a:pt x="33" y="17"/>
                  </a:cubicBezTo>
                  <a:cubicBezTo>
                    <a:pt x="44" y="9"/>
                    <a:pt x="58" y="5"/>
                    <a:pt x="72" y="5"/>
                  </a:cubicBezTo>
                  <a:cubicBezTo>
                    <a:pt x="108" y="6"/>
                    <a:pt x="137" y="36"/>
                    <a:pt x="137" y="72"/>
                  </a:cubicBezTo>
                  <a:cubicBezTo>
                    <a:pt x="137" y="105"/>
                    <a:pt x="137" y="105"/>
                    <a:pt x="137" y="105"/>
                  </a:cubicBezTo>
                  <a:cubicBezTo>
                    <a:pt x="128" y="99"/>
                    <a:pt x="122" y="89"/>
                    <a:pt x="122" y="78"/>
                  </a:cubicBezTo>
                  <a:cubicBezTo>
                    <a:pt x="122" y="75"/>
                    <a:pt x="122" y="75"/>
                    <a:pt x="122" y="75"/>
                  </a:cubicBezTo>
                  <a:cubicBezTo>
                    <a:pt x="122" y="46"/>
                    <a:pt x="98" y="22"/>
                    <a:pt x="68" y="24"/>
                  </a:cubicBezTo>
                  <a:cubicBezTo>
                    <a:pt x="58" y="25"/>
                    <a:pt x="50" y="28"/>
                    <a:pt x="42" y="33"/>
                  </a:cubicBezTo>
                  <a:cubicBezTo>
                    <a:pt x="34" y="39"/>
                    <a:pt x="28" y="47"/>
                    <a:pt x="24" y="56"/>
                  </a:cubicBezTo>
                  <a:cubicBezTo>
                    <a:pt x="5" y="66"/>
                    <a:pt x="5" y="66"/>
                    <a:pt x="5" y="66"/>
                  </a:cubicBezTo>
                  <a:cubicBezTo>
                    <a:pt x="6" y="55"/>
                    <a:pt x="10" y="43"/>
                    <a:pt x="17" y="33"/>
                  </a:cubicBezTo>
                  <a:cubicBezTo>
                    <a:pt x="18" y="32"/>
                    <a:pt x="18" y="30"/>
                    <a:pt x="17" y="29"/>
                  </a:cubicBezTo>
                  <a:cubicBezTo>
                    <a:pt x="15" y="28"/>
                    <a:pt x="14" y="29"/>
                    <a:pt x="13" y="30"/>
                  </a:cubicBezTo>
                  <a:cubicBezTo>
                    <a:pt x="4" y="42"/>
                    <a:pt x="0" y="56"/>
                    <a:pt x="0" y="71"/>
                  </a:cubicBezTo>
                  <a:cubicBezTo>
                    <a:pt x="0" y="72"/>
                    <a:pt x="0" y="73"/>
                    <a:pt x="1" y="74"/>
                  </a:cubicBezTo>
                  <a:cubicBezTo>
                    <a:pt x="2" y="74"/>
                    <a:pt x="3" y="74"/>
                    <a:pt x="4" y="74"/>
                  </a:cubicBezTo>
                  <a:cubicBezTo>
                    <a:pt x="27" y="60"/>
                    <a:pt x="27" y="60"/>
                    <a:pt x="27" y="60"/>
                  </a:cubicBezTo>
                  <a:cubicBezTo>
                    <a:pt x="28" y="60"/>
                    <a:pt x="28" y="60"/>
                    <a:pt x="29" y="59"/>
                  </a:cubicBezTo>
                  <a:cubicBezTo>
                    <a:pt x="34" y="44"/>
                    <a:pt x="47" y="34"/>
                    <a:pt x="62" y="31"/>
                  </a:cubicBezTo>
                  <a:cubicBezTo>
                    <a:pt x="62" y="36"/>
                    <a:pt x="62" y="36"/>
                    <a:pt x="62" y="36"/>
                  </a:cubicBezTo>
                  <a:cubicBezTo>
                    <a:pt x="44" y="40"/>
                    <a:pt x="31" y="56"/>
                    <a:pt x="31" y="75"/>
                  </a:cubicBezTo>
                  <a:cubicBezTo>
                    <a:pt x="31" y="83"/>
                    <a:pt x="31" y="83"/>
                    <a:pt x="31" y="83"/>
                  </a:cubicBezTo>
                  <a:cubicBezTo>
                    <a:pt x="31" y="84"/>
                    <a:pt x="32" y="85"/>
                    <a:pt x="33" y="86"/>
                  </a:cubicBezTo>
                  <a:cubicBezTo>
                    <a:pt x="34" y="86"/>
                    <a:pt x="35" y="86"/>
                    <a:pt x="36" y="85"/>
                  </a:cubicBezTo>
                  <a:cubicBezTo>
                    <a:pt x="45" y="75"/>
                    <a:pt x="45" y="75"/>
                    <a:pt x="45" y="75"/>
                  </a:cubicBezTo>
                  <a:cubicBezTo>
                    <a:pt x="54" y="75"/>
                    <a:pt x="54" y="75"/>
                    <a:pt x="54" y="75"/>
                  </a:cubicBezTo>
                  <a:cubicBezTo>
                    <a:pt x="46" y="88"/>
                    <a:pt x="46" y="88"/>
                    <a:pt x="46" y="88"/>
                  </a:cubicBezTo>
                  <a:cubicBezTo>
                    <a:pt x="45" y="88"/>
                    <a:pt x="45" y="89"/>
                    <a:pt x="45" y="89"/>
                  </a:cubicBezTo>
                  <a:cubicBezTo>
                    <a:pt x="45" y="95"/>
                    <a:pt x="45" y="95"/>
                    <a:pt x="45" y="95"/>
                  </a:cubicBezTo>
                  <a:cubicBezTo>
                    <a:pt x="45" y="101"/>
                    <a:pt x="43" y="107"/>
                    <a:pt x="38" y="111"/>
                  </a:cubicBezTo>
                  <a:cubicBezTo>
                    <a:pt x="37" y="111"/>
                    <a:pt x="37" y="112"/>
                    <a:pt x="37" y="113"/>
                  </a:cubicBezTo>
                  <a:cubicBezTo>
                    <a:pt x="37" y="127"/>
                    <a:pt x="37" y="127"/>
                    <a:pt x="37" y="127"/>
                  </a:cubicBezTo>
                  <a:cubicBezTo>
                    <a:pt x="37" y="128"/>
                    <a:pt x="37" y="128"/>
                    <a:pt x="37" y="129"/>
                  </a:cubicBezTo>
                  <a:cubicBezTo>
                    <a:pt x="37" y="130"/>
                    <a:pt x="38" y="130"/>
                    <a:pt x="39" y="130"/>
                  </a:cubicBezTo>
                  <a:cubicBezTo>
                    <a:pt x="40" y="130"/>
                    <a:pt x="40" y="130"/>
                    <a:pt x="40" y="130"/>
                  </a:cubicBezTo>
                  <a:cubicBezTo>
                    <a:pt x="47" y="129"/>
                    <a:pt x="47" y="129"/>
                    <a:pt x="47" y="129"/>
                  </a:cubicBezTo>
                  <a:cubicBezTo>
                    <a:pt x="63" y="125"/>
                    <a:pt x="77" y="116"/>
                    <a:pt x="88" y="103"/>
                  </a:cubicBezTo>
                  <a:cubicBezTo>
                    <a:pt x="108" y="103"/>
                    <a:pt x="108" y="103"/>
                    <a:pt x="108" y="103"/>
                  </a:cubicBezTo>
                  <a:cubicBezTo>
                    <a:pt x="110" y="103"/>
                    <a:pt x="111" y="102"/>
                    <a:pt x="111" y="100"/>
                  </a:cubicBezTo>
                  <a:cubicBezTo>
                    <a:pt x="111" y="75"/>
                    <a:pt x="111" y="75"/>
                    <a:pt x="111" y="75"/>
                  </a:cubicBezTo>
                  <a:cubicBezTo>
                    <a:pt x="111" y="56"/>
                    <a:pt x="98" y="40"/>
                    <a:pt x="80" y="36"/>
                  </a:cubicBezTo>
                  <a:cubicBezTo>
                    <a:pt x="80" y="30"/>
                    <a:pt x="80" y="30"/>
                    <a:pt x="80" y="30"/>
                  </a:cubicBezTo>
                  <a:cubicBezTo>
                    <a:pt x="101" y="35"/>
                    <a:pt x="116" y="53"/>
                    <a:pt x="116" y="75"/>
                  </a:cubicBezTo>
                  <a:cubicBezTo>
                    <a:pt x="116" y="78"/>
                    <a:pt x="116" y="78"/>
                    <a:pt x="116" y="78"/>
                  </a:cubicBezTo>
                  <a:cubicBezTo>
                    <a:pt x="116" y="93"/>
                    <a:pt x="125" y="106"/>
                    <a:pt x="139" y="113"/>
                  </a:cubicBezTo>
                  <a:cubicBezTo>
                    <a:pt x="139" y="113"/>
                    <a:pt x="140" y="113"/>
                    <a:pt x="140" y="113"/>
                  </a:cubicBezTo>
                  <a:cubicBezTo>
                    <a:pt x="141" y="113"/>
                    <a:pt x="142" y="112"/>
                    <a:pt x="142" y="112"/>
                  </a:cubicBezTo>
                  <a:cubicBezTo>
                    <a:pt x="143" y="111"/>
                    <a:pt x="143" y="111"/>
                    <a:pt x="143" y="110"/>
                  </a:cubicBezTo>
                  <a:cubicBezTo>
                    <a:pt x="143" y="72"/>
                    <a:pt x="143" y="72"/>
                    <a:pt x="143" y="72"/>
                  </a:cubicBezTo>
                  <a:cubicBezTo>
                    <a:pt x="143" y="53"/>
                    <a:pt x="136" y="35"/>
                    <a:pt x="123" y="22"/>
                  </a:cubicBezTo>
                  <a:close/>
                  <a:moveTo>
                    <a:pt x="106" y="75"/>
                  </a:moveTo>
                  <a:cubicBezTo>
                    <a:pt x="106" y="97"/>
                    <a:pt x="106" y="97"/>
                    <a:pt x="106" y="97"/>
                  </a:cubicBezTo>
                  <a:cubicBezTo>
                    <a:pt x="87" y="97"/>
                    <a:pt x="87" y="97"/>
                    <a:pt x="87" y="97"/>
                  </a:cubicBezTo>
                  <a:cubicBezTo>
                    <a:pt x="86" y="97"/>
                    <a:pt x="85" y="98"/>
                    <a:pt x="84" y="98"/>
                  </a:cubicBezTo>
                  <a:cubicBezTo>
                    <a:pt x="75" y="111"/>
                    <a:pt x="61" y="120"/>
                    <a:pt x="46" y="123"/>
                  </a:cubicBezTo>
                  <a:cubicBezTo>
                    <a:pt x="42" y="124"/>
                    <a:pt x="42" y="124"/>
                    <a:pt x="42" y="124"/>
                  </a:cubicBezTo>
                  <a:cubicBezTo>
                    <a:pt x="42" y="114"/>
                    <a:pt x="42" y="114"/>
                    <a:pt x="42" y="114"/>
                  </a:cubicBezTo>
                  <a:cubicBezTo>
                    <a:pt x="48" y="109"/>
                    <a:pt x="51" y="102"/>
                    <a:pt x="51" y="95"/>
                  </a:cubicBezTo>
                  <a:cubicBezTo>
                    <a:pt x="51" y="90"/>
                    <a:pt x="51" y="90"/>
                    <a:pt x="51" y="90"/>
                  </a:cubicBezTo>
                  <a:cubicBezTo>
                    <a:pt x="61" y="73"/>
                    <a:pt x="61" y="73"/>
                    <a:pt x="61" y="73"/>
                  </a:cubicBezTo>
                  <a:cubicBezTo>
                    <a:pt x="62" y="72"/>
                    <a:pt x="61" y="71"/>
                    <a:pt x="60" y="70"/>
                  </a:cubicBezTo>
                  <a:cubicBezTo>
                    <a:pt x="60" y="69"/>
                    <a:pt x="59" y="69"/>
                    <a:pt x="58" y="69"/>
                  </a:cubicBezTo>
                  <a:cubicBezTo>
                    <a:pt x="44" y="69"/>
                    <a:pt x="44" y="69"/>
                    <a:pt x="44" y="69"/>
                  </a:cubicBezTo>
                  <a:cubicBezTo>
                    <a:pt x="43" y="69"/>
                    <a:pt x="42" y="69"/>
                    <a:pt x="42" y="70"/>
                  </a:cubicBezTo>
                  <a:cubicBezTo>
                    <a:pt x="37" y="76"/>
                    <a:pt x="37" y="76"/>
                    <a:pt x="37" y="76"/>
                  </a:cubicBezTo>
                  <a:cubicBezTo>
                    <a:pt x="37" y="75"/>
                    <a:pt x="37" y="75"/>
                    <a:pt x="37" y="75"/>
                  </a:cubicBezTo>
                  <a:cubicBezTo>
                    <a:pt x="37" y="56"/>
                    <a:pt x="51" y="41"/>
                    <a:pt x="70" y="40"/>
                  </a:cubicBezTo>
                  <a:cubicBezTo>
                    <a:pt x="90" y="40"/>
                    <a:pt x="106" y="55"/>
                    <a:pt x="106" y="75"/>
                  </a:cubicBezTo>
                  <a:close/>
                  <a:moveTo>
                    <a:pt x="75" y="35"/>
                  </a:moveTo>
                  <a:cubicBezTo>
                    <a:pt x="74" y="35"/>
                    <a:pt x="73" y="35"/>
                    <a:pt x="71" y="35"/>
                  </a:cubicBezTo>
                  <a:cubicBezTo>
                    <a:pt x="70" y="35"/>
                    <a:pt x="69" y="35"/>
                    <a:pt x="67" y="35"/>
                  </a:cubicBezTo>
                  <a:cubicBezTo>
                    <a:pt x="67" y="30"/>
                    <a:pt x="67" y="30"/>
                    <a:pt x="67" y="30"/>
                  </a:cubicBezTo>
                  <a:cubicBezTo>
                    <a:pt x="69" y="30"/>
                    <a:pt x="70" y="29"/>
                    <a:pt x="71" y="29"/>
                  </a:cubicBezTo>
                  <a:cubicBezTo>
                    <a:pt x="73" y="29"/>
                    <a:pt x="74" y="30"/>
                    <a:pt x="75" y="30"/>
                  </a:cubicBezTo>
                  <a:lnTo>
                    <a:pt x="75" y="3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2" name="Google Shape;702;p48"/>
            <p:cNvSpPr/>
            <p:nvPr/>
          </p:nvSpPr>
          <p:spPr>
            <a:xfrm>
              <a:off x="4143054" y="3918828"/>
              <a:ext cx="18753" cy="13237"/>
            </a:xfrm>
            <a:custGeom>
              <a:avLst/>
              <a:gdLst/>
              <a:ahLst/>
              <a:cxnLst/>
              <a:rect l="l" t="t" r="r" b="b"/>
              <a:pathLst>
                <a:path w="7" h="5" extrusionOk="0">
                  <a:moveTo>
                    <a:pt x="0" y="3"/>
                  </a:moveTo>
                  <a:cubicBezTo>
                    <a:pt x="1" y="4"/>
                    <a:pt x="2" y="5"/>
                    <a:pt x="3" y="5"/>
                  </a:cubicBezTo>
                  <a:cubicBezTo>
                    <a:pt x="3" y="5"/>
                    <a:pt x="3" y="5"/>
                    <a:pt x="3" y="5"/>
                  </a:cubicBezTo>
                  <a:cubicBezTo>
                    <a:pt x="3" y="5"/>
                    <a:pt x="3" y="5"/>
                    <a:pt x="3" y="5"/>
                  </a:cubicBezTo>
                  <a:cubicBezTo>
                    <a:pt x="4" y="5"/>
                    <a:pt x="6" y="5"/>
                    <a:pt x="6" y="3"/>
                  </a:cubicBezTo>
                  <a:cubicBezTo>
                    <a:pt x="7" y="1"/>
                    <a:pt x="5" y="0"/>
                    <a:pt x="3" y="0"/>
                  </a:cubicBezTo>
                  <a:cubicBezTo>
                    <a:pt x="3" y="0"/>
                    <a:pt x="3" y="0"/>
                    <a:pt x="3"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3" name="Google Shape;703;p48"/>
            <p:cNvSpPr/>
            <p:nvPr/>
          </p:nvSpPr>
          <p:spPr>
            <a:xfrm>
              <a:off x="4175043" y="3924344"/>
              <a:ext cx="51846" cy="78320"/>
            </a:xfrm>
            <a:custGeom>
              <a:avLst/>
              <a:gdLst/>
              <a:ahLst/>
              <a:cxnLst/>
              <a:rect l="l" t="t" r="r" b="b"/>
              <a:pathLst>
                <a:path w="20" h="30" extrusionOk="0">
                  <a:moveTo>
                    <a:pt x="2" y="6"/>
                  </a:moveTo>
                  <a:cubicBezTo>
                    <a:pt x="10" y="10"/>
                    <a:pt x="15" y="18"/>
                    <a:pt x="15" y="27"/>
                  </a:cubicBezTo>
                  <a:cubicBezTo>
                    <a:pt x="15" y="28"/>
                    <a:pt x="16" y="30"/>
                    <a:pt x="17" y="30"/>
                  </a:cubicBezTo>
                  <a:cubicBezTo>
                    <a:pt x="19" y="30"/>
                    <a:pt x="20" y="28"/>
                    <a:pt x="20" y="27"/>
                  </a:cubicBezTo>
                  <a:cubicBezTo>
                    <a:pt x="20" y="16"/>
                    <a:pt x="14" y="6"/>
                    <a:pt x="4" y="1"/>
                  </a:cubicBezTo>
                  <a:cubicBezTo>
                    <a:pt x="3" y="0"/>
                    <a:pt x="1" y="1"/>
                    <a:pt x="1" y="2"/>
                  </a:cubicBezTo>
                  <a:cubicBezTo>
                    <a:pt x="0" y="4"/>
                    <a:pt x="0" y="5"/>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04" name="Google Shape;704;p48"/>
          <p:cNvGrpSpPr/>
          <p:nvPr/>
        </p:nvGrpSpPr>
        <p:grpSpPr>
          <a:xfrm>
            <a:off x="3217007" y="3779839"/>
            <a:ext cx="214000" cy="378361"/>
            <a:chOff x="3248445" y="3779839"/>
            <a:chExt cx="214000" cy="378361"/>
          </a:xfrm>
        </p:grpSpPr>
        <p:sp>
          <p:nvSpPr>
            <p:cNvPr id="705" name="Google Shape;705;p48"/>
            <p:cNvSpPr/>
            <p:nvPr/>
          </p:nvSpPr>
          <p:spPr>
            <a:xfrm>
              <a:off x="3389641" y="3779839"/>
              <a:ext cx="72804" cy="378361"/>
            </a:xfrm>
            <a:custGeom>
              <a:avLst/>
              <a:gdLst/>
              <a:ahLst/>
              <a:cxnLst/>
              <a:rect l="l" t="t" r="r" b="b"/>
              <a:pathLst>
                <a:path w="28" h="144" extrusionOk="0">
                  <a:moveTo>
                    <a:pt x="25" y="61"/>
                  </a:moveTo>
                  <a:cubicBezTo>
                    <a:pt x="23" y="61"/>
                    <a:pt x="23" y="61"/>
                    <a:pt x="23" y="61"/>
                  </a:cubicBezTo>
                  <a:cubicBezTo>
                    <a:pt x="24" y="57"/>
                    <a:pt x="24" y="57"/>
                    <a:pt x="24" y="57"/>
                  </a:cubicBezTo>
                  <a:cubicBezTo>
                    <a:pt x="25" y="54"/>
                    <a:pt x="25" y="51"/>
                    <a:pt x="25" y="47"/>
                  </a:cubicBezTo>
                  <a:cubicBezTo>
                    <a:pt x="25" y="36"/>
                    <a:pt x="20" y="24"/>
                    <a:pt x="11" y="17"/>
                  </a:cubicBezTo>
                  <a:cubicBezTo>
                    <a:pt x="9" y="15"/>
                    <a:pt x="9" y="15"/>
                    <a:pt x="9" y="15"/>
                  </a:cubicBezTo>
                  <a:cubicBezTo>
                    <a:pt x="6" y="13"/>
                    <a:pt x="5" y="11"/>
                    <a:pt x="5" y="8"/>
                  </a:cubicBezTo>
                  <a:cubicBezTo>
                    <a:pt x="5" y="7"/>
                    <a:pt x="6" y="6"/>
                    <a:pt x="7" y="6"/>
                  </a:cubicBezTo>
                  <a:cubicBezTo>
                    <a:pt x="8" y="6"/>
                    <a:pt x="9" y="7"/>
                    <a:pt x="9" y="8"/>
                  </a:cubicBezTo>
                  <a:cubicBezTo>
                    <a:pt x="9" y="8"/>
                    <a:pt x="9" y="8"/>
                    <a:pt x="9" y="8"/>
                  </a:cubicBezTo>
                  <a:cubicBezTo>
                    <a:pt x="9" y="9"/>
                    <a:pt x="10" y="11"/>
                    <a:pt x="11" y="11"/>
                  </a:cubicBezTo>
                  <a:cubicBezTo>
                    <a:pt x="13" y="11"/>
                    <a:pt x="15" y="10"/>
                    <a:pt x="15" y="8"/>
                  </a:cubicBezTo>
                  <a:cubicBezTo>
                    <a:pt x="15" y="8"/>
                    <a:pt x="15" y="8"/>
                    <a:pt x="15" y="8"/>
                  </a:cubicBezTo>
                  <a:cubicBezTo>
                    <a:pt x="15" y="4"/>
                    <a:pt x="12" y="1"/>
                    <a:pt x="8" y="0"/>
                  </a:cubicBezTo>
                  <a:cubicBezTo>
                    <a:pt x="3" y="0"/>
                    <a:pt x="0" y="3"/>
                    <a:pt x="0" y="8"/>
                  </a:cubicBezTo>
                  <a:cubicBezTo>
                    <a:pt x="0" y="34"/>
                    <a:pt x="0" y="34"/>
                    <a:pt x="0" y="34"/>
                  </a:cubicBezTo>
                  <a:cubicBezTo>
                    <a:pt x="0" y="35"/>
                    <a:pt x="1" y="37"/>
                    <a:pt x="2" y="37"/>
                  </a:cubicBezTo>
                  <a:cubicBezTo>
                    <a:pt x="4" y="37"/>
                    <a:pt x="5" y="36"/>
                    <a:pt x="5" y="34"/>
                  </a:cubicBezTo>
                  <a:cubicBezTo>
                    <a:pt x="5" y="19"/>
                    <a:pt x="5" y="19"/>
                    <a:pt x="5" y="19"/>
                  </a:cubicBezTo>
                  <a:cubicBezTo>
                    <a:pt x="7" y="21"/>
                    <a:pt x="7" y="21"/>
                    <a:pt x="7" y="21"/>
                  </a:cubicBezTo>
                  <a:cubicBezTo>
                    <a:pt x="15" y="28"/>
                    <a:pt x="20" y="37"/>
                    <a:pt x="20" y="47"/>
                  </a:cubicBezTo>
                  <a:cubicBezTo>
                    <a:pt x="20" y="50"/>
                    <a:pt x="20" y="53"/>
                    <a:pt x="19" y="56"/>
                  </a:cubicBezTo>
                  <a:cubicBezTo>
                    <a:pt x="18" y="61"/>
                    <a:pt x="18" y="61"/>
                    <a:pt x="18" y="61"/>
                  </a:cubicBezTo>
                  <a:cubicBezTo>
                    <a:pt x="14" y="61"/>
                    <a:pt x="14" y="61"/>
                    <a:pt x="14" y="61"/>
                  </a:cubicBezTo>
                  <a:cubicBezTo>
                    <a:pt x="13" y="61"/>
                    <a:pt x="11" y="63"/>
                    <a:pt x="11" y="64"/>
                  </a:cubicBezTo>
                  <a:cubicBezTo>
                    <a:pt x="11" y="80"/>
                    <a:pt x="11" y="80"/>
                    <a:pt x="11" y="80"/>
                  </a:cubicBezTo>
                  <a:cubicBezTo>
                    <a:pt x="11" y="81"/>
                    <a:pt x="13" y="83"/>
                    <a:pt x="14" y="83"/>
                  </a:cubicBezTo>
                  <a:cubicBezTo>
                    <a:pt x="17" y="83"/>
                    <a:pt x="17" y="83"/>
                    <a:pt x="17" y="83"/>
                  </a:cubicBezTo>
                  <a:cubicBezTo>
                    <a:pt x="19" y="88"/>
                    <a:pt x="19" y="88"/>
                    <a:pt x="19" y="88"/>
                  </a:cubicBezTo>
                  <a:cubicBezTo>
                    <a:pt x="20" y="91"/>
                    <a:pt x="20" y="94"/>
                    <a:pt x="20" y="96"/>
                  </a:cubicBezTo>
                  <a:cubicBezTo>
                    <a:pt x="20" y="107"/>
                    <a:pt x="15" y="116"/>
                    <a:pt x="7" y="123"/>
                  </a:cubicBezTo>
                  <a:cubicBezTo>
                    <a:pt x="5" y="124"/>
                    <a:pt x="5" y="124"/>
                    <a:pt x="5" y="124"/>
                  </a:cubicBezTo>
                  <a:cubicBezTo>
                    <a:pt x="5" y="57"/>
                    <a:pt x="5" y="57"/>
                    <a:pt x="5" y="57"/>
                  </a:cubicBezTo>
                  <a:cubicBezTo>
                    <a:pt x="5" y="55"/>
                    <a:pt x="4" y="54"/>
                    <a:pt x="3" y="54"/>
                  </a:cubicBezTo>
                  <a:cubicBezTo>
                    <a:pt x="1" y="54"/>
                    <a:pt x="0" y="55"/>
                    <a:pt x="0" y="57"/>
                  </a:cubicBezTo>
                  <a:cubicBezTo>
                    <a:pt x="0" y="136"/>
                    <a:pt x="0" y="136"/>
                    <a:pt x="0" y="136"/>
                  </a:cubicBezTo>
                  <a:cubicBezTo>
                    <a:pt x="0" y="140"/>
                    <a:pt x="3" y="144"/>
                    <a:pt x="7" y="144"/>
                  </a:cubicBezTo>
                  <a:cubicBezTo>
                    <a:pt x="11" y="144"/>
                    <a:pt x="15" y="140"/>
                    <a:pt x="15" y="136"/>
                  </a:cubicBezTo>
                  <a:cubicBezTo>
                    <a:pt x="15" y="136"/>
                    <a:pt x="15" y="136"/>
                    <a:pt x="15" y="136"/>
                  </a:cubicBezTo>
                  <a:cubicBezTo>
                    <a:pt x="15" y="135"/>
                    <a:pt x="14" y="133"/>
                    <a:pt x="12" y="133"/>
                  </a:cubicBezTo>
                  <a:cubicBezTo>
                    <a:pt x="11" y="133"/>
                    <a:pt x="9" y="134"/>
                    <a:pt x="9" y="136"/>
                  </a:cubicBezTo>
                  <a:cubicBezTo>
                    <a:pt x="9" y="136"/>
                    <a:pt x="9" y="136"/>
                    <a:pt x="9" y="136"/>
                  </a:cubicBezTo>
                  <a:cubicBezTo>
                    <a:pt x="9" y="137"/>
                    <a:pt x="8" y="138"/>
                    <a:pt x="8" y="138"/>
                  </a:cubicBezTo>
                  <a:cubicBezTo>
                    <a:pt x="6" y="138"/>
                    <a:pt x="5" y="137"/>
                    <a:pt x="5" y="136"/>
                  </a:cubicBezTo>
                  <a:cubicBezTo>
                    <a:pt x="5" y="133"/>
                    <a:pt x="6" y="131"/>
                    <a:pt x="9" y="129"/>
                  </a:cubicBezTo>
                  <a:cubicBezTo>
                    <a:pt x="11" y="127"/>
                    <a:pt x="11" y="127"/>
                    <a:pt x="11" y="127"/>
                  </a:cubicBezTo>
                  <a:cubicBezTo>
                    <a:pt x="20" y="120"/>
                    <a:pt x="26" y="108"/>
                    <a:pt x="26" y="96"/>
                  </a:cubicBezTo>
                  <a:cubicBezTo>
                    <a:pt x="26" y="93"/>
                    <a:pt x="25" y="90"/>
                    <a:pt x="24" y="87"/>
                  </a:cubicBezTo>
                  <a:cubicBezTo>
                    <a:pt x="23" y="83"/>
                    <a:pt x="23" y="83"/>
                    <a:pt x="23" y="83"/>
                  </a:cubicBezTo>
                  <a:cubicBezTo>
                    <a:pt x="25" y="83"/>
                    <a:pt x="25" y="83"/>
                    <a:pt x="25" y="83"/>
                  </a:cubicBezTo>
                  <a:cubicBezTo>
                    <a:pt x="27" y="83"/>
                    <a:pt x="28" y="81"/>
                    <a:pt x="28" y="80"/>
                  </a:cubicBezTo>
                  <a:cubicBezTo>
                    <a:pt x="28" y="64"/>
                    <a:pt x="28" y="64"/>
                    <a:pt x="28" y="64"/>
                  </a:cubicBezTo>
                  <a:cubicBezTo>
                    <a:pt x="28" y="63"/>
                    <a:pt x="27" y="61"/>
                    <a:pt x="25" y="61"/>
                  </a:cubicBezTo>
                  <a:close/>
                  <a:moveTo>
                    <a:pt x="17" y="67"/>
                  </a:moveTo>
                  <a:cubicBezTo>
                    <a:pt x="20" y="67"/>
                    <a:pt x="20" y="67"/>
                    <a:pt x="20" y="67"/>
                  </a:cubicBezTo>
                  <a:cubicBezTo>
                    <a:pt x="20" y="67"/>
                    <a:pt x="20" y="67"/>
                    <a:pt x="20" y="67"/>
                  </a:cubicBezTo>
                  <a:cubicBezTo>
                    <a:pt x="20" y="67"/>
                    <a:pt x="20" y="67"/>
                    <a:pt x="20" y="67"/>
                  </a:cubicBezTo>
                  <a:cubicBezTo>
                    <a:pt x="22" y="67"/>
                    <a:pt x="22" y="67"/>
                    <a:pt x="22" y="67"/>
                  </a:cubicBezTo>
                  <a:cubicBezTo>
                    <a:pt x="22" y="77"/>
                    <a:pt x="22" y="77"/>
                    <a:pt x="22" y="77"/>
                  </a:cubicBezTo>
                  <a:cubicBezTo>
                    <a:pt x="17" y="77"/>
                    <a:pt x="17" y="77"/>
                    <a:pt x="17" y="77"/>
                  </a:cubicBezTo>
                  <a:lnTo>
                    <a:pt x="17" y="67"/>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6" name="Google Shape;706;p48"/>
            <p:cNvSpPr/>
            <p:nvPr/>
          </p:nvSpPr>
          <p:spPr>
            <a:xfrm>
              <a:off x="3389641" y="3892354"/>
              <a:ext cx="13237" cy="16547"/>
            </a:xfrm>
            <a:custGeom>
              <a:avLst/>
              <a:gdLst/>
              <a:ahLst/>
              <a:cxnLst/>
              <a:rect l="l" t="t" r="r" b="b"/>
              <a:pathLst>
                <a:path w="5" h="6" extrusionOk="0">
                  <a:moveTo>
                    <a:pt x="2" y="6"/>
                  </a:moveTo>
                  <a:cubicBezTo>
                    <a:pt x="3" y="6"/>
                    <a:pt x="4" y="6"/>
                    <a:pt x="4" y="5"/>
                  </a:cubicBezTo>
                  <a:cubicBezTo>
                    <a:pt x="5" y="4"/>
                    <a:pt x="5" y="4"/>
                    <a:pt x="5" y="3"/>
                  </a:cubicBezTo>
                  <a:cubicBezTo>
                    <a:pt x="5" y="2"/>
                    <a:pt x="5" y="2"/>
                    <a:pt x="4" y="1"/>
                  </a:cubicBezTo>
                  <a:cubicBezTo>
                    <a:pt x="4" y="1"/>
                    <a:pt x="3" y="0"/>
                    <a:pt x="2" y="0"/>
                  </a:cubicBezTo>
                  <a:cubicBezTo>
                    <a:pt x="2" y="0"/>
                    <a:pt x="1" y="1"/>
                    <a:pt x="0" y="1"/>
                  </a:cubicBezTo>
                  <a:cubicBezTo>
                    <a:pt x="0" y="2"/>
                    <a:pt x="0" y="2"/>
                    <a:pt x="0" y="3"/>
                  </a:cubicBezTo>
                  <a:cubicBezTo>
                    <a:pt x="0" y="4"/>
                    <a:pt x="0" y="4"/>
                    <a:pt x="0" y="5"/>
                  </a:cubicBezTo>
                  <a:cubicBezTo>
                    <a:pt x="1" y="6"/>
                    <a:pt x="2"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7" name="Google Shape;707;p48"/>
            <p:cNvSpPr/>
            <p:nvPr/>
          </p:nvSpPr>
          <p:spPr>
            <a:xfrm>
              <a:off x="3248445" y="3779839"/>
              <a:ext cx="75010" cy="378361"/>
            </a:xfrm>
            <a:custGeom>
              <a:avLst/>
              <a:gdLst/>
              <a:ahLst/>
              <a:cxnLst/>
              <a:rect l="l" t="t" r="r" b="b"/>
              <a:pathLst>
                <a:path w="29" h="144" extrusionOk="0">
                  <a:moveTo>
                    <a:pt x="24" y="34"/>
                  </a:moveTo>
                  <a:cubicBezTo>
                    <a:pt x="25" y="34"/>
                    <a:pt x="25" y="34"/>
                    <a:pt x="26" y="34"/>
                  </a:cubicBezTo>
                  <a:cubicBezTo>
                    <a:pt x="26" y="34"/>
                    <a:pt x="27" y="34"/>
                    <a:pt x="28" y="33"/>
                  </a:cubicBezTo>
                  <a:cubicBezTo>
                    <a:pt x="28" y="32"/>
                    <a:pt x="29" y="31"/>
                    <a:pt x="28" y="30"/>
                  </a:cubicBezTo>
                  <a:cubicBezTo>
                    <a:pt x="17" y="2"/>
                    <a:pt x="17" y="2"/>
                    <a:pt x="17" y="2"/>
                  </a:cubicBezTo>
                  <a:cubicBezTo>
                    <a:pt x="16" y="1"/>
                    <a:pt x="15" y="0"/>
                    <a:pt x="14" y="0"/>
                  </a:cubicBezTo>
                  <a:cubicBezTo>
                    <a:pt x="14" y="0"/>
                    <a:pt x="14" y="0"/>
                    <a:pt x="14" y="0"/>
                  </a:cubicBezTo>
                  <a:cubicBezTo>
                    <a:pt x="13" y="0"/>
                    <a:pt x="12" y="1"/>
                    <a:pt x="12" y="2"/>
                  </a:cubicBezTo>
                  <a:cubicBezTo>
                    <a:pt x="0" y="30"/>
                    <a:pt x="0" y="30"/>
                    <a:pt x="0" y="30"/>
                  </a:cubicBezTo>
                  <a:cubicBezTo>
                    <a:pt x="0" y="31"/>
                    <a:pt x="0" y="32"/>
                    <a:pt x="1" y="33"/>
                  </a:cubicBezTo>
                  <a:cubicBezTo>
                    <a:pt x="2" y="34"/>
                    <a:pt x="3" y="34"/>
                    <a:pt x="4" y="34"/>
                  </a:cubicBezTo>
                  <a:cubicBezTo>
                    <a:pt x="12" y="31"/>
                    <a:pt x="12" y="31"/>
                    <a:pt x="12" y="31"/>
                  </a:cubicBezTo>
                  <a:cubicBezTo>
                    <a:pt x="12" y="101"/>
                    <a:pt x="12" y="101"/>
                    <a:pt x="12" y="101"/>
                  </a:cubicBezTo>
                  <a:cubicBezTo>
                    <a:pt x="2" y="108"/>
                    <a:pt x="2" y="108"/>
                    <a:pt x="2" y="108"/>
                  </a:cubicBezTo>
                  <a:cubicBezTo>
                    <a:pt x="1" y="109"/>
                    <a:pt x="0" y="109"/>
                    <a:pt x="0" y="110"/>
                  </a:cubicBezTo>
                  <a:cubicBezTo>
                    <a:pt x="0" y="141"/>
                    <a:pt x="0" y="141"/>
                    <a:pt x="0" y="141"/>
                  </a:cubicBezTo>
                  <a:cubicBezTo>
                    <a:pt x="0" y="142"/>
                    <a:pt x="1" y="142"/>
                    <a:pt x="1" y="143"/>
                  </a:cubicBezTo>
                  <a:cubicBezTo>
                    <a:pt x="2" y="144"/>
                    <a:pt x="4" y="144"/>
                    <a:pt x="5" y="143"/>
                  </a:cubicBezTo>
                  <a:cubicBezTo>
                    <a:pt x="14" y="137"/>
                    <a:pt x="14" y="137"/>
                    <a:pt x="14" y="137"/>
                  </a:cubicBezTo>
                  <a:cubicBezTo>
                    <a:pt x="24" y="143"/>
                    <a:pt x="24" y="143"/>
                    <a:pt x="24" y="143"/>
                  </a:cubicBezTo>
                  <a:cubicBezTo>
                    <a:pt x="24" y="144"/>
                    <a:pt x="25" y="144"/>
                    <a:pt x="26" y="144"/>
                  </a:cubicBezTo>
                  <a:cubicBezTo>
                    <a:pt x="26" y="144"/>
                    <a:pt x="27" y="143"/>
                    <a:pt x="28" y="143"/>
                  </a:cubicBezTo>
                  <a:cubicBezTo>
                    <a:pt x="28" y="142"/>
                    <a:pt x="28" y="142"/>
                    <a:pt x="28" y="141"/>
                  </a:cubicBezTo>
                  <a:cubicBezTo>
                    <a:pt x="28" y="110"/>
                    <a:pt x="28" y="110"/>
                    <a:pt x="28" y="110"/>
                  </a:cubicBezTo>
                  <a:cubicBezTo>
                    <a:pt x="28" y="109"/>
                    <a:pt x="28" y="109"/>
                    <a:pt x="27" y="108"/>
                  </a:cubicBezTo>
                  <a:cubicBezTo>
                    <a:pt x="17" y="101"/>
                    <a:pt x="17" y="101"/>
                    <a:pt x="17" y="101"/>
                  </a:cubicBezTo>
                  <a:cubicBezTo>
                    <a:pt x="17" y="31"/>
                    <a:pt x="17" y="31"/>
                    <a:pt x="17" y="31"/>
                  </a:cubicBezTo>
                  <a:lnTo>
                    <a:pt x="24" y="34"/>
                  </a:lnTo>
                  <a:close/>
                  <a:moveTo>
                    <a:pt x="14" y="11"/>
                  </a:moveTo>
                  <a:cubicBezTo>
                    <a:pt x="20" y="26"/>
                    <a:pt x="20" y="26"/>
                    <a:pt x="20" y="26"/>
                  </a:cubicBezTo>
                  <a:cubicBezTo>
                    <a:pt x="15" y="24"/>
                    <a:pt x="15" y="24"/>
                    <a:pt x="15" y="24"/>
                  </a:cubicBezTo>
                  <a:cubicBezTo>
                    <a:pt x="15" y="24"/>
                    <a:pt x="15" y="24"/>
                    <a:pt x="14" y="24"/>
                  </a:cubicBezTo>
                  <a:cubicBezTo>
                    <a:pt x="14" y="24"/>
                    <a:pt x="14" y="24"/>
                    <a:pt x="13" y="24"/>
                  </a:cubicBezTo>
                  <a:cubicBezTo>
                    <a:pt x="8" y="26"/>
                    <a:pt x="8" y="26"/>
                    <a:pt x="8" y="26"/>
                  </a:cubicBezTo>
                  <a:lnTo>
                    <a:pt x="14" y="11"/>
                  </a:lnTo>
                  <a:close/>
                  <a:moveTo>
                    <a:pt x="12" y="108"/>
                  </a:moveTo>
                  <a:cubicBezTo>
                    <a:pt x="12" y="116"/>
                    <a:pt x="12" y="116"/>
                    <a:pt x="12" y="116"/>
                  </a:cubicBezTo>
                  <a:cubicBezTo>
                    <a:pt x="6" y="120"/>
                    <a:pt x="6" y="120"/>
                    <a:pt x="6" y="120"/>
                  </a:cubicBezTo>
                  <a:cubicBezTo>
                    <a:pt x="6" y="112"/>
                    <a:pt x="6" y="112"/>
                    <a:pt x="6" y="112"/>
                  </a:cubicBezTo>
                  <a:lnTo>
                    <a:pt x="12" y="108"/>
                  </a:lnTo>
                  <a:close/>
                  <a:moveTo>
                    <a:pt x="6" y="126"/>
                  </a:moveTo>
                  <a:cubicBezTo>
                    <a:pt x="12" y="123"/>
                    <a:pt x="12" y="123"/>
                    <a:pt x="12" y="123"/>
                  </a:cubicBezTo>
                  <a:cubicBezTo>
                    <a:pt x="12" y="132"/>
                    <a:pt x="12" y="132"/>
                    <a:pt x="12" y="132"/>
                  </a:cubicBezTo>
                  <a:cubicBezTo>
                    <a:pt x="6" y="136"/>
                    <a:pt x="6" y="136"/>
                    <a:pt x="6" y="136"/>
                  </a:cubicBezTo>
                  <a:lnTo>
                    <a:pt x="6" y="126"/>
                  </a:lnTo>
                  <a:close/>
                  <a:moveTo>
                    <a:pt x="17" y="132"/>
                  </a:moveTo>
                  <a:cubicBezTo>
                    <a:pt x="17" y="123"/>
                    <a:pt x="17" y="123"/>
                    <a:pt x="17" y="123"/>
                  </a:cubicBezTo>
                  <a:cubicBezTo>
                    <a:pt x="23" y="126"/>
                    <a:pt x="23" y="126"/>
                    <a:pt x="23" y="126"/>
                  </a:cubicBezTo>
                  <a:cubicBezTo>
                    <a:pt x="23" y="136"/>
                    <a:pt x="23" y="136"/>
                    <a:pt x="23" y="136"/>
                  </a:cubicBezTo>
                  <a:lnTo>
                    <a:pt x="17" y="132"/>
                  </a:lnTo>
                  <a:close/>
                  <a:moveTo>
                    <a:pt x="23" y="112"/>
                  </a:moveTo>
                  <a:cubicBezTo>
                    <a:pt x="23" y="120"/>
                    <a:pt x="23" y="120"/>
                    <a:pt x="23" y="120"/>
                  </a:cubicBezTo>
                  <a:cubicBezTo>
                    <a:pt x="17" y="116"/>
                    <a:pt x="17" y="116"/>
                    <a:pt x="17" y="116"/>
                  </a:cubicBezTo>
                  <a:cubicBezTo>
                    <a:pt x="17" y="108"/>
                    <a:pt x="17" y="108"/>
                    <a:pt x="17" y="108"/>
                  </a:cubicBezTo>
                  <a:lnTo>
                    <a:pt x="23" y="112"/>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08" name="Google Shape;708;p48"/>
          <p:cNvGrpSpPr/>
          <p:nvPr/>
        </p:nvGrpSpPr>
        <p:grpSpPr>
          <a:xfrm>
            <a:off x="2336187" y="3832787"/>
            <a:ext cx="376155" cy="272464"/>
            <a:chOff x="2350528" y="3832787"/>
            <a:chExt cx="376155" cy="272464"/>
          </a:xfrm>
        </p:grpSpPr>
        <p:sp>
          <p:nvSpPr>
            <p:cNvPr id="709" name="Google Shape;709;p48"/>
            <p:cNvSpPr/>
            <p:nvPr/>
          </p:nvSpPr>
          <p:spPr>
            <a:xfrm>
              <a:off x="2379208" y="3998251"/>
              <a:ext cx="44124" cy="70598"/>
            </a:xfrm>
            <a:custGeom>
              <a:avLst/>
              <a:gdLst/>
              <a:ahLst/>
              <a:cxnLst/>
              <a:rect l="l" t="t" r="r" b="b"/>
              <a:pathLst>
                <a:path w="17" h="27" extrusionOk="0">
                  <a:moveTo>
                    <a:pt x="13" y="26"/>
                  </a:moveTo>
                  <a:cubicBezTo>
                    <a:pt x="15" y="27"/>
                    <a:pt x="17" y="25"/>
                    <a:pt x="17" y="24"/>
                  </a:cubicBezTo>
                  <a:cubicBezTo>
                    <a:pt x="17" y="4"/>
                    <a:pt x="17" y="4"/>
                    <a:pt x="17" y="4"/>
                  </a:cubicBezTo>
                  <a:cubicBezTo>
                    <a:pt x="17" y="2"/>
                    <a:pt x="16" y="1"/>
                    <a:pt x="14" y="1"/>
                  </a:cubicBezTo>
                  <a:cubicBezTo>
                    <a:pt x="13" y="0"/>
                    <a:pt x="11" y="2"/>
                    <a:pt x="11" y="3"/>
                  </a:cubicBezTo>
                  <a:cubicBezTo>
                    <a:pt x="11" y="10"/>
                    <a:pt x="11" y="10"/>
                    <a:pt x="11" y="10"/>
                  </a:cubicBezTo>
                  <a:cubicBezTo>
                    <a:pt x="5" y="10"/>
                    <a:pt x="5" y="10"/>
                    <a:pt x="5" y="10"/>
                  </a:cubicBezTo>
                  <a:cubicBezTo>
                    <a:pt x="5" y="4"/>
                    <a:pt x="5" y="4"/>
                    <a:pt x="5" y="4"/>
                  </a:cubicBezTo>
                  <a:cubicBezTo>
                    <a:pt x="5" y="2"/>
                    <a:pt x="4" y="1"/>
                    <a:pt x="3" y="1"/>
                  </a:cubicBezTo>
                  <a:cubicBezTo>
                    <a:pt x="1" y="0"/>
                    <a:pt x="0" y="2"/>
                    <a:pt x="0" y="3"/>
                  </a:cubicBezTo>
                  <a:cubicBezTo>
                    <a:pt x="0" y="24"/>
                    <a:pt x="0" y="24"/>
                    <a:pt x="0" y="24"/>
                  </a:cubicBezTo>
                  <a:cubicBezTo>
                    <a:pt x="0" y="25"/>
                    <a:pt x="1" y="26"/>
                    <a:pt x="2" y="26"/>
                  </a:cubicBezTo>
                  <a:cubicBezTo>
                    <a:pt x="4" y="27"/>
                    <a:pt x="5" y="25"/>
                    <a:pt x="5" y="24"/>
                  </a:cubicBezTo>
                  <a:cubicBezTo>
                    <a:pt x="5" y="16"/>
                    <a:pt x="5" y="16"/>
                    <a:pt x="5" y="16"/>
                  </a:cubicBezTo>
                  <a:cubicBezTo>
                    <a:pt x="11" y="16"/>
                    <a:pt x="11" y="16"/>
                    <a:pt x="11" y="16"/>
                  </a:cubicBezTo>
                  <a:cubicBezTo>
                    <a:pt x="11" y="24"/>
                    <a:pt x="11" y="24"/>
                    <a:pt x="11" y="24"/>
                  </a:cubicBezTo>
                  <a:cubicBezTo>
                    <a:pt x="11" y="25"/>
                    <a:pt x="12" y="26"/>
                    <a:pt x="13" y="2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0" name="Google Shape;710;p48"/>
            <p:cNvSpPr/>
            <p:nvPr/>
          </p:nvSpPr>
          <p:spPr>
            <a:xfrm>
              <a:off x="2436569" y="3998251"/>
              <a:ext cx="15443" cy="70598"/>
            </a:xfrm>
            <a:custGeom>
              <a:avLst/>
              <a:gdLst/>
              <a:ahLst/>
              <a:cxnLst/>
              <a:rect l="l" t="t" r="r" b="b"/>
              <a:pathLst>
                <a:path w="6" h="27" extrusionOk="0">
                  <a:moveTo>
                    <a:pt x="0" y="3"/>
                  </a:moveTo>
                  <a:cubicBezTo>
                    <a:pt x="0" y="24"/>
                    <a:pt x="0" y="24"/>
                    <a:pt x="0" y="24"/>
                  </a:cubicBezTo>
                  <a:cubicBezTo>
                    <a:pt x="0" y="25"/>
                    <a:pt x="1" y="26"/>
                    <a:pt x="3" y="26"/>
                  </a:cubicBezTo>
                  <a:cubicBezTo>
                    <a:pt x="4" y="27"/>
                    <a:pt x="6" y="25"/>
                    <a:pt x="6" y="24"/>
                  </a:cubicBezTo>
                  <a:cubicBezTo>
                    <a:pt x="6" y="4"/>
                    <a:pt x="6" y="4"/>
                    <a:pt x="6" y="4"/>
                  </a:cubicBezTo>
                  <a:cubicBezTo>
                    <a:pt x="6" y="2"/>
                    <a:pt x="5" y="1"/>
                    <a:pt x="3" y="1"/>
                  </a:cubicBezTo>
                  <a:cubicBezTo>
                    <a:pt x="2" y="0"/>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1" name="Google Shape;711;p48"/>
            <p:cNvSpPr/>
            <p:nvPr/>
          </p:nvSpPr>
          <p:spPr>
            <a:xfrm>
              <a:off x="2507167" y="4000457"/>
              <a:ext cx="39711" cy="70598"/>
            </a:xfrm>
            <a:custGeom>
              <a:avLst/>
              <a:gdLst/>
              <a:ahLst/>
              <a:cxnLst/>
              <a:rect l="l" t="t" r="r" b="b"/>
              <a:pathLst>
                <a:path w="15" h="27" extrusionOk="0">
                  <a:moveTo>
                    <a:pt x="11" y="0"/>
                  </a:moveTo>
                  <a:cubicBezTo>
                    <a:pt x="3" y="0"/>
                    <a:pt x="3" y="0"/>
                    <a:pt x="3" y="0"/>
                  </a:cubicBezTo>
                  <a:cubicBezTo>
                    <a:pt x="2" y="0"/>
                    <a:pt x="2" y="0"/>
                    <a:pt x="2" y="0"/>
                  </a:cubicBezTo>
                  <a:cubicBezTo>
                    <a:pt x="0" y="3"/>
                    <a:pt x="1" y="5"/>
                    <a:pt x="4" y="5"/>
                  </a:cubicBezTo>
                  <a:cubicBezTo>
                    <a:pt x="4" y="5"/>
                    <a:pt x="4" y="5"/>
                    <a:pt x="4" y="5"/>
                  </a:cubicBezTo>
                  <a:cubicBezTo>
                    <a:pt x="4" y="24"/>
                    <a:pt x="4" y="24"/>
                    <a:pt x="4" y="24"/>
                  </a:cubicBezTo>
                  <a:cubicBezTo>
                    <a:pt x="4" y="24"/>
                    <a:pt x="5" y="24"/>
                    <a:pt x="5" y="25"/>
                  </a:cubicBezTo>
                  <a:cubicBezTo>
                    <a:pt x="7" y="27"/>
                    <a:pt x="10" y="25"/>
                    <a:pt x="10" y="23"/>
                  </a:cubicBezTo>
                  <a:cubicBezTo>
                    <a:pt x="10" y="5"/>
                    <a:pt x="10" y="5"/>
                    <a:pt x="10" y="5"/>
                  </a:cubicBezTo>
                  <a:cubicBezTo>
                    <a:pt x="11" y="5"/>
                    <a:pt x="11" y="5"/>
                    <a:pt x="11" y="5"/>
                  </a:cubicBezTo>
                  <a:cubicBezTo>
                    <a:pt x="12" y="5"/>
                    <a:pt x="12" y="5"/>
                    <a:pt x="13" y="5"/>
                  </a:cubicBezTo>
                  <a:cubicBezTo>
                    <a:pt x="15" y="3"/>
                    <a:pt x="13" y="0"/>
                    <a:pt x="11"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2" name="Google Shape;712;p48"/>
            <p:cNvSpPr/>
            <p:nvPr/>
          </p:nvSpPr>
          <p:spPr>
            <a:xfrm>
              <a:off x="2549084" y="3998251"/>
              <a:ext cx="41918" cy="70598"/>
            </a:xfrm>
            <a:custGeom>
              <a:avLst/>
              <a:gdLst/>
              <a:ahLst/>
              <a:cxnLst/>
              <a:rect l="l" t="t" r="r" b="b"/>
              <a:pathLst>
                <a:path w="16" h="27" extrusionOk="0">
                  <a:moveTo>
                    <a:pt x="16" y="18"/>
                  </a:moveTo>
                  <a:cubicBezTo>
                    <a:pt x="16" y="9"/>
                    <a:pt x="16" y="9"/>
                    <a:pt x="16" y="9"/>
                  </a:cubicBezTo>
                  <a:cubicBezTo>
                    <a:pt x="16" y="5"/>
                    <a:pt x="13" y="1"/>
                    <a:pt x="9" y="1"/>
                  </a:cubicBezTo>
                  <a:cubicBezTo>
                    <a:pt x="4" y="0"/>
                    <a:pt x="0" y="4"/>
                    <a:pt x="0" y="9"/>
                  </a:cubicBezTo>
                  <a:cubicBezTo>
                    <a:pt x="0" y="18"/>
                    <a:pt x="0" y="18"/>
                    <a:pt x="0" y="18"/>
                  </a:cubicBezTo>
                  <a:cubicBezTo>
                    <a:pt x="0" y="22"/>
                    <a:pt x="3" y="26"/>
                    <a:pt x="7" y="26"/>
                  </a:cubicBezTo>
                  <a:cubicBezTo>
                    <a:pt x="12" y="27"/>
                    <a:pt x="16" y="23"/>
                    <a:pt x="16" y="18"/>
                  </a:cubicBezTo>
                  <a:close/>
                  <a:moveTo>
                    <a:pt x="11" y="18"/>
                  </a:moveTo>
                  <a:cubicBezTo>
                    <a:pt x="11" y="20"/>
                    <a:pt x="9" y="21"/>
                    <a:pt x="8" y="21"/>
                  </a:cubicBezTo>
                  <a:cubicBezTo>
                    <a:pt x="6" y="21"/>
                    <a:pt x="5" y="19"/>
                    <a:pt x="5" y="18"/>
                  </a:cubicBezTo>
                  <a:cubicBezTo>
                    <a:pt x="5" y="9"/>
                    <a:pt x="5" y="9"/>
                    <a:pt x="5" y="9"/>
                  </a:cubicBezTo>
                  <a:cubicBezTo>
                    <a:pt x="5" y="8"/>
                    <a:pt x="6" y="6"/>
                    <a:pt x="8" y="6"/>
                  </a:cubicBezTo>
                  <a:cubicBezTo>
                    <a:pt x="9" y="6"/>
                    <a:pt x="11" y="7"/>
                    <a:pt x="11" y="9"/>
                  </a:cubicBezTo>
                  <a:lnTo>
                    <a:pt x="11" y="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3" name="Google Shape;713;p48"/>
            <p:cNvSpPr/>
            <p:nvPr/>
          </p:nvSpPr>
          <p:spPr>
            <a:xfrm>
              <a:off x="2606445" y="4000457"/>
              <a:ext cx="41918" cy="68392"/>
            </a:xfrm>
            <a:custGeom>
              <a:avLst/>
              <a:gdLst/>
              <a:ahLst/>
              <a:cxnLst/>
              <a:rect l="l" t="t" r="r" b="b"/>
              <a:pathLst>
                <a:path w="16" h="26" extrusionOk="0">
                  <a:moveTo>
                    <a:pt x="8" y="0"/>
                  </a:moveTo>
                  <a:cubicBezTo>
                    <a:pt x="3" y="0"/>
                    <a:pt x="3" y="0"/>
                    <a:pt x="3" y="0"/>
                  </a:cubicBezTo>
                  <a:cubicBezTo>
                    <a:pt x="1" y="0"/>
                    <a:pt x="0" y="1"/>
                    <a:pt x="0" y="3"/>
                  </a:cubicBezTo>
                  <a:cubicBezTo>
                    <a:pt x="0" y="23"/>
                    <a:pt x="0" y="23"/>
                    <a:pt x="0" y="23"/>
                  </a:cubicBezTo>
                  <a:cubicBezTo>
                    <a:pt x="0" y="24"/>
                    <a:pt x="1" y="25"/>
                    <a:pt x="2" y="26"/>
                  </a:cubicBezTo>
                  <a:cubicBezTo>
                    <a:pt x="4" y="26"/>
                    <a:pt x="6" y="24"/>
                    <a:pt x="6" y="23"/>
                  </a:cubicBezTo>
                  <a:cubicBezTo>
                    <a:pt x="6" y="19"/>
                    <a:pt x="6" y="19"/>
                    <a:pt x="6" y="19"/>
                  </a:cubicBezTo>
                  <a:cubicBezTo>
                    <a:pt x="11" y="25"/>
                    <a:pt x="11" y="25"/>
                    <a:pt x="11" y="25"/>
                  </a:cubicBezTo>
                  <a:cubicBezTo>
                    <a:pt x="11" y="25"/>
                    <a:pt x="12" y="26"/>
                    <a:pt x="13" y="26"/>
                  </a:cubicBezTo>
                  <a:cubicBezTo>
                    <a:pt x="14" y="26"/>
                    <a:pt x="14" y="25"/>
                    <a:pt x="15" y="25"/>
                  </a:cubicBezTo>
                  <a:cubicBezTo>
                    <a:pt x="16" y="24"/>
                    <a:pt x="16" y="22"/>
                    <a:pt x="15" y="21"/>
                  </a:cubicBezTo>
                  <a:cubicBezTo>
                    <a:pt x="9" y="15"/>
                    <a:pt x="9" y="15"/>
                    <a:pt x="9" y="15"/>
                  </a:cubicBezTo>
                  <a:cubicBezTo>
                    <a:pt x="13" y="14"/>
                    <a:pt x="16" y="11"/>
                    <a:pt x="16" y="7"/>
                  </a:cubicBezTo>
                  <a:cubicBezTo>
                    <a:pt x="15" y="3"/>
                    <a:pt x="12" y="0"/>
                    <a:pt x="8" y="0"/>
                  </a:cubicBezTo>
                  <a:close/>
                  <a:moveTo>
                    <a:pt x="8" y="9"/>
                  </a:moveTo>
                  <a:cubicBezTo>
                    <a:pt x="6" y="9"/>
                    <a:pt x="6" y="9"/>
                    <a:pt x="6" y="9"/>
                  </a:cubicBezTo>
                  <a:cubicBezTo>
                    <a:pt x="6" y="5"/>
                    <a:pt x="6" y="5"/>
                    <a:pt x="6" y="5"/>
                  </a:cubicBezTo>
                  <a:cubicBezTo>
                    <a:pt x="8" y="5"/>
                    <a:pt x="8" y="5"/>
                    <a:pt x="8" y="5"/>
                  </a:cubicBezTo>
                  <a:cubicBezTo>
                    <a:pt x="10" y="5"/>
                    <a:pt x="11" y="6"/>
                    <a:pt x="10" y="8"/>
                  </a:cubicBezTo>
                  <a:cubicBezTo>
                    <a:pt x="10" y="9"/>
                    <a:pt x="9" y="9"/>
                    <a:pt x="8"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4" name="Google Shape;714;p48"/>
            <p:cNvSpPr/>
            <p:nvPr/>
          </p:nvSpPr>
          <p:spPr>
            <a:xfrm>
              <a:off x="2463043" y="4000457"/>
              <a:ext cx="46330" cy="65083"/>
            </a:xfrm>
            <a:custGeom>
              <a:avLst/>
              <a:gdLst/>
              <a:ahLst/>
              <a:cxnLst/>
              <a:rect l="l" t="t" r="r" b="b"/>
              <a:pathLst>
                <a:path w="18" h="25" extrusionOk="0">
                  <a:moveTo>
                    <a:pt x="9" y="19"/>
                  </a:moveTo>
                  <a:cubicBezTo>
                    <a:pt x="5" y="19"/>
                    <a:pt x="5" y="19"/>
                    <a:pt x="5" y="19"/>
                  </a:cubicBezTo>
                  <a:cubicBezTo>
                    <a:pt x="4" y="19"/>
                    <a:pt x="2" y="20"/>
                    <a:pt x="2" y="22"/>
                  </a:cubicBezTo>
                  <a:cubicBezTo>
                    <a:pt x="2" y="23"/>
                    <a:pt x="3" y="25"/>
                    <a:pt x="5" y="25"/>
                  </a:cubicBezTo>
                  <a:cubicBezTo>
                    <a:pt x="9" y="25"/>
                    <a:pt x="9" y="25"/>
                    <a:pt x="9" y="25"/>
                  </a:cubicBezTo>
                  <a:cubicBezTo>
                    <a:pt x="13" y="25"/>
                    <a:pt x="16" y="22"/>
                    <a:pt x="17" y="19"/>
                  </a:cubicBezTo>
                  <a:cubicBezTo>
                    <a:pt x="18" y="14"/>
                    <a:pt x="14" y="9"/>
                    <a:pt x="9" y="9"/>
                  </a:cubicBezTo>
                  <a:cubicBezTo>
                    <a:pt x="9" y="9"/>
                    <a:pt x="9" y="9"/>
                    <a:pt x="9" y="9"/>
                  </a:cubicBezTo>
                  <a:cubicBezTo>
                    <a:pt x="8" y="9"/>
                    <a:pt x="7" y="9"/>
                    <a:pt x="7" y="8"/>
                  </a:cubicBezTo>
                  <a:cubicBezTo>
                    <a:pt x="6" y="6"/>
                    <a:pt x="8" y="5"/>
                    <a:pt x="9" y="5"/>
                  </a:cubicBezTo>
                  <a:cubicBezTo>
                    <a:pt x="12" y="5"/>
                    <a:pt x="12" y="5"/>
                    <a:pt x="12" y="5"/>
                  </a:cubicBezTo>
                  <a:cubicBezTo>
                    <a:pt x="13" y="5"/>
                    <a:pt x="14" y="4"/>
                    <a:pt x="15" y="3"/>
                  </a:cubicBezTo>
                  <a:cubicBezTo>
                    <a:pt x="15" y="1"/>
                    <a:pt x="14" y="0"/>
                    <a:pt x="12" y="0"/>
                  </a:cubicBezTo>
                  <a:cubicBezTo>
                    <a:pt x="9" y="0"/>
                    <a:pt x="9" y="0"/>
                    <a:pt x="9" y="0"/>
                  </a:cubicBezTo>
                  <a:cubicBezTo>
                    <a:pt x="5" y="0"/>
                    <a:pt x="2" y="2"/>
                    <a:pt x="1" y="6"/>
                  </a:cubicBezTo>
                  <a:cubicBezTo>
                    <a:pt x="0" y="10"/>
                    <a:pt x="4" y="15"/>
                    <a:pt x="9" y="15"/>
                  </a:cubicBezTo>
                  <a:cubicBezTo>
                    <a:pt x="9" y="15"/>
                    <a:pt x="9" y="15"/>
                    <a:pt x="9" y="15"/>
                  </a:cubicBezTo>
                  <a:cubicBezTo>
                    <a:pt x="10" y="15"/>
                    <a:pt x="11" y="15"/>
                    <a:pt x="11" y="16"/>
                  </a:cubicBezTo>
                  <a:cubicBezTo>
                    <a:pt x="12" y="18"/>
                    <a:pt x="11" y="19"/>
                    <a:pt x="9" y="1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5" name="Google Shape;715;p48"/>
            <p:cNvSpPr/>
            <p:nvPr/>
          </p:nvSpPr>
          <p:spPr>
            <a:xfrm>
              <a:off x="2651672" y="3998251"/>
              <a:ext cx="49640" cy="70598"/>
            </a:xfrm>
            <a:custGeom>
              <a:avLst/>
              <a:gdLst/>
              <a:ahLst/>
              <a:cxnLst/>
              <a:rect l="l" t="t" r="r" b="b"/>
              <a:pathLst>
                <a:path w="19" h="27" extrusionOk="0">
                  <a:moveTo>
                    <a:pt x="12" y="24"/>
                  </a:moveTo>
                  <a:cubicBezTo>
                    <a:pt x="12" y="14"/>
                    <a:pt x="12" y="14"/>
                    <a:pt x="12" y="14"/>
                  </a:cubicBezTo>
                  <a:cubicBezTo>
                    <a:pt x="18" y="5"/>
                    <a:pt x="18" y="5"/>
                    <a:pt x="18" y="5"/>
                  </a:cubicBezTo>
                  <a:cubicBezTo>
                    <a:pt x="19" y="4"/>
                    <a:pt x="18" y="2"/>
                    <a:pt x="17" y="1"/>
                  </a:cubicBezTo>
                  <a:cubicBezTo>
                    <a:pt x="16" y="0"/>
                    <a:pt x="14" y="1"/>
                    <a:pt x="13" y="2"/>
                  </a:cubicBezTo>
                  <a:cubicBezTo>
                    <a:pt x="10" y="8"/>
                    <a:pt x="10" y="8"/>
                    <a:pt x="10" y="8"/>
                  </a:cubicBezTo>
                  <a:cubicBezTo>
                    <a:pt x="6" y="2"/>
                    <a:pt x="6" y="2"/>
                    <a:pt x="6" y="2"/>
                  </a:cubicBezTo>
                  <a:cubicBezTo>
                    <a:pt x="5" y="1"/>
                    <a:pt x="3" y="0"/>
                    <a:pt x="2" y="1"/>
                  </a:cubicBezTo>
                  <a:cubicBezTo>
                    <a:pt x="1" y="2"/>
                    <a:pt x="0" y="4"/>
                    <a:pt x="1" y="5"/>
                  </a:cubicBezTo>
                  <a:cubicBezTo>
                    <a:pt x="7" y="14"/>
                    <a:pt x="7" y="14"/>
                    <a:pt x="7" y="14"/>
                  </a:cubicBezTo>
                  <a:cubicBezTo>
                    <a:pt x="7" y="24"/>
                    <a:pt x="7" y="24"/>
                    <a:pt x="7" y="24"/>
                  </a:cubicBezTo>
                  <a:cubicBezTo>
                    <a:pt x="7" y="25"/>
                    <a:pt x="8" y="27"/>
                    <a:pt x="10" y="26"/>
                  </a:cubicBezTo>
                  <a:cubicBezTo>
                    <a:pt x="11" y="26"/>
                    <a:pt x="12" y="25"/>
                    <a:pt x="12" y="2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6" name="Google Shape;716;p48"/>
            <p:cNvSpPr/>
            <p:nvPr/>
          </p:nvSpPr>
          <p:spPr>
            <a:xfrm>
              <a:off x="2546878" y="4089808"/>
              <a:ext cx="15443" cy="15443"/>
            </a:xfrm>
            <a:custGeom>
              <a:avLst/>
              <a:gdLst/>
              <a:ahLst/>
              <a:cxnLst/>
              <a:rect l="l" t="t" r="r" b="b"/>
              <a:pathLst>
                <a:path w="6" h="6" extrusionOk="0">
                  <a:moveTo>
                    <a:pt x="3" y="0"/>
                  </a:moveTo>
                  <a:cubicBezTo>
                    <a:pt x="2" y="0"/>
                    <a:pt x="1" y="1"/>
                    <a:pt x="1" y="1"/>
                  </a:cubicBezTo>
                  <a:cubicBezTo>
                    <a:pt x="0" y="2"/>
                    <a:pt x="0" y="2"/>
                    <a:pt x="0" y="3"/>
                  </a:cubicBezTo>
                  <a:cubicBezTo>
                    <a:pt x="0" y="4"/>
                    <a:pt x="0" y="5"/>
                    <a:pt x="1" y="5"/>
                  </a:cubicBezTo>
                  <a:cubicBezTo>
                    <a:pt x="1" y="6"/>
                    <a:pt x="2" y="6"/>
                    <a:pt x="3" y="6"/>
                  </a:cubicBezTo>
                  <a:cubicBezTo>
                    <a:pt x="3" y="6"/>
                    <a:pt x="4" y="6"/>
                    <a:pt x="5" y="5"/>
                  </a:cubicBezTo>
                  <a:cubicBezTo>
                    <a:pt x="5" y="5"/>
                    <a:pt x="6" y="4"/>
                    <a:pt x="6" y="3"/>
                  </a:cubicBezTo>
                  <a:cubicBezTo>
                    <a:pt x="6" y="2"/>
                    <a:pt x="5" y="2"/>
                    <a:pt x="5" y="1"/>
                  </a:cubicBezTo>
                  <a:cubicBezTo>
                    <a:pt x="4" y="1"/>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7" name="Google Shape;717;p48"/>
            <p:cNvSpPr/>
            <p:nvPr/>
          </p:nvSpPr>
          <p:spPr>
            <a:xfrm>
              <a:off x="2350528" y="3832787"/>
              <a:ext cx="376155" cy="272464"/>
            </a:xfrm>
            <a:custGeom>
              <a:avLst/>
              <a:gdLst/>
              <a:ahLst/>
              <a:cxnLst/>
              <a:rect l="l" t="t" r="r" b="b"/>
              <a:pathLst>
                <a:path w="144" h="104" extrusionOk="0">
                  <a:moveTo>
                    <a:pt x="141" y="0"/>
                  </a:moveTo>
                  <a:cubicBezTo>
                    <a:pt x="9" y="0"/>
                    <a:pt x="9" y="0"/>
                    <a:pt x="9" y="0"/>
                  </a:cubicBezTo>
                  <a:cubicBezTo>
                    <a:pt x="4" y="0"/>
                    <a:pt x="0" y="4"/>
                    <a:pt x="0" y="8"/>
                  </a:cubicBezTo>
                  <a:cubicBezTo>
                    <a:pt x="0" y="46"/>
                    <a:pt x="0" y="46"/>
                    <a:pt x="0" y="46"/>
                  </a:cubicBezTo>
                  <a:cubicBezTo>
                    <a:pt x="0" y="49"/>
                    <a:pt x="1" y="51"/>
                    <a:pt x="3" y="52"/>
                  </a:cubicBezTo>
                  <a:cubicBezTo>
                    <a:pt x="1" y="54"/>
                    <a:pt x="0" y="55"/>
                    <a:pt x="0" y="58"/>
                  </a:cubicBezTo>
                  <a:cubicBezTo>
                    <a:pt x="0" y="101"/>
                    <a:pt x="0" y="101"/>
                    <a:pt x="0" y="101"/>
                  </a:cubicBezTo>
                  <a:cubicBezTo>
                    <a:pt x="0" y="103"/>
                    <a:pt x="2" y="104"/>
                    <a:pt x="3" y="104"/>
                  </a:cubicBezTo>
                  <a:cubicBezTo>
                    <a:pt x="68" y="104"/>
                    <a:pt x="68" y="104"/>
                    <a:pt x="68" y="104"/>
                  </a:cubicBezTo>
                  <a:cubicBezTo>
                    <a:pt x="68" y="104"/>
                    <a:pt x="69" y="104"/>
                    <a:pt x="69" y="104"/>
                  </a:cubicBezTo>
                  <a:cubicBezTo>
                    <a:pt x="71" y="101"/>
                    <a:pt x="70" y="99"/>
                    <a:pt x="67" y="99"/>
                  </a:cubicBezTo>
                  <a:cubicBezTo>
                    <a:pt x="9" y="99"/>
                    <a:pt x="9" y="99"/>
                    <a:pt x="9" y="99"/>
                  </a:cubicBezTo>
                  <a:cubicBezTo>
                    <a:pt x="7" y="99"/>
                    <a:pt x="6" y="97"/>
                    <a:pt x="6" y="96"/>
                  </a:cubicBezTo>
                  <a:cubicBezTo>
                    <a:pt x="6" y="58"/>
                    <a:pt x="6" y="58"/>
                    <a:pt x="6" y="58"/>
                  </a:cubicBezTo>
                  <a:cubicBezTo>
                    <a:pt x="6" y="56"/>
                    <a:pt x="7" y="55"/>
                    <a:pt x="9" y="55"/>
                  </a:cubicBezTo>
                  <a:cubicBezTo>
                    <a:pt x="136" y="55"/>
                    <a:pt x="136" y="55"/>
                    <a:pt x="136" y="55"/>
                  </a:cubicBezTo>
                  <a:cubicBezTo>
                    <a:pt x="137" y="55"/>
                    <a:pt x="138" y="56"/>
                    <a:pt x="138" y="58"/>
                  </a:cubicBezTo>
                  <a:cubicBezTo>
                    <a:pt x="138" y="96"/>
                    <a:pt x="138" y="96"/>
                    <a:pt x="138" y="96"/>
                  </a:cubicBezTo>
                  <a:cubicBezTo>
                    <a:pt x="138" y="97"/>
                    <a:pt x="137" y="99"/>
                    <a:pt x="136" y="99"/>
                  </a:cubicBezTo>
                  <a:cubicBezTo>
                    <a:pt x="89" y="99"/>
                    <a:pt x="89" y="99"/>
                    <a:pt x="89" y="99"/>
                  </a:cubicBezTo>
                  <a:cubicBezTo>
                    <a:pt x="88" y="99"/>
                    <a:pt x="87" y="100"/>
                    <a:pt x="86" y="101"/>
                  </a:cubicBezTo>
                  <a:cubicBezTo>
                    <a:pt x="86" y="103"/>
                    <a:pt x="87" y="104"/>
                    <a:pt x="89" y="104"/>
                  </a:cubicBezTo>
                  <a:cubicBezTo>
                    <a:pt x="136" y="104"/>
                    <a:pt x="136" y="104"/>
                    <a:pt x="136" y="104"/>
                  </a:cubicBezTo>
                  <a:cubicBezTo>
                    <a:pt x="140" y="104"/>
                    <a:pt x="144" y="100"/>
                    <a:pt x="144" y="96"/>
                  </a:cubicBezTo>
                  <a:cubicBezTo>
                    <a:pt x="144" y="58"/>
                    <a:pt x="144" y="58"/>
                    <a:pt x="144" y="58"/>
                  </a:cubicBezTo>
                  <a:cubicBezTo>
                    <a:pt x="144" y="56"/>
                    <a:pt x="144" y="55"/>
                    <a:pt x="143" y="54"/>
                  </a:cubicBezTo>
                  <a:cubicBezTo>
                    <a:pt x="144" y="54"/>
                    <a:pt x="144" y="53"/>
                    <a:pt x="144" y="52"/>
                  </a:cubicBezTo>
                  <a:cubicBezTo>
                    <a:pt x="144" y="3"/>
                    <a:pt x="144" y="3"/>
                    <a:pt x="144" y="3"/>
                  </a:cubicBezTo>
                  <a:cubicBezTo>
                    <a:pt x="144" y="1"/>
                    <a:pt x="143" y="0"/>
                    <a:pt x="141" y="0"/>
                  </a:cubicBezTo>
                  <a:close/>
                  <a:moveTo>
                    <a:pt x="6" y="46"/>
                  </a:moveTo>
                  <a:cubicBezTo>
                    <a:pt x="6" y="8"/>
                    <a:pt x="6" y="8"/>
                    <a:pt x="6" y="8"/>
                  </a:cubicBezTo>
                  <a:cubicBezTo>
                    <a:pt x="6" y="7"/>
                    <a:pt x="7" y="6"/>
                    <a:pt x="9" y="6"/>
                  </a:cubicBezTo>
                  <a:cubicBezTo>
                    <a:pt x="90" y="6"/>
                    <a:pt x="90" y="6"/>
                    <a:pt x="90" y="6"/>
                  </a:cubicBezTo>
                  <a:cubicBezTo>
                    <a:pt x="88" y="8"/>
                    <a:pt x="87" y="12"/>
                    <a:pt x="87" y="15"/>
                  </a:cubicBezTo>
                  <a:cubicBezTo>
                    <a:pt x="87" y="39"/>
                    <a:pt x="87" y="39"/>
                    <a:pt x="87" y="39"/>
                  </a:cubicBezTo>
                  <a:cubicBezTo>
                    <a:pt x="87" y="43"/>
                    <a:pt x="88" y="47"/>
                    <a:pt x="90" y="49"/>
                  </a:cubicBezTo>
                  <a:cubicBezTo>
                    <a:pt x="9" y="49"/>
                    <a:pt x="9" y="49"/>
                    <a:pt x="9" y="49"/>
                  </a:cubicBezTo>
                  <a:cubicBezTo>
                    <a:pt x="7" y="49"/>
                    <a:pt x="6" y="48"/>
                    <a:pt x="6" y="46"/>
                  </a:cubicBezTo>
                  <a:close/>
                  <a:moveTo>
                    <a:pt x="131" y="49"/>
                  </a:moveTo>
                  <a:cubicBezTo>
                    <a:pt x="102" y="49"/>
                    <a:pt x="102" y="49"/>
                    <a:pt x="102" y="49"/>
                  </a:cubicBezTo>
                  <a:cubicBezTo>
                    <a:pt x="97" y="49"/>
                    <a:pt x="92" y="45"/>
                    <a:pt x="92" y="39"/>
                  </a:cubicBezTo>
                  <a:cubicBezTo>
                    <a:pt x="92" y="15"/>
                    <a:pt x="92" y="15"/>
                    <a:pt x="92" y="15"/>
                  </a:cubicBezTo>
                  <a:cubicBezTo>
                    <a:pt x="92" y="10"/>
                    <a:pt x="97" y="6"/>
                    <a:pt x="102" y="6"/>
                  </a:cubicBezTo>
                  <a:cubicBezTo>
                    <a:pt x="138" y="6"/>
                    <a:pt x="138" y="6"/>
                    <a:pt x="138" y="6"/>
                  </a:cubicBezTo>
                  <a:cubicBezTo>
                    <a:pt x="138" y="11"/>
                    <a:pt x="138" y="11"/>
                    <a:pt x="138" y="11"/>
                  </a:cubicBezTo>
                  <a:cubicBezTo>
                    <a:pt x="117" y="11"/>
                    <a:pt x="117" y="11"/>
                    <a:pt x="117" y="11"/>
                  </a:cubicBezTo>
                  <a:cubicBezTo>
                    <a:pt x="115" y="11"/>
                    <a:pt x="114" y="12"/>
                    <a:pt x="114" y="14"/>
                  </a:cubicBezTo>
                  <a:cubicBezTo>
                    <a:pt x="114" y="15"/>
                    <a:pt x="115" y="17"/>
                    <a:pt x="117" y="17"/>
                  </a:cubicBezTo>
                  <a:cubicBezTo>
                    <a:pt x="138" y="17"/>
                    <a:pt x="138" y="17"/>
                    <a:pt x="138" y="17"/>
                  </a:cubicBezTo>
                  <a:cubicBezTo>
                    <a:pt x="138" y="25"/>
                    <a:pt x="138" y="25"/>
                    <a:pt x="138" y="25"/>
                  </a:cubicBezTo>
                  <a:cubicBezTo>
                    <a:pt x="105" y="25"/>
                    <a:pt x="105" y="25"/>
                    <a:pt x="105" y="25"/>
                  </a:cubicBezTo>
                  <a:cubicBezTo>
                    <a:pt x="104" y="25"/>
                    <a:pt x="103" y="26"/>
                    <a:pt x="102" y="27"/>
                  </a:cubicBezTo>
                  <a:cubicBezTo>
                    <a:pt x="102" y="29"/>
                    <a:pt x="104" y="30"/>
                    <a:pt x="105" y="30"/>
                  </a:cubicBezTo>
                  <a:cubicBezTo>
                    <a:pt x="138" y="30"/>
                    <a:pt x="138" y="30"/>
                    <a:pt x="138" y="30"/>
                  </a:cubicBezTo>
                  <a:cubicBezTo>
                    <a:pt x="138" y="38"/>
                    <a:pt x="138" y="38"/>
                    <a:pt x="138" y="38"/>
                  </a:cubicBezTo>
                  <a:cubicBezTo>
                    <a:pt x="105" y="38"/>
                    <a:pt x="105" y="38"/>
                    <a:pt x="105" y="38"/>
                  </a:cubicBezTo>
                  <a:cubicBezTo>
                    <a:pt x="104" y="38"/>
                    <a:pt x="103" y="39"/>
                    <a:pt x="102" y="40"/>
                  </a:cubicBezTo>
                  <a:cubicBezTo>
                    <a:pt x="102" y="42"/>
                    <a:pt x="104" y="44"/>
                    <a:pt x="105" y="44"/>
                  </a:cubicBezTo>
                  <a:cubicBezTo>
                    <a:pt x="138" y="44"/>
                    <a:pt x="138" y="44"/>
                    <a:pt x="138" y="44"/>
                  </a:cubicBezTo>
                  <a:cubicBezTo>
                    <a:pt x="138" y="49"/>
                    <a:pt x="138" y="49"/>
                    <a:pt x="138" y="49"/>
                  </a:cubicBezTo>
                  <a:lnTo>
                    <a:pt x="131" y="49"/>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8" name="Google Shape;718;p48"/>
            <p:cNvSpPr/>
            <p:nvPr/>
          </p:nvSpPr>
          <p:spPr>
            <a:xfrm>
              <a:off x="2436569" y="3869190"/>
              <a:ext cx="70598" cy="70598"/>
            </a:xfrm>
            <a:custGeom>
              <a:avLst/>
              <a:gdLst/>
              <a:ahLst/>
              <a:cxnLst/>
              <a:rect l="l" t="t" r="r" b="b"/>
              <a:pathLst>
                <a:path w="27" h="27" extrusionOk="0">
                  <a:moveTo>
                    <a:pt x="13" y="0"/>
                  </a:moveTo>
                  <a:cubicBezTo>
                    <a:pt x="6" y="0"/>
                    <a:pt x="0" y="6"/>
                    <a:pt x="0" y="13"/>
                  </a:cubicBezTo>
                  <a:cubicBezTo>
                    <a:pt x="0" y="21"/>
                    <a:pt x="6" y="27"/>
                    <a:pt x="13" y="27"/>
                  </a:cubicBezTo>
                  <a:cubicBezTo>
                    <a:pt x="21" y="27"/>
                    <a:pt x="27" y="21"/>
                    <a:pt x="27" y="13"/>
                  </a:cubicBezTo>
                  <a:cubicBezTo>
                    <a:pt x="27" y="6"/>
                    <a:pt x="21" y="0"/>
                    <a:pt x="13" y="0"/>
                  </a:cubicBezTo>
                  <a:close/>
                  <a:moveTo>
                    <a:pt x="13" y="21"/>
                  </a:moveTo>
                  <a:cubicBezTo>
                    <a:pt x="9" y="21"/>
                    <a:pt x="5" y="18"/>
                    <a:pt x="5" y="13"/>
                  </a:cubicBezTo>
                  <a:cubicBezTo>
                    <a:pt x="5" y="9"/>
                    <a:pt x="9" y="5"/>
                    <a:pt x="13" y="5"/>
                  </a:cubicBezTo>
                  <a:cubicBezTo>
                    <a:pt x="18" y="5"/>
                    <a:pt x="21" y="9"/>
                    <a:pt x="21" y="13"/>
                  </a:cubicBezTo>
                  <a:cubicBezTo>
                    <a:pt x="21" y="18"/>
                    <a:pt x="18" y="21"/>
                    <a:pt x="13" y="2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9" name="Google Shape;719;p48"/>
            <p:cNvSpPr/>
            <p:nvPr/>
          </p:nvSpPr>
          <p:spPr>
            <a:xfrm>
              <a:off x="2535847" y="3874705"/>
              <a:ext cx="15443" cy="59567"/>
            </a:xfrm>
            <a:custGeom>
              <a:avLst/>
              <a:gdLst/>
              <a:ahLst/>
              <a:cxnLst/>
              <a:rect l="l" t="t" r="r" b="b"/>
              <a:pathLst>
                <a:path w="6" h="23" extrusionOk="0">
                  <a:moveTo>
                    <a:pt x="0" y="3"/>
                  </a:moveTo>
                  <a:cubicBezTo>
                    <a:pt x="0" y="20"/>
                    <a:pt x="0" y="20"/>
                    <a:pt x="0" y="20"/>
                  </a:cubicBezTo>
                  <a:cubicBezTo>
                    <a:pt x="0" y="21"/>
                    <a:pt x="1" y="22"/>
                    <a:pt x="2" y="23"/>
                  </a:cubicBezTo>
                  <a:cubicBezTo>
                    <a:pt x="4" y="23"/>
                    <a:pt x="6" y="21"/>
                    <a:pt x="6" y="20"/>
                  </a:cubicBezTo>
                  <a:cubicBezTo>
                    <a:pt x="6" y="3"/>
                    <a:pt x="6" y="3"/>
                    <a:pt x="6" y="3"/>
                  </a:cubicBezTo>
                  <a:cubicBezTo>
                    <a:pt x="6" y="1"/>
                    <a:pt x="4" y="0"/>
                    <a:pt x="2"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0" name="Google Shape;720;p48"/>
            <p:cNvSpPr/>
            <p:nvPr/>
          </p:nvSpPr>
          <p:spPr>
            <a:xfrm>
              <a:off x="2392445" y="3874705"/>
              <a:ext cx="15443" cy="59567"/>
            </a:xfrm>
            <a:custGeom>
              <a:avLst/>
              <a:gdLst/>
              <a:ahLst/>
              <a:cxnLst/>
              <a:rect l="l" t="t" r="r" b="b"/>
              <a:pathLst>
                <a:path w="6" h="23" extrusionOk="0">
                  <a:moveTo>
                    <a:pt x="0" y="3"/>
                  </a:moveTo>
                  <a:cubicBezTo>
                    <a:pt x="0" y="20"/>
                    <a:pt x="0" y="20"/>
                    <a:pt x="0" y="20"/>
                  </a:cubicBezTo>
                  <a:cubicBezTo>
                    <a:pt x="0" y="21"/>
                    <a:pt x="1" y="22"/>
                    <a:pt x="2" y="23"/>
                  </a:cubicBezTo>
                  <a:cubicBezTo>
                    <a:pt x="4" y="23"/>
                    <a:pt x="6" y="21"/>
                    <a:pt x="6" y="20"/>
                  </a:cubicBezTo>
                  <a:cubicBezTo>
                    <a:pt x="6" y="3"/>
                    <a:pt x="6" y="3"/>
                    <a:pt x="6" y="3"/>
                  </a:cubicBezTo>
                  <a:cubicBezTo>
                    <a:pt x="6" y="1"/>
                    <a:pt x="4" y="0"/>
                    <a:pt x="2"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1" name="Google Shape;721;p48"/>
            <p:cNvSpPr/>
            <p:nvPr/>
          </p:nvSpPr>
          <p:spPr>
            <a:xfrm>
              <a:off x="2619682" y="3861468"/>
              <a:ext cx="15443" cy="15443"/>
            </a:xfrm>
            <a:custGeom>
              <a:avLst/>
              <a:gdLst/>
              <a:ahLst/>
              <a:cxnLst/>
              <a:rect l="l" t="t" r="r" b="b"/>
              <a:pathLst>
                <a:path w="6" h="6" extrusionOk="0">
                  <a:moveTo>
                    <a:pt x="3" y="6"/>
                  </a:moveTo>
                  <a:cubicBezTo>
                    <a:pt x="4" y="6"/>
                    <a:pt x="4" y="5"/>
                    <a:pt x="5" y="5"/>
                  </a:cubicBezTo>
                  <a:cubicBezTo>
                    <a:pt x="5" y="4"/>
                    <a:pt x="6" y="4"/>
                    <a:pt x="6" y="3"/>
                  </a:cubicBezTo>
                  <a:cubicBezTo>
                    <a:pt x="6" y="2"/>
                    <a:pt x="5" y="1"/>
                    <a:pt x="5" y="1"/>
                  </a:cubicBezTo>
                  <a:cubicBezTo>
                    <a:pt x="4" y="0"/>
                    <a:pt x="4"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22" name="Google Shape;722;p48"/>
          <p:cNvGrpSpPr/>
          <p:nvPr/>
        </p:nvGrpSpPr>
        <p:grpSpPr>
          <a:xfrm>
            <a:off x="1539755" y="3800798"/>
            <a:ext cx="377258" cy="336443"/>
            <a:chOff x="1512177" y="3800798"/>
            <a:chExt cx="377258" cy="336443"/>
          </a:xfrm>
        </p:grpSpPr>
        <p:sp>
          <p:nvSpPr>
            <p:cNvPr id="723" name="Google Shape;723;p48"/>
            <p:cNvSpPr/>
            <p:nvPr/>
          </p:nvSpPr>
          <p:spPr>
            <a:xfrm>
              <a:off x="1624693" y="4063334"/>
              <a:ext cx="13237" cy="15443"/>
            </a:xfrm>
            <a:custGeom>
              <a:avLst/>
              <a:gdLst/>
              <a:ahLst/>
              <a:cxnLst/>
              <a:rect l="l" t="t" r="r" b="b"/>
              <a:pathLst>
                <a:path w="5" h="6" extrusionOk="0">
                  <a:moveTo>
                    <a:pt x="3" y="0"/>
                  </a:moveTo>
                  <a:cubicBezTo>
                    <a:pt x="2" y="0"/>
                    <a:pt x="1" y="0"/>
                    <a:pt x="1" y="1"/>
                  </a:cubicBezTo>
                  <a:cubicBezTo>
                    <a:pt x="0" y="2"/>
                    <a:pt x="0" y="2"/>
                    <a:pt x="0" y="3"/>
                  </a:cubicBezTo>
                  <a:cubicBezTo>
                    <a:pt x="0" y="4"/>
                    <a:pt x="0" y="4"/>
                    <a:pt x="1" y="5"/>
                  </a:cubicBezTo>
                  <a:cubicBezTo>
                    <a:pt x="1" y="5"/>
                    <a:pt x="2" y="6"/>
                    <a:pt x="3" y="6"/>
                  </a:cubicBezTo>
                  <a:cubicBezTo>
                    <a:pt x="3" y="6"/>
                    <a:pt x="4" y="5"/>
                    <a:pt x="5" y="5"/>
                  </a:cubicBezTo>
                  <a:cubicBezTo>
                    <a:pt x="5" y="4"/>
                    <a:pt x="5" y="4"/>
                    <a:pt x="5" y="3"/>
                  </a:cubicBezTo>
                  <a:cubicBezTo>
                    <a:pt x="5" y="2"/>
                    <a:pt x="5" y="2"/>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4" name="Google Shape;724;p48"/>
            <p:cNvSpPr/>
            <p:nvPr/>
          </p:nvSpPr>
          <p:spPr>
            <a:xfrm>
              <a:off x="1800085" y="4124004"/>
              <a:ext cx="13237" cy="13237"/>
            </a:xfrm>
            <a:custGeom>
              <a:avLst/>
              <a:gdLst/>
              <a:ahLst/>
              <a:cxnLst/>
              <a:rect l="l" t="t" r="r" b="b"/>
              <a:pathLst>
                <a:path w="5" h="5" extrusionOk="0">
                  <a:moveTo>
                    <a:pt x="3" y="0"/>
                  </a:moveTo>
                  <a:cubicBezTo>
                    <a:pt x="2" y="0"/>
                    <a:pt x="1" y="0"/>
                    <a:pt x="1" y="0"/>
                  </a:cubicBezTo>
                  <a:cubicBezTo>
                    <a:pt x="0" y="1"/>
                    <a:pt x="0" y="2"/>
                    <a:pt x="0" y="2"/>
                  </a:cubicBezTo>
                  <a:cubicBezTo>
                    <a:pt x="0" y="3"/>
                    <a:pt x="0" y="4"/>
                    <a:pt x="1" y="4"/>
                  </a:cubicBezTo>
                  <a:cubicBezTo>
                    <a:pt x="1" y="5"/>
                    <a:pt x="2" y="5"/>
                    <a:pt x="3" y="5"/>
                  </a:cubicBezTo>
                  <a:cubicBezTo>
                    <a:pt x="3" y="5"/>
                    <a:pt x="4" y="5"/>
                    <a:pt x="5" y="4"/>
                  </a:cubicBezTo>
                  <a:cubicBezTo>
                    <a:pt x="5" y="4"/>
                    <a:pt x="5" y="3"/>
                    <a:pt x="5" y="2"/>
                  </a:cubicBezTo>
                  <a:cubicBezTo>
                    <a:pt x="5" y="2"/>
                    <a:pt x="5" y="1"/>
                    <a:pt x="5" y="0"/>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5" name="Google Shape;725;p48"/>
            <p:cNvSpPr/>
            <p:nvPr/>
          </p:nvSpPr>
          <p:spPr>
            <a:xfrm>
              <a:off x="1512177" y="3911107"/>
              <a:ext cx="377258" cy="226134"/>
            </a:xfrm>
            <a:custGeom>
              <a:avLst/>
              <a:gdLst/>
              <a:ahLst/>
              <a:cxnLst/>
              <a:rect l="l" t="t" r="r" b="b"/>
              <a:pathLst>
                <a:path w="144" h="86" extrusionOk="0">
                  <a:moveTo>
                    <a:pt x="144" y="82"/>
                  </a:moveTo>
                  <a:cubicBezTo>
                    <a:pt x="138" y="71"/>
                    <a:pt x="138" y="71"/>
                    <a:pt x="138" y="71"/>
                  </a:cubicBezTo>
                  <a:cubicBezTo>
                    <a:pt x="137" y="70"/>
                    <a:pt x="136" y="69"/>
                    <a:pt x="135" y="69"/>
                  </a:cubicBezTo>
                  <a:cubicBezTo>
                    <a:pt x="133" y="69"/>
                    <a:pt x="133" y="69"/>
                    <a:pt x="133" y="69"/>
                  </a:cubicBezTo>
                  <a:cubicBezTo>
                    <a:pt x="129" y="60"/>
                    <a:pt x="129" y="60"/>
                    <a:pt x="129" y="60"/>
                  </a:cubicBezTo>
                  <a:cubicBezTo>
                    <a:pt x="128" y="59"/>
                    <a:pt x="127" y="58"/>
                    <a:pt x="126" y="58"/>
                  </a:cubicBezTo>
                  <a:cubicBezTo>
                    <a:pt x="120" y="58"/>
                    <a:pt x="120" y="58"/>
                    <a:pt x="120" y="58"/>
                  </a:cubicBezTo>
                  <a:cubicBezTo>
                    <a:pt x="116" y="49"/>
                    <a:pt x="116" y="49"/>
                    <a:pt x="116" y="49"/>
                  </a:cubicBezTo>
                  <a:cubicBezTo>
                    <a:pt x="116" y="48"/>
                    <a:pt x="115" y="47"/>
                    <a:pt x="114" y="47"/>
                  </a:cubicBezTo>
                  <a:cubicBezTo>
                    <a:pt x="108" y="47"/>
                    <a:pt x="108" y="47"/>
                    <a:pt x="108" y="47"/>
                  </a:cubicBezTo>
                  <a:cubicBezTo>
                    <a:pt x="104" y="37"/>
                    <a:pt x="104" y="37"/>
                    <a:pt x="104" y="37"/>
                  </a:cubicBezTo>
                  <a:cubicBezTo>
                    <a:pt x="104" y="36"/>
                    <a:pt x="103" y="36"/>
                    <a:pt x="102" y="36"/>
                  </a:cubicBezTo>
                  <a:cubicBezTo>
                    <a:pt x="97" y="36"/>
                    <a:pt x="97" y="36"/>
                    <a:pt x="97" y="36"/>
                  </a:cubicBezTo>
                  <a:cubicBezTo>
                    <a:pt x="93" y="26"/>
                    <a:pt x="93" y="26"/>
                    <a:pt x="93" y="26"/>
                  </a:cubicBezTo>
                  <a:cubicBezTo>
                    <a:pt x="92" y="25"/>
                    <a:pt x="91" y="24"/>
                    <a:pt x="90" y="24"/>
                  </a:cubicBezTo>
                  <a:cubicBezTo>
                    <a:pt x="85" y="24"/>
                    <a:pt x="85" y="24"/>
                    <a:pt x="85" y="24"/>
                  </a:cubicBezTo>
                  <a:cubicBezTo>
                    <a:pt x="85" y="17"/>
                    <a:pt x="85" y="17"/>
                    <a:pt x="85" y="17"/>
                  </a:cubicBezTo>
                  <a:cubicBezTo>
                    <a:pt x="87" y="17"/>
                    <a:pt x="88" y="15"/>
                    <a:pt x="88" y="14"/>
                  </a:cubicBezTo>
                  <a:cubicBezTo>
                    <a:pt x="88" y="3"/>
                    <a:pt x="88" y="3"/>
                    <a:pt x="88" y="3"/>
                  </a:cubicBezTo>
                  <a:cubicBezTo>
                    <a:pt x="88" y="1"/>
                    <a:pt x="87" y="0"/>
                    <a:pt x="85" y="0"/>
                  </a:cubicBezTo>
                  <a:cubicBezTo>
                    <a:pt x="59" y="0"/>
                    <a:pt x="59" y="0"/>
                    <a:pt x="59" y="0"/>
                  </a:cubicBezTo>
                  <a:cubicBezTo>
                    <a:pt x="58" y="0"/>
                    <a:pt x="56" y="1"/>
                    <a:pt x="56" y="3"/>
                  </a:cubicBezTo>
                  <a:cubicBezTo>
                    <a:pt x="56" y="14"/>
                    <a:pt x="56" y="14"/>
                    <a:pt x="56" y="14"/>
                  </a:cubicBezTo>
                  <a:cubicBezTo>
                    <a:pt x="56" y="15"/>
                    <a:pt x="58" y="17"/>
                    <a:pt x="59" y="17"/>
                  </a:cubicBezTo>
                  <a:cubicBezTo>
                    <a:pt x="59" y="24"/>
                    <a:pt x="59" y="24"/>
                    <a:pt x="59" y="24"/>
                  </a:cubicBezTo>
                  <a:cubicBezTo>
                    <a:pt x="55" y="24"/>
                    <a:pt x="55" y="24"/>
                    <a:pt x="55" y="24"/>
                  </a:cubicBezTo>
                  <a:cubicBezTo>
                    <a:pt x="53" y="24"/>
                    <a:pt x="52" y="25"/>
                    <a:pt x="52" y="26"/>
                  </a:cubicBezTo>
                  <a:cubicBezTo>
                    <a:pt x="47" y="36"/>
                    <a:pt x="47" y="36"/>
                    <a:pt x="47" y="36"/>
                  </a:cubicBezTo>
                  <a:cubicBezTo>
                    <a:pt x="43" y="36"/>
                    <a:pt x="43" y="36"/>
                    <a:pt x="43" y="36"/>
                  </a:cubicBezTo>
                  <a:cubicBezTo>
                    <a:pt x="41" y="36"/>
                    <a:pt x="40" y="36"/>
                    <a:pt x="40" y="37"/>
                  </a:cubicBezTo>
                  <a:cubicBezTo>
                    <a:pt x="36" y="47"/>
                    <a:pt x="36" y="47"/>
                    <a:pt x="36" y="47"/>
                  </a:cubicBezTo>
                  <a:cubicBezTo>
                    <a:pt x="31" y="47"/>
                    <a:pt x="31" y="47"/>
                    <a:pt x="31" y="47"/>
                  </a:cubicBezTo>
                  <a:cubicBezTo>
                    <a:pt x="29" y="47"/>
                    <a:pt x="28" y="48"/>
                    <a:pt x="28" y="49"/>
                  </a:cubicBezTo>
                  <a:cubicBezTo>
                    <a:pt x="24" y="58"/>
                    <a:pt x="24" y="58"/>
                    <a:pt x="24" y="58"/>
                  </a:cubicBezTo>
                  <a:cubicBezTo>
                    <a:pt x="18" y="58"/>
                    <a:pt x="18" y="58"/>
                    <a:pt x="18" y="58"/>
                  </a:cubicBezTo>
                  <a:cubicBezTo>
                    <a:pt x="17" y="58"/>
                    <a:pt x="16" y="59"/>
                    <a:pt x="16" y="60"/>
                  </a:cubicBezTo>
                  <a:cubicBezTo>
                    <a:pt x="12" y="69"/>
                    <a:pt x="12" y="69"/>
                    <a:pt x="12" y="69"/>
                  </a:cubicBezTo>
                  <a:cubicBezTo>
                    <a:pt x="9" y="69"/>
                    <a:pt x="9" y="69"/>
                    <a:pt x="9" y="69"/>
                  </a:cubicBezTo>
                  <a:cubicBezTo>
                    <a:pt x="8" y="69"/>
                    <a:pt x="7" y="70"/>
                    <a:pt x="7" y="71"/>
                  </a:cubicBezTo>
                  <a:cubicBezTo>
                    <a:pt x="1" y="82"/>
                    <a:pt x="1" y="82"/>
                    <a:pt x="1" y="82"/>
                  </a:cubicBezTo>
                  <a:cubicBezTo>
                    <a:pt x="0" y="83"/>
                    <a:pt x="0" y="84"/>
                    <a:pt x="1" y="85"/>
                  </a:cubicBezTo>
                  <a:cubicBezTo>
                    <a:pt x="1" y="86"/>
                    <a:pt x="2" y="86"/>
                    <a:pt x="3" y="86"/>
                  </a:cubicBezTo>
                  <a:cubicBezTo>
                    <a:pt x="62" y="86"/>
                    <a:pt x="62" y="86"/>
                    <a:pt x="62" y="86"/>
                  </a:cubicBezTo>
                  <a:cubicBezTo>
                    <a:pt x="62" y="86"/>
                    <a:pt x="62" y="86"/>
                    <a:pt x="62" y="86"/>
                  </a:cubicBezTo>
                  <a:cubicBezTo>
                    <a:pt x="62" y="86"/>
                    <a:pt x="62" y="86"/>
                    <a:pt x="62" y="86"/>
                  </a:cubicBezTo>
                  <a:cubicBezTo>
                    <a:pt x="82" y="86"/>
                    <a:pt x="82" y="86"/>
                    <a:pt x="82" y="86"/>
                  </a:cubicBezTo>
                  <a:cubicBezTo>
                    <a:pt x="83" y="86"/>
                    <a:pt x="83" y="86"/>
                    <a:pt x="83" y="86"/>
                  </a:cubicBezTo>
                  <a:cubicBezTo>
                    <a:pt x="83" y="86"/>
                    <a:pt x="83" y="86"/>
                    <a:pt x="83" y="86"/>
                  </a:cubicBezTo>
                  <a:cubicBezTo>
                    <a:pt x="102" y="86"/>
                    <a:pt x="102" y="86"/>
                    <a:pt x="102" y="86"/>
                  </a:cubicBezTo>
                  <a:cubicBezTo>
                    <a:pt x="103" y="86"/>
                    <a:pt x="105" y="85"/>
                    <a:pt x="105" y="84"/>
                  </a:cubicBezTo>
                  <a:cubicBezTo>
                    <a:pt x="105" y="82"/>
                    <a:pt x="104" y="80"/>
                    <a:pt x="102" y="80"/>
                  </a:cubicBezTo>
                  <a:cubicBezTo>
                    <a:pt x="85" y="80"/>
                    <a:pt x="85" y="80"/>
                    <a:pt x="85" y="80"/>
                  </a:cubicBezTo>
                  <a:cubicBezTo>
                    <a:pt x="85" y="75"/>
                    <a:pt x="85" y="75"/>
                    <a:pt x="85" y="75"/>
                  </a:cubicBezTo>
                  <a:cubicBezTo>
                    <a:pt x="133" y="75"/>
                    <a:pt x="133" y="75"/>
                    <a:pt x="133" y="75"/>
                  </a:cubicBezTo>
                  <a:cubicBezTo>
                    <a:pt x="136" y="80"/>
                    <a:pt x="136" y="80"/>
                    <a:pt x="136" y="80"/>
                  </a:cubicBezTo>
                  <a:cubicBezTo>
                    <a:pt x="124" y="80"/>
                    <a:pt x="124" y="80"/>
                    <a:pt x="124" y="80"/>
                  </a:cubicBezTo>
                  <a:cubicBezTo>
                    <a:pt x="123" y="80"/>
                    <a:pt x="121" y="81"/>
                    <a:pt x="121" y="83"/>
                  </a:cubicBezTo>
                  <a:cubicBezTo>
                    <a:pt x="121" y="85"/>
                    <a:pt x="122" y="86"/>
                    <a:pt x="124" y="86"/>
                  </a:cubicBezTo>
                  <a:cubicBezTo>
                    <a:pt x="141" y="86"/>
                    <a:pt x="141" y="86"/>
                    <a:pt x="141" y="86"/>
                  </a:cubicBezTo>
                  <a:cubicBezTo>
                    <a:pt x="142" y="86"/>
                    <a:pt x="142" y="86"/>
                    <a:pt x="143" y="85"/>
                  </a:cubicBezTo>
                  <a:cubicBezTo>
                    <a:pt x="144" y="84"/>
                    <a:pt x="144" y="83"/>
                    <a:pt x="144" y="82"/>
                  </a:cubicBezTo>
                  <a:close/>
                  <a:moveTo>
                    <a:pt x="114" y="58"/>
                  </a:moveTo>
                  <a:cubicBezTo>
                    <a:pt x="85" y="58"/>
                    <a:pt x="85" y="58"/>
                    <a:pt x="85" y="58"/>
                  </a:cubicBezTo>
                  <a:cubicBezTo>
                    <a:pt x="85" y="52"/>
                    <a:pt x="85" y="52"/>
                    <a:pt x="85" y="52"/>
                  </a:cubicBezTo>
                  <a:cubicBezTo>
                    <a:pt x="112" y="52"/>
                    <a:pt x="112" y="52"/>
                    <a:pt x="112" y="52"/>
                  </a:cubicBezTo>
                  <a:lnTo>
                    <a:pt x="114" y="58"/>
                  </a:lnTo>
                  <a:close/>
                  <a:moveTo>
                    <a:pt x="73" y="19"/>
                  </a:moveTo>
                  <a:cubicBezTo>
                    <a:pt x="71" y="19"/>
                    <a:pt x="70" y="20"/>
                    <a:pt x="70" y="22"/>
                  </a:cubicBezTo>
                  <a:cubicBezTo>
                    <a:pt x="70" y="24"/>
                    <a:pt x="70" y="24"/>
                    <a:pt x="70" y="24"/>
                  </a:cubicBezTo>
                  <a:cubicBezTo>
                    <a:pt x="65" y="24"/>
                    <a:pt x="65" y="24"/>
                    <a:pt x="65" y="24"/>
                  </a:cubicBezTo>
                  <a:cubicBezTo>
                    <a:pt x="65" y="17"/>
                    <a:pt x="65" y="17"/>
                    <a:pt x="65" y="17"/>
                  </a:cubicBezTo>
                  <a:cubicBezTo>
                    <a:pt x="80" y="17"/>
                    <a:pt x="80" y="17"/>
                    <a:pt x="80" y="17"/>
                  </a:cubicBezTo>
                  <a:cubicBezTo>
                    <a:pt x="80" y="24"/>
                    <a:pt x="80" y="24"/>
                    <a:pt x="80" y="24"/>
                  </a:cubicBezTo>
                  <a:cubicBezTo>
                    <a:pt x="75" y="24"/>
                    <a:pt x="75" y="24"/>
                    <a:pt x="75" y="24"/>
                  </a:cubicBezTo>
                  <a:cubicBezTo>
                    <a:pt x="75" y="22"/>
                    <a:pt x="75" y="22"/>
                    <a:pt x="75" y="22"/>
                  </a:cubicBezTo>
                  <a:cubicBezTo>
                    <a:pt x="75" y="20"/>
                    <a:pt x="74" y="19"/>
                    <a:pt x="73" y="19"/>
                  </a:cubicBezTo>
                  <a:close/>
                  <a:moveTo>
                    <a:pt x="102" y="47"/>
                  </a:moveTo>
                  <a:cubicBezTo>
                    <a:pt x="85" y="47"/>
                    <a:pt x="85" y="47"/>
                    <a:pt x="85" y="47"/>
                  </a:cubicBezTo>
                  <a:cubicBezTo>
                    <a:pt x="85" y="41"/>
                    <a:pt x="85" y="41"/>
                    <a:pt x="85" y="41"/>
                  </a:cubicBezTo>
                  <a:cubicBezTo>
                    <a:pt x="100" y="41"/>
                    <a:pt x="100" y="41"/>
                    <a:pt x="100" y="41"/>
                  </a:cubicBezTo>
                  <a:lnTo>
                    <a:pt x="102" y="47"/>
                  </a:lnTo>
                  <a:close/>
                  <a:moveTo>
                    <a:pt x="90" y="36"/>
                  </a:moveTo>
                  <a:cubicBezTo>
                    <a:pt x="85" y="36"/>
                    <a:pt x="85" y="36"/>
                    <a:pt x="85" y="36"/>
                  </a:cubicBezTo>
                  <a:cubicBezTo>
                    <a:pt x="85" y="30"/>
                    <a:pt x="85" y="30"/>
                    <a:pt x="85" y="30"/>
                  </a:cubicBezTo>
                  <a:cubicBezTo>
                    <a:pt x="88" y="30"/>
                    <a:pt x="88" y="30"/>
                    <a:pt x="88" y="30"/>
                  </a:cubicBezTo>
                  <a:lnTo>
                    <a:pt x="90" y="36"/>
                  </a:lnTo>
                  <a:close/>
                  <a:moveTo>
                    <a:pt x="62" y="5"/>
                  </a:moveTo>
                  <a:cubicBezTo>
                    <a:pt x="82" y="5"/>
                    <a:pt x="82" y="5"/>
                    <a:pt x="82" y="5"/>
                  </a:cubicBezTo>
                  <a:cubicBezTo>
                    <a:pt x="82" y="11"/>
                    <a:pt x="82" y="11"/>
                    <a:pt x="82" y="11"/>
                  </a:cubicBezTo>
                  <a:cubicBezTo>
                    <a:pt x="62" y="11"/>
                    <a:pt x="62" y="11"/>
                    <a:pt x="62" y="11"/>
                  </a:cubicBezTo>
                  <a:lnTo>
                    <a:pt x="62" y="5"/>
                  </a:lnTo>
                  <a:close/>
                  <a:moveTo>
                    <a:pt x="57" y="30"/>
                  </a:moveTo>
                  <a:cubicBezTo>
                    <a:pt x="59" y="30"/>
                    <a:pt x="59" y="30"/>
                    <a:pt x="59" y="30"/>
                  </a:cubicBezTo>
                  <a:cubicBezTo>
                    <a:pt x="59" y="36"/>
                    <a:pt x="59" y="36"/>
                    <a:pt x="59" y="36"/>
                  </a:cubicBezTo>
                  <a:cubicBezTo>
                    <a:pt x="54" y="36"/>
                    <a:pt x="54" y="36"/>
                    <a:pt x="54" y="36"/>
                  </a:cubicBezTo>
                  <a:lnTo>
                    <a:pt x="57" y="30"/>
                  </a:lnTo>
                  <a:close/>
                  <a:moveTo>
                    <a:pt x="45" y="41"/>
                  </a:moveTo>
                  <a:cubicBezTo>
                    <a:pt x="59" y="41"/>
                    <a:pt x="59" y="41"/>
                    <a:pt x="59" y="41"/>
                  </a:cubicBezTo>
                  <a:cubicBezTo>
                    <a:pt x="59" y="47"/>
                    <a:pt x="59" y="47"/>
                    <a:pt x="59" y="47"/>
                  </a:cubicBezTo>
                  <a:cubicBezTo>
                    <a:pt x="42" y="47"/>
                    <a:pt x="42" y="47"/>
                    <a:pt x="42" y="47"/>
                  </a:cubicBezTo>
                  <a:lnTo>
                    <a:pt x="45" y="41"/>
                  </a:lnTo>
                  <a:close/>
                  <a:moveTo>
                    <a:pt x="20" y="64"/>
                  </a:moveTo>
                  <a:cubicBezTo>
                    <a:pt x="26" y="64"/>
                    <a:pt x="26" y="64"/>
                    <a:pt x="26" y="64"/>
                  </a:cubicBezTo>
                  <a:cubicBezTo>
                    <a:pt x="26" y="64"/>
                    <a:pt x="26" y="64"/>
                    <a:pt x="26" y="64"/>
                  </a:cubicBezTo>
                  <a:cubicBezTo>
                    <a:pt x="26" y="64"/>
                    <a:pt x="26" y="64"/>
                    <a:pt x="26" y="64"/>
                  </a:cubicBezTo>
                  <a:cubicBezTo>
                    <a:pt x="35" y="64"/>
                    <a:pt x="35" y="64"/>
                    <a:pt x="35" y="64"/>
                  </a:cubicBezTo>
                  <a:cubicBezTo>
                    <a:pt x="36" y="64"/>
                    <a:pt x="38" y="63"/>
                    <a:pt x="38" y="61"/>
                  </a:cubicBezTo>
                  <a:cubicBezTo>
                    <a:pt x="38" y="60"/>
                    <a:pt x="37" y="58"/>
                    <a:pt x="35" y="58"/>
                  </a:cubicBezTo>
                  <a:cubicBezTo>
                    <a:pt x="30" y="58"/>
                    <a:pt x="30" y="58"/>
                    <a:pt x="30" y="58"/>
                  </a:cubicBezTo>
                  <a:cubicBezTo>
                    <a:pt x="33" y="52"/>
                    <a:pt x="33" y="52"/>
                    <a:pt x="33" y="52"/>
                  </a:cubicBezTo>
                  <a:cubicBezTo>
                    <a:pt x="59" y="52"/>
                    <a:pt x="59" y="52"/>
                    <a:pt x="59" y="52"/>
                  </a:cubicBezTo>
                  <a:cubicBezTo>
                    <a:pt x="59" y="58"/>
                    <a:pt x="59" y="58"/>
                    <a:pt x="59" y="58"/>
                  </a:cubicBezTo>
                  <a:cubicBezTo>
                    <a:pt x="57" y="58"/>
                    <a:pt x="57" y="58"/>
                    <a:pt x="57" y="58"/>
                  </a:cubicBezTo>
                  <a:cubicBezTo>
                    <a:pt x="55" y="58"/>
                    <a:pt x="54" y="59"/>
                    <a:pt x="54" y="60"/>
                  </a:cubicBezTo>
                  <a:cubicBezTo>
                    <a:pt x="54" y="62"/>
                    <a:pt x="55" y="64"/>
                    <a:pt x="57" y="64"/>
                  </a:cubicBezTo>
                  <a:cubicBezTo>
                    <a:pt x="59" y="64"/>
                    <a:pt x="59" y="64"/>
                    <a:pt x="59" y="64"/>
                  </a:cubicBezTo>
                  <a:cubicBezTo>
                    <a:pt x="59" y="69"/>
                    <a:pt x="59" y="69"/>
                    <a:pt x="59" y="69"/>
                  </a:cubicBezTo>
                  <a:cubicBezTo>
                    <a:pt x="18" y="69"/>
                    <a:pt x="18" y="69"/>
                    <a:pt x="18" y="69"/>
                  </a:cubicBezTo>
                  <a:lnTo>
                    <a:pt x="20" y="64"/>
                  </a:lnTo>
                  <a:close/>
                  <a:moveTo>
                    <a:pt x="11" y="75"/>
                  </a:moveTo>
                  <a:cubicBezTo>
                    <a:pt x="59" y="75"/>
                    <a:pt x="59" y="75"/>
                    <a:pt x="59" y="75"/>
                  </a:cubicBezTo>
                  <a:cubicBezTo>
                    <a:pt x="59" y="80"/>
                    <a:pt x="59" y="80"/>
                    <a:pt x="59" y="80"/>
                  </a:cubicBezTo>
                  <a:cubicBezTo>
                    <a:pt x="8" y="80"/>
                    <a:pt x="8" y="80"/>
                    <a:pt x="8" y="80"/>
                  </a:cubicBezTo>
                  <a:lnTo>
                    <a:pt x="11" y="75"/>
                  </a:lnTo>
                  <a:close/>
                  <a:moveTo>
                    <a:pt x="80" y="80"/>
                  </a:moveTo>
                  <a:cubicBezTo>
                    <a:pt x="65" y="80"/>
                    <a:pt x="65" y="80"/>
                    <a:pt x="65" y="80"/>
                  </a:cubicBezTo>
                  <a:cubicBezTo>
                    <a:pt x="65" y="30"/>
                    <a:pt x="65" y="30"/>
                    <a:pt x="65" y="30"/>
                  </a:cubicBezTo>
                  <a:cubicBezTo>
                    <a:pt x="80" y="30"/>
                    <a:pt x="80" y="30"/>
                    <a:pt x="80" y="30"/>
                  </a:cubicBezTo>
                  <a:lnTo>
                    <a:pt x="80" y="80"/>
                  </a:lnTo>
                  <a:close/>
                  <a:moveTo>
                    <a:pt x="85" y="69"/>
                  </a:moveTo>
                  <a:cubicBezTo>
                    <a:pt x="85" y="64"/>
                    <a:pt x="85" y="64"/>
                    <a:pt x="85" y="64"/>
                  </a:cubicBezTo>
                  <a:cubicBezTo>
                    <a:pt x="124" y="64"/>
                    <a:pt x="124" y="64"/>
                    <a:pt x="124" y="64"/>
                  </a:cubicBezTo>
                  <a:cubicBezTo>
                    <a:pt x="127" y="69"/>
                    <a:pt x="127" y="69"/>
                    <a:pt x="127" y="69"/>
                  </a:cubicBezTo>
                  <a:lnTo>
                    <a:pt x="85" y="69"/>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6" name="Google Shape;726;p48"/>
            <p:cNvSpPr/>
            <p:nvPr/>
          </p:nvSpPr>
          <p:spPr>
            <a:xfrm>
              <a:off x="1551888" y="3800798"/>
              <a:ext cx="83835" cy="83835"/>
            </a:xfrm>
            <a:custGeom>
              <a:avLst/>
              <a:gdLst/>
              <a:ahLst/>
              <a:cxnLst/>
              <a:rect l="l" t="t" r="r" b="b"/>
              <a:pathLst>
                <a:path w="32" h="32" extrusionOk="0">
                  <a:moveTo>
                    <a:pt x="16" y="32"/>
                  </a:moveTo>
                  <a:cubicBezTo>
                    <a:pt x="25" y="32"/>
                    <a:pt x="32" y="25"/>
                    <a:pt x="32" y="16"/>
                  </a:cubicBezTo>
                  <a:cubicBezTo>
                    <a:pt x="32" y="7"/>
                    <a:pt x="25" y="0"/>
                    <a:pt x="16" y="0"/>
                  </a:cubicBezTo>
                  <a:cubicBezTo>
                    <a:pt x="7" y="0"/>
                    <a:pt x="0" y="7"/>
                    <a:pt x="0" y="16"/>
                  </a:cubicBezTo>
                  <a:cubicBezTo>
                    <a:pt x="0" y="25"/>
                    <a:pt x="7" y="32"/>
                    <a:pt x="16" y="32"/>
                  </a:cubicBezTo>
                  <a:close/>
                  <a:moveTo>
                    <a:pt x="16" y="5"/>
                  </a:moveTo>
                  <a:cubicBezTo>
                    <a:pt x="22" y="5"/>
                    <a:pt x="27" y="10"/>
                    <a:pt x="27" y="16"/>
                  </a:cubicBezTo>
                  <a:cubicBezTo>
                    <a:pt x="27" y="22"/>
                    <a:pt x="22" y="27"/>
                    <a:pt x="16" y="27"/>
                  </a:cubicBezTo>
                  <a:cubicBezTo>
                    <a:pt x="10" y="27"/>
                    <a:pt x="5" y="22"/>
                    <a:pt x="5" y="16"/>
                  </a:cubicBezTo>
                  <a:cubicBezTo>
                    <a:pt x="5" y="10"/>
                    <a:pt x="10" y="5"/>
                    <a:pt x="16"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7" name="Google Shape;727;p48"/>
            <p:cNvSpPr/>
            <p:nvPr/>
          </p:nvSpPr>
          <p:spPr>
            <a:xfrm>
              <a:off x="1742724" y="3840509"/>
              <a:ext cx="125753" cy="65083"/>
            </a:xfrm>
            <a:custGeom>
              <a:avLst/>
              <a:gdLst/>
              <a:ahLst/>
              <a:cxnLst/>
              <a:rect l="l" t="t" r="r" b="b"/>
              <a:pathLst>
                <a:path w="48" h="25" extrusionOk="0">
                  <a:moveTo>
                    <a:pt x="5" y="25"/>
                  </a:moveTo>
                  <a:cubicBezTo>
                    <a:pt x="32" y="25"/>
                    <a:pt x="32" y="25"/>
                    <a:pt x="32" y="25"/>
                  </a:cubicBezTo>
                  <a:cubicBezTo>
                    <a:pt x="32" y="25"/>
                    <a:pt x="32" y="25"/>
                    <a:pt x="32" y="25"/>
                  </a:cubicBezTo>
                  <a:cubicBezTo>
                    <a:pt x="43" y="25"/>
                    <a:pt x="43" y="25"/>
                    <a:pt x="43" y="25"/>
                  </a:cubicBezTo>
                  <a:cubicBezTo>
                    <a:pt x="46" y="25"/>
                    <a:pt x="48" y="22"/>
                    <a:pt x="48" y="19"/>
                  </a:cubicBezTo>
                  <a:cubicBezTo>
                    <a:pt x="48" y="19"/>
                    <a:pt x="48" y="19"/>
                    <a:pt x="48" y="19"/>
                  </a:cubicBezTo>
                  <a:cubicBezTo>
                    <a:pt x="48" y="17"/>
                    <a:pt x="47" y="14"/>
                    <a:pt x="45" y="13"/>
                  </a:cubicBezTo>
                  <a:cubicBezTo>
                    <a:pt x="44" y="11"/>
                    <a:pt x="41" y="10"/>
                    <a:pt x="39" y="10"/>
                  </a:cubicBezTo>
                  <a:cubicBezTo>
                    <a:pt x="38" y="10"/>
                    <a:pt x="38" y="10"/>
                    <a:pt x="37" y="10"/>
                  </a:cubicBezTo>
                  <a:cubicBezTo>
                    <a:pt x="35" y="4"/>
                    <a:pt x="30" y="0"/>
                    <a:pt x="24" y="0"/>
                  </a:cubicBezTo>
                  <a:cubicBezTo>
                    <a:pt x="18" y="0"/>
                    <a:pt x="12" y="4"/>
                    <a:pt x="10" y="10"/>
                  </a:cubicBezTo>
                  <a:cubicBezTo>
                    <a:pt x="10" y="10"/>
                    <a:pt x="9" y="10"/>
                    <a:pt x="9" y="10"/>
                  </a:cubicBezTo>
                  <a:cubicBezTo>
                    <a:pt x="4" y="10"/>
                    <a:pt x="0" y="14"/>
                    <a:pt x="0" y="18"/>
                  </a:cubicBezTo>
                  <a:cubicBezTo>
                    <a:pt x="0" y="18"/>
                    <a:pt x="0" y="18"/>
                    <a:pt x="0" y="18"/>
                  </a:cubicBezTo>
                  <a:cubicBezTo>
                    <a:pt x="0" y="20"/>
                    <a:pt x="0" y="22"/>
                    <a:pt x="1" y="23"/>
                  </a:cubicBezTo>
                  <a:cubicBezTo>
                    <a:pt x="2" y="24"/>
                    <a:pt x="4" y="25"/>
                    <a:pt x="5" y="25"/>
                  </a:cubicBezTo>
                  <a:close/>
                  <a:moveTo>
                    <a:pt x="5" y="19"/>
                  </a:moveTo>
                  <a:cubicBezTo>
                    <a:pt x="6" y="17"/>
                    <a:pt x="7" y="15"/>
                    <a:pt x="9" y="15"/>
                  </a:cubicBezTo>
                  <a:cubicBezTo>
                    <a:pt x="10" y="15"/>
                    <a:pt x="11" y="16"/>
                    <a:pt x="11" y="16"/>
                  </a:cubicBezTo>
                  <a:cubicBezTo>
                    <a:pt x="12" y="16"/>
                    <a:pt x="13" y="16"/>
                    <a:pt x="14" y="16"/>
                  </a:cubicBezTo>
                  <a:cubicBezTo>
                    <a:pt x="15" y="15"/>
                    <a:pt x="15" y="15"/>
                    <a:pt x="15" y="14"/>
                  </a:cubicBezTo>
                  <a:cubicBezTo>
                    <a:pt x="16" y="9"/>
                    <a:pt x="19" y="6"/>
                    <a:pt x="24" y="6"/>
                  </a:cubicBezTo>
                  <a:cubicBezTo>
                    <a:pt x="28" y="6"/>
                    <a:pt x="32" y="9"/>
                    <a:pt x="32" y="14"/>
                  </a:cubicBezTo>
                  <a:cubicBezTo>
                    <a:pt x="32" y="15"/>
                    <a:pt x="33" y="16"/>
                    <a:pt x="34" y="16"/>
                  </a:cubicBezTo>
                  <a:cubicBezTo>
                    <a:pt x="35" y="17"/>
                    <a:pt x="36" y="17"/>
                    <a:pt x="37" y="16"/>
                  </a:cubicBezTo>
                  <a:cubicBezTo>
                    <a:pt x="37" y="16"/>
                    <a:pt x="38" y="15"/>
                    <a:pt x="39" y="15"/>
                  </a:cubicBezTo>
                  <a:cubicBezTo>
                    <a:pt x="40" y="15"/>
                    <a:pt x="41" y="16"/>
                    <a:pt x="42" y="17"/>
                  </a:cubicBezTo>
                  <a:cubicBezTo>
                    <a:pt x="42" y="17"/>
                    <a:pt x="43" y="18"/>
                    <a:pt x="43" y="19"/>
                  </a:cubicBezTo>
                  <a:cubicBezTo>
                    <a:pt x="33" y="19"/>
                    <a:pt x="33" y="19"/>
                    <a:pt x="33" y="19"/>
                  </a:cubicBezTo>
                  <a:cubicBezTo>
                    <a:pt x="33" y="19"/>
                    <a:pt x="33" y="19"/>
                    <a:pt x="33" y="19"/>
                  </a:cubicBezTo>
                  <a:cubicBezTo>
                    <a:pt x="33" y="19"/>
                    <a:pt x="32" y="19"/>
                    <a:pt x="32" y="19"/>
                  </a:cubicBezTo>
                  <a:cubicBezTo>
                    <a:pt x="5" y="19"/>
                    <a:pt x="5" y="19"/>
                    <a:pt x="5" y="19"/>
                  </a:cubicBezTo>
                  <a:cubicBezTo>
                    <a:pt x="5" y="19"/>
                    <a:pt x="5" y="19"/>
                    <a:pt x="5" y="1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28" name="Google Shape;728;p48"/>
          <p:cNvGrpSpPr/>
          <p:nvPr/>
        </p:nvGrpSpPr>
        <p:grpSpPr>
          <a:xfrm>
            <a:off x="726775" y="3192993"/>
            <a:ext cx="380567" cy="377258"/>
            <a:chOff x="726775" y="3192993"/>
            <a:chExt cx="380567" cy="377258"/>
          </a:xfrm>
        </p:grpSpPr>
        <p:sp>
          <p:nvSpPr>
            <p:cNvPr id="729" name="Google Shape;729;p48"/>
            <p:cNvSpPr/>
            <p:nvPr/>
          </p:nvSpPr>
          <p:spPr>
            <a:xfrm>
              <a:off x="726775" y="3192993"/>
              <a:ext cx="380567" cy="377258"/>
            </a:xfrm>
            <a:custGeom>
              <a:avLst/>
              <a:gdLst/>
              <a:ahLst/>
              <a:cxnLst/>
              <a:rect l="l" t="t" r="r" b="b"/>
              <a:pathLst>
                <a:path w="145" h="144" extrusionOk="0">
                  <a:moveTo>
                    <a:pt x="143" y="28"/>
                  </a:moveTo>
                  <a:cubicBezTo>
                    <a:pt x="144" y="27"/>
                    <a:pt x="144" y="27"/>
                    <a:pt x="144" y="26"/>
                  </a:cubicBezTo>
                  <a:cubicBezTo>
                    <a:pt x="144" y="3"/>
                    <a:pt x="144" y="3"/>
                    <a:pt x="144" y="3"/>
                  </a:cubicBezTo>
                  <a:cubicBezTo>
                    <a:pt x="144" y="2"/>
                    <a:pt x="143" y="0"/>
                    <a:pt x="141" y="0"/>
                  </a:cubicBezTo>
                  <a:cubicBezTo>
                    <a:pt x="118" y="0"/>
                    <a:pt x="118" y="0"/>
                    <a:pt x="118" y="0"/>
                  </a:cubicBezTo>
                  <a:cubicBezTo>
                    <a:pt x="118" y="0"/>
                    <a:pt x="117" y="1"/>
                    <a:pt x="116" y="1"/>
                  </a:cubicBezTo>
                  <a:cubicBezTo>
                    <a:pt x="72" y="45"/>
                    <a:pt x="72" y="45"/>
                    <a:pt x="72" y="45"/>
                  </a:cubicBezTo>
                  <a:cubicBezTo>
                    <a:pt x="63" y="36"/>
                    <a:pt x="63" y="36"/>
                    <a:pt x="63" y="36"/>
                  </a:cubicBezTo>
                  <a:cubicBezTo>
                    <a:pt x="62" y="35"/>
                    <a:pt x="60" y="35"/>
                    <a:pt x="59" y="36"/>
                  </a:cubicBezTo>
                  <a:cubicBezTo>
                    <a:pt x="58" y="37"/>
                    <a:pt x="58" y="39"/>
                    <a:pt x="59" y="40"/>
                  </a:cubicBezTo>
                  <a:cubicBezTo>
                    <a:pt x="68" y="49"/>
                    <a:pt x="68" y="49"/>
                    <a:pt x="68" y="49"/>
                  </a:cubicBezTo>
                  <a:cubicBezTo>
                    <a:pt x="61" y="57"/>
                    <a:pt x="61" y="57"/>
                    <a:pt x="61" y="57"/>
                  </a:cubicBezTo>
                  <a:cubicBezTo>
                    <a:pt x="29" y="25"/>
                    <a:pt x="29" y="25"/>
                    <a:pt x="29" y="25"/>
                  </a:cubicBezTo>
                  <a:cubicBezTo>
                    <a:pt x="29" y="10"/>
                    <a:pt x="29" y="10"/>
                    <a:pt x="29" y="10"/>
                  </a:cubicBezTo>
                  <a:cubicBezTo>
                    <a:pt x="44" y="25"/>
                    <a:pt x="44" y="25"/>
                    <a:pt x="44" y="25"/>
                  </a:cubicBezTo>
                  <a:cubicBezTo>
                    <a:pt x="45" y="27"/>
                    <a:pt x="47" y="27"/>
                    <a:pt x="48" y="25"/>
                  </a:cubicBezTo>
                  <a:cubicBezTo>
                    <a:pt x="49" y="24"/>
                    <a:pt x="49" y="23"/>
                    <a:pt x="48" y="21"/>
                  </a:cubicBezTo>
                  <a:cubicBezTo>
                    <a:pt x="28" y="1"/>
                    <a:pt x="28" y="1"/>
                    <a:pt x="28" y="1"/>
                  </a:cubicBezTo>
                  <a:cubicBezTo>
                    <a:pt x="27" y="1"/>
                    <a:pt x="27" y="0"/>
                    <a:pt x="26" y="0"/>
                  </a:cubicBezTo>
                  <a:cubicBezTo>
                    <a:pt x="3" y="0"/>
                    <a:pt x="3" y="0"/>
                    <a:pt x="3" y="0"/>
                  </a:cubicBezTo>
                  <a:cubicBezTo>
                    <a:pt x="2" y="0"/>
                    <a:pt x="0" y="2"/>
                    <a:pt x="0" y="3"/>
                  </a:cubicBezTo>
                  <a:cubicBezTo>
                    <a:pt x="0" y="26"/>
                    <a:pt x="0" y="26"/>
                    <a:pt x="0" y="26"/>
                  </a:cubicBezTo>
                  <a:cubicBezTo>
                    <a:pt x="0" y="27"/>
                    <a:pt x="1" y="27"/>
                    <a:pt x="1" y="28"/>
                  </a:cubicBezTo>
                  <a:cubicBezTo>
                    <a:pt x="46" y="72"/>
                    <a:pt x="46" y="72"/>
                    <a:pt x="46" y="72"/>
                  </a:cubicBezTo>
                  <a:cubicBezTo>
                    <a:pt x="37" y="80"/>
                    <a:pt x="37" y="80"/>
                    <a:pt x="37" y="80"/>
                  </a:cubicBezTo>
                  <a:cubicBezTo>
                    <a:pt x="36" y="80"/>
                    <a:pt x="35" y="80"/>
                    <a:pt x="34" y="80"/>
                  </a:cubicBezTo>
                  <a:cubicBezTo>
                    <a:pt x="31" y="80"/>
                    <a:pt x="29" y="81"/>
                    <a:pt x="27" y="82"/>
                  </a:cubicBezTo>
                  <a:cubicBezTo>
                    <a:pt x="25" y="84"/>
                    <a:pt x="24" y="87"/>
                    <a:pt x="24" y="89"/>
                  </a:cubicBezTo>
                  <a:cubicBezTo>
                    <a:pt x="24" y="92"/>
                    <a:pt x="25" y="95"/>
                    <a:pt x="27" y="96"/>
                  </a:cubicBezTo>
                  <a:cubicBezTo>
                    <a:pt x="30" y="99"/>
                    <a:pt x="30" y="99"/>
                    <a:pt x="30" y="99"/>
                  </a:cubicBezTo>
                  <a:cubicBezTo>
                    <a:pt x="12" y="116"/>
                    <a:pt x="12" y="116"/>
                    <a:pt x="12" y="116"/>
                  </a:cubicBezTo>
                  <a:cubicBezTo>
                    <a:pt x="11" y="116"/>
                    <a:pt x="10" y="116"/>
                    <a:pt x="9" y="116"/>
                  </a:cubicBezTo>
                  <a:cubicBezTo>
                    <a:pt x="7" y="116"/>
                    <a:pt x="5" y="117"/>
                    <a:pt x="3" y="118"/>
                  </a:cubicBezTo>
                  <a:cubicBezTo>
                    <a:pt x="0" y="122"/>
                    <a:pt x="0" y="127"/>
                    <a:pt x="3" y="130"/>
                  </a:cubicBezTo>
                  <a:cubicBezTo>
                    <a:pt x="14" y="141"/>
                    <a:pt x="14" y="141"/>
                    <a:pt x="14" y="141"/>
                  </a:cubicBezTo>
                  <a:cubicBezTo>
                    <a:pt x="15" y="143"/>
                    <a:pt x="17" y="144"/>
                    <a:pt x="19" y="144"/>
                  </a:cubicBezTo>
                  <a:cubicBezTo>
                    <a:pt x="22" y="144"/>
                    <a:pt x="24" y="143"/>
                    <a:pt x="26" y="141"/>
                  </a:cubicBezTo>
                  <a:cubicBezTo>
                    <a:pt x="28" y="139"/>
                    <a:pt x="29" y="135"/>
                    <a:pt x="28" y="132"/>
                  </a:cubicBezTo>
                  <a:cubicBezTo>
                    <a:pt x="45" y="115"/>
                    <a:pt x="45" y="115"/>
                    <a:pt x="45" y="115"/>
                  </a:cubicBezTo>
                  <a:cubicBezTo>
                    <a:pt x="48" y="117"/>
                    <a:pt x="48" y="117"/>
                    <a:pt x="48" y="117"/>
                  </a:cubicBezTo>
                  <a:cubicBezTo>
                    <a:pt x="50" y="119"/>
                    <a:pt x="52" y="120"/>
                    <a:pt x="55" y="120"/>
                  </a:cubicBezTo>
                  <a:cubicBezTo>
                    <a:pt x="57" y="120"/>
                    <a:pt x="60" y="119"/>
                    <a:pt x="62" y="117"/>
                  </a:cubicBezTo>
                  <a:cubicBezTo>
                    <a:pt x="65" y="114"/>
                    <a:pt x="65" y="110"/>
                    <a:pt x="64" y="107"/>
                  </a:cubicBezTo>
                  <a:cubicBezTo>
                    <a:pt x="72" y="99"/>
                    <a:pt x="72" y="99"/>
                    <a:pt x="72" y="99"/>
                  </a:cubicBezTo>
                  <a:cubicBezTo>
                    <a:pt x="80" y="107"/>
                    <a:pt x="80" y="107"/>
                    <a:pt x="80" y="107"/>
                  </a:cubicBezTo>
                  <a:cubicBezTo>
                    <a:pt x="79" y="110"/>
                    <a:pt x="80" y="114"/>
                    <a:pt x="83" y="117"/>
                  </a:cubicBezTo>
                  <a:cubicBezTo>
                    <a:pt x="85" y="119"/>
                    <a:pt x="87" y="120"/>
                    <a:pt x="90" y="120"/>
                  </a:cubicBezTo>
                  <a:cubicBezTo>
                    <a:pt x="92" y="120"/>
                    <a:pt x="95" y="119"/>
                    <a:pt x="97" y="117"/>
                  </a:cubicBezTo>
                  <a:cubicBezTo>
                    <a:pt x="99" y="115"/>
                    <a:pt x="99" y="115"/>
                    <a:pt x="99" y="115"/>
                  </a:cubicBezTo>
                  <a:cubicBezTo>
                    <a:pt x="117" y="132"/>
                    <a:pt x="117" y="132"/>
                    <a:pt x="117" y="132"/>
                  </a:cubicBezTo>
                  <a:cubicBezTo>
                    <a:pt x="115" y="135"/>
                    <a:pt x="116" y="139"/>
                    <a:pt x="119" y="141"/>
                  </a:cubicBezTo>
                  <a:cubicBezTo>
                    <a:pt x="120" y="143"/>
                    <a:pt x="123" y="144"/>
                    <a:pt x="125" y="144"/>
                  </a:cubicBezTo>
                  <a:cubicBezTo>
                    <a:pt x="127" y="144"/>
                    <a:pt x="129" y="143"/>
                    <a:pt x="130" y="141"/>
                  </a:cubicBezTo>
                  <a:cubicBezTo>
                    <a:pt x="141" y="130"/>
                    <a:pt x="141" y="130"/>
                    <a:pt x="141" y="130"/>
                  </a:cubicBezTo>
                  <a:cubicBezTo>
                    <a:pt x="145" y="127"/>
                    <a:pt x="145" y="121"/>
                    <a:pt x="140" y="117"/>
                  </a:cubicBezTo>
                  <a:cubicBezTo>
                    <a:pt x="139" y="117"/>
                    <a:pt x="138" y="116"/>
                    <a:pt x="137" y="116"/>
                  </a:cubicBezTo>
                  <a:cubicBezTo>
                    <a:pt x="135" y="116"/>
                    <a:pt x="134" y="116"/>
                    <a:pt x="132" y="116"/>
                  </a:cubicBezTo>
                  <a:cubicBezTo>
                    <a:pt x="115" y="99"/>
                    <a:pt x="115" y="99"/>
                    <a:pt x="115" y="99"/>
                  </a:cubicBezTo>
                  <a:cubicBezTo>
                    <a:pt x="117" y="96"/>
                    <a:pt x="117" y="96"/>
                    <a:pt x="117" y="96"/>
                  </a:cubicBezTo>
                  <a:cubicBezTo>
                    <a:pt x="119" y="95"/>
                    <a:pt x="120" y="92"/>
                    <a:pt x="120" y="89"/>
                  </a:cubicBezTo>
                  <a:cubicBezTo>
                    <a:pt x="120" y="87"/>
                    <a:pt x="119" y="84"/>
                    <a:pt x="117" y="82"/>
                  </a:cubicBezTo>
                  <a:cubicBezTo>
                    <a:pt x="115" y="81"/>
                    <a:pt x="113" y="80"/>
                    <a:pt x="110" y="80"/>
                  </a:cubicBezTo>
                  <a:cubicBezTo>
                    <a:pt x="109" y="80"/>
                    <a:pt x="108" y="80"/>
                    <a:pt x="107" y="80"/>
                  </a:cubicBezTo>
                  <a:cubicBezTo>
                    <a:pt x="99" y="72"/>
                    <a:pt x="99" y="72"/>
                    <a:pt x="99" y="72"/>
                  </a:cubicBezTo>
                  <a:lnTo>
                    <a:pt x="143" y="28"/>
                  </a:lnTo>
                  <a:close/>
                  <a:moveTo>
                    <a:pt x="61" y="102"/>
                  </a:moveTo>
                  <a:cubicBezTo>
                    <a:pt x="53" y="95"/>
                    <a:pt x="53" y="95"/>
                    <a:pt x="53" y="95"/>
                  </a:cubicBezTo>
                  <a:cubicBezTo>
                    <a:pt x="106" y="42"/>
                    <a:pt x="106" y="42"/>
                    <a:pt x="106" y="42"/>
                  </a:cubicBezTo>
                  <a:cubicBezTo>
                    <a:pt x="107" y="42"/>
                    <a:pt x="107" y="40"/>
                    <a:pt x="106" y="39"/>
                  </a:cubicBezTo>
                  <a:cubicBezTo>
                    <a:pt x="105" y="37"/>
                    <a:pt x="103" y="37"/>
                    <a:pt x="102" y="38"/>
                  </a:cubicBezTo>
                  <a:cubicBezTo>
                    <a:pt x="49" y="91"/>
                    <a:pt x="49" y="91"/>
                    <a:pt x="49" y="91"/>
                  </a:cubicBezTo>
                  <a:cubicBezTo>
                    <a:pt x="42" y="83"/>
                    <a:pt x="42" y="83"/>
                    <a:pt x="42" y="83"/>
                  </a:cubicBezTo>
                  <a:cubicBezTo>
                    <a:pt x="116" y="10"/>
                    <a:pt x="116" y="10"/>
                    <a:pt x="116" y="10"/>
                  </a:cubicBezTo>
                  <a:cubicBezTo>
                    <a:pt x="116" y="26"/>
                    <a:pt x="116" y="26"/>
                    <a:pt x="116" y="26"/>
                  </a:cubicBezTo>
                  <a:cubicBezTo>
                    <a:pt x="116" y="27"/>
                    <a:pt x="117" y="29"/>
                    <a:pt x="118" y="29"/>
                  </a:cubicBezTo>
                  <a:cubicBezTo>
                    <a:pt x="134" y="29"/>
                    <a:pt x="134" y="29"/>
                    <a:pt x="134" y="29"/>
                  </a:cubicBezTo>
                  <a:lnTo>
                    <a:pt x="61" y="102"/>
                  </a:lnTo>
                  <a:close/>
                  <a:moveTo>
                    <a:pt x="138" y="23"/>
                  </a:moveTo>
                  <a:cubicBezTo>
                    <a:pt x="121" y="23"/>
                    <a:pt x="121" y="23"/>
                    <a:pt x="121" y="23"/>
                  </a:cubicBezTo>
                  <a:cubicBezTo>
                    <a:pt x="121" y="6"/>
                    <a:pt x="121" y="6"/>
                    <a:pt x="121" y="6"/>
                  </a:cubicBezTo>
                  <a:cubicBezTo>
                    <a:pt x="138" y="6"/>
                    <a:pt x="138" y="6"/>
                    <a:pt x="138" y="6"/>
                  </a:cubicBezTo>
                  <a:lnTo>
                    <a:pt x="138" y="23"/>
                  </a:lnTo>
                  <a:close/>
                  <a:moveTo>
                    <a:pt x="23" y="6"/>
                  </a:moveTo>
                  <a:cubicBezTo>
                    <a:pt x="23" y="23"/>
                    <a:pt x="23" y="23"/>
                    <a:pt x="23" y="23"/>
                  </a:cubicBezTo>
                  <a:cubicBezTo>
                    <a:pt x="6" y="23"/>
                    <a:pt x="6" y="23"/>
                    <a:pt x="6" y="23"/>
                  </a:cubicBezTo>
                  <a:cubicBezTo>
                    <a:pt x="6" y="6"/>
                    <a:pt x="6" y="6"/>
                    <a:pt x="6" y="6"/>
                  </a:cubicBezTo>
                  <a:lnTo>
                    <a:pt x="23" y="6"/>
                  </a:lnTo>
                  <a:close/>
                  <a:moveTo>
                    <a:pt x="10" y="29"/>
                  </a:moveTo>
                  <a:cubicBezTo>
                    <a:pt x="25" y="29"/>
                    <a:pt x="25" y="29"/>
                    <a:pt x="25" y="29"/>
                  </a:cubicBezTo>
                  <a:cubicBezTo>
                    <a:pt x="57" y="61"/>
                    <a:pt x="57" y="61"/>
                    <a:pt x="57" y="61"/>
                  </a:cubicBezTo>
                  <a:cubicBezTo>
                    <a:pt x="49" y="68"/>
                    <a:pt x="49" y="68"/>
                    <a:pt x="49" y="68"/>
                  </a:cubicBezTo>
                  <a:lnTo>
                    <a:pt x="10" y="29"/>
                  </a:lnTo>
                  <a:close/>
                  <a:moveTo>
                    <a:pt x="22" y="137"/>
                  </a:moveTo>
                  <a:cubicBezTo>
                    <a:pt x="21" y="138"/>
                    <a:pt x="21" y="138"/>
                    <a:pt x="20" y="138"/>
                  </a:cubicBezTo>
                  <a:cubicBezTo>
                    <a:pt x="19" y="138"/>
                    <a:pt x="19" y="138"/>
                    <a:pt x="18" y="137"/>
                  </a:cubicBezTo>
                  <a:cubicBezTo>
                    <a:pt x="7" y="126"/>
                    <a:pt x="7" y="126"/>
                    <a:pt x="7" y="126"/>
                  </a:cubicBezTo>
                  <a:cubicBezTo>
                    <a:pt x="6" y="125"/>
                    <a:pt x="6" y="123"/>
                    <a:pt x="7" y="122"/>
                  </a:cubicBezTo>
                  <a:cubicBezTo>
                    <a:pt x="7" y="122"/>
                    <a:pt x="8" y="121"/>
                    <a:pt x="9" y="121"/>
                  </a:cubicBezTo>
                  <a:cubicBezTo>
                    <a:pt x="10" y="121"/>
                    <a:pt x="10" y="122"/>
                    <a:pt x="11" y="122"/>
                  </a:cubicBezTo>
                  <a:cubicBezTo>
                    <a:pt x="22" y="133"/>
                    <a:pt x="22" y="133"/>
                    <a:pt x="22" y="133"/>
                  </a:cubicBezTo>
                  <a:cubicBezTo>
                    <a:pt x="23" y="134"/>
                    <a:pt x="23" y="136"/>
                    <a:pt x="22" y="137"/>
                  </a:cubicBezTo>
                  <a:close/>
                  <a:moveTo>
                    <a:pt x="24" y="128"/>
                  </a:moveTo>
                  <a:cubicBezTo>
                    <a:pt x="16" y="120"/>
                    <a:pt x="16" y="120"/>
                    <a:pt x="16" y="120"/>
                  </a:cubicBezTo>
                  <a:cubicBezTo>
                    <a:pt x="34" y="103"/>
                    <a:pt x="34" y="103"/>
                    <a:pt x="34" y="103"/>
                  </a:cubicBezTo>
                  <a:cubicBezTo>
                    <a:pt x="41" y="111"/>
                    <a:pt x="41" y="111"/>
                    <a:pt x="41" y="111"/>
                  </a:cubicBezTo>
                  <a:lnTo>
                    <a:pt x="24" y="128"/>
                  </a:lnTo>
                  <a:close/>
                  <a:moveTo>
                    <a:pt x="58" y="113"/>
                  </a:moveTo>
                  <a:cubicBezTo>
                    <a:pt x="56" y="115"/>
                    <a:pt x="53" y="115"/>
                    <a:pt x="52" y="113"/>
                  </a:cubicBezTo>
                  <a:cubicBezTo>
                    <a:pt x="31" y="92"/>
                    <a:pt x="31" y="92"/>
                    <a:pt x="31" y="92"/>
                  </a:cubicBezTo>
                  <a:cubicBezTo>
                    <a:pt x="30" y="92"/>
                    <a:pt x="30" y="91"/>
                    <a:pt x="30" y="89"/>
                  </a:cubicBezTo>
                  <a:cubicBezTo>
                    <a:pt x="30" y="88"/>
                    <a:pt x="30" y="87"/>
                    <a:pt x="31" y="86"/>
                  </a:cubicBezTo>
                  <a:cubicBezTo>
                    <a:pt x="32" y="86"/>
                    <a:pt x="33" y="85"/>
                    <a:pt x="34" y="85"/>
                  </a:cubicBezTo>
                  <a:cubicBezTo>
                    <a:pt x="35" y="85"/>
                    <a:pt x="36" y="86"/>
                    <a:pt x="37" y="86"/>
                  </a:cubicBezTo>
                  <a:cubicBezTo>
                    <a:pt x="58" y="107"/>
                    <a:pt x="58" y="107"/>
                    <a:pt x="58" y="107"/>
                  </a:cubicBezTo>
                  <a:cubicBezTo>
                    <a:pt x="59" y="109"/>
                    <a:pt x="59" y="112"/>
                    <a:pt x="58" y="113"/>
                  </a:cubicBezTo>
                  <a:close/>
                  <a:moveTo>
                    <a:pt x="84" y="87"/>
                  </a:moveTo>
                  <a:cubicBezTo>
                    <a:pt x="91" y="95"/>
                    <a:pt x="91" y="95"/>
                    <a:pt x="91" y="95"/>
                  </a:cubicBezTo>
                  <a:cubicBezTo>
                    <a:pt x="84" y="102"/>
                    <a:pt x="84" y="102"/>
                    <a:pt x="84" y="102"/>
                  </a:cubicBezTo>
                  <a:cubicBezTo>
                    <a:pt x="76" y="95"/>
                    <a:pt x="76" y="95"/>
                    <a:pt x="76" y="95"/>
                  </a:cubicBezTo>
                  <a:lnTo>
                    <a:pt x="84" y="87"/>
                  </a:lnTo>
                  <a:close/>
                  <a:moveTo>
                    <a:pt x="137" y="122"/>
                  </a:moveTo>
                  <a:cubicBezTo>
                    <a:pt x="139" y="123"/>
                    <a:pt x="139" y="125"/>
                    <a:pt x="137" y="126"/>
                  </a:cubicBezTo>
                  <a:cubicBezTo>
                    <a:pt x="126" y="137"/>
                    <a:pt x="126" y="137"/>
                    <a:pt x="126" y="137"/>
                  </a:cubicBezTo>
                  <a:cubicBezTo>
                    <a:pt x="126" y="138"/>
                    <a:pt x="125" y="138"/>
                    <a:pt x="124" y="138"/>
                  </a:cubicBezTo>
                  <a:cubicBezTo>
                    <a:pt x="124" y="138"/>
                    <a:pt x="123" y="138"/>
                    <a:pt x="122" y="137"/>
                  </a:cubicBezTo>
                  <a:cubicBezTo>
                    <a:pt x="121" y="136"/>
                    <a:pt x="121" y="134"/>
                    <a:pt x="122" y="133"/>
                  </a:cubicBezTo>
                  <a:cubicBezTo>
                    <a:pt x="134" y="122"/>
                    <a:pt x="134" y="122"/>
                    <a:pt x="134" y="122"/>
                  </a:cubicBezTo>
                  <a:cubicBezTo>
                    <a:pt x="134" y="122"/>
                    <a:pt x="135" y="121"/>
                    <a:pt x="136" y="121"/>
                  </a:cubicBezTo>
                  <a:cubicBezTo>
                    <a:pt x="136" y="121"/>
                    <a:pt x="137" y="122"/>
                    <a:pt x="137" y="122"/>
                  </a:cubicBezTo>
                  <a:close/>
                  <a:moveTo>
                    <a:pt x="128" y="120"/>
                  </a:moveTo>
                  <a:cubicBezTo>
                    <a:pt x="120" y="128"/>
                    <a:pt x="120" y="128"/>
                    <a:pt x="120" y="128"/>
                  </a:cubicBezTo>
                  <a:cubicBezTo>
                    <a:pt x="103" y="111"/>
                    <a:pt x="103" y="111"/>
                    <a:pt x="103" y="111"/>
                  </a:cubicBezTo>
                  <a:cubicBezTo>
                    <a:pt x="111" y="103"/>
                    <a:pt x="111" y="103"/>
                    <a:pt x="111" y="103"/>
                  </a:cubicBezTo>
                  <a:lnTo>
                    <a:pt x="128" y="120"/>
                  </a:lnTo>
                  <a:close/>
                  <a:moveTo>
                    <a:pt x="113" y="86"/>
                  </a:moveTo>
                  <a:cubicBezTo>
                    <a:pt x="114" y="87"/>
                    <a:pt x="115" y="88"/>
                    <a:pt x="115" y="89"/>
                  </a:cubicBezTo>
                  <a:cubicBezTo>
                    <a:pt x="115" y="91"/>
                    <a:pt x="114" y="92"/>
                    <a:pt x="113" y="92"/>
                  </a:cubicBezTo>
                  <a:cubicBezTo>
                    <a:pt x="93" y="113"/>
                    <a:pt x="93" y="113"/>
                    <a:pt x="93" y="113"/>
                  </a:cubicBezTo>
                  <a:cubicBezTo>
                    <a:pt x="91" y="115"/>
                    <a:pt x="88" y="115"/>
                    <a:pt x="87" y="113"/>
                  </a:cubicBezTo>
                  <a:cubicBezTo>
                    <a:pt x="85" y="112"/>
                    <a:pt x="85" y="109"/>
                    <a:pt x="87" y="107"/>
                  </a:cubicBezTo>
                  <a:cubicBezTo>
                    <a:pt x="107" y="86"/>
                    <a:pt x="107" y="86"/>
                    <a:pt x="107" y="86"/>
                  </a:cubicBezTo>
                  <a:cubicBezTo>
                    <a:pt x="108" y="86"/>
                    <a:pt x="109" y="85"/>
                    <a:pt x="110" y="85"/>
                  </a:cubicBezTo>
                  <a:cubicBezTo>
                    <a:pt x="112" y="85"/>
                    <a:pt x="113" y="86"/>
                    <a:pt x="113" y="86"/>
                  </a:cubicBezTo>
                  <a:close/>
                  <a:moveTo>
                    <a:pt x="102" y="84"/>
                  </a:moveTo>
                  <a:cubicBezTo>
                    <a:pt x="95" y="91"/>
                    <a:pt x="95" y="91"/>
                    <a:pt x="95" y="91"/>
                  </a:cubicBezTo>
                  <a:cubicBezTo>
                    <a:pt x="88" y="83"/>
                    <a:pt x="88" y="83"/>
                    <a:pt x="88" y="83"/>
                  </a:cubicBezTo>
                  <a:cubicBezTo>
                    <a:pt x="95" y="76"/>
                    <a:pt x="95" y="76"/>
                    <a:pt x="95" y="76"/>
                  </a:cubicBezTo>
                  <a:lnTo>
                    <a:pt x="102" y="84"/>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0" name="Google Shape;730;p48"/>
            <p:cNvSpPr/>
            <p:nvPr/>
          </p:nvSpPr>
          <p:spPr>
            <a:xfrm>
              <a:off x="1010270" y="3273519"/>
              <a:ext cx="15443" cy="13237"/>
            </a:xfrm>
            <a:custGeom>
              <a:avLst/>
              <a:gdLst/>
              <a:ahLst/>
              <a:cxnLst/>
              <a:rect l="l" t="t" r="r" b="b"/>
              <a:pathLst>
                <a:path w="6" h="5" extrusionOk="0">
                  <a:moveTo>
                    <a:pt x="3" y="0"/>
                  </a:moveTo>
                  <a:cubicBezTo>
                    <a:pt x="2" y="0"/>
                    <a:pt x="1" y="0"/>
                    <a:pt x="1" y="0"/>
                  </a:cubicBezTo>
                  <a:cubicBezTo>
                    <a:pt x="0" y="1"/>
                    <a:pt x="0" y="2"/>
                    <a:pt x="0" y="2"/>
                  </a:cubicBezTo>
                  <a:cubicBezTo>
                    <a:pt x="0" y="3"/>
                    <a:pt x="0" y="4"/>
                    <a:pt x="1" y="4"/>
                  </a:cubicBezTo>
                  <a:cubicBezTo>
                    <a:pt x="1" y="5"/>
                    <a:pt x="2" y="5"/>
                    <a:pt x="3" y="5"/>
                  </a:cubicBezTo>
                  <a:cubicBezTo>
                    <a:pt x="4" y="5"/>
                    <a:pt x="4" y="5"/>
                    <a:pt x="5" y="4"/>
                  </a:cubicBezTo>
                  <a:cubicBezTo>
                    <a:pt x="5" y="4"/>
                    <a:pt x="6" y="3"/>
                    <a:pt x="6" y="2"/>
                  </a:cubicBezTo>
                  <a:cubicBezTo>
                    <a:pt x="6" y="2"/>
                    <a:pt x="5" y="1"/>
                    <a:pt x="5" y="0"/>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1" name="Google Shape;731;p48"/>
            <p:cNvSpPr/>
            <p:nvPr/>
          </p:nvSpPr>
          <p:spPr>
            <a:xfrm>
              <a:off x="860250" y="3265797"/>
              <a:ext cx="16547" cy="16547"/>
            </a:xfrm>
            <a:custGeom>
              <a:avLst/>
              <a:gdLst/>
              <a:ahLst/>
              <a:cxnLst/>
              <a:rect l="l" t="t" r="r" b="b"/>
              <a:pathLst>
                <a:path w="6" h="6" extrusionOk="0">
                  <a:moveTo>
                    <a:pt x="3" y="6"/>
                  </a:moveTo>
                  <a:cubicBezTo>
                    <a:pt x="4" y="6"/>
                    <a:pt x="4" y="5"/>
                    <a:pt x="5" y="5"/>
                  </a:cubicBezTo>
                  <a:cubicBezTo>
                    <a:pt x="5" y="4"/>
                    <a:pt x="6" y="4"/>
                    <a:pt x="6" y="3"/>
                  </a:cubicBezTo>
                  <a:cubicBezTo>
                    <a:pt x="6" y="2"/>
                    <a:pt x="5" y="1"/>
                    <a:pt x="5" y="1"/>
                  </a:cubicBezTo>
                  <a:cubicBezTo>
                    <a:pt x="4" y="0"/>
                    <a:pt x="4"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32" name="Google Shape;732;p48"/>
          <p:cNvGrpSpPr/>
          <p:nvPr/>
        </p:nvGrpSpPr>
        <p:grpSpPr>
          <a:xfrm>
            <a:off x="8049105" y="3181962"/>
            <a:ext cx="368433" cy="378361"/>
            <a:chOff x="8062342" y="3181962"/>
            <a:chExt cx="368433" cy="378361"/>
          </a:xfrm>
        </p:grpSpPr>
        <p:sp>
          <p:nvSpPr>
            <p:cNvPr id="733" name="Google Shape;733;p48"/>
            <p:cNvSpPr/>
            <p:nvPr/>
          </p:nvSpPr>
          <p:spPr>
            <a:xfrm>
              <a:off x="8325982" y="3307715"/>
              <a:ext cx="16547" cy="18753"/>
            </a:xfrm>
            <a:custGeom>
              <a:avLst/>
              <a:gdLst/>
              <a:ahLst/>
              <a:cxnLst/>
              <a:rect l="l" t="t" r="r" b="b"/>
              <a:pathLst>
                <a:path w="6" h="7" extrusionOk="0">
                  <a:moveTo>
                    <a:pt x="1" y="6"/>
                  </a:moveTo>
                  <a:cubicBezTo>
                    <a:pt x="1" y="6"/>
                    <a:pt x="2" y="7"/>
                    <a:pt x="3" y="7"/>
                  </a:cubicBezTo>
                  <a:cubicBezTo>
                    <a:pt x="4" y="7"/>
                    <a:pt x="5" y="6"/>
                    <a:pt x="5" y="6"/>
                  </a:cubicBezTo>
                  <a:cubicBezTo>
                    <a:pt x="6" y="5"/>
                    <a:pt x="6" y="3"/>
                    <a:pt x="5" y="2"/>
                  </a:cubicBezTo>
                  <a:cubicBezTo>
                    <a:pt x="5" y="1"/>
                    <a:pt x="5" y="1"/>
                    <a:pt x="5" y="1"/>
                  </a:cubicBezTo>
                  <a:cubicBezTo>
                    <a:pt x="4" y="0"/>
                    <a:pt x="2" y="0"/>
                    <a:pt x="1" y="1"/>
                  </a:cubicBezTo>
                  <a:cubicBezTo>
                    <a:pt x="0" y="3"/>
                    <a:pt x="0" y="4"/>
                    <a:pt x="1"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4" name="Google Shape;734;p48"/>
            <p:cNvSpPr/>
            <p:nvPr/>
          </p:nvSpPr>
          <p:spPr>
            <a:xfrm>
              <a:off x="8100951" y="3181962"/>
              <a:ext cx="291216" cy="378361"/>
            </a:xfrm>
            <a:custGeom>
              <a:avLst/>
              <a:gdLst/>
              <a:ahLst/>
              <a:cxnLst/>
              <a:rect l="l" t="t" r="r" b="b"/>
              <a:pathLst>
                <a:path w="111" h="144" extrusionOk="0">
                  <a:moveTo>
                    <a:pt x="94" y="57"/>
                  </a:moveTo>
                  <a:cubicBezTo>
                    <a:pt x="92" y="58"/>
                    <a:pt x="92" y="60"/>
                    <a:pt x="93" y="61"/>
                  </a:cubicBezTo>
                  <a:cubicBezTo>
                    <a:pt x="104" y="78"/>
                    <a:pt x="103" y="95"/>
                    <a:pt x="101" y="102"/>
                  </a:cubicBezTo>
                  <a:cubicBezTo>
                    <a:pt x="98" y="111"/>
                    <a:pt x="90" y="123"/>
                    <a:pt x="78" y="131"/>
                  </a:cubicBezTo>
                  <a:cubicBezTo>
                    <a:pt x="80" y="127"/>
                    <a:pt x="82" y="123"/>
                    <a:pt x="82" y="118"/>
                  </a:cubicBezTo>
                  <a:cubicBezTo>
                    <a:pt x="82" y="108"/>
                    <a:pt x="75" y="100"/>
                    <a:pt x="68" y="94"/>
                  </a:cubicBezTo>
                  <a:cubicBezTo>
                    <a:pt x="64" y="89"/>
                    <a:pt x="60" y="85"/>
                    <a:pt x="59" y="80"/>
                  </a:cubicBezTo>
                  <a:cubicBezTo>
                    <a:pt x="59" y="79"/>
                    <a:pt x="58" y="78"/>
                    <a:pt x="57" y="77"/>
                  </a:cubicBezTo>
                  <a:cubicBezTo>
                    <a:pt x="56" y="77"/>
                    <a:pt x="55" y="77"/>
                    <a:pt x="54" y="78"/>
                  </a:cubicBezTo>
                  <a:cubicBezTo>
                    <a:pt x="36" y="97"/>
                    <a:pt x="31" y="105"/>
                    <a:pt x="31" y="118"/>
                  </a:cubicBezTo>
                  <a:cubicBezTo>
                    <a:pt x="31" y="124"/>
                    <a:pt x="33" y="129"/>
                    <a:pt x="36" y="134"/>
                  </a:cubicBezTo>
                  <a:cubicBezTo>
                    <a:pt x="23" y="128"/>
                    <a:pt x="12" y="116"/>
                    <a:pt x="8" y="97"/>
                  </a:cubicBezTo>
                  <a:cubicBezTo>
                    <a:pt x="4" y="77"/>
                    <a:pt x="12" y="66"/>
                    <a:pt x="19" y="57"/>
                  </a:cubicBezTo>
                  <a:cubicBezTo>
                    <a:pt x="20" y="56"/>
                    <a:pt x="21" y="55"/>
                    <a:pt x="21" y="53"/>
                  </a:cubicBezTo>
                  <a:cubicBezTo>
                    <a:pt x="25" y="65"/>
                    <a:pt x="31" y="73"/>
                    <a:pt x="38" y="76"/>
                  </a:cubicBezTo>
                  <a:cubicBezTo>
                    <a:pt x="41" y="77"/>
                    <a:pt x="44" y="76"/>
                    <a:pt x="46" y="74"/>
                  </a:cubicBezTo>
                  <a:cubicBezTo>
                    <a:pt x="53" y="69"/>
                    <a:pt x="52" y="63"/>
                    <a:pt x="50" y="57"/>
                  </a:cubicBezTo>
                  <a:cubicBezTo>
                    <a:pt x="49" y="50"/>
                    <a:pt x="47" y="42"/>
                    <a:pt x="51" y="31"/>
                  </a:cubicBezTo>
                  <a:cubicBezTo>
                    <a:pt x="55" y="20"/>
                    <a:pt x="61" y="14"/>
                    <a:pt x="66" y="11"/>
                  </a:cubicBezTo>
                  <a:cubicBezTo>
                    <a:pt x="67" y="9"/>
                    <a:pt x="69" y="9"/>
                    <a:pt x="70" y="8"/>
                  </a:cubicBezTo>
                  <a:cubicBezTo>
                    <a:pt x="70" y="16"/>
                    <a:pt x="71" y="31"/>
                    <a:pt x="80" y="45"/>
                  </a:cubicBezTo>
                  <a:cubicBezTo>
                    <a:pt x="81" y="47"/>
                    <a:pt x="83" y="47"/>
                    <a:pt x="84" y="46"/>
                  </a:cubicBezTo>
                  <a:cubicBezTo>
                    <a:pt x="86" y="45"/>
                    <a:pt x="86" y="43"/>
                    <a:pt x="85" y="42"/>
                  </a:cubicBezTo>
                  <a:cubicBezTo>
                    <a:pt x="74" y="25"/>
                    <a:pt x="76" y="4"/>
                    <a:pt x="76" y="4"/>
                  </a:cubicBezTo>
                  <a:cubicBezTo>
                    <a:pt x="77" y="3"/>
                    <a:pt x="76" y="2"/>
                    <a:pt x="76" y="1"/>
                  </a:cubicBezTo>
                  <a:cubicBezTo>
                    <a:pt x="75" y="1"/>
                    <a:pt x="74" y="0"/>
                    <a:pt x="73" y="1"/>
                  </a:cubicBezTo>
                  <a:cubicBezTo>
                    <a:pt x="72" y="1"/>
                    <a:pt x="55" y="4"/>
                    <a:pt x="45" y="29"/>
                  </a:cubicBezTo>
                  <a:cubicBezTo>
                    <a:pt x="41" y="42"/>
                    <a:pt x="43" y="51"/>
                    <a:pt x="44" y="58"/>
                  </a:cubicBezTo>
                  <a:cubicBezTo>
                    <a:pt x="46" y="64"/>
                    <a:pt x="46" y="67"/>
                    <a:pt x="43" y="70"/>
                  </a:cubicBezTo>
                  <a:cubicBezTo>
                    <a:pt x="42" y="70"/>
                    <a:pt x="41" y="71"/>
                    <a:pt x="40" y="70"/>
                  </a:cubicBezTo>
                  <a:cubicBezTo>
                    <a:pt x="35" y="68"/>
                    <a:pt x="29" y="60"/>
                    <a:pt x="25" y="44"/>
                  </a:cubicBezTo>
                  <a:cubicBezTo>
                    <a:pt x="25" y="43"/>
                    <a:pt x="24" y="42"/>
                    <a:pt x="22" y="42"/>
                  </a:cubicBezTo>
                  <a:cubicBezTo>
                    <a:pt x="22" y="42"/>
                    <a:pt x="22" y="42"/>
                    <a:pt x="22" y="42"/>
                  </a:cubicBezTo>
                  <a:cubicBezTo>
                    <a:pt x="21" y="42"/>
                    <a:pt x="20" y="43"/>
                    <a:pt x="19" y="44"/>
                  </a:cubicBezTo>
                  <a:cubicBezTo>
                    <a:pt x="19" y="47"/>
                    <a:pt x="16" y="50"/>
                    <a:pt x="14" y="54"/>
                  </a:cubicBezTo>
                  <a:cubicBezTo>
                    <a:pt x="10" y="58"/>
                    <a:pt x="6" y="63"/>
                    <a:pt x="4" y="71"/>
                  </a:cubicBezTo>
                  <a:cubicBezTo>
                    <a:pt x="1" y="79"/>
                    <a:pt x="0" y="88"/>
                    <a:pt x="2" y="98"/>
                  </a:cubicBezTo>
                  <a:cubicBezTo>
                    <a:pt x="5" y="112"/>
                    <a:pt x="11" y="123"/>
                    <a:pt x="21" y="132"/>
                  </a:cubicBezTo>
                  <a:cubicBezTo>
                    <a:pt x="31" y="139"/>
                    <a:pt x="43" y="144"/>
                    <a:pt x="55" y="144"/>
                  </a:cubicBezTo>
                  <a:cubicBezTo>
                    <a:pt x="85" y="144"/>
                    <a:pt x="102" y="119"/>
                    <a:pt x="106" y="104"/>
                  </a:cubicBezTo>
                  <a:cubicBezTo>
                    <a:pt x="109" y="96"/>
                    <a:pt x="111" y="76"/>
                    <a:pt x="98" y="58"/>
                  </a:cubicBezTo>
                  <a:cubicBezTo>
                    <a:pt x="97" y="56"/>
                    <a:pt x="95" y="56"/>
                    <a:pt x="94" y="57"/>
                  </a:cubicBezTo>
                  <a:close/>
                  <a:moveTo>
                    <a:pt x="55" y="86"/>
                  </a:moveTo>
                  <a:cubicBezTo>
                    <a:pt x="57" y="90"/>
                    <a:pt x="60" y="94"/>
                    <a:pt x="64" y="98"/>
                  </a:cubicBezTo>
                  <a:cubicBezTo>
                    <a:pt x="70" y="104"/>
                    <a:pt x="75" y="110"/>
                    <a:pt x="75" y="118"/>
                  </a:cubicBezTo>
                  <a:cubicBezTo>
                    <a:pt x="75" y="128"/>
                    <a:pt x="68" y="136"/>
                    <a:pt x="59" y="137"/>
                  </a:cubicBezTo>
                  <a:cubicBezTo>
                    <a:pt x="58" y="137"/>
                    <a:pt x="57" y="137"/>
                    <a:pt x="56" y="137"/>
                  </a:cubicBezTo>
                  <a:cubicBezTo>
                    <a:pt x="45" y="137"/>
                    <a:pt x="37" y="129"/>
                    <a:pt x="37" y="118"/>
                  </a:cubicBezTo>
                  <a:cubicBezTo>
                    <a:pt x="37" y="108"/>
                    <a:pt x="41" y="102"/>
                    <a:pt x="55" y="8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5" name="Google Shape;735;p48"/>
            <p:cNvSpPr/>
            <p:nvPr/>
          </p:nvSpPr>
          <p:spPr>
            <a:xfrm>
              <a:off x="8386651" y="3227190"/>
              <a:ext cx="44124" cy="41918"/>
            </a:xfrm>
            <a:custGeom>
              <a:avLst/>
              <a:gdLst/>
              <a:ahLst/>
              <a:cxnLst/>
              <a:rect l="l" t="t" r="r" b="b"/>
              <a:pathLst>
                <a:path w="17" h="16" extrusionOk="0">
                  <a:moveTo>
                    <a:pt x="16" y="1"/>
                  </a:moveTo>
                  <a:cubicBezTo>
                    <a:pt x="14" y="0"/>
                    <a:pt x="12" y="0"/>
                    <a:pt x="11" y="1"/>
                  </a:cubicBezTo>
                  <a:cubicBezTo>
                    <a:pt x="2" y="11"/>
                    <a:pt x="2" y="11"/>
                    <a:pt x="2" y="11"/>
                  </a:cubicBezTo>
                  <a:cubicBezTo>
                    <a:pt x="0" y="12"/>
                    <a:pt x="0" y="14"/>
                    <a:pt x="2" y="15"/>
                  </a:cubicBezTo>
                  <a:cubicBezTo>
                    <a:pt x="2" y="15"/>
                    <a:pt x="3" y="16"/>
                    <a:pt x="4" y="16"/>
                  </a:cubicBezTo>
                  <a:cubicBezTo>
                    <a:pt x="4" y="16"/>
                    <a:pt x="5" y="15"/>
                    <a:pt x="6" y="15"/>
                  </a:cubicBezTo>
                  <a:cubicBezTo>
                    <a:pt x="16" y="5"/>
                    <a:pt x="16" y="5"/>
                    <a:pt x="16" y="5"/>
                  </a:cubicBezTo>
                  <a:cubicBezTo>
                    <a:pt x="17" y="4"/>
                    <a:pt x="17" y="2"/>
                    <a:pt x="16"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6" name="Google Shape;736;p48"/>
            <p:cNvSpPr/>
            <p:nvPr/>
          </p:nvSpPr>
          <p:spPr>
            <a:xfrm>
              <a:off x="8386651" y="3286757"/>
              <a:ext cx="26474" cy="24268"/>
            </a:xfrm>
            <a:custGeom>
              <a:avLst/>
              <a:gdLst/>
              <a:ahLst/>
              <a:cxnLst/>
              <a:rect l="l" t="t" r="r" b="b"/>
              <a:pathLst>
                <a:path w="10" h="9" extrusionOk="0">
                  <a:moveTo>
                    <a:pt x="6" y="1"/>
                  </a:moveTo>
                  <a:cubicBezTo>
                    <a:pt x="5" y="0"/>
                    <a:pt x="3" y="0"/>
                    <a:pt x="2" y="1"/>
                  </a:cubicBezTo>
                  <a:cubicBezTo>
                    <a:pt x="0" y="2"/>
                    <a:pt x="0" y="4"/>
                    <a:pt x="2" y="5"/>
                  </a:cubicBezTo>
                  <a:cubicBezTo>
                    <a:pt x="5" y="9"/>
                    <a:pt x="5" y="9"/>
                    <a:pt x="5" y="9"/>
                  </a:cubicBezTo>
                  <a:cubicBezTo>
                    <a:pt x="6" y="9"/>
                    <a:pt x="6" y="9"/>
                    <a:pt x="7" y="9"/>
                  </a:cubicBezTo>
                  <a:cubicBezTo>
                    <a:pt x="8" y="9"/>
                    <a:pt x="9" y="9"/>
                    <a:pt x="9" y="9"/>
                  </a:cubicBezTo>
                  <a:cubicBezTo>
                    <a:pt x="10" y="7"/>
                    <a:pt x="10" y="5"/>
                    <a:pt x="9" y="4"/>
                  </a:cubicBezTo>
                  <a:lnTo>
                    <a:pt x="6" y="1"/>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7" name="Google Shape;737;p48"/>
            <p:cNvSpPr/>
            <p:nvPr/>
          </p:nvSpPr>
          <p:spPr>
            <a:xfrm>
              <a:off x="8344734" y="3242633"/>
              <a:ext cx="26474" cy="26474"/>
            </a:xfrm>
            <a:custGeom>
              <a:avLst/>
              <a:gdLst/>
              <a:ahLst/>
              <a:cxnLst/>
              <a:rect l="l" t="t" r="r" b="b"/>
              <a:pathLst>
                <a:path w="10" h="10" extrusionOk="0">
                  <a:moveTo>
                    <a:pt x="4" y="9"/>
                  </a:moveTo>
                  <a:cubicBezTo>
                    <a:pt x="5" y="9"/>
                    <a:pt x="6" y="10"/>
                    <a:pt x="6" y="10"/>
                  </a:cubicBezTo>
                  <a:cubicBezTo>
                    <a:pt x="7" y="10"/>
                    <a:pt x="8" y="9"/>
                    <a:pt x="9" y="9"/>
                  </a:cubicBezTo>
                  <a:cubicBezTo>
                    <a:pt x="10" y="8"/>
                    <a:pt x="10" y="6"/>
                    <a:pt x="9" y="5"/>
                  </a:cubicBezTo>
                  <a:cubicBezTo>
                    <a:pt x="5" y="1"/>
                    <a:pt x="5" y="1"/>
                    <a:pt x="5" y="1"/>
                  </a:cubicBezTo>
                  <a:cubicBezTo>
                    <a:pt x="4" y="0"/>
                    <a:pt x="2" y="0"/>
                    <a:pt x="1" y="1"/>
                  </a:cubicBezTo>
                  <a:cubicBezTo>
                    <a:pt x="0" y="2"/>
                    <a:pt x="0" y="4"/>
                    <a:pt x="1" y="5"/>
                  </a:cubicBezTo>
                  <a:lnTo>
                    <a:pt x="4" y="9"/>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8" name="Google Shape;738;p48"/>
            <p:cNvSpPr/>
            <p:nvPr/>
          </p:nvSpPr>
          <p:spPr>
            <a:xfrm>
              <a:off x="8121909" y="3242633"/>
              <a:ext cx="28680" cy="26474"/>
            </a:xfrm>
            <a:custGeom>
              <a:avLst/>
              <a:gdLst/>
              <a:ahLst/>
              <a:cxnLst/>
              <a:rect l="l" t="t" r="r" b="b"/>
              <a:pathLst>
                <a:path w="11" h="10" extrusionOk="0">
                  <a:moveTo>
                    <a:pt x="4" y="10"/>
                  </a:moveTo>
                  <a:cubicBezTo>
                    <a:pt x="5" y="10"/>
                    <a:pt x="5" y="9"/>
                    <a:pt x="6" y="9"/>
                  </a:cubicBezTo>
                  <a:cubicBezTo>
                    <a:pt x="9" y="5"/>
                    <a:pt x="9" y="5"/>
                    <a:pt x="9" y="5"/>
                  </a:cubicBezTo>
                  <a:cubicBezTo>
                    <a:pt x="11" y="4"/>
                    <a:pt x="11" y="2"/>
                    <a:pt x="9" y="1"/>
                  </a:cubicBezTo>
                  <a:cubicBezTo>
                    <a:pt x="8" y="0"/>
                    <a:pt x="6" y="0"/>
                    <a:pt x="5" y="1"/>
                  </a:cubicBezTo>
                  <a:cubicBezTo>
                    <a:pt x="2" y="4"/>
                    <a:pt x="2" y="4"/>
                    <a:pt x="2" y="4"/>
                  </a:cubicBezTo>
                  <a:cubicBezTo>
                    <a:pt x="0" y="6"/>
                    <a:pt x="0" y="7"/>
                    <a:pt x="2" y="9"/>
                  </a:cubicBezTo>
                  <a:cubicBezTo>
                    <a:pt x="2" y="9"/>
                    <a:pt x="3" y="10"/>
                    <a:pt x="4"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9" name="Google Shape;739;p48"/>
            <p:cNvSpPr/>
            <p:nvPr/>
          </p:nvSpPr>
          <p:spPr>
            <a:xfrm>
              <a:off x="8079991" y="3284550"/>
              <a:ext cx="26474" cy="26474"/>
            </a:xfrm>
            <a:custGeom>
              <a:avLst/>
              <a:gdLst/>
              <a:ahLst/>
              <a:cxnLst/>
              <a:rect l="l" t="t" r="r" b="b"/>
              <a:pathLst>
                <a:path w="10" h="10" extrusionOk="0">
                  <a:moveTo>
                    <a:pt x="9" y="2"/>
                  </a:moveTo>
                  <a:cubicBezTo>
                    <a:pt x="7" y="0"/>
                    <a:pt x="6" y="0"/>
                    <a:pt x="4" y="2"/>
                  </a:cubicBezTo>
                  <a:cubicBezTo>
                    <a:pt x="1" y="5"/>
                    <a:pt x="1" y="5"/>
                    <a:pt x="1" y="5"/>
                  </a:cubicBezTo>
                  <a:cubicBezTo>
                    <a:pt x="0" y="6"/>
                    <a:pt x="0" y="8"/>
                    <a:pt x="1" y="9"/>
                  </a:cubicBezTo>
                  <a:cubicBezTo>
                    <a:pt x="1" y="10"/>
                    <a:pt x="2" y="10"/>
                    <a:pt x="3" y="10"/>
                  </a:cubicBezTo>
                  <a:cubicBezTo>
                    <a:pt x="4" y="10"/>
                    <a:pt x="5" y="10"/>
                    <a:pt x="5" y="9"/>
                  </a:cubicBezTo>
                  <a:cubicBezTo>
                    <a:pt x="9" y="6"/>
                    <a:pt x="9" y="6"/>
                    <a:pt x="9" y="6"/>
                  </a:cubicBezTo>
                  <a:cubicBezTo>
                    <a:pt x="10" y="5"/>
                    <a:pt x="10" y="3"/>
                    <a:pt x="9" y="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0" name="Google Shape;740;p48"/>
            <p:cNvSpPr/>
            <p:nvPr/>
          </p:nvSpPr>
          <p:spPr>
            <a:xfrm>
              <a:off x="8062342" y="3223880"/>
              <a:ext cx="38609" cy="37505"/>
            </a:xfrm>
            <a:custGeom>
              <a:avLst/>
              <a:gdLst/>
              <a:ahLst/>
              <a:cxnLst/>
              <a:rect l="l" t="t" r="r" b="b"/>
              <a:pathLst>
                <a:path w="15" h="14" extrusionOk="0">
                  <a:moveTo>
                    <a:pt x="11" y="14"/>
                  </a:moveTo>
                  <a:cubicBezTo>
                    <a:pt x="12" y="14"/>
                    <a:pt x="13" y="14"/>
                    <a:pt x="13" y="13"/>
                  </a:cubicBezTo>
                  <a:cubicBezTo>
                    <a:pt x="15" y="12"/>
                    <a:pt x="15" y="10"/>
                    <a:pt x="13" y="9"/>
                  </a:cubicBezTo>
                  <a:cubicBezTo>
                    <a:pt x="5" y="1"/>
                    <a:pt x="5" y="1"/>
                    <a:pt x="5" y="1"/>
                  </a:cubicBezTo>
                  <a:cubicBezTo>
                    <a:pt x="4" y="0"/>
                    <a:pt x="2" y="0"/>
                    <a:pt x="1" y="1"/>
                  </a:cubicBezTo>
                  <a:cubicBezTo>
                    <a:pt x="0" y="2"/>
                    <a:pt x="0" y="4"/>
                    <a:pt x="1" y="5"/>
                  </a:cubicBezTo>
                  <a:cubicBezTo>
                    <a:pt x="9" y="13"/>
                    <a:pt x="9" y="13"/>
                    <a:pt x="9" y="13"/>
                  </a:cubicBezTo>
                  <a:cubicBezTo>
                    <a:pt x="10" y="14"/>
                    <a:pt x="10" y="14"/>
                    <a:pt x="11" y="1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1" name="Google Shape;741;p48"/>
            <p:cNvSpPr/>
            <p:nvPr/>
          </p:nvSpPr>
          <p:spPr>
            <a:xfrm>
              <a:off x="8239940" y="3484210"/>
              <a:ext cx="41918" cy="41918"/>
            </a:xfrm>
            <a:custGeom>
              <a:avLst/>
              <a:gdLst/>
              <a:ahLst/>
              <a:cxnLst/>
              <a:rect l="l" t="t" r="r" b="b"/>
              <a:pathLst>
                <a:path w="16" h="16" extrusionOk="0">
                  <a:moveTo>
                    <a:pt x="3" y="16"/>
                  </a:moveTo>
                  <a:cubicBezTo>
                    <a:pt x="10" y="16"/>
                    <a:pt x="16" y="10"/>
                    <a:pt x="16" y="3"/>
                  </a:cubicBezTo>
                  <a:cubicBezTo>
                    <a:pt x="16" y="2"/>
                    <a:pt x="14" y="0"/>
                    <a:pt x="13" y="0"/>
                  </a:cubicBezTo>
                  <a:cubicBezTo>
                    <a:pt x="11" y="0"/>
                    <a:pt x="10" y="2"/>
                    <a:pt x="10" y="3"/>
                  </a:cubicBezTo>
                  <a:cubicBezTo>
                    <a:pt x="10" y="7"/>
                    <a:pt x="7" y="10"/>
                    <a:pt x="3" y="10"/>
                  </a:cubicBezTo>
                  <a:cubicBezTo>
                    <a:pt x="2" y="10"/>
                    <a:pt x="0" y="11"/>
                    <a:pt x="0" y="13"/>
                  </a:cubicBezTo>
                  <a:cubicBezTo>
                    <a:pt x="0" y="14"/>
                    <a:pt x="2" y="16"/>
                    <a:pt x="3" y="1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2" name="Google Shape;742;p48"/>
            <p:cNvSpPr/>
            <p:nvPr/>
          </p:nvSpPr>
          <p:spPr>
            <a:xfrm>
              <a:off x="8104260" y="3265797"/>
              <a:ext cx="17649" cy="18753"/>
            </a:xfrm>
            <a:custGeom>
              <a:avLst/>
              <a:gdLst/>
              <a:ahLst/>
              <a:cxnLst/>
              <a:rect l="l" t="t" r="r" b="b"/>
              <a:pathLst>
                <a:path w="7" h="7" extrusionOk="0">
                  <a:moveTo>
                    <a:pt x="4" y="7"/>
                  </a:moveTo>
                  <a:cubicBezTo>
                    <a:pt x="4" y="7"/>
                    <a:pt x="4" y="7"/>
                    <a:pt x="4" y="7"/>
                  </a:cubicBezTo>
                  <a:cubicBezTo>
                    <a:pt x="4" y="7"/>
                    <a:pt x="4" y="7"/>
                    <a:pt x="4" y="7"/>
                  </a:cubicBezTo>
                  <a:cubicBezTo>
                    <a:pt x="2" y="7"/>
                    <a:pt x="1" y="6"/>
                    <a:pt x="1" y="4"/>
                  </a:cubicBezTo>
                  <a:cubicBezTo>
                    <a:pt x="0" y="2"/>
                    <a:pt x="2" y="0"/>
                    <a:pt x="4" y="0"/>
                  </a:cubicBezTo>
                  <a:cubicBezTo>
                    <a:pt x="4" y="0"/>
                    <a:pt x="4" y="0"/>
                    <a:pt x="4" y="0"/>
                  </a:cubicBezTo>
                  <a:cubicBezTo>
                    <a:pt x="4" y="0"/>
                    <a:pt x="4" y="0"/>
                    <a:pt x="4" y="0"/>
                  </a:cubicBezTo>
                  <a:cubicBezTo>
                    <a:pt x="5" y="0"/>
                    <a:pt x="7" y="2"/>
                    <a:pt x="7" y="4"/>
                  </a:cubicBezTo>
                  <a:cubicBezTo>
                    <a:pt x="7" y="5"/>
                    <a:pt x="5" y="7"/>
                    <a:pt x="4"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43" name="Google Shape;743;p48"/>
          <p:cNvGrpSpPr/>
          <p:nvPr/>
        </p:nvGrpSpPr>
        <p:grpSpPr>
          <a:xfrm>
            <a:off x="6461754" y="3181962"/>
            <a:ext cx="311072" cy="378361"/>
            <a:chOff x="6457342" y="3181962"/>
            <a:chExt cx="311072" cy="378361"/>
          </a:xfrm>
        </p:grpSpPr>
        <p:sp>
          <p:nvSpPr>
            <p:cNvPr id="744" name="Google Shape;744;p48"/>
            <p:cNvSpPr/>
            <p:nvPr/>
          </p:nvSpPr>
          <p:spPr>
            <a:xfrm>
              <a:off x="6476095" y="3408097"/>
              <a:ext cx="12134" cy="15443"/>
            </a:xfrm>
            <a:custGeom>
              <a:avLst/>
              <a:gdLst/>
              <a:ahLst/>
              <a:cxnLst/>
              <a:rect l="l" t="t" r="r" b="b"/>
              <a:pathLst>
                <a:path w="5" h="6" extrusionOk="0">
                  <a:moveTo>
                    <a:pt x="2" y="6"/>
                  </a:moveTo>
                  <a:cubicBezTo>
                    <a:pt x="3" y="6"/>
                    <a:pt x="4" y="6"/>
                    <a:pt x="4" y="5"/>
                  </a:cubicBezTo>
                  <a:cubicBezTo>
                    <a:pt x="5" y="4"/>
                    <a:pt x="5" y="4"/>
                    <a:pt x="5" y="3"/>
                  </a:cubicBezTo>
                  <a:cubicBezTo>
                    <a:pt x="5" y="2"/>
                    <a:pt x="5" y="2"/>
                    <a:pt x="4" y="1"/>
                  </a:cubicBezTo>
                  <a:cubicBezTo>
                    <a:pt x="4" y="1"/>
                    <a:pt x="3" y="0"/>
                    <a:pt x="2" y="0"/>
                  </a:cubicBezTo>
                  <a:cubicBezTo>
                    <a:pt x="2" y="0"/>
                    <a:pt x="1" y="1"/>
                    <a:pt x="0" y="1"/>
                  </a:cubicBezTo>
                  <a:cubicBezTo>
                    <a:pt x="0" y="2"/>
                    <a:pt x="0" y="2"/>
                    <a:pt x="0" y="3"/>
                  </a:cubicBezTo>
                  <a:cubicBezTo>
                    <a:pt x="0" y="4"/>
                    <a:pt x="0" y="4"/>
                    <a:pt x="0" y="5"/>
                  </a:cubicBezTo>
                  <a:cubicBezTo>
                    <a:pt x="1" y="6"/>
                    <a:pt x="2"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5" name="Google Shape;745;p48"/>
            <p:cNvSpPr/>
            <p:nvPr/>
          </p:nvSpPr>
          <p:spPr>
            <a:xfrm>
              <a:off x="6457342" y="3181962"/>
              <a:ext cx="311072" cy="378361"/>
            </a:xfrm>
            <a:custGeom>
              <a:avLst/>
              <a:gdLst/>
              <a:ahLst/>
              <a:cxnLst/>
              <a:rect l="l" t="t" r="r" b="b"/>
              <a:pathLst>
                <a:path w="119" h="144" extrusionOk="0">
                  <a:moveTo>
                    <a:pt x="112" y="22"/>
                  </a:moveTo>
                  <a:cubicBezTo>
                    <a:pt x="116" y="22"/>
                    <a:pt x="116" y="22"/>
                    <a:pt x="116" y="22"/>
                  </a:cubicBezTo>
                  <a:cubicBezTo>
                    <a:pt x="117" y="22"/>
                    <a:pt x="119" y="20"/>
                    <a:pt x="119" y="19"/>
                  </a:cubicBezTo>
                  <a:cubicBezTo>
                    <a:pt x="119" y="3"/>
                    <a:pt x="119" y="3"/>
                    <a:pt x="119" y="3"/>
                  </a:cubicBezTo>
                  <a:cubicBezTo>
                    <a:pt x="119" y="2"/>
                    <a:pt x="117" y="0"/>
                    <a:pt x="116" y="0"/>
                  </a:cubicBezTo>
                  <a:cubicBezTo>
                    <a:pt x="3" y="0"/>
                    <a:pt x="3" y="0"/>
                    <a:pt x="3" y="0"/>
                  </a:cubicBezTo>
                  <a:cubicBezTo>
                    <a:pt x="1" y="0"/>
                    <a:pt x="0" y="2"/>
                    <a:pt x="0" y="3"/>
                  </a:cubicBezTo>
                  <a:cubicBezTo>
                    <a:pt x="0" y="19"/>
                    <a:pt x="0" y="19"/>
                    <a:pt x="0" y="19"/>
                  </a:cubicBezTo>
                  <a:cubicBezTo>
                    <a:pt x="0" y="20"/>
                    <a:pt x="1" y="22"/>
                    <a:pt x="3" y="22"/>
                  </a:cubicBezTo>
                  <a:cubicBezTo>
                    <a:pt x="7" y="22"/>
                    <a:pt x="7" y="22"/>
                    <a:pt x="7" y="22"/>
                  </a:cubicBezTo>
                  <a:cubicBezTo>
                    <a:pt x="7" y="76"/>
                    <a:pt x="7" y="76"/>
                    <a:pt x="7" y="76"/>
                  </a:cubicBezTo>
                  <a:cubicBezTo>
                    <a:pt x="7" y="77"/>
                    <a:pt x="8" y="79"/>
                    <a:pt x="9" y="79"/>
                  </a:cubicBezTo>
                  <a:cubicBezTo>
                    <a:pt x="11" y="79"/>
                    <a:pt x="12" y="78"/>
                    <a:pt x="12" y="76"/>
                  </a:cubicBezTo>
                  <a:cubicBezTo>
                    <a:pt x="12" y="22"/>
                    <a:pt x="12" y="22"/>
                    <a:pt x="12" y="22"/>
                  </a:cubicBezTo>
                  <a:cubicBezTo>
                    <a:pt x="19" y="22"/>
                    <a:pt x="19" y="22"/>
                    <a:pt x="19" y="22"/>
                  </a:cubicBezTo>
                  <a:cubicBezTo>
                    <a:pt x="19" y="122"/>
                    <a:pt x="19" y="122"/>
                    <a:pt x="19" y="122"/>
                  </a:cubicBezTo>
                  <a:cubicBezTo>
                    <a:pt x="12" y="122"/>
                    <a:pt x="12" y="122"/>
                    <a:pt x="12" y="122"/>
                  </a:cubicBezTo>
                  <a:cubicBezTo>
                    <a:pt x="12" y="101"/>
                    <a:pt x="12" y="101"/>
                    <a:pt x="12" y="101"/>
                  </a:cubicBezTo>
                  <a:cubicBezTo>
                    <a:pt x="12" y="100"/>
                    <a:pt x="11" y="98"/>
                    <a:pt x="10" y="98"/>
                  </a:cubicBezTo>
                  <a:cubicBezTo>
                    <a:pt x="8" y="98"/>
                    <a:pt x="7" y="99"/>
                    <a:pt x="7" y="101"/>
                  </a:cubicBezTo>
                  <a:cubicBezTo>
                    <a:pt x="7" y="122"/>
                    <a:pt x="7" y="122"/>
                    <a:pt x="7" y="122"/>
                  </a:cubicBezTo>
                  <a:cubicBezTo>
                    <a:pt x="3" y="122"/>
                    <a:pt x="3" y="122"/>
                    <a:pt x="3" y="122"/>
                  </a:cubicBezTo>
                  <a:cubicBezTo>
                    <a:pt x="1" y="122"/>
                    <a:pt x="0" y="124"/>
                    <a:pt x="0" y="125"/>
                  </a:cubicBezTo>
                  <a:cubicBezTo>
                    <a:pt x="0" y="141"/>
                    <a:pt x="0" y="141"/>
                    <a:pt x="0" y="141"/>
                  </a:cubicBezTo>
                  <a:cubicBezTo>
                    <a:pt x="0" y="142"/>
                    <a:pt x="1" y="144"/>
                    <a:pt x="3" y="144"/>
                  </a:cubicBezTo>
                  <a:cubicBezTo>
                    <a:pt x="116" y="144"/>
                    <a:pt x="116" y="144"/>
                    <a:pt x="116" y="144"/>
                  </a:cubicBezTo>
                  <a:cubicBezTo>
                    <a:pt x="117" y="144"/>
                    <a:pt x="119" y="142"/>
                    <a:pt x="119" y="141"/>
                  </a:cubicBezTo>
                  <a:cubicBezTo>
                    <a:pt x="119" y="125"/>
                    <a:pt x="119" y="125"/>
                    <a:pt x="119" y="125"/>
                  </a:cubicBezTo>
                  <a:cubicBezTo>
                    <a:pt x="119" y="124"/>
                    <a:pt x="117" y="122"/>
                    <a:pt x="116" y="122"/>
                  </a:cubicBezTo>
                  <a:cubicBezTo>
                    <a:pt x="112" y="122"/>
                    <a:pt x="112" y="122"/>
                    <a:pt x="112" y="122"/>
                  </a:cubicBezTo>
                  <a:cubicBezTo>
                    <a:pt x="112" y="69"/>
                    <a:pt x="112" y="69"/>
                    <a:pt x="112" y="69"/>
                  </a:cubicBezTo>
                  <a:cubicBezTo>
                    <a:pt x="112" y="67"/>
                    <a:pt x="111" y="66"/>
                    <a:pt x="109" y="66"/>
                  </a:cubicBezTo>
                  <a:cubicBezTo>
                    <a:pt x="108" y="66"/>
                    <a:pt x="106" y="67"/>
                    <a:pt x="106" y="69"/>
                  </a:cubicBezTo>
                  <a:cubicBezTo>
                    <a:pt x="106" y="122"/>
                    <a:pt x="106" y="122"/>
                    <a:pt x="106" y="122"/>
                  </a:cubicBezTo>
                  <a:cubicBezTo>
                    <a:pt x="100" y="122"/>
                    <a:pt x="100" y="122"/>
                    <a:pt x="100" y="122"/>
                  </a:cubicBezTo>
                  <a:cubicBezTo>
                    <a:pt x="100" y="22"/>
                    <a:pt x="100" y="22"/>
                    <a:pt x="100" y="22"/>
                  </a:cubicBezTo>
                  <a:cubicBezTo>
                    <a:pt x="106" y="22"/>
                    <a:pt x="106" y="22"/>
                    <a:pt x="106" y="22"/>
                  </a:cubicBezTo>
                  <a:cubicBezTo>
                    <a:pt x="106" y="43"/>
                    <a:pt x="106" y="43"/>
                    <a:pt x="106" y="43"/>
                  </a:cubicBezTo>
                  <a:cubicBezTo>
                    <a:pt x="106" y="45"/>
                    <a:pt x="107" y="46"/>
                    <a:pt x="109" y="46"/>
                  </a:cubicBezTo>
                  <a:cubicBezTo>
                    <a:pt x="110" y="47"/>
                    <a:pt x="112" y="45"/>
                    <a:pt x="112" y="44"/>
                  </a:cubicBezTo>
                  <a:lnTo>
                    <a:pt x="112" y="22"/>
                  </a:lnTo>
                  <a:close/>
                  <a:moveTo>
                    <a:pt x="65" y="75"/>
                  </a:moveTo>
                  <a:cubicBezTo>
                    <a:pt x="71" y="81"/>
                    <a:pt x="71" y="81"/>
                    <a:pt x="71" y="81"/>
                  </a:cubicBezTo>
                  <a:cubicBezTo>
                    <a:pt x="84" y="90"/>
                    <a:pt x="92" y="104"/>
                    <a:pt x="94" y="119"/>
                  </a:cubicBezTo>
                  <a:cubicBezTo>
                    <a:pt x="64" y="96"/>
                    <a:pt x="64" y="96"/>
                    <a:pt x="64" y="96"/>
                  </a:cubicBezTo>
                  <a:cubicBezTo>
                    <a:pt x="61" y="94"/>
                    <a:pt x="57" y="94"/>
                    <a:pt x="55" y="96"/>
                  </a:cubicBezTo>
                  <a:cubicBezTo>
                    <a:pt x="25" y="120"/>
                    <a:pt x="25" y="120"/>
                    <a:pt x="25" y="120"/>
                  </a:cubicBezTo>
                  <a:cubicBezTo>
                    <a:pt x="26" y="104"/>
                    <a:pt x="34" y="90"/>
                    <a:pt x="47" y="81"/>
                  </a:cubicBezTo>
                  <a:cubicBezTo>
                    <a:pt x="54" y="75"/>
                    <a:pt x="54" y="75"/>
                    <a:pt x="54" y="75"/>
                  </a:cubicBezTo>
                  <a:cubicBezTo>
                    <a:pt x="55" y="75"/>
                    <a:pt x="55" y="73"/>
                    <a:pt x="55" y="72"/>
                  </a:cubicBezTo>
                  <a:cubicBezTo>
                    <a:pt x="55" y="71"/>
                    <a:pt x="55" y="69"/>
                    <a:pt x="54" y="69"/>
                  </a:cubicBezTo>
                  <a:cubicBezTo>
                    <a:pt x="47" y="64"/>
                    <a:pt x="47" y="64"/>
                    <a:pt x="47" y="64"/>
                  </a:cubicBezTo>
                  <a:cubicBezTo>
                    <a:pt x="40" y="58"/>
                    <a:pt x="34" y="51"/>
                    <a:pt x="30" y="43"/>
                  </a:cubicBezTo>
                  <a:cubicBezTo>
                    <a:pt x="88" y="43"/>
                    <a:pt x="88" y="43"/>
                    <a:pt x="88" y="43"/>
                  </a:cubicBezTo>
                  <a:cubicBezTo>
                    <a:pt x="84" y="51"/>
                    <a:pt x="79" y="58"/>
                    <a:pt x="71" y="64"/>
                  </a:cubicBezTo>
                  <a:cubicBezTo>
                    <a:pt x="65" y="69"/>
                    <a:pt x="65" y="69"/>
                    <a:pt x="65" y="69"/>
                  </a:cubicBezTo>
                  <a:cubicBezTo>
                    <a:pt x="64" y="69"/>
                    <a:pt x="63" y="71"/>
                    <a:pt x="63" y="72"/>
                  </a:cubicBezTo>
                  <a:cubicBezTo>
                    <a:pt x="63" y="73"/>
                    <a:pt x="64" y="75"/>
                    <a:pt x="65" y="75"/>
                  </a:cubicBezTo>
                  <a:close/>
                  <a:moveTo>
                    <a:pt x="30" y="122"/>
                  </a:moveTo>
                  <a:cubicBezTo>
                    <a:pt x="58" y="101"/>
                    <a:pt x="58" y="101"/>
                    <a:pt x="58" y="101"/>
                  </a:cubicBezTo>
                  <a:cubicBezTo>
                    <a:pt x="59" y="100"/>
                    <a:pt x="60" y="100"/>
                    <a:pt x="61" y="101"/>
                  </a:cubicBezTo>
                  <a:cubicBezTo>
                    <a:pt x="89" y="122"/>
                    <a:pt x="89" y="122"/>
                    <a:pt x="89" y="122"/>
                  </a:cubicBezTo>
                  <a:lnTo>
                    <a:pt x="30" y="122"/>
                  </a:lnTo>
                  <a:close/>
                  <a:moveTo>
                    <a:pt x="91" y="38"/>
                  </a:moveTo>
                  <a:cubicBezTo>
                    <a:pt x="28" y="38"/>
                    <a:pt x="28" y="38"/>
                    <a:pt x="28" y="38"/>
                  </a:cubicBezTo>
                  <a:cubicBezTo>
                    <a:pt x="26" y="33"/>
                    <a:pt x="25" y="27"/>
                    <a:pt x="25" y="22"/>
                  </a:cubicBezTo>
                  <a:cubicBezTo>
                    <a:pt x="94" y="22"/>
                    <a:pt x="94" y="22"/>
                    <a:pt x="94" y="22"/>
                  </a:cubicBezTo>
                  <a:cubicBezTo>
                    <a:pt x="94" y="27"/>
                    <a:pt x="92" y="33"/>
                    <a:pt x="91" y="38"/>
                  </a:cubicBezTo>
                  <a:close/>
                  <a:moveTo>
                    <a:pt x="25" y="46"/>
                  </a:moveTo>
                  <a:cubicBezTo>
                    <a:pt x="30" y="55"/>
                    <a:pt x="36" y="62"/>
                    <a:pt x="44" y="68"/>
                  </a:cubicBezTo>
                  <a:cubicBezTo>
                    <a:pt x="49" y="72"/>
                    <a:pt x="49" y="72"/>
                    <a:pt x="49" y="72"/>
                  </a:cubicBezTo>
                  <a:cubicBezTo>
                    <a:pt x="44" y="76"/>
                    <a:pt x="44" y="76"/>
                    <a:pt x="44" y="76"/>
                  </a:cubicBezTo>
                  <a:cubicBezTo>
                    <a:pt x="36" y="82"/>
                    <a:pt x="30" y="89"/>
                    <a:pt x="25" y="98"/>
                  </a:cubicBezTo>
                  <a:cubicBezTo>
                    <a:pt x="25" y="98"/>
                    <a:pt x="25" y="99"/>
                    <a:pt x="24" y="100"/>
                  </a:cubicBezTo>
                  <a:cubicBezTo>
                    <a:pt x="24" y="44"/>
                    <a:pt x="24" y="44"/>
                    <a:pt x="24" y="44"/>
                  </a:cubicBezTo>
                  <a:cubicBezTo>
                    <a:pt x="25" y="45"/>
                    <a:pt x="25" y="46"/>
                    <a:pt x="25" y="46"/>
                  </a:cubicBezTo>
                  <a:close/>
                  <a:moveTo>
                    <a:pt x="93" y="98"/>
                  </a:moveTo>
                  <a:cubicBezTo>
                    <a:pt x="89" y="89"/>
                    <a:pt x="82" y="82"/>
                    <a:pt x="75" y="76"/>
                  </a:cubicBezTo>
                  <a:cubicBezTo>
                    <a:pt x="69" y="72"/>
                    <a:pt x="69" y="72"/>
                    <a:pt x="69" y="72"/>
                  </a:cubicBezTo>
                  <a:cubicBezTo>
                    <a:pt x="75" y="68"/>
                    <a:pt x="75" y="68"/>
                    <a:pt x="75" y="68"/>
                  </a:cubicBezTo>
                  <a:cubicBezTo>
                    <a:pt x="82" y="62"/>
                    <a:pt x="89" y="55"/>
                    <a:pt x="93" y="46"/>
                  </a:cubicBezTo>
                  <a:cubicBezTo>
                    <a:pt x="93" y="46"/>
                    <a:pt x="94" y="45"/>
                    <a:pt x="94" y="44"/>
                  </a:cubicBezTo>
                  <a:cubicBezTo>
                    <a:pt x="94" y="100"/>
                    <a:pt x="94" y="100"/>
                    <a:pt x="94" y="100"/>
                  </a:cubicBezTo>
                  <a:cubicBezTo>
                    <a:pt x="94" y="99"/>
                    <a:pt x="93" y="98"/>
                    <a:pt x="93" y="98"/>
                  </a:cubicBezTo>
                  <a:close/>
                  <a:moveTo>
                    <a:pt x="113" y="128"/>
                  </a:moveTo>
                  <a:cubicBezTo>
                    <a:pt x="113" y="138"/>
                    <a:pt x="113" y="138"/>
                    <a:pt x="113" y="138"/>
                  </a:cubicBezTo>
                  <a:cubicBezTo>
                    <a:pt x="5" y="138"/>
                    <a:pt x="5" y="138"/>
                    <a:pt x="5" y="138"/>
                  </a:cubicBezTo>
                  <a:cubicBezTo>
                    <a:pt x="5" y="128"/>
                    <a:pt x="5" y="128"/>
                    <a:pt x="5" y="128"/>
                  </a:cubicBezTo>
                  <a:lnTo>
                    <a:pt x="113" y="128"/>
                  </a:lnTo>
                  <a:close/>
                  <a:moveTo>
                    <a:pt x="5" y="16"/>
                  </a:moveTo>
                  <a:cubicBezTo>
                    <a:pt x="5" y="6"/>
                    <a:pt x="5" y="6"/>
                    <a:pt x="5" y="6"/>
                  </a:cubicBezTo>
                  <a:cubicBezTo>
                    <a:pt x="113" y="6"/>
                    <a:pt x="113" y="6"/>
                    <a:pt x="113" y="6"/>
                  </a:cubicBezTo>
                  <a:cubicBezTo>
                    <a:pt x="113" y="16"/>
                    <a:pt x="113" y="16"/>
                    <a:pt x="113" y="16"/>
                  </a:cubicBezTo>
                  <a:lnTo>
                    <a:pt x="5" y="16"/>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6" name="Google Shape;746;p48"/>
            <p:cNvSpPr/>
            <p:nvPr/>
          </p:nvSpPr>
          <p:spPr>
            <a:xfrm>
              <a:off x="6735322" y="3324262"/>
              <a:ext cx="15443" cy="12134"/>
            </a:xfrm>
            <a:custGeom>
              <a:avLst/>
              <a:gdLst/>
              <a:ahLst/>
              <a:cxnLst/>
              <a:rect l="l" t="t" r="r" b="b"/>
              <a:pathLst>
                <a:path w="6" h="5" extrusionOk="0">
                  <a:moveTo>
                    <a:pt x="3" y="0"/>
                  </a:moveTo>
                  <a:cubicBezTo>
                    <a:pt x="2" y="0"/>
                    <a:pt x="2" y="0"/>
                    <a:pt x="1" y="1"/>
                  </a:cubicBezTo>
                  <a:cubicBezTo>
                    <a:pt x="1" y="1"/>
                    <a:pt x="0" y="2"/>
                    <a:pt x="0" y="3"/>
                  </a:cubicBezTo>
                  <a:cubicBezTo>
                    <a:pt x="0" y="3"/>
                    <a:pt x="1" y="4"/>
                    <a:pt x="1" y="4"/>
                  </a:cubicBezTo>
                  <a:cubicBezTo>
                    <a:pt x="2" y="5"/>
                    <a:pt x="2" y="5"/>
                    <a:pt x="3" y="5"/>
                  </a:cubicBezTo>
                  <a:cubicBezTo>
                    <a:pt x="4" y="5"/>
                    <a:pt x="5" y="5"/>
                    <a:pt x="5" y="4"/>
                  </a:cubicBezTo>
                  <a:cubicBezTo>
                    <a:pt x="6" y="4"/>
                    <a:pt x="6" y="3"/>
                    <a:pt x="6" y="3"/>
                  </a:cubicBezTo>
                  <a:cubicBezTo>
                    <a:pt x="6" y="2"/>
                    <a:pt x="6" y="1"/>
                    <a:pt x="5"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7" name="Google Shape;747;p48"/>
            <p:cNvSpPr/>
            <p:nvPr/>
          </p:nvSpPr>
          <p:spPr>
            <a:xfrm>
              <a:off x="6606260" y="3387138"/>
              <a:ext cx="13237" cy="28680"/>
            </a:xfrm>
            <a:custGeom>
              <a:avLst/>
              <a:gdLst/>
              <a:ahLst/>
              <a:cxnLst/>
              <a:rect l="l" t="t" r="r" b="b"/>
              <a:pathLst>
                <a:path w="5" h="11" extrusionOk="0">
                  <a:moveTo>
                    <a:pt x="0" y="3"/>
                  </a:moveTo>
                  <a:cubicBezTo>
                    <a:pt x="0" y="8"/>
                    <a:pt x="0" y="8"/>
                    <a:pt x="0" y="8"/>
                  </a:cubicBezTo>
                  <a:cubicBezTo>
                    <a:pt x="0" y="10"/>
                    <a:pt x="1" y="11"/>
                    <a:pt x="2" y="11"/>
                  </a:cubicBezTo>
                  <a:cubicBezTo>
                    <a:pt x="4" y="11"/>
                    <a:pt x="5" y="10"/>
                    <a:pt x="5" y="8"/>
                  </a:cubicBezTo>
                  <a:cubicBezTo>
                    <a:pt x="5" y="3"/>
                    <a:pt x="5" y="3"/>
                    <a:pt x="5" y="3"/>
                  </a:cubicBezTo>
                  <a:cubicBezTo>
                    <a:pt x="5" y="2"/>
                    <a:pt x="4" y="0"/>
                    <a:pt x="2" y="1"/>
                  </a:cubicBezTo>
                  <a:cubicBezTo>
                    <a:pt x="1" y="1"/>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48" name="Google Shape;748;p48"/>
          <p:cNvGrpSpPr/>
          <p:nvPr/>
        </p:nvGrpSpPr>
        <p:grpSpPr>
          <a:xfrm>
            <a:off x="7212961" y="3181962"/>
            <a:ext cx="376155" cy="378361"/>
            <a:chOff x="7219579" y="3181962"/>
            <a:chExt cx="376155" cy="378361"/>
          </a:xfrm>
        </p:grpSpPr>
        <p:sp>
          <p:nvSpPr>
            <p:cNvPr id="749" name="Google Shape;749;p48"/>
            <p:cNvSpPr/>
            <p:nvPr/>
          </p:nvSpPr>
          <p:spPr>
            <a:xfrm>
              <a:off x="7219579" y="3181962"/>
              <a:ext cx="376155" cy="378361"/>
            </a:xfrm>
            <a:custGeom>
              <a:avLst/>
              <a:gdLst/>
              <a:ahLst/>
              <a:cxnLst/>
              <a:rect l="l" t="t" r="r" b="b"/>
              <a:pathLst>
                <a:path w="144" h="144" extrusionOk="0">
                  <a:moveTo>
                    <a:pt x="141" y="64"/>
                  </a:moveTo>
                  <a:cubicBezTo>
                    <a:pt x="141" y="64"/>
                    <a:pt x="136" y="65"/>
                    <a:pt x="132" y="67"/>
                  </a:cubicBezTo>
                  <a:cubicBezTo>
                    <a:pt x="129" y="69"/>
                    <a:pt x="125" y="72"/>
                    <a:pt x="124" y="78"/>
                  </a:cubicBezTo>
                  <a:cubicBezTo>
                    <a:pt x="122" y="82"/>
                    <a:pt x="122" y="82"/>
                    <a:pt x="122" y="82"/>
                  </a:cubicBezTo>
                  <a:cubicBezTo>
                    <a:pt x="117" y="92"/>
                    <a:pt x="108" y="98"/>
                    <a:pt x="97" y="98"/>
                  </a:cubicBezTo>
                  <a:cubicBezTo>
                    <a:pt x="75" y="98"/>
                    <a:pt x="75" y="98"/>
                    <a:pt x="75" y="98"/>
                  </a:cubicBezTo>
                  <a:cubicBezTo>
                    <a:pt x="75" y="89"/>
                    <a:pt x="75" y="89"/>
                    <a:pt x="75" y="89"/>
                  </a:cubicBezTo>
                  <a:cubicBezTo>
                    <a:pt x="106" y="89"/>
                    <a:pt x="106" y="89"/>
                    <a:pt x="106" y="89"/>
                  </a:cubicBezTo>
                  <a:cubicBezTo>
                    <a:pt x="108" y="89"/>
                    <a:pt x="109" y="88"/>
                    <a:pt x="109" y="87"/>
                  </a:cubicBezTo>
                  <a:cubicBezTo>
                    <a:pt x="110" y="85"/>
                    <a:pt x="110" y="85"/>
                    <a:pt x="110" y="85"/>
                  </a:cubicBezTo>
                  <a:cubicBezTo>
                    <a:pt x="118" y="67"/>
                    <a:pt x="118" y="48"/>
                    <a:pt x="111" y="31"/>
                  </a:cubicBezTo>
                  <a:cubicBezTo>
                    <a:pt x="114" y="31"/>
                    <a:pt x="114" y="31"/>
                    <a:pt x="114" y="31"/>
                  </a:cubicBezTo>
                  <a:cubicBezTo>
                    <a:pt x="115" y="31"/>
                    <a:pt x="116" y="30"/>
                    <a:pt x="117" y="28"/>
                  </a:cubicBezTo>
                  <a:cubicBezTo>
                    <a:pt x="117" y="27"/>
                    <a:pt x="115" y="25"/>
                    <a:pt x="114" y="25"/>
                  </a:cubicBezTo>
                  <a:cubicBezTo>
                    <a:pt x="75" y="25"/>
                    <a:pt x="75" y="25"/>
                    <a:pt x="75" y="25"/>
                  </a:cubicBezTo>
                  <a:cubicBezTo>
                    <a:pt x="75" y="22"/>
                    <a:pt x="75" y="22"/>
                    <a:pt x="75" y="22"/>
                  </a:cubicBezTo>
                  <a:cubicBezTo>
                    <a:pt x="111" y="22"/>
                    <a:pt x="111" y="22"/>
                    <a:pt x="111" y="22"/>
                  </a:cubicBezTo>
                  <a:cubicBezTo>
                    <a:pt x="112" y="22"/>
                    <a:pt x="113" y="21"/>
                    <a:pt x="114" y="19"/>
                  </a:cubicBezTo>
                  <a:cubicBezTo>
                    <a:pt x="114" y="18"/>
                    <a:pt x="113" y="17"/>
                    <a:pt x="112" y="16"/>
                  </a:cubicBezTo>
                  <a:cubicBezTo>
                    <a:pt x="102" y="11"/>
                    <a:pt x="102" y="11"/>
                    <a:pt x="102" y="11"/>
                  </a:cubicBezTo>
                  <a:cubicBezTo>
                    <a:pt x="112" y="6"/>
                    <a:pt x="112" y="6"/>
                    <a:pt x="112" y="6"/>
                  </a:cubicBezTo>
                  <a:cubicBezTo>
                    <a:pt x="113" y="5"/>
                    <a:pt x="114" y="3"/>
                    <a:pt x="113" y="2"/>
                  </a:cubicBezTo>
                  <a:cubicBezTo>
                    <a:pt x="113" y="1"/>
                    <a:pt x="112" y="0"/>
                    <a:pt x="111" y="0"/>
                  </a:cubicBezTo>
                  <a:cubicBezTo>
                    <a:pt x="72" y="0"/>
                    <a:pt x="72" y="0"/>
                    <a:pt x="72" y="0"/>
                  </a:cubicBezTo>
                  <a:cubicBezTo>
                    <a:pt x="71" y="0"/>
                    <a:pt x="69" y="2"/>
                    <a:pt x="69" y="3"/>
                  </a:cubicBezTo>
                  <a:cubicBezTo>
                    <a:pt x="69" y="25"/>
                    <a:pt x="69" y="25"/>
                    <a:pt x="69" y="25"/>
                  </a:cubicBezTo>
                  <a:cubicBezTo>
                    <a:pt x="27" y="25"/>
                    <a:pt x="27" y="25"/>
                    <a:pt x="27" y="25"/>
                  </a:cubicBezTo>
                  <a:cubicBezTo>
                    <a:pt x="26" y="25"/>
                    <a:pt x="25" y="26"/>
                    <a:pt x="25" y="28"/>
                  </a:cubicBezTo>
                  <a:cubicBezTo>
                    <a:pt x="24" y="29"/>
                    <a:pt x="26" y="31"/>
                    <a:pt x="27" y="31"/>
                  </a:cubicBezTo>
                  <a:cubicBezTo>
                    <a:pt x="29" y="31"/>
                    <a:pt x="29" y="31"/>
                    <a:pt x="29" y="31"/>
                  </a:cubicBezTo>
                  <a:cubicBezTo>
                    <a:pt x="37" y="47"/>
                    <a:pt x="37" y="66"/>
                    <a:pt x="30" y="82"/>
                  </a:cubicBezTo>
                  <a:cubicBezTo>
                    <a:pt x="29" y="85"/>
                    <a:pt x="29" y="85"/>
                    <a:pt x="29" y="85"/>
                  </a:cubicBezTo>
                  <a:cubicBezTo>
                    <a:pt x="28" y="86"/>
                    <a:pt x="28" y="87"/>
                    <a:pt x="29" y="88"/>
                  </a:cubicBezTo>
                  <a:cubicBezTo>
                    <a:pt x="29" y="89"/>
                    <a:pt x="30" y="89"/>
                    <a:pt x="31" y="89"/>
                  </a:cubicBezTo>
                  <a:cubicBezTo>
                    <a:pt x="69" y="89"/>
                    <a:pt x="69" y="89"/>
                    <a:pt x="69" y="89"/>
                  </a:cubicBezTo>
                  <a:cubicBezTo>
                    <a:pt x="69" y="98"/>
                    <a:pt x="69" y="98"/>
                    <a:pt x="69" y="98"/>
                  </a:cubicBezTo>
                  <a:cubicBezTo>
                    <a:pt x="31" y="98"/>
                    <a:pt x="31" y="98"/>
                    <a:pt x="31" y="98"/>
                  </a:cubicBezTo>
                  <a:cubicBezTo>
                    <a:pt x="29" y="98"/>
                    <a:pt x="27" y="97"/>
                    <a:pt x="26" y="96"/>
                  </a:cubicBezTo>
                  <a:cubicBezTo>
                    <a:pt x="20" y="86"/>
                    <a:pt x="20" y="86"/>
                    <a:pt x="20" y="86"/>
                  </a:cubicBezTo>
                  <a:cubicBezTo>
                    <a:pt x="18" y="83"/>
                    <a:pt x="15" y="82"/>
                    <a:pt x="11" y="81"/>
                  </a:cubicBezTo>
                  <a:cubicBezTo>
                    <a:pt x="11" y="81"/>
                    <a:pt x="11" y="81"/>
                    <a:pt x="11" y="81"/>
                  </a:cubicBezTo>
                  <a:cubicBezTo>
                    <a:pt x="11" y="81"/>
                    <a:pt x="11" y="81"/>
                    <a:pt x="11" y="81"/>
                  </a:cubicBezTo>
                  <a:cubicBezTo>
                    <a:pt x="11" y="81"/>
                    <a:pt x="11" y="81"/>
                    <a:pt x="11" y="81"/>
                  </a:cubicBezTo>
                  <a:cubicBezTo>
                    <a:pt x="7" y="81"/>
                    <a:pt x="7" y="81"/>
                    <a:pt x="7" y="81"/>
                  </a:cubicBezTo>
                  <a:cubicBezTo>
                    <a:pt x="6" y="81"/>
                    <a:pt x="5" y="82"/>
                    <a:pt x="4" y="84"/>
                  </a:cubicBezTo>
                  <a:cubicBezTo>
                    <a:pt x="4" y="85"/>
                    <a:pt x="5" y="87"/>
                    <a:pt x="7" y="87"/>
                  </a:cubicBezTo>
                  <a:cubicBezTo>
                    <a:pt x="8" y="87"/>
                    <a:pt x="8" y="87"/>
                    <a:pt x="8" y="87"/>
                  </a:cubicBezTo>
                  <a:cubicBezTo>
                    <a:pt x="8" y="96"/>
                    <a:pt x="6" y="101"/>
                    <a:pt x="4" y="106"/>
                  </a:cubicBezTo>
                  <a:cubicBezTo>
                    <a:pt x="3" y="108"/>
                    <a:pt x="2" y="110"/>
                    <a:pt x="1" y="113"/>
                  </a:cubicBezTo>
                  <a:cubicBezTo>
                    <a:pt x="1" y="113"/>
                    <a:pt x="1" y="114"/>
                    <a:pt x="1" y="114"/>
                  </a:cubicBezTo>
                  <a:cubicBezTo>
                    <a:pt x="1" y="114"/>
                    <a:pt x="1" y="114"/>
                    <a:pt x="1" y="114"/>
                  </a:cubicBezTo>
                  <a:cubicBezTo>
                    <a:pt x="0" y="121"/>
                    <a:pt x="1" y="128"/>
                    <a:pt x="6" y="134"/>
                  </a:cubicBezTo>
                  <a:cubicBezTo>
                    <a:pt x="11" y="140"/>
                    <a:pt x="18" y="144"/>
                    <a:pt x="25" y="144"/>
                  </a:cubicBezTo>
                  <a:cubicBezTo>
                    <a:pt x="111" y="144"/>
                    <a:pt x="111" y="144"/>
                    <a:pt x="111" y="144"/>
                  </a:cubicBezTo>
                  <a:cubicBezTo>
                    <a:pt x="118" y="144"/>
                    <a:pt x="125" y="141"/>
                    <a:pt x="130" y="135"/>
                  </a:cubicBezTo>
                  <a:cubicBezTo>
                    <a:pt x="135" y="130"/>
                    <a:pt x="137" y="123"/>
                    <a:pt x="136" y="116"/>
                  </a:cubicBezTo>
                  <a:cubicBezTo>
                    <a:pt x="135" y="110"/>
                    <a:pt x="133" y="105"/>
                    <a:pt x="132" y="100"/>
                  </a:cubicBezTo>
                  <a:cubicBezTo>
                    <a:pt x="130" y="94"/>
                    <a:pt x="129" y="88"/>
                    <a:pt x="129" y="83"/>
                  </a:cubicBezTo>
                  <a:cubicBezTo>
                    <a:pt x="129" y="82"/>
                    <a:pt x="129" y="81"/>
                    <a:pt x="129" y="80"/>
                  </a:cubicBezTo>
                  <a:cubicBezTo>
                    <a:pt x="131" y="75"/>
                    <a:pt x="131" y="75"/>
                    <a:pt x="131" y="75"/>
                  </a:cubicBezTo>
                  <a:cubicBezTo>
                    <a:pt x="132" y="74"/>
                    <a:pt x="133" y="73"/>
                    <a:pt x="135" y="72"/>
                  </a:cubicBezTo>
                  <a:cubicBezTo>
                    <a:pt x="138" y="70"/>
                    <a:pt x="141" y="70"/>
                    <a:pt x="141" y="70"/>
                  </a:cubicBezTo>
                  <a:cubicBezTo>
                    <a:pt x="143" y="70"/>
                    <a:pt x="144" y="69"/>
                    <a:pt x="144" y="67"/>
                  </a:cubicBezTo>
                  <a:cubicBezTo>
                    <a:pt x="144" y="66"/>
                    <a:pt x="142" y="64"/>
                    <a:pt x="141" y="64"/>
                  </a:cubicBezTo>
                  <a:close/>
                  <a:moveTo>
                    <a:pt x="94" y="13"/>
                  </a:moveTo>
                  <a:cubicBezTo>
                    <a:pt x="99" y="16"/>
                    <a:pt x="99" y="16"/>
                    <a:pt x="99" y="16"/>
                  </a:cubicBezTo>
                  <a:cubicBezTo>
                    <a:pt x="75" y="16"/>
                    <a:pt x="75" y="16"/>
                    <a:pt x="75" y="16"/>
                  </a:cubicBezTo>
                  <a:cubicBezTo>
                    <a:pt x="75" y="6"/>
                    <a:pt x="75" y="6"/>
                    <a:pt x="75" y="6"/>
                  </a:cubicBezTo>
                  <a:cubicBezTo>
                    <a:pt x="99" y="6"/>
                    <a:pt x="99" y="6"/>
                    <a:pt x="99" y="6"/>
                  </a:cubicBezTo>
                  <a:cubicBezTo>
                    <a:pt x="94" y="8"/>
                    <a:pt x="94" y="8"/>
                    <a:pt x="94" y="8"/>
                  </a:cubicBezTo>
                  <a:cubicBezTo>
                    <a:pt x="93" y="9"/>
                    <a:pt x="93" y="10"/>
                    <a:pt x="93" y="11"/>
                  </a:cubicBezTo>
                  <a:cubicBezTo>
                    <a:pt x="93" y="12"/>
                    <a:pt x="93" y="13"/>
                    <a:pt x="94" y="13"/>
                  </a:cubicBezTo>
                  <a:close/>
                  <a:moveTo>
                    <a:pt x="39" y="44"/>
                  </a:moveTo>
                  <a:cubicBezTo>
                    <a:pt x="65" y="44"/>
                    <a:pt x="65" y="44"/>
                    <a:pt x="65" y="44"/>
                  </a:cubicBezTo>
                  <a:cubicBezTo>
                    <a:pt x="67" y="44"/>
                    <a:pt x="68" y="43"/>
                    <a:pt x="68" y="42"/>
                  </a:cubicBezTo>
                  <a:cubicBezTo>
                    <a:pt x="68" y="40"/>
                    <a:pt x="67" y="39"/>
                    <a:pt x="65" y="39"/>
                  </a:cubicBezTo>
                  <a:cubicBezTo>
                    <a:pt x="38" y="39"/>
                    <a:pt x="38" y="39"/>
                    <a:pt x="38" y="39"/>
                  </a:cubicBezTo>
                  <a:cubicBezTo>
                    <a:pt x="37" y="36"/>
                    <a:pt x="36" y="33"/>
                    <a:pt x="35" y="31"/>
                  </a:cubicBezTo>
                  <a:cubicBezTo>
                    <a:pt x="105" y="31"/>
                    <a:pt x="105" y="31"/>
                    <a:pt x="105" y="31"/>
                  </a:cubicBezTo>
                  <a:cubicBezTo>
                    <a:pt x="110" y="43"/>
                    <a:pt x="112" y="57"/>
                    <a:pt x="109" y="70"/>
                  </a:cubicBezTo>
                  <a:cubicBezTo>
                    <a:pt x="76" y="70"/>
                    <a:pt x="76" y="70"/>
                    <a:pt x="76" y="70"/>
                  </a:cubicBezTo>
                  <a:cubicBezTo>
                    <a:pt x="75" y="70"/>
                    <a:pt x="74" y="71"/>
                    <a:pt x="73" y="72"/>
                  </a:cubicBezTo>
                  <a:cubicBezTo>
                    <a:pt x="73" y="74"/>
                    <a:pt x="74" y="76"/>
                    <a:pt x="76" y="76"/>
                  </a:cubicBezTo>
                  <a:cubicBezTo>
                    <a:pt x="108" y="76"/>
                    <a:pt x="108" y="76"/>
                    <a:pt x="108" y="76"/>
                  </a:cubicBezTo>
                  <a:cubicBezTo>
                    <a:pt x="107" y="78"/>
                    <a:pt x="106" y="80"/>
                    <a:pt x="105" y="82"/>
                  </a:cubicBezTo>
                  <a:cubicBezTo>
                    <a:pt x="105" y="84"/>
                    <a:pt x="105" y="84"/>
                    <a:pt x="105" y="84"/>
                  </a:cubicBezTo>
                  <a:cubicBezTo>
                    <a:pt x="35" y="84"/>
                    <a:pt x="35" y="84"/>
                    <a:pt x="35" y="84"/>
                  </a:cubicBezTo>
                  <a:cubicBezTo>
                    <a:pt x="40" y="71"/>
                    <a:pt x="42" y="57"/>
                    <a:pt x="39" y="44"/>
                  </a:cubicBezTo>
                  <a:close/>
                  <a:moveTo>
                    <a:pt x="129" y="111"/>
                  </a:moveTo>
                  <a:cubicBezTo>
                    <a:pt x="117" y="111"/>
                    <a:pt x="117" y="111"/>
                    <a:pt x="117" y="111"/>
                  </a:cubicBezTo>
                  <a:cubicBezTo>
                    <a:pt x="115" y="111"/>
                    <a:pt x="114" y="112"/>
                    <a:pt x="114" y="114"/>
                  </a:cubicBezTo>
                  <a:cubicBezTo>
                    <a:pt x="114" y="115"/>
                    <a:pt x="115" y="117"/>
                    <a:pt x="117" y="117"/>
                  </a:cubicBezTo>
                  <a:cubicBezTo>
                    <a:pt x="130" y="117"/>
                    <a:pt x="130" y="117"/>
                    <a:pt x="130" y="117"/>
                  </a:cubicBezTo>
                  <a:cubicBezTo>
                    <a:pt x="131" y="120"/>
                    <a:pt x="130" y="124"/>
                    <a:pt x="129" y="127"/>
                  </a:cubicBezTo>
                  <a:cubicBezTo>
                    <a:pt x="99" y="127"/>
                    <a:pt x="99" y="127"/>
                    <a:pt x="99" y="127"/>
                  </a:cubicBezTo>
                  <a:cubicBezTo>
                    <a:pt x="98" y="127"/>
                    <a:pt x="97" y="128"/>
                    <a:pt x="96" y="129"/>
                  </a:cubicBezTo>
                  <a:cubicBezTo>
                    <a:pt x="96" y="131"/>
                    <a:pt x="97" y="133"/>
                    <a:pt x="99" y="133"/>
                  </a:cubicBezTo>
                  <a:cubicBezTo>
                    <a:pt x="125" y="133"/>
                    <a:pt x="125" y="133"/>
                    <a:pt x="125" y="133"/>
                  </a:cubicBezTo>
                  <a:cubicBezTo>
                    <a:pt x="121" y="136"/>
                    <a:pt x="116" y="138"/>
                    <a:pt x="111" y="138"/>
                  </a:cubicBezTo>
                  <a:cubicBezTo>
                    <a:pt x="25" y="138"/>
                    <a:pt x="25" y="138"/>
                    <a:pt x="25" y="138"/>
                  </a:cubicBezTo>
                  <a:cubicBezTo>
                    <a:pt x="20" y="138"/>
                    <a:pt x="15" y="136"/>
                    <a:pt x="12" y="133"/>
                  </a:cubicBezTo>
                  <a:cubicBezTo>
                    <a:pt x="27" y="133"/>
                    <a:pt x="27" y="133"/>
                    <a:pt x="27" y="133"/>
                  </a:cubicBezTo>
                  <a:cubicBezTo>
                    <a:pt x="29" y="133"/>
                    <a:pt x="30" y="132"/>
                    <a:pt x="30" y="130"/>
                  </a:cubicBezTo>
                  <a:cubicBezTo>
                    <a:pt x="30" y="128"/>
                    <a:pt x="29" y="127"/>
                    <a:pt x="27" y="127"/>
                  </a:cubicBezTo>
                  <a:cubicBezTo>
                    <a:pt x="8" y="127"/>
                    <a:pt x="8" y="127"/>
                    <a:pt x="8" y="127"/>
                  </a:cubicBezTo>
                  <a:cubicBezTo>
                    <a:pt x="7" y="124"/>
                    <a:pt x="6" y="120"/>
                    <a:pt x="6" y="117"/>
                  </a:cubicBezTo>
                  <a:cubicBezTo>
                    <a:pt x="35" y="117"/>
                    <a:pt x="35" y="117"/>
                    <a:pt x="35" y="117"/>
                  </a:cubicBezTo>
                  <a:cubicBezTo>
                    <a:pt x="34" y="118"/>
                    <a:pt x="33" y="120"/>
                    <a:pt x="33" y="122"/>
                  </a:cubicBezTo>
                  <a:cubicBezTo>
                    <a:pt x="34" y="128"/>
                    <a:pt x="38" y="132"/>
                    <a:pt x="44" y="133"/>
                  </a:cubicBezTo>
                  <a:cubicBezTo>
                    <a:pt x="50" y="133"/>
                    <a:pt x="55" y="128"/>
                    <a:pt x="55" y="122"/>
                  </a:cubicBezTo>
                  <a:cubicBezTo>
                    <a:pt x="55" y="120"/>
                    <a:pt x="54" y="118"/>
                    <a:pt x="53" y="117"/>
                  </a:cubicBezTo>
                  <a:cubicBezTo>
                    <a:pt x="55" y="117"/>
                    <a:pt x="55" y="117"/>
                    <a:pt x="55" y="117"/>
                  </a:cubicBezTo>
                  <a:cubicBezTo>
                    <a:pt x="56" y="117"/>
                    <a:pt x="57" y="116"/>
                    <a:pt x="58" y="114"/>
                  </a:cubicBezTo>
                  <a:cubicBezTo>
                    <a:pt x="58" y="113"/>
                    <a:pt x="56" y="111"/>
                    <a:pt x="55" y="111"/>
                  </a:cubicBezTo>
                  <a:cubicBezTo>
                    <a:pt x="8" y="111"/>
                    <a:pt x="8" y="111"/>
                    <a:pt x="8" y="111"/>
                  </a:cubicBezTo>
                  <a:cubicBezTo>
                    <a:pt x="8" y="110"/>
                    <a:pt x="9" y="109"/>
                    <a:pt x="9" y="108"/>
                  </a:cubicBezTo>
                  <a:cubicBezTo>
                    <a:pt x="11" y="103"/>
                    <a:pt x="13" y="97"/>
                    <a:pt x="14" y="88"/>
                  </a:cubicBezTo>
                  <a:cubicBezTo>
                    <a:pt x="14" y="88"/>
                    <a:pt x="15" y="89"/>
                    <a:pt x="15" y="89"/>
                  </a:cubicBezTo>
                  <a:cubicBezTo>
                    <a:pt x="21" y="99"/>
                    <a:pt x="21" y="99"/>
                    <a:pt x="21" y="99"/>
                  </a:cubicBezTo>
                  <a:cubicBezTo>
                    <a:pt x="23" y="102"/>
                    <a:pt x="27" y="104"/>
                    <a:pt x="31" y="104"/>
                  </a:cubicBezTo>
                  <a:cubicBezTo>
                    <a:pt x="97" y="104"/>
                    <a:pt x="97" y="104"/>
                    <a:pt x="97" y="104"/>
                  </a:cubicBezTo>
                  <a:cubicBezTo>
                    <a:pt x="108" y="104"/>
                    <a:pt x="118" y="99"/>
                    <a:pt x="124" y="90"/>
                  </a:cubicBezTo>
                  <a:cubicBezTo>
                    <a:pt x="124" y="94"/>
                    <a:pt x="126" y="97"/>
                    <a:pt x="127" y="101"/>
                  </a:cubicBezTo>
                  <a:cubicBezTo>
                    <a:pt x="128" y="105"/>
                    <a:pt x="129" y="108"/>
                    <a:pt x="129" y="111"/>
                  </a:cubicBezTo>
                  <a:close/>
                  <a:moveTo>
                    <a:pt x="49" y="122"/>
                  </a:moveTo>
                  <a:cubicBezTo>
                    <a:pt x="49" y="125"/>
                    <a:pt x="47" y="127"/>
                    <a:pt x="44" y="127"/>
                  </a:cubicBezTo>
                  <a:cubicBezTo>
                    <a:pt x="41" y="127"/>
                    <a:pt x="39" y="125"/>
                    <a:pt x="39" y="122"/>
                  </a:cubicBezTo>
                  <a:cubicBezTo>
                    <a:pt x="39" y="119"/>
                    <a:pt x="41" y="117"/>
                    <a:pt x="44" y="117"/>
                  </a:cubicBezTo>
                  <a:cubicBezTo>
                    <a:pt x="47" y="117"/>
                    <a:pt x="49" y="119"/>
                    <a:pt x="49" y="12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0" name="Google Shape;750;p48"/>
            <p:cNvSpPr/>
            <p:nvPr/>
          </p:nvSpPr>
          <p:spPr>
            <a:xfrm>
              <a:off x="7389455" y="3473179"/>
              <a:ext cx="107000" cy="57361"/>
            </a:xfrm>
            <a:custGeom>
              <a:avLst/>
              <a:gdLst/>
              <a:ahLst/>
              <a:cxnLst/>
              <a:rect l="l" t="t" r="r" b="b"/>
              <a:pathLst>
                <a:path w="41" h="22" extrusionOk="0">
                  <a:moveTo>
                    <a:pt x="38" y="0"/>
                  </a:moveTo>
                  <a:cubicBezTo>
                    <a:pt x="3" y="0"/>
                    <a:pt x="3" y="0"/>
                    <a:pt x="3" y="0"/>
                  </a:cubicBezTo>
                  <a:cubicBezTo>
                    <a:pt x="2" y="0"/>
                    <a:pt x="0" y="1"/>
                    <a:pt x="0" y="3"/>
                  </a:cubicBezTo>
                  <a:cubicBezTo>
                    <a:pt x="0" y="4"/>
                    <a:pt x="1" y="6"/>
                    <a:pt x="3" y="6"/>
                  </a:cubicBezTo>
                  <a:cubicBezTo>
                    <a:pt x="6" y="6"/>
                    <a:pt x="6" y="6"/>
                    <a:pt x="6" y="6"/>
                  </a:cubicBezTo>
                  <a:cubicBezTo>
                    <a:pt x="5" y="7"/>
                    <a:pt x="4" y="9"/>
                    <a:pt x="4" y="11"/>
                  </a:cubicBezTo>
                  <a:cubicBezTo>
                    <a:pt x="5" y="17"/>
                    <a:pt x="9" y="21"/>
                    <a:pt x="15" y="22"/>
                  </a:cubicBezTo>
                  <a:cubicBezTo>
                    <a:pt x="21" y="22"/>
                    <a:pt x="26" y="17"/>
                    <a:pt x="26" y="11"/>
                  </a:cubicBezTo>
                  <a:cubicBezTo>
                    <a:pt x="26" y="9"/>
                    <a:pt x="25" y="7"/>
                    <a:pt x="24" y="6"/>
                  </a:cubicBezTo>
                  <a:cubicBezTo>
                    <a:pt x="38" y="6"/>
                    <a:pt x="38" y="6"/>
                    <a:pt x="38" y="6"/>
                  </a:cubicBezTo>
                  <a:cubicBezTo>
                    <a:pt x="40" y="6"/>
                    <a:pt x="41" y="5"/>
                    <a:pt x="41" y="3"/>
                  </a:cubicBezTo>
                  <a:cubicBezTo>
                    <a:pt x="41" y="2"/>
                    <a:pt x="40" y="0"/>
                    <a:pt x="38" y="0"/>
                  </a:cubicBezTo>
                  <a:close/>
                  <a:moveTo>
                    <a:pt x="20" y="11"/>
                  </a:moveTo>
                  <a:cubicBezTo>
                    <a:pt x="20" y="14"/>
                    <a:pt x="18" y="16"/>
                    <a:pt x="15" y="16"/>
                  </a:cubicBezTo>
                  <a:cubicBezTo>
                    <a:pt x="12" y="16"/>
                    <a:pt x="10" y="14"/>
                    <a:pt x="10" y="11"/>
                  </a:cubicBezTo>
                  <a:cubicBezTo>
                    <a:pt x="10" y="8"/>
                    <a:pt x="12" y="6"/>
                    <a:pt x="15" y="6"/>
                  </a:cubicBezTo>
                  <a:cubicBezTo>
                    <a:pt x="18" y="6"/>
                    <a:pt x="20" y="8"/>
                    <a:pt x="20"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1" name="Google Shape;751;p48"/>
            <p:cNvSpPr/>
            <p:nvPr/>
          </p:nvSpPr>
          <p:spPr>
            <a:xfrm>
              <a:off x="7381734" y="3366179"/>
              <a:ext cx="13237" cy="15443"/>
            </a:xfrm>
            <a:custGeom>
              <a:avLst/>
              <a:gdLst/>
              <a:ahLst/>
              <a:cxnLst/>
              <a:rect l="l" t="t" r="r" b="b"/>
              <a:pathLst>
                <a:path w="5" h="6" extrusionOk="0">
                  <a:moveTo>
                    <a:pt x="3" y="0"/>
                  </a:moveTo>
                  <a:cubicBezTo>
                    <a:pt x="2" y="0"/>
                    <a:pt x="1" y="0"/>
                    <a:pt x="1" y="1"/>
                  </a:cubicBezTo>
                  <a:cubicBezTo>
                    <a:pt x="0" y="1"/>
                    <a:pt x="0" y="2"/>
                    <a:pt x="0" y="3"/>
                  </a:cubicBezTo>
                  <a:cubicBezTo>
                    <a:pt x="0" y="4"/>
                    <a:pt x="0" y="4"/>
                    <a:pt x="1" y="5"/>
                  </a:cubicBezTo>
                  <a:cubicBezTo>
                    <a:pt x="1" y="5"/>
                    <a:pt x="2" y="6"/>
                    <a:pt x="3" y="6"/>
                  </a:cubicBezTo>
                  <a:cubicBezTo>
                    <a:pt x="3" y="6"/>
                    <a:pt x="4" y="5"/>
                    <a:pt x="5" y="5"/>
                  </a:cubicBezTo>
                  <a:cubicBezTo>
                    <a:pt x="5" y="4"/>
                    <a:pt x="5" y="4"/>
                    <a:pt x="5" y="3"/>
                  </a:cubicBezTo>
                  <a:cubicBezTo>
                    <a:pt x="5" y="2"/>
                    <a:pt x="5" y="1"/>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2" name="Google Shape;752;p48"/>
            <p:cNvSpPr/>
            <p:nvPr/>
          </p:nvSpPr>
          <p:spPr>
            <a:xfrm>
              <a:off x="7412621" y="3284550"/>
              <a:ext cx="15443" cy="13237"/>
            </a:xfrm>
            <a:custGeom>
              <a:avLst/>
              <a:gdLst/>
              <a:ahLst/>
              <a:cxnLst/>
              <a:rect l="l" t="t" r="r" b="b"/>
              <a:pathLst>
                <a:path w="6" h="5" extrusionOk="0">
                  <a:moveTo>
                    <a:pt x="3" y="5"/>
                  </a:moveTo>
                  <a:cubicBezTo>
                    <a:pt x="4" y="5"/>
                    <a:pt x="5" y="5"/>
                    <a:pt x="5" y="5"/>
                  </a:cubicBezTo>
                  <a:cubicBezTo>
                    <a:pt x="6" y="4"/>
                    <a:pt x="6" y="3"/>
                    <a:pt x="6" y="3"/>
                  </a:cubicBezTo>
                  <a:cubicBezTo>
                    <a:pt x="6" y="2"/>
                    <a:pt x="6" y="1"/>
                    <a:pt x="5" y="1"/>
                  </a:cubicBezTo>
                  <a:cubicBezTo>
                    <a:pt x="5" y="0"/>
                    <a:pt x="4" y="0"/>
                    <a:pt x="3" y="0"/>
                  </a:cubicBezTo>
                  <a:cubicBezTo>
                    <a:pt x="2" y="0"/>
                    <a:pt x="2" y="0"/>
                    <a:pt x="1" y="1"/>
                  </a:cubicBezTo>
                  <a:cubicBezTo>
                    <a:pt x="1" y="1"/>
                    <a:pt x="0" y="2"/>
                    <a:pt x="0" y="3"/>
                  </a:cubicBezTo>
                  <a:cubicBezTo>
                    <a:pt x="0" y="3"/>
                    <a:pt x="1" y="4"/>
                    <a:pt x="1" y="5"/>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53" name="Google Shape;753;p48"/>
          <p:cNvGrpSpPr/>
          <p:nvPr/>
        </p:nvGrpSpPr>
        <p:grpSpPr>
          <a:xfrm>
            <a:off x="5583141" y="3181962"/>
            <a:ext cx="377258" cy="378361"/>
            <a:chOff x="5553909" y="3181962"/>
            <a:chExt cx="377258" cy="378361"/>
          </a:xfrm>
        </p:grpSpPr>
        <p:sp>
          <p:nvSpPr>
            <p:cNvPr id="754" name="Google Shape;754;p48"/>
            <p:cNvSpPr/>
            <p:nvPr/>
          </p:nvSpPr>
          <p:spPr>
            <a:xfrm>
              <a:off x="5553909" y="3444498"/>
              <a:ext cx="377258" cy="115825"/>
            </a:xfrm>
            <a:custGeom>
              <a:avLst/>
              <a:gdLst/>
              <a:ahLst/>
              <a:cxnLst/>
              <a:rect l="l" t="t" r="r" b="b"/>
              <a:pathLst>
                <a:path w="144" h="44" extrusionOk="0">
                  <a:moveTo>
                    <a:pt x="143" y="39"/>
                  </a:moveTo>
                  <a:cubicBezTo>
                    <a:pt x="128" y="20"/>
                    <a:pt x="128" y="20"/>
                    <a:pt x="128" y="20"/>
                  </a:cubicBezTo>
                  <a:cubicBezTo>
                    <a:pt x="128" y="19"/>
                    <a:pt x="127" y="19"/>
                    <a:pt x="126" y="18"/>
                  </a:cubicBezTo>
                  <a:cubicBezTo>
                    <a:pt x="116" y="17"/>
                    <a:pt x="111" y="15"/>
                    <a:pt x="106" y="14"/>
                  </a:cubicBezTo>
                  <a:cubicBezTo>
                    <a:pt x="102" y="12"/>
                    <a:pt x="98" y="10"/>
                    <a:pt x="93" y="10"/>
                  </a:cubicBezTo>
                  <a:cubicBezTo>
                    <a:pt x="85" y="10"/>
                    <a:pt x="79" y="15"/>
                    <a:pt x="75" y="19"/>
                  </a:cubicBezTo>
                  <a:cubicBezTo>
                    <a:pt x="75" y="19"/>
                    <a:pt x="75" y="19"/>
                    <a:pt x="75" y="19"/>
                  </a:cubicBezTo>
                  <a:cubicBezTo>
                    <a:pt x="77" y="14"/>
                    <a:pt x="83" y="6"/>
                    <a:pt x="93" y="6"/>
                  </a:cubicBezTo>
                  <a:cubicBezTo>
                    <a:pt x="97" y="6"/>
                    <a:pt x="100" y="7"/>
                    <a:pt x="104" y="8"/>
                  </a:cubicBezTo>
                  <a:cubicBezTo>
                    <a:pt x="107" y="10"/>
                    <a:pt x="111" y="11"/>
                    <a:pt x="116" y="12"/>
                  </a:cubicBezTo>
                  <a:cubicBezTo>
                    <a:pt x="118" y="13"/>
                    <a:pt x="119" y="12"/>
                    <a:pt x="119" y="10"/>
                  </a:cubicBezTo>
                  <a:cubicBezTo>
                    <a:pt x="120" y="9"/>
                    <a:pt x="119" y="7"/>
                    <a:pt x="117" y="7"/>
                  </a:cubicBezTo>
                  <a:cubicBezTo>
                    <a:pt x="112" y="6"/>
                    <a:pt x="109" y="4"/>
                    <a:pt x="106" y="3"/>
                  </a:cubicBezTo>
                  <a:cubicBezTo>
                    <a:pt x="102" y="2"/>
                    <a:pt x="98" y="0"/>
                    <a:pt x="93" y="0"/>
                  </a:cubicBezTo>
                  <a:cubicBezTo>
                    <a:pt x="83" y="0"/>
                    <a:pt x="76" y="7"/>
                    <a:pt x="72" y="13"/>
                  </a:cubicBezTo>
                  <a:cubicBezTo>
                    <a:pt x="68" y="7"/>
                    <a:pt x="61" y="0"/>
                    <a:pt x="52" y="0"/>
                  </a:cubicBezTo>
                  <a:cubicBezTo>
                    <a:pt x="46" y="0"/>
                    <a:pt x="42" y="2"/>
                    <a:pt x="39" y="3"/>
                  </a:cubicBezTo>
                  <a:cubicBezTo>
                    <a:pt x="34" y="5"/>
                    <a:pt x="29" y="7"/>
                    <a:pt x="19" y="8"/>
                  </a:cubicBezTo>
                  <a:cubicBezTo>
                    <a:pt x="17" y="8"/>
                    <a:pt x="16" y="10"/>
                    <a:pt x="16" y="11"/>
                  </a:cubicBezTo>
                  <a:cubicBezTo>
                    <a:pt x="16" y="13"/>
                    <a:pt x="18" y="14"/>
                    <a:pt x="19" y="14"/>
                  </a:cubicBezTo>
                  <a:cubicBezTo>
                    <a:pt x="30" y="13"/>
                    <a:pt x="36" y="10"/>
                    <a:pt x="41" y="8"/>
                  </a:cubicBezTo>
                  <a:cubicBezTo>
                    <a:pt x="44" y="7"/>
                    <a:pt x="48" y="6"/>
                    <a:pt x="52" y="6"/>
                  </a:cubicBezTo>
                  <a:cubicBezTo>
                    <a:pt x="61" y="6"/>
                    <a:pt x="67" y="14"/>
                    <a:pt x="69" y="19"/>
                  </a:cubicBezTo>
                  <a:cubicBezTo>
                    <a:pt x="69" y="19"/>
                    <a:pt x="69" y="19"/>
                    <a:pt x="69" y="19"/>
                  </a:cubicBezTo>
                  <a:cubicBezTo>
                    <a:pt x="65" y="15"/>
                    <a:pt x="59" y="10"/>
                    <a:pt x="51" y="10"/>
                  </a:cubicBezTo>
                  <a:cubicBezTo>
                    <a:pt x="46" y="10"/>
                    <a:pt x="42" y="12"/>
                    <a:pt x="38" y="14"/>
                  </a:cubicBezTo>
                  <a:cubicBezTo>
                    <a:pt x="34" y="15"/>
                    <a:pt x="28" y="17"/>
                    <a:pt x="18" y="18"/>
                  </a:cubicBezTo>
                  <a:cubicBezTo>
                    <a:pt x="17" y="19"/>
                    <a:pt x="17" y="19"/>
                    <a:pt x="16" y="20"/>
                  </a:cubicBezTo>
                  <a:cubicBezTo>
                    <a:pt x="1" y="39"/>
                    <a:pt x="1" y="39"/>
                    <a:pt x="1" y="39"/>
                  </a:cubicBezTo>
                  <a:cubicBezTo>
                    <a:pt x="0" y="40"/>
                    <a:pt x="0" y="42"/>
                    <a:pt x="1" y="43"/>
                  </a:cubicBezTo>
                  <a:cubicBezTo>
                    <a:pt x="2" y="43"/>
                    <a:pt x="3" y="44"/>
                    <a:pt x="3" y="44"/>
                  </a:cubicBezTo>
                  <a:cubicBezTo>
                    <a:pt x="141" y="44"/>
                    <a:pt x="141" y="44"/>
                    <a:pt x="141" y="44"/>
                  </a:cubicBezTo>
                  <a:cubicBezTo>
                    <a:pt x="142" y="44"/>
                    <a:pt x="143" y="43"/>
                    <a:pt x="143" y="43"/>
                  </a:cubicBezTo>
                  <a:cubicBezTo>
                    <a:pt x="144" y="42"/>
                    <a:pt x="144" y="40"/>
                    <a:pt x="143" y="39"/>
                  </a:cubicBezTo>
                  <a:close/>
                  <a:moveTo>
                    <a:pt x="93" y="16"/>
                  </a:moveTo>
                  <a:cubicBezTo>
                    <a:pt x="97" y="16"/>
                    <a:pt x="100" y="17"/>
                    <a:pt x="104" y="19"/>
                  </a:cubicBezTo>
                  <a:cubicBezTo>
                    <a:pt x="108" y="20"/>
                    <a:pt x="114" y="23"/>
                    <a:pt x="125" y="24"/>
                  </a:cubicBezTo>
                  <a:cubicBezTo>
                    <a:pt x="135" y="38"/>
                    <a:pt x="135" y="38"/>
                    <a:pt x="135" y="38"/>
                  </a:cubicBezTo>
                  <a:cubicBezTo>
                    <a:pt x="117" y="38"/>
                    <a:pt x="108" y="34"/>
                    <a:pt x="102" y="32"/>
                  </a:cubicBezTo>
                  <a:cubicBezTo>
                    <a:pt x="98" y="30"/>
                    <a:pt x="96" y="29"/>
                    <a:pt x="93" y="29"/>
                  </a:cubicBezTo>
                  <a:cubicBezTo>
                    <a:pt x="88" y="29"/>
                    <a:pt x="84" y="33"/>
                    <a:pt x="83" y="37"/>
                  </a:cubicBezTo>
                  <a:cubicBezTo>
                    <a:pt x="83" y="37"/>
                    <a:pt x="83" y="37"/>
                    <a:pt x="83" y="37"/>
                  </a:cubicBezTo>
                  <a:cubicBezTo>
                    <a:pt x="82" y="38"/>
                    <a:pt x="82" y="38"/>
                    <a:pt x="82" y="38"/>
                  </a:cubicBezTo>
                  <a:cubicBezTo>
                    <a:pt x="75" y="38"/>
                    <a:pt x="75" y="38"/>
                    <a:pt x="75" y="38"/>
                  </a:cubicBezTo>
                  <a:cubicBezTo>
                    <a:pt x="75" y="30"/>
                    <a:pt x="75" y="30"/>
                    <a:pt x="75" y="30"/>
                  </a:cubicBezTo>
                  <a:cubicBezTo>
                    <a:pt x="77" y="24"/>
                    <a:pt x="83" y="16"/>
                    <a:pt x="93" y="16"/>
                  </a:cubicBezTo>
                  <a:close/>
                  <a:moveTo>
                    <a:pt x="20" y="24"/>
                  </a:moveTo>
                  <a:cubicBezTo>
                    <a:pt x="30" y="23"/>
                    <a:pt x="36" y="20"/>
                    <a:pt x="40" y="19"/>
                  </a:cubicBezTo>
                  <a:cubicBezTo>
                    <a:pt x="44" y="17"/>
                    <a:pt x="47" y="16"/>
                    <a:pt x="51" y="16"/>
                  </a:cubicBezTo>
                  <a:cubicBezTo>
                    <a:pt x="61" y="16"/>
                    <a:pt x="67" y="24"/>
                    <a:pt x="69" y="30"/>
                  </a:cubicBezTo>
                  <a:cubicBezTo>
                    <a:pt x="69" y="38"/>
                    <a:pt x="69" y="38"/>
                    <a:pt x="69" y="38"/>
                  </a:cubicBezTo>
                  <a:cubicBezTo>
                    <a:pt x="62" y="38"/>
                    <a:pt x="62" y="38"/>
                    <a:pt x="62" y="38"/>
                  </a:cubicBezTo>
                  <a:cubicBezTo>
                    <a:pt x="62" y="37"/>
                    <a:pt x="62" y="37"/>
                    <a:pt x="62" y="37"/>
                  </a:cubicBezTo>
                  <a:cubicBezTo>
                    <a:pt x="62" y="37"/>
                    <a:pt x="62" y="37"/>
                    <a:pt x="62" y="37"/>
                  </a:cubicBezTo>
                  <a:cubicBezTo>
                    <a:pt x="60" y="33"/>
                    <a:pt x="57" y="29"/>
                    <a:pt x="51" y="29"/>
                  </a:cubicBezTo>
                  <a:cubicBezTo>
                    <a:pt x="48" y="29"/>
                    <a:pt x="46" y="30"/>
                    <a:pt x="43" y="32"/>
                  </a:cubicBezTo>
                  <a:cubicBezTo>
                    <a:pt x="37" y="34"/>
                    <a:pt x="28" y="38"/>
                    <a:pt x="9" y="38"/>
                  </a:cubicBezTo>
                  <a:lnTo>
                    <a:pt x="20" y="24"/>
                  </a:lnTo>
                  <a:close/>
                  <a:moveTo>
                    <a:pt x="45" y="37"/>
                  </a:moveTo>
                  <a:cubicBezTo>
                    <a:pt x="48" y="36"/>
                    <a:pt x="49" y="35"/>
                    <a:pt x="51" y="35"/>
                  </a:cubicBezTo>
                  <a:cubicBezTo>
                    <a:pt x="54" y="35"/>
                    <a:pt x="55" y="37"/>
                    <a:pt x="56" y="38"/>
                  </a:cubicBezTo>
                  <a:cubicBezTo>
                    <a:pt x="42" y="38"/>
                    <a:pt x="42" y="38"/>
                    <a:pt x="42" y="38"/>
                  </a:cubicBezTo>
                  <a:cubicBezTo>
                    <a:pt x="43" y="38"/>
                    <a:pt x="44" y="37"/>
                    <a:pt x="45" y="37"/>
                  </a:cubicBezTo>
                  <a:close/>
                  <a:moveTo>
                    <a:pt x="88" y="38"/>
                  </a:moveTo>
                  <a:cubicBezTo>
                    <a:pt x="89" y="37"/>
                    <a:pt x="91" y="35"/>
                    <a:pt x="93" y="35"/>
                  </a:cubicBezTo>
                  <a:cubicBezTo>
                    <a:pt x="95" y="35"/>
                    <a:pt x="97" y="36"/>
                    <a:pt x="100" y="37"/>
                  </a:cubicBezTo>
                  <a:cubicBezTo>
                    <a:pt x="101" y="37"/>
                    <a:pt x="102" y="38"/>
                    <a:pt x="103" y="38"/>
                  </a:cubicBezTo>
                  <a:lnTo>
                    <a:pt x="88" y="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5" name="Google Shape;755;p48"/>
            <p:cNvSpPr/>
            <p:nvPr/>
          </p:nvSpPr>
          <p:spPr>
            <a:xfrm>
              <a:off x="5873806" y="3465458"/>
              <a:ext cx="15443" cy="15443"/>
            </a:xfrm>
            <a:custGeom>
              <a:avLst/>
              <a:gdLst/>
              <a:ahLst/>
              <a:cxnLst/>
              <a:rect l="l" t="t" r="r" b="b"/>
              <a:pathLst>
                <a:path w="6" h="6" extrusionOk="0">
                  <a:moveTo>
                    <a:pt x="3" y="6"/>
                  </a:moveTo>
                  <a:cubicBezTo>
                    <a:pt x="3" y="6"/>
                    <a:pt x="3" y="6"/>
                    <a:pt x="3" y="6"/>
                  </a:cubicBezTo>
                  <a:cubicBezTo>
                    <a:pt x="3" y="6"/>
                    <a:pt x="3" y="6"/>
                    <a:pt x="3" y="6"/>
                  </a:cubicBezTo>
                  <a:cubicBezTo>
                    <a:pt x="5" y="6"/>
                    <a:pt x="6" y="5"/>
                    <a:pt x="6" y="3"/>
                  </a:cubicBezTo>
                  <a:cubicBezTo>
                    <a:pt x="6" y="2"/>
                    <a:pt x="5" y="0"/>
                    <a:pt x="4" y="0"/>
                  </a:cubicBezTo>
                  <a:cubicBezTo>
                    <a:pt x="4" y="0"/>
                    <a:pt x="4" y="0"/>
                    <a:pt x="4" y="0"/>
                  </a:cubicBezTo>
                  <a:cubicBezTo>
                    <a:pt x="2" y="0"/>
                    <a:pt x="1" y="1"/>
                    <a:pt x="1" y="3"/>
                  </a:cubicBezTo>
                  <a:cubicBezTo>
                    <a:pt x="0" y="4"/>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6" name="Google Shape;756;p48"/>
            <p:cNvSpPr/>
            <p:nvPr/>
          </p:nvSpPr>
          <p:spPr>
            <a:xfrm>
              <a:off x="5711652" y="3181962"/>
              <a:ext cx="148918" cy="281289"/>
            </a:xfrm>
            <a:custGeom>
              <a:avLst/>
              <a:gdLst/>
              <a:ahLst/>
              <a:cxnLst/>
              <a:rect l="l" t="t" r="r" b="b"/>
              <a:pathLst>
                <a:path w="57" h="107" extrusionOk="0">
                  <a:moveTo>
                    <a:pt x="3" y="69"/>
                  </a:moveTo>
                  <a:cubicBezTo>
                    <a:pt x="2" y="69"/>
                    <a:pt x="1" y="70"/>
                    <a:pt x="1" y="70"/>
                  </a:cubicBezTo>
                  <a:cubicBezTo>
                    <a:pt x="0" y="71"/>
                    <a:pt x="0" y="72"/>
                    <a:pt x="0" y="72"/>
                  </a:cubicBezTo>
                  <a:cubicBezTo>
                    <a:pt x="1" y="80"/>
                    <a:pt x="5" y="85"/>
                    <a:pt x="11" y="87"/>
                  </a:cubicBezTo>
                  <a:cubicBezTo>
                    <a:pt x="11" y="88"/>
                    <a:pt x="11" y="89"/>
                    <a:pt x="11" y="90"/>
                  </a:cubicBezTo>
                  <a:cubicBezTo>
                    <a:pt x="9" y="104"/>
                    <a:pt x="9" y="104"/>
                    <a:pt x="9" y="104"/>
                  </a:cubicBezTo>
                  <a:cubicBezTo>
                    <a:pt x="9" y="106"/>
                    <a:pt x="10" y="107"/>
                    <a:pt x="12" y="107"/>
                  </a:cubicBezTo>
                  <a:cubicBezTo>
                    <a:pt x="12" y="107"/>
                    <a:pt x="12" y="107"/>
                    <a:pt x="12" y="107"/>
                  </a:cubicBezTo>
                  <a:cubicBezTo>
                    <a:pt x="14" y="107"/>
                    <a:pt x="15" y="106"/>
                    <a:pt x="15" y="105"/>
                  </a:cubicBezTo>
                  <a:cubicBezTo>
                    <a:pt x="16" y="91"/>
                    <a:pt x="16" y="91"/>
                    <a:pt x="16" y="91"/>
                  </a:cubicBezTo>
                  <a:cubicBezTo>
                    <a:pt x="17" y="90"/>
                    <a:pt x="17" y="89"/>
                    <a:pt x="17" y="88"/>
                  </a:cubicBezTo>
                  <a:cubicBezTo>
                    <a:pt x="30" y="87"/>
                    <a:pt x="38" y="79"/>
                    <a:pt x="42" y="62"/>
                  </a:cubicBezTo>
                  <a:cubicBezTo>
                    <a:pt x="42" y="60"/>
                    <a:pt x="43" y="57"/>
                    <a:pt x="43" y="55"/>
                  </a:cubicBezTo>
                  <a:cubicBezTo>
                    <a:pt x="43" y="55"/>
                    <a:pt x="44" y="54"/>
                    <a:pt x="43" y="54"/>
                  </a:cubicBezTo>
                  <a:cubicBezTo>
                    <a:pt x="43" y="53"/>
                    <a:pt x="43" y="52"/>
                    <a:pt x="42" y="52"/>
                  </a:cubicBezTo>
                  <a:cubicBezTo>
                    <a:pt x="43" y="51"/>
                    <a:pt x="43" y="51"/>
                    <a:pt x="43" y="51"/>
                  </a:cubicBezTo>
                  <a:cubicBezTo>
                    <a:pt x="44" y="51"/>
                    <a:pt x="45" y="50"/>
                    <a:pt x="45" y="49"/>
                  </a:cubicBezTo>
                  <a:cubicBezTo>
                    <a:pt x="50" y="30"/>
                    <a:pt x="57" y="4"/>
                    <a:pt x="57" y="4"/>
                  </a:cubicBezTo>
                  <a:cubicBezTo>
                    <a:pt x="57" y="3"/>
                    <a:pt x="57" y="2"/>
                    <a:pt x="56" y="1"/>
                  </a:cubicBezTo>
                  <a:cubicBezTo>
                    <a:pt x="56" y="1"/>
                    <a:pt x="55" y="0"/>
                    <a:pt x="54" y="0"/>
                  </a:cubicBezTo>
                  <a:cubicBezTo>
                    <a:pt x="53" y="0"/>
                    <a:pt x="31" y="2"/>
                    <a:pt x="12" y="32"/>
                  </a:cubicBezTo>
                  <a:cubicBezTo>
                    <a:pt x="12" y="32"/>
                    <a:pt x="12" y="33"/>
                    <a:pt x="11" y="33"/>
                  </a:cubicBezTo>
                  <a:cubicBezTo>
                    <a:pt x="11" y="34"/>
                    <a:pt x="11" y="34"/>
                    <a:pt x="11" y="35"/>
                  </a:cubicBezTo>
                  <a:cubicBezTo>
                    <a:pt x="12" y="44"/>
                    <a:pt x="12" y="44"/>
                    <a:pt x="12" y="44"/>
                  </a:cubicBezTo>
                  <a:cubicBezTo>
                    <a:pt x="8" y="44"/>
                    <a:pt x="8" y="44"/>
                    <a:pt x="8" y="44"/>
                  </a:cubicBezTo>
                  <a:cubicBezTo>
                    <a:pt x="7" y="44"/>
                    <a:pt x="6" y="44"/>
                    <a:pt x="5" y="45"/>
                  </a:cubicBezTo>
                  <a:cubicBezTo>
                    <a:pt x="2" y="52"/>
                    <a:pt x="0" y="59"/>
                    <a:pt x="0" y="65"/>
                  </a:cubicBezTo>
                  <a:cubicBezTo>
                    <a:pt x="0" y="66"/>
                    <a:pt x="0" y="67"/>
                    <a:pt x="1" y="67"/>
                  </a:cubicBezTo>
                  <a:lnTo>
                    <a:pt x="3" y="69"/>
                  </a:lnTo>
                  <a:close/>
                  <a:moveTo>
                    <a:pt x="40" y="47"/>
                  </a:moveTo>
                  <a:cubicBezTo>
                    <a:pt x="32" y="51"/>
                    <a:pt x="32" y="51"/>
                    <a:pt x="32" y="51"/>
                  </a:cubicBezTo>
                  <a:cubicBezTo>
                    <a:pt x="31" y="52"/>
                    <a:pt x="30" y="53"/>
                    <a:pt x="31" y="54"/>
                  </a:cubicBezTo>
                  <a:cubicBezTo>
                    <a:pt x="31" y="56"/>
                    <a:pt x="32" y="56"/>
                    <a:pt x="33" y="57"/>
                  </a:cubicBezTo>
                  <a:cubicBezTo>
                    <a:pt x="37" y="57"/>
                    <a:pt x="37" y="57"/>
                    <a:pt x="37" y="57"/>
                  </a:cubicBezTo>
                  <a:cubicBezTo>
                    <a:pt x="37" y="58"/>
                    <a:pt x="37" y="59"/>
                    <a:pt x="36" y="60"/>
                  </a:cubicBezTo>
                  <a:cubicBezTo>
                    <a:pt x="32" y="78"/>
                    <a:pt x="25" y="82"/>
                    <a:pt x="18" y="82"/>
                  </a:cubicBezTo>
                  <a:cubicBezTo>
                    <a:pt x="22" y="57"/>
                    <a:pt x="32" y="34"/>
                    <a:pt x="48" y="15"/>
                  </a:cubicBezTo>
                  <a:cubicBezTo>
                    <a:pt x="46" y="24"/>
                    <a:pt x="42" y="36"/>
                    <a:pt x="40" y="47"/>
                  </a:cubicBezTo>
                  <a:close/>
                  <a:moveTo>
                    <a:pt x="10" y="49"/>
                  </a:moveTo>
                  <a:cubicBezTo>
                    <a:pt x="16" y="49"/>
                    <a:pt x="16" y="49"/>
                    <a:pt x="16" y="49"/>
                  </a:cubicBezTo>
                  <a:cubicBezTo>
                    <a:pt x="16" y="49"/>
                    <a:pt x="17" y="49"/>
                    <a:pt x="17" y="49"/>
                  </a:cubicBezTo>
                  <a:cubicBezTo>
                    <a:pt x="18" y="48"/>
                    <a:pt x="19" y="47"/>
                    <a:pt x="18" y="46"/>
                  </a:cubicBezTo>
                  <a:cubicBezTo>
                    <a:pt x="17" y="35"/>
                    <a:pt x="17" y="35"/>
                    <a:pt x="17" y="35"/>
                  </a:cubicBezTo>
                  <a:cubicBezTo>
                    <a:pt x="17" y="35"/>
                    <a:pt x="17" y="35"/>
                    <a:pt x="17" y="35"/>
                  </a:cubicBezTo>
                  <a:cubicBezTo>
                    <a:pt x="26" y="21"/>
                    <a:pt x="35" y="14"/>
                    <a:pt x="42" y="10"/>
                  </a:cubicBezTo>
                  <a:cubicBezTo>
                    <a:pt x="44" y="9"/>
                    <a:pt x="45" y="9"/>
                    <a:pt x="46" y="8"/>
                  </a:cubicBezTo>
                  <a:cubicBezTo>
                    <a:pt x="37" y="19"/>
                    <a:pt x="29" y="32"/>
                    <a:pt x="23" y="45"/>
                  </a:cubicBezTo>
                  <a:cubicBezTo>
                    <a:pt x="18" y="57"/>
                    <a:pt x="14" y="69"/>
                    <a:pt x="12" y="81"/>
                  </a:cubicBezTo>
                  <a:cubicBezTo>
                    <a:pt x="9" y="80"/>
                    <a:pt x="7" y="77"/>
                    <a:pt x="7" y="75"/>
                  </a:cubicBezTo>
                  <a:cubicBezTo>
                    <a:pt x="9" y="75"/>
                    <a:pt x="9" y="75"/>
                    <a:pt x="9" y="75"/>
                  </a:cubicBezTo>
                  <a:cubicBezTo>
                    <a:pt x="10" y="75"/>
                    <a:pt x="11" y="75"/>
                    <a:pt x="11" y="74"/>
                  </a:cubicBezTo>
                  <a:cubicBezTo>
                    <a:pt x="12" y="73"/>
                    <a:pt x="12" y="71"/>
                    <a:pt x="11" y="70"/>
                  </a:cubicBezTo>
                  <a:cubicBezTo>
                    <a:pt x="6" y="64"/>
                    <a:pt x="6" y="64"/>
                    <a:pt x="6" y="64"/>
                  </a:cubicBezTo>
                  <a:cubicBezTo>
                    <a:pt x="6" y="60"/>
                    <a:pt x="7" y="55"/>
                    <a:pt x="10" y="4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57" name="Google Shape;757;p48"/>
          <p:cNvGrpSpPr/>
          <p:nvPr/>
        </p:nvGrpSpPr>
        <p:grpSpPr>
          <a:xfrm>
            <a:off x="4746997" y="3192993"/>
            <a:ext cx="377258" cy="356299"/>
            <a:chOff x="4789466" y="3192993"/>
            <a:chExt cx="377258" cy="356299"/>
          </a:xfrm>
        </p:grpSpPr>
        <p:sp>
          <p:nvSpPr>
            <p:cNvPr id="758" name="Google Shape;758;p48"/>
            <p:cNvSpPr/>
            <p:nvPr/>
          </p:nvSpPr>
          <p:spPr>
            <a:xfrm>
              <a:off x="4789466" y="3192993"/>
              <a:ext cx="377258" cy="356299"/>
            </a:xfrm>
            <a:custGeom>
              <a:avLst/>
              <a:gdLst/>
              <a:ahLst/>
              <a:cxnLst/>
              <a:rect l="l" t="t" r="r" b="b"/>
              <a:pathLst>
                <a:path w="144" h="136" extrusionOk="0">
                  <a:moveTo>
                    <a:pt x="125" y="19"/>
                  </a:moveTo>
                  <a:cubicBezTo>
                    <a:pt x="113" y="7"/>
                    <a:pt x="97" y="0"/>
                    <a:pt x="80" y="0"/>
                  </a:cubicBezTo>
                  <a:cubicBezTo>
                    <a:pt x="63" y="0"/>
                    <a:pt x="47" y="7"/>
                    <a:pt x="34" y="19"/>
                  </a:cubicBezTo>
                  <a:cubicBezTo>
                    <a:pt x="22" y="31"/>
                    <a:pt x="16" y="47"/>
                    <a:pt x="16" y="64"/>
                  </a:cubicBezTo>
                  <a:cubicBezTo>
                    <a:pt x="16" y="70"/>
                    <a:pt x="16" y="75"/>
                    <a:pt x="18" y="80"/>
                  </a:cubicBezTo>
                  <a:cubicBezTo>
                    <a:pt x="16" y="84"/>
                    <a:pt x="16" y="87"/>
                    <a:pt x="16" y="91"/>
                  </a:cubicBezTo>
                  <a:cubicBezTo>
                    <a:pt x="16" y="96"/>
                    <a:pt x="17" y="100"/>
                    <a:pt x="19" y="104"/>
                  </a:cubicBezTo>
                  <a:cubicBezTo>
                    <a:pt x="3" y="120"/>
                    <a:pt x="3" y="120"/>
                    <a:pt x="3" y="120"/>
                  </a:cubicBezTo>
                  <a:cubicBezTo>
                    <a:pt x="1" y="121"/>
                    <a:pt x="0" y="124"/>
                    <a:pt x="0" y="126"/>
                  </a:cubicBezTo>
                  <a:cubicBezTo>
                    <a:pt x="0" y="129"/>
                    <a:pt x="1" y="131"/>
                    <a:pt x="3" y="133"/>
                  </a:cubicBezTo>
                  <a:cubicBezTo>
                    <a:pt x="5" y="135"/>
                    <a:pt x="8" y="136"/>
                    <a:pt x="10" y="136"/>
                  </a:cubicBezTo>
                  <a:cubicBezTo>
                    <a:pt x="12" y="136"/>
                    <a:pt x="15" y="135"/>
                    <a:pt x="17" y="133"/>
                  </a:cubicBezTo>
                  <a:cubicBezTo>
                    <a:pt x="32" y="118"/>
                    <a:pt x="32" y="118"/>
                    <a:pt x="32" y="118"/>
                  </a:cubicBezTo>
                  <a:cubicBezTo>
                    <a:pt x="36" y="120"/>
                    <a:pt x="41" y="121"/>
                    <a:pt x="45" y="121"/>
                  </a:cubicBezTo>
                  <a:cubicBezTo>
                    <a:pt x="47" y="121"/>
                    <a:pt x="48" y="121"/>
                    <a:pt x="49" y="121"/>
                  </a:cubicBezTo>
                  <a:cubicBezTo>
                    <a:pt x="58" y="126"/>
                    <a:pt x="69" y="128"/>
                    <a:pt x="80" y="128"/>
                  </a:cubicBezTo>
                  <a:cubicBezTo>
                    <a:pt x="97" y="128"/>
                    <a:pt x="113" y="122"/>
                    <a:pt x="125" y="110"/>
                  </a:cubicBezTo>
                  <a:cubicBezTo>
                    <a:pt x="137" y="97"/>
                    <a:pt x="144" y="81"/>
                    <a:pt x="144" y="64"/>
                  </a:cubicBezTo>
                  <a:cubicBezTo>
                    <a:pt x="144" y="47"/>
                    <a:pt x="137" y="31"/>
                    <a:pt x="125" y="19"/>
                  </a:cubicBezTo>
                  <a:close/>
                  <a:moveTo>
                    <a:pt x="115" y="30"/>
                  </a:moveTo>
                  <a:cubicBezTo>
                    <a:pt x="115" y="30"/>
                    <a:pt x="114" y="31"/>
                    <a:pt x="113" y="32"/>
                  </a:cubicBezTo>
                  <a:cubicBezTo>
                    <a:pt x="112" y="32"/>
                    <a:pt x="112" y="32"/>
                    <a:pt x="111" y="33"/>
                  </a:cubicBezTo>
                  <a:cubicBezTo>
                    <a:pt x="110" y="34"/>
                    <a:pt x="109" y="36"/>
                    <a:pt x="108" y="37"/>
                  </a:cubicBezTo>
                  <a:cubicBezTo>
                    <a:pt x="108" y="37"/>
                    <a:pt x="107" y="38"/>
                    <a:pt x="107" y="38"/>
                  </a:cubicBezTo>
                  <a:cubicBezTo>
                    <a:pt x="107" y="37"/>
                    <a:pt x="106" y="34"/>
                    <a:pt x="106" y="33"/>
                  </a:cubicBezTo>
                  <a:cubicBezTo>
                    <a:pt x="106" y="31"/>
                    <a:pt x="106" y="30"/>
                    <a:pt x="105" y="29"/>
                  </a:cubicBezTo>
                  <a:cubicBezTo>
                    <a:pt x="104" y="27"/>
                    <a:pt x="103" y="26"/>
                    <a:pt x="101" y="25"/>
                  </a:cubicBezTo>
                  <a:cubicBezTo>
                    <a:pt x="100" y="24"/>
                    <a:pt x="99" y="23"/>
                    <a:pt x="99" y="23"/>
                  </a:cubicBezTo>
                  <a:cubicBezTo>
                    <a:pt x="99" y="22"/>
                    <a:pt x="100" y="22"/>
                    <a:pt x="102" y="21"/>
                  </a:cubicBezTo>
                  <a:cubicBezTo>
                    <a:pt x="102" y="21"/>
                    <a:pt x="103" y="21"/>
                    <a:pt x="103" y="21"/>
                  </a:cubicBezTo>
                  <a:cubicBezTo>
                    <a:pt x="104" y="21"/>
                    <a:pt x="105" y="21"/>
                    <a:pt x="105" y="20"/>
                  </a:cubicBezTo>
                  <a:cubicBezTo>
                    <a:pt x="112" y="19"/>
                    <a:pt x="115" y="19"/>
                    <a:pt x="117" y="22"/>
                  </a:cubicBezTo>
                  <a:cubicBezTo>
                    <a:pt x="117" y="24"/>
                    <a:pt x="117" y="28"/>
                    <a:pt x="115" y="30"/>
                  </a:cubicBezTo>
                  <a:close/>
                  <a:moveTo>
                    <a:pt x="13" y="129"/>
                  </a:moveTo>
                  <a:cubicBezTo>
                    <a:pt x="11" y="131"/>
                    <a:pt x="9" y="131"/>
                    <a:pt x="7" y="129"/>
                  </a:cubicBezTo>
                  <a:cubicBezTo>
                    <a:pt x="7" y="128"/>
                    <a:pt x="6" y="127"/>
                    <a:pt x="6" y="126"/>
                  </a:cubicBezTo>
                  <a:cubicBezTo>
                    <a:pt x="6" y="125"/>
                    <a:pt x="7" y="124"/>
                    <a:pt x="7" y="124"/>
                  </a:cubicBezTo>
                  <a:cubicBezTo>
                    <a:pt x="22" y="109"/>
                    <a:pt x="22" y="109"/>
                    <a:pt x="22" y="109"/>
                  </a:cubicBezTo>
                  <a:cubicBezTo>
                    <a:pt x="23" y="111"/>
                    <a:pt x="25" y="113"/>
                    <a:pt x="27" y="115"/>
                  </a:cubicBezTo>
                  <a:lnTo>
                    <a:pt x="13" y="129"/>
                  </a:lnTo>
                  <a:close/>
                  <a:moveTo>
                    <a:pt x="21" y="91"/>
                  </a:moveTo>
                  <a:cubicBezTo>
                    <a:pt x="21" y="78"/>
                    <a:pt x="32" y="67"/>
                    <a:pt x="45" y="67"/>
                  </a:cubicBezTo>
                  <a:cubicBezTo>
                    <a:pt x="59" y="67"/>
                    <a:pt x="69" y="78"/>
                    <a:pt x="69" y="91"/>
                  </a:cubicBezTo>
                  <a:cubicBezTo>
                    <a:pt x="69" y="104"/>
                    <a:pt x="59" y="115"/>
                    <a:pt x="45" y="115"/>
                  </a:cubicBezTo>
                  <a:cubicBezTo>
                    <a:pt x="32" y="115"/>
                    <a:pt x="21" y="104"/>
                    <a:pt x="21" y="91"/>
                  </a:cubicBezTo>
                  <a:close/>
                  <a:moveTo>
                    <a:pt x="80" y="123"/>
                  </a:moveTo>
                  <a:cubicBezTo>
                    <a:pt x="72" y="123"/>
                    <a:pt x="64" y="121"/>
                    <a:pt x="57" y="118"/>
                  </a:cubicBezTo>
                  <a:cubicBezTo>
                    <a:pt x="68" y="114"/>
                    <a:pt x="75" y="103"/>
                    <a:pt x="75" y="91"/>
                  </a:cubicBezTo>
                  <a:cubicBezTo>
                    <a:pt x="75" y="75"/>
                    <a:pt x="62" y="61"/>
                    <a:pt x="45" y="61"/>
                  </a:cubicBezTo>
                  <a:cubicBezTo>
                    <a:pt x="36" y="61"/>
                    <a:pt x="27" y="66"/>
                    <a:pt x="22" y="73"/>
                  </a:cubicBezTo>
                  <a:cubicBezTo>
                    <a:pt x="21" y="70"/>
                    <a:pt x="21" y="67"/>
                    <a:pt x="21" y="64"/>
                  </a:cubicBezTo>
                  <a:cubicBezTo>
                    <a:pt x="21" y="32"/>
                    <a:pt x="47" y="6"/>
                    <a:pt x="80" y="6"/>
                  </a:cubicBezTo>
                  <a:cubicBezTo>
                    <a:pt x="91" y="6"/>
                    <a:pt x="101" y="9"/>
                    <a:pt x="110" y="14"/>
                  </a:cubicBezTo>
                  <a:cubicBezTo>
                    <a:pt x="108" y="14"/>
                    <a:pt x="106" y="15"/>
                    <a:pt x="104" y="15"/>
                  </a:cubicBezTo>
                  <a:cubicBezTo>
                    <a:pt x="103" y="15"/>
                    <a:pt x="102" y="15"/>
                    <a:pt x="102" y="15"/>
                  </a:cubicBezTo>
                  <a:cubicBezTo>
                    <a:pt x="102" y="15"/>
                    <a:pt x="101" y="16"/>
                    <a:pt x="101" y="16"/>
                  </a:cubicBezTo>
                  <a:cubicBezTo>
                    <a:pt x="101" y="16"/>
                    <a:pt x="101" y="16"/>
                    <a:pt x="100" y="16"/>
                  </a:cubicBezTo>
                  <a:cubicBezTo>
                    <a:pt x="98" y="17"/>
                    <a:pt x="94" y="18"/>
                    <a:pt x="93" y="23"/>
                  </a:cubicBezTo>
                  <a:cubicBezTo>
                    <a:pt x="93" y="26"/>
                    <a:pt x="96" y="28"/>
                    <a:pt x="98" y="29"/>
                  </a:cubicBezTo>
                  <a:cubicBezTo>
                    <a:pt x="99" y="30"/>
                    <a:pt x="100" y="31"/>
                    <a:pt x="100" y="31"/>
                  </a:cubicBezTo>
                  <a:cubicBezTo>
                    <a:pt x="100" y="32"/>
                    <a:pt x="100" y="33"/>
                    <a:pt x="101" y="34"/>
                  </a:cubicBezTo>
                  <a:cubicBezTo>
                    <a:pt x="101" y="39"/>
                    <a:pt x="102" y="43"/>
                    <a:pt x="105" y="44"/>
                  </a:cubicBezTo>
                  <a:cubicBezTo>
                    <a:pt x="106" y="44"/>
                    <a:pt x="106" y="44"/>
                    <a:pt x="107" y="44"/>
                  </a:cubicBezTo>
                  <a:cubicBezTo>
                    <a:pt x="108" y="44"/>
                    <a:pt x="109" y="44"/>
                    <a:pt x="110" y="44"/>
                  </a:cubicBezTo>
                  <a:cubicBezTo>
                    <a:pt x="111" y="43"/>
                    <a:pt x="112" y="41"/>
                    <a:pt x="113" y="40"/>
                  </a:cubicBezTo>
                  <a:cubicBezTo>
                    <a:pt x="113" y="39"/>
                    <a:pt x="114" y="38"/>
                    <a:pt x="114" y="37"/>
                  </a:cubicBezTo>
                  <a:cubicBezTo>
                    <a:pt x="115" y="37"/>
                    <a:pt x="115" y="37"/>
                    <a:pt x="116" y="36"/>
                  </a:cubicBezTo>
                  <a:cubicBezTo>
                    <a:pt x="117" y="36"/>
                    <a:pt x="119" y="35"/>
                    <a:pt x="120" y="33"/>
                  </a:cubicBezTo>
                  <a:cubicBezTo>
                    <a:pt x="121" y="31"/>
                    <a:pt x="123" y="28"/>
                    <a:pt x="123" y="24"/>
                  </a:cubicBezTo>
                  <a:cubicBezTo>
                    <a:pt x="132" y="35"/>
                    <a:pt x="138" y="49"/>
                    <a:pt x="138" y="64"/>
                  </a:cubicBezTo>
                  <a:cubicBezTo>
                    <a:pt x="138" y="97"/>
                    <a:pt x="112" y="123"/>
                    <a:pt x="80" y="12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9" name="Google Shape;759;p48"/>
            <p:cNvSpPr/>
            <p:nvPr/>
          </p:nvSpPr>
          <p:spPr>
            <a:xfrm>
              <a:off x="4884332" y="3218365"/>
              <a:ext cx="193042" cy="283495"/>
            </a:xfrm>
            <a:custGeom>
              <a:avLst/>
              <a:gdLst/>
              <a:ahLst/>
              <a:cxnLst/>
              <a:rect l="l" t="t" r="r" b="b"/>
              <a:pathLst>
                <a:path w="74" h="108" extrusionOk="0">
                  <a:moveTo>
                    <a:pt x="68" y="69"/>
                  </a:moveTo>
                  <a:cubicBezTo>
                    <a:pt x="67" y="68"/>
                    <a:pt x="66" y="68"/>
                    <a:pt x="65" y="67"/>
                  </a:cubicBezTo>
                  <a:cubicBezTo>
                    <a:pt x="63" y="65"/>
                    <a:pt x="57" y="61"/>
                    <a:pt x="52" y="61"/>
                  </a:cubicBezTo>
                  <a:cubicBezTo>
                    <a:pt x="51" y="61"/>
                    <a:pt x="50" y="62"/>
                    <a:pt x="49" y="62"/>
                  </a:cubicBezTo>
                  <a:cubicBezTo>
                    <a:pt x="45" y="56"/>
                    <a:pt x="45" y="56"/>
                    <a:pt x="45" y="56"/>
                  </a:cubicBezTo>
                  <a:cubicBezTo>
                    <a:pt x="45" y="56"/>
                    <a:pt x="44" y="56"/>
                    <a:pt x="44" y="55"/>
                  </a:cubicBezTo>
                  <a:cubicBezTo>
                    <a:pt x="44" y="55"/>
                    <a:pt x="44" y="55"/>
                    <a:pt x="44" y="55"/>
                  </a:cubicBezTo>
                  <a:cubicBezTo>
                    <a:pt x="44" y="55"/>
                    <a:pt x="44" y="55"/>
                    <a:pt x="44" y="55"/>
                  </a:cubicBezTo>
                  <a:cubicBezTo>
                    <a:pt x="44" y="55"/>
                    <a:pt x="45" y="55"/>
                    <a:pt x="46" y="55"/>
                  </a:cubicBezTo>
                  <a:cubicBezTo>
                    <a:pt x="49" y="53"/>
                    <a:pt x="51" y="51"/>
                    <a:pt x="53" y="48"/>
                  </a:cubicBezTo>
                  <a:cubicBezTo>
                    <a:pt x="54" y="47"/>
                    <a:pt x="54" y="47"/>
                    <a:pt x="55" y="46"/>
                  </a:cubicBezTo>
                  <a:cubicBezTo>
                    <a:pt x="55" y="46"/>
                    <a:pt x="55" y="45"/>
                    <a:pt x="56" y="45"/>
                  </a:cubicBezTo>
                  <a:cubicBezTo>
                    <a:pt x="58" y="42"/>
                    <a:pt x="62" y="39"/>
                    <a:pt x="60" y="33"/>
                  </a:cubicBezTo>
                  <a:cubicBezTo>
                    <a:pt x="59" y="31"/>
                    <a:pt x="56" y="28"/>
                    <a:pt x="54" y="27"/>
                  </a:cubicBezTo>
                  <a:cubicBezTo>
                    <a:pt x="54" y="27"/>
                    <a:pt x="54" y="27"/>
                    <a:pt x="54" y="27"/>
                  </a:cubicBezTo>
                  <a:cubicBezTo>
                    <a:pt x="57" y="28"/>
                    <a:pt x="59" y="27"/>
                    <a:pt x="60" y="25"/>
                  </a:cubicBezTo>
                  <a:cubicBezTo>
                    <a:pt x="61" y="24"/>
                    <a:pt x="60" y="21"/>
                    <a:pt x="59" y="19"/>
                  </a:cubicBezTo>
                  <a:cubicBezTo>
                    <a:pt x="58" y="18"/>
                    <a:pt x="56" y="17"/>
                    <a:pt x="54" y="16"/>
                  </a:cubicBezTo>
                  <a:cubicBezTo>
                    <a:pt x="52" y="15"/>
                    <a:pt x="52" y="14"/>
                    <a:pt x="51" y="14"/>
                  </a:cubicBezTo>
                  <a:cubicBezTo>
                    <a:pt x="52" y="13"/>
                    <a:pt x="53" y="13"/>
                    <a:pt x="53" y="12"/>
                  </a:cubicBezTo>
                  <a:cubicBezTo>
                    <a:pt x="56" y="10"/>
                    <a:pt x="58" y="8"/>
                    <a:pt x="58" y="5"/>
                  </a:cubicBezTo>
                  <a:cubicBezTo>
                    <a:pt x="58" y="4"/>
                    <a:pt x="57" y="3"/>
                    <a:pt x="55" y="2"/>
                  </a:cubicBezTo>
                  <a:cubicBezTo>
                    <a:pt x="50" y="0"/>
                    <a:pt x="46" y="2"/>
                    <a:pt x="42" y="4"/>
                  </a:cubicBezTo>
                  <a:cubicBezTo>
                    <a:pt x="42" y="4"/>
                    <a:pt x="42" y="4"/>
                    <a:pt x="41" y="4"/>
                  </a:cubicBezTo>
                  <a:cubicBezTo>
                    <a:pt x="40" y="5"/>
                    <a:pt x="38" y="5"/>
                    <a:pt x="37" y="6"/>
                  </a:cubicBezTo>
                  <a:cubicBezTo>
                    <a:pt x="34" y="7"/>
                    <a:pt x="31" y="8"/>
                    <a:pt x="28" y="10"/>
                  </a:cubicBezTo>
                  <a:cubicBezTo>
                    <a:pt x="25" y="11"/>
                    <a:pt x="23" y="13"/>
                    <a:pt x="22" y="16"/>
                  </a:cubicBezTo>
                  <a:cubicBezTo>
                    <a:pt x="21" y="17"/>
                    <a:pt x="21" y="17"/>
                    <a:pt x="21" y="18"/>
                  </a:cubicBezTo>
                  <a:cubicBezTo>
                    <a:pt x="21" y="18"/>
                    <a:pt x="21" y="18"/>
                    <a:pt x="21" y="18"/>
                  </a:cubicBezTo>
                  <a:cubicBezTo>
                    <a:pt x="21" y="18"/>
                    <a:pt x="21" y="18"/>
                    <a:pt x="21" y="18"/>
                  </a:cubicBezTo>
                  <a:cubicBezTo>
                    <a:pt x="19" y="19"/>
                    <a:pt x="16" y="19"/>
                    <a:pt x="14" y="18"/>
                  </a:cubicBezTo>
                  <a:cubicBezTo>
                    <a:pt x="12" y="18"/>
                    <a:pt x="10" y="17"/>
                    <a:pt x="9" y="17"/>
                  </a:cubicBezTo>
                  <a:cubicBezTo>
                    <a:pt x="5" y="17"/>
                    <a:pt x="2" y="20"/>
                    <a:pt x="1" y="24"/>
                  </a:cubicBezTo>
                  <a:cubicBezTo>
                    <a:pt x="0" y="28"/>
                    <a:pt x="1" y="32"/>
                    <a:pt x="4" y="34"/>
                  </a:cubicBezTo>
                  <a:cubicBezTo>
                    <a:pt x="7" y="35"/>
                    <a:pt x="11" y="34"/>
                    <a:pt x="11" y="34"/>
                  </a:cubicBezTo>
                  <a:cubicBezTo>
                    <a:pt x="12" y="34"/>
                    <a:pt x="13" y="34"/>
                    <a:pt x="13" y="33"/>
                  </a:cubicBezTo>
                  <a:cubicBezTo>
                    <a:pt x="13" y="33"/>
                    <a:pt x="13" y="33"/>
                    <a:pt x="13" y="33"/>
                  </a:cubicBezTo>
                  <a:cubicBezTo>
                    <a:pt x="14" y="33"/>
                    <a:pt x="15" y="33"/>
                    <a:pt x="16" y="34"/>
                  </a:cubicBezTo>
                  <a:cubicBezTo>
                    <a:pt x="18" y="36"/>
                    <a:pt x="21" y="39"/>
                    <a:pt x="22" y="41"/>
                  </a:cubicBezTo>
                  <a:cubicBezTo>
                    <a:pt x="22" y="41"/>
                    <a:pt x="22" y="42"/>
                    <a:pt x="22" y="43"/>
                  </a:cubicBezTo>
                  <a:cubicBezTo>
                    <a:pt x="22" y="44"/>
                    <a:pt x="22" y="45"/>
                    <a:pt x="22" y="46"/>
                  </a:cubicBezTo>
                  <a:cubicBezTo>
                    <a:pt x="23" y="50"/>
                    <a:pt x="25" y="51"/>
                    <a:pt x="26" y="52"/>
                  </a:cubicBezTo>
                  <a:cubicBezTo>
                    <a:pt x="27" y="52"/>
                    <a:pt x="27" y="52"/>
                    <a:pt x="27" y="53"/>
                  </a:cubicBezTo>
                  <a:cubicBezTo>
                    <a:pt x="28" y="54"/>
                    <a:pt x="29" y="55"/>
                    <a:pt x="30" y="57"/>
                  </a:cubicBezTo>
                  <a:cubicBezTo>
                    <a:pt x="31" y="58"/>
                    <a:pt x="33" y="60"/>
                    <a:pt x="35" y="62"/>
                  </a:cubicBezTo>
                  <a:cubicBezTo>
                    <a:pt x="37" y="64"/>
                    <a:pt x="40" y="65"/>
                    <a:pt x="43" y="67"/>
                  </a:cubicBezTo>
                  <a:cubicBezTo>
                    <a:pt x="44" y="67"/>
                    <a:pt x="45" y="67"/>
                    <a:pt x="46" y="67"/>
                  </a:cubicBezTo>
                  <a:cubicBezTo>
                    <a:pt x="45" y="69"/>
                    <a:pt x="45" y="70"/>
                    <a:pt x="45" y="70"/>
                  </a:cubicBezTo>
                  <a:cubicBezTo>
                    <a:pt x="45" y="70"/>
                    <a:pt x="45" y="70"/>
                    <a:pt x="45" y="70"/>
                  </a:cubicBezTo>
                  <a:cubicBezTo>
                    <a:pt x="44" y="71"/>
                    <a:pt x="44" y="72"/>
                    <a:pt x="44" y="74"/>
                  </a:cubicBezTo>
                  <a:cubicBezTo>
                    <a:pt x="45" y="77"/>
                    <a:pt x="46" y="79"/>
                    <a:pt x="47" y="80"/>
                  </a:cubicBezTo>
                  <a:cubicBezTo>
                    <a:pt x="48" y="81"/>
                    <a:pt x="48" y="81"/>
                    <a:pt x="49" y="82"/>
                  </a:cubicBezTo>
                  <a:cubicBezTo>
                    <a:pt x="49" y="82"/>
                    <a:pt x="50" y="83"/>
                    <a:pt x="50" y="83"/>
                  </a:cubicBezTo>
                  <a:cubicBezTo>
                    <a:pt x="50" y="84"/>
                    <a:pt x="49" y="89"/>
                    <a:pt x="49" y="91"/>
                  </a:cubicBezTo>
                  <a:cubicBezTo>
                    <a:pt x="49" y="92"/>
                    <a:pt x="48" y="94"/>
                    <a:pt x="48" y="95"/>
                  </a:cubicBezTo>
                  <a:cubicBezTo>
                    <a:pt x="48" y="95"/>
                    <a:pt x="48" y="96"/>
                    <a:pt x="48" y="97"/>
                  </a:cubicBezTo>
                  <a:cubicBezTo>
                    <a:pt x="47" y="99"/>
                    <a:pt x="47" y="102"/>
                    <a:pt x="48" y="105"/>
                  </a:cubicBezTo>
                  <a:cubicBezTo>
                    <a:pt x="48" y="107"/>
                    <a:pt x="50" y="108"/>
                    <a:pt x="52" y="108"/>
                  </a:cubicBezTo>
                  <a:cubicBezTo>
                    <a:pt x="52" y="108"/>
                    <a:pt x="52" y="108"/>
                    <a:pt x="52" y="108"/>
                  </a:cubicBezTo>
                  <a:cubicBezTo>
                    <a:pt x="54" y="108"/>
                    <a:pt x="56" y="106"/>
                    <a:pt x="56" y="104"/>
                  </a:cubicBezTo>
                  <a:cubicBezTo>
                    <a:pt x="56" y="104"/>
                    <a:pt x="56" y="104"/>
                    <a:pt x="56" y="104"/>
                  </a:cubicBezTo>
                  <a:cubicBezTo>
                    <a:pt x="57" y="103"/>
                    <a:pt x="57" y="101"/>
                    <a:pt x="58" y="100"/>
                  </a:cubicBezTo>
                  <a:cubicBezTo>
                    <a:pt x="60" y="96"/>
                    <a:pt x="64" y="91"/>
                    <a:pt x="67" y="88"/>
                  </a:cubicBezTo>
                  <a:cubicBezTo>
                    <a:pt x="70" y="85"/>
                    <a:pt x="72" y="82"/>
                    <a:pt x="73" y="78"/>
                  </a:cubicBezTo>
                  <a:cubicBezTo>
                    <a:pt x="74" y="76"/>
                    <a:pt x="73" y="73"/>
                    <a:pt x="72" y="72"/>
                  </a:cubicBezTo>
                  <a:cubicBezTo>
                    <a:pt x="71" y="71"/>
                    <a:pt x="69" y="70"/>
                    <a:pt x="68" y="69"/>
                  </a:cubicBezTo>
                  <a:close/>
                  <a:moveTo>
                    <a:pt x="53" y="27"/>
                  </a:moveTo>
                  <a:cubicBezTo>
                    <a:pt x="53" y="27"/>
                    <a:pt x="52" y="27"/>
                    <a:pt x="52" y="27"/>
                  </a:cubicBezTo>
                  <a:cubicBezTo>
                    <a:pt x="50" y="27"/>
                    <a:pt x="49" y="27"/>
                    <a:pt x="47" y="29"/>
                  </a:cubicBezTo>
                  <a:cubicBezTo>
                    <a:pt x="47" y="30"/>
                    <a:pt x="46" y="31"/>
                    <a:pt x="46" y="31"/>
                  </a:cubicBezTo>
                  <a:cubicBezTo>
                    <a:pt x="46" y="31"/>
                    <a:pt x="46" y="32"/>
                    <a:pt x="46" y="32"/>
                  </a:cubicBezTo>
                  <a:cubicBezTo>
                    <a:pt x="46" y="32"/>
                    <a:pt x="46" y="32"/>
                    <a:pt x="45" y="31"/>
                  </a:cubicBezTo>
                  <a:cubicBezTo>
                    <a:pt x="45" y="31"/>
                    <a:pt x="45" y="30"/>
                    <a:pt x="45" y="29"/>
                  </a:cubicBezTo>
                  <a:cubicBezTo>
                    <a:pt x="45" y="28"/>
                    <a:pt x="46" y="27"/>
                    <a:pt x="47" y="26"/>
                  </a:cubicBezTo>
                  <a:cubicBezTo>
                    <a:pt x="48" y="26"/>
                    <a:pt x="48" y="25"/>
                    <a:pt x="49" y="25"/>
                  </a:cubicBezTo>
                  <a:cubicBezTo>
                    <a:pt x="49" y="25"/>
                    <a:pt x="49" y="25"/>
                    <a:pt x="49" y="25"/>
                  </a:cubicBezTo>
                  <a:cubicBezTo>
                    <a:pt x="50" y="25"/>
                    <a:pt x="50" y="26"/>
                    <a:pt x="51" y="26"/>
                  </a:cubicBezTo>
                  <a:cubicBezTo>
                    <a:pt x="51" y="26"/>
                    <a:pt x="52" y="27"/>
                    <a:pt x="53" y="27"/>
                  </a:cubicBezTo>
                  <a:close/>
                  <a:moveTo>
                    <a:pt x="43" y="49"/>
                  </a:moveTo>
                  <a:cubicBezTo>
                    <a:pt x="42" y="50"/>
                    <a:pt x="41" y="50"/>
                    <a:pt x="39" y="51"/>
                  </a:cubicBezTo>
                  <a:cubicBezTo>
                    <a:pt x="39" y="51"/>
                    <a:pt x="37" y="53"/>
                    <a:pt x="38" y="56"/>
                  </a:cubicBezTo>
                  <a:cubicBezTo>
                    <a:pt x="38" y="57"/>
                    <a:pt x="39" y="58"/>
                    <a:pt x="39" y="58"/>
                  </a:cubicBezTo>
                  <a:cubicBezTo>
                    <a:pt x="39" y="58"/>
                    <a:pt x="38" y="58"/>
                    <a:pt x="38" y="57"/>
                  </a:cubicBezTo>
                  <a:cubicBezTo>
                    <a:pt x="37" y="57"/>
                    <a:pt x="36" y="55"/>
                    <a:pt x="35" y="54"/>
                  </a:cubicBezTo>
                  <a:cubicBezTo>
                    <a:pt x="34" y="52"/>
                    <a:pt x="33" y="50"/>
                    <a:pt x="31" y="49"/>
                  </a:cubicBezTo>
                  <a:cubicBezTo>
                    <a:pt x="31" y="48"/>
                    <a:pt x="30" y="48"/>
                    <a:pt x="30" y="47"/>
                  </a:cubicBezTo>
                  <a:cubicBezTo>
                    <a:pt x="28" y="46"/>
                    <a:pt x="28" y="46"/>
                    <a:pt x="28" y="45"/>
                  </a:cubicBezTo>
                  <a:cubicBezTo>
                    <a:pt x="28" y="44"/>
                    <a:pt x="28" y="44"/>
                    <a:pt x="28" y="43"/>
                  </a:cubicBezTo>
                  <a:cubicBezTo>
                    <a:pt x="28" y="42"/>
                    <a:pt x="28" y="41"/>
                    <a:pt x="27" y="39"/>
                  </a:cubicBezTo>
                  <a:cubicBezTo>
                    <a:pt x="26" y="35"/>
                    <a:pt x="22" y="31"/>
                    <a:pt x="19" y="30"/>
                  </a:cubicBezTo>
                  <a:cubicBezTo>
                    <a:pt x="18" y="29"/>
                    <a:pt x="16" y="27"/>
                    <a:pt x="13" y="27"/>
                  </a:cubicBezTo>
                  <a:cubicBezTo>
                    <a:pt x="13" y="27"/>
                    <a:pt x="13" y="27"/>
                    <a:pt x="12" y="28"/>
                  </a:cubicBezTo>
                  <a:cubicBezTo>
                    <a:pt x="11" y="28"/>
                    <a:pt x="10" y="29"/>
                    <a:pt x="10" y="29"/>
                  </a:cubicBezTo>
                  <a:cubicBezTo>
                    <a:pt x="9" y="29"/>
                    <a:pt x="8" y="29"/>
                    <a:pt x="7" y="29"/>
                  </a:cubicBezTo>
                  <a:cubicBezTo>
                    <a:pt x="6" y="28"/>
                    <a:pt x="6" y="27"/>
                    <a:pt x="6" y="25"/>
                  </a:cubicBezTo>
                  <a:cubicBezTo>
                    <a:pt x="7" y="24"/>
                    <a:pt x="7" y="23"/>
                    <a:pt x="9" y="23"/>
                  </a:cubicBezTo>
                  <a:cubicBezTo>
                    <a:pt x="10" y="23"/>
                    <a:pt x="11" y="23"/>
                    <a:pt x="13" y="24"/>
                  </a:cubicBezTo>
                  <a:cubicBezTo>
                    <a:pt x="16" y="24"/>
                    <a:pt x="19" y="25"/>
                    <a:pt x="23" y="24"/>
                  </a:cubicBezTo>
                  <a:cubicBezTo>
                    <a:pt x="25" y="23"/>
                    <a:pt x="26" y="21"/>
                    <a:pt x="26" y="20"/>
                  </a:cubicBezTo>
                  <a:cubicBezTo>
                    <a:pt x="27" y="19"/>
                    <a:pt x="27" y="19"/>
                    <a:pt x="27" y="19"/>
                  </a:cubicBezTo>
                  <a:cubicBezTo>
                    <a:pt x="28" y="17"/>
                    <a:pt x="29" y="16"/>
                    <a:pt x="31" y="15"/>
                  </a:cubicBezTo>
                  <a:cubicBezTo>
                    <a:pt x="33" y="13"/>
                    <a:pt x="36" y="12"/>
                    <a:pt x="39" y="11"/>
                  </a:cubicBezTo>
                  <a:cubicBezTo>
                    <a:pt x="41" y="11"/>
                    <a:pt x="42" y="10"/>
                    <a:pt x="44" y="9"/>
                  </a:cubicBezTo>
                  <a:cubicBezTo>
                    <a:pt x="44" y="9"/>
                    <a:pt x="44" y="9"/>
                    <a:pt x="45" y="9"/>
                  </a:cubicBezTo>
                  <a:cubicBezTo>
                    <a:pt x="47" y="8"/>
                    <a:pt x="49" y="7"/>
                    <a:pt x="51" y="7"/>
                  </a:cubicBezTo>
                  <a:cubicBezTo>
                    <a:pt x="50" y="7"/>
                    <a:pt x="50" y="8"/>
                    <a:pt x="50" y="8"/>
                  </a:cubicBezTo>
                  <a:cubicBezTo>
                    <a:pt x="48" y="10"/>
                    <a:pt x="46" y="11"/>
                    <a:pt x="46" y="13"/>
                  </a:cubicBezTo>
                  <a:cubicBezTo>
                    <a:pt x="45" y="16"/>
                    <a:pt x="48" y="18"/>
                    <a:pt x="50" y="20"/>
                  </a:cubicBezTo>
                  <a:cubicBezTo>
                    <a:pt x="48" y="20"/>
                    <a:pt x="46" y="20"/>
                    <a:pt x="45" y="21"/>
                  </a:cubicBezTo>
                  <a:cubicBezTo>
                    <a:pt x="42" y="23"/>
                    <a:pt x="40" y="25"/>
                    <a:pt x="39" y="28"/>
                  </a:cubicBezTo>
                  <a:cubicBezTo>
                    <a:pt x="39" y="30"/>
                    <a:pt x="40" y="33"/>
                    <a:pt x="41" y="35"/>
                  </a:cubicBezTo>
                  <a:cubicBezTo>
                    <a:pt x="42" y="36"/>
                    <a:pt x="44" y="37"/>
                    <a:pt x="46" y="37"/>
                  </a:cubicBezTo>
                  <a:cubicBezTo>
                    <a:pt x="50" y="37"/>
                    <a:pt x="51" y="35"/>
                    <a:pt x="51" y="33"/>
                  </a:cubicBezTo>
                  <a:cubicBezTo>
                    <a:pt x="51" y="33"/>
                    <a:pt x="51" y="33"/>
                    <a:pt x="52" y="33"/>
                  </a:cubicBezTo>
                  <a:cubicBezTo>
                    <a:pt x="52" y="33"/>
                    <a:pt x="52" y="33"/>
                    <a:pt x="52" y="33"/>
                  </a:cubicBezTo>
                  <a:cubicBezTo>
                    <a:pt x="52" y="33"/>
                    <a:pt x="54" y="34"/>
                    <a:pt x="55" y="36"/>
                  </a:cubicBezTo>
                  <a:cubicBezTo>
                    <a:pt x="55" y="37"/>
                    <a:pt x="55" y="38"/>
                    <a:pt x="52" y="41"/>
                  </a:cubicBezTo>
                  <a:cubicBezTo>
                    <a:pt x="52" y="42"/>
                    <a:pt x="51" y="42"/>
                    <a:pt x="51" y="42"/>
                  </a:cubicBezTo>
                  <a:cubicBezTo>
                    <a:pt x="50" y="43"/>
                    <a:pt x="50" y="44"/>
                    <a:pt x="49" y="44"/>
                  </a:cubicBezTo>
                  <a:cubicBezTo>
                    <a:pt x="48" y="46"/>
                    <a:pt x="46" y="49"/>
                    <a:pt x="44" y="49"/>
                  </a:cubicBezTo>
                  <a:cubicBezTo>
                    <a:pt x="44" y="49"/>
                    <a:pt x="43" y="49"/>
                    <a:pt x="43" y="49"/>
                  </a:cubicBezTo>
                  <a:close/>
                  <a:moveTo>
                    <a:pt x="68" y="76"/>
                  </a:moveTo>
                  <a:cubicBezTo>
                    <a:pt x="67" y="79"/>
                    <a:pt x="65" y="82"/>
                    <a:pt x="63" y="84"/>
                  </a:cubicBezTo>
                  <a:cubicBezTo>
                    <a:pt x="59" y="88"/>
                    <a:pt x="55" y="94"/>
                    <a:pt x="54" y="96"/>
                  </a:cubicBezTo>
                  <a:cubicBezTo>
                    <a:pt x="54" y="96"/>
                    <a:pt x="54" y="96"/>
                    <a:pt x="54" y="95"/>
                  </a:cubicBezTo>
                  <a:cubicBezTo>
                    <a:pt x="54" y="95"/>
                    <a:pt x="54" y="94"/>
                    <a:pt x="54" y="92"/>
                  </a:cubicBezTo>
                  <a:cubicBezTo>
                    <a:pt x="55" y="88"/>
                    <a:pt x="56" y="83"/>
                    <a:pt x="55" y="80"/>
                  </a:cubicBezTo>
                  <a:cubicBezTo>
                    <a:pt x="54" y="79"/>
                    <a:pt x="53" y="78"/>
                    <a:pt x="53" y="78"/>
                  </a:cubicBezTo>
                  <a:cubicBezTo>
                    <a:pt x="52" y="77"/>
                    <a:pt x="52" y="77"/>
                    <a:pt x="52" y="77"/>
                  </a:cubicBezTo>
                  <a:cubicBezTo>
                    <a:pt x="51" y="76"/>
                    <a:pt x="50" y="74"/>
                    <a:pt x="50" y="73"/>
                  </a:cubicBezTo>
                  <a:cubicBezTo>
                    <a:pt x="50" y="73"/>
                    <a:pt x="50" y="73"/>
                    <a:pt x="50" y="72"/>
                  </a:cubicBezTo>
                  <a:cubicBezTo>
                    <a:pt x="50" y="72"/>
                    <a:pt x="50" y="71"/>
                    <a:pt x="51" y="71"/>
                  </a:cubicBezTo>
                  <a:cubicBezTo>
                    <a:pt x="51" y="71"/>
                    <a:pt x="51" y="68"/>
                    <a:pt x="52" y="68"/>
                  </a:cubicBezTo>
                  <a:cubicBezTo>
                    <a:pt x="52" y="67"/>
                    <a:pt x="53" y="67"/>
                    <a:pt x="53" y="67"/>
                  </a:cubicBezTo>
                  <a:cubicBezTo>
                    <a:pt x="55" y="67"/>
                    <a:pt x="59" y="69"/>
                    <a:pt x="61" y="71"/>
                  </a:cubicBezTo>
                  <a:cubicBezTo>
                    <a:pt x="62" y="72"/>
                    <a:pt x="64" y="73"/>
                    <a:pt x="65" y="74"/>
                  </a:cubicBezTo>
                  <a:cubicBezTo>
                    <a:pt x="66" y="75"/>
                    <a:pt x="67" y="75"/>
                    <a:pt x="68" y="76"/>
                  </a:cubicBezTo>
                  <a:cubicBezTo>
                    <a:pt x="68" y="76"/>
                    <a:pt x="68" y="76"/>
                    <a:pt x="68" y="7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0" name="Google Shape;760;p48"/>
            <p:cNvSpPr/>
            <p:nvPr/>
          </p:nvSpPr>
          <p:spPr>
            <a:xfrm>
              <a:off x="4901982" y="3383829"/>
              <a:ext cx="13237" cy="13237"/>
            </a:xfrm>
            <a:custGeom>
              <a:avLst/>
              <a:gdLst/>
              <a:ahLst/>
              <a:cxnLst/>
              <a:rect l="l" t="t" r="r" b="b"/>
              <a:pathLst>
                <a:path w="5" h="5" extrusionOk="0">
                  <a:moveTo>
                    <a:pt x="2" y="5"/>
                  </a:moveTo>
                  <a:cubicBezTo>
                    <a:pt x="2" y="5"/>
                    <a:pt x="2" y="5"/>
                    <a:pt x="2" y="5"/>
                  </a:cubicBezTo>
                  <a:cubicBezTo>
                    <a:pt x="2" y="5"/>
                    <a:pt x="2" y="5"/>
                    <a:pt x="2" y="5"/>
                  </a:cubicBezTo>
                  <a:cubicBezTo>
                    <a:pt x="4" y="5"/>
                    <a:pt x="5" y="4"/>
                    <a:pt x="5" y="2"/>
                  </a:cubicBezTo>
                  <a:cubicBezTo>
                    <a:pt x="5" y="1"/>
                    <a:pt x="4" y="0"/>
                    <a:pt x="2" y="0"/>
                  </a:cubicBezTo>
                  <a:cubicBezTo>
                    <a:pt x="2" y="0"/>
                    <a:pt x="2" y="0"/>
                    <a:pt x="2" y="0"/>
                  </a:cubicBezTo>
                  <a:cubicBezTo>
                    <a:pt x="1" y="0"/>
                    <a:pt x="0" y="1"/>
                    <a:pt x="0" y="2"/>
                  </a:cubicBezTo>
                  <a:cubicBezTo>
                    <a:pt x="0" y="4"/>
                    <a:pt x="1" y="5"/>
                    <a:pt x="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1" name="Google Shape;761;p48"/>
            <p:cNvSpPr/>
            <p:nvPr/>
          </p:nvSpPr>
          <p:spPr>
            <a:xfrm>
              <a:off x="4860064" y="3391550"/>
              <a:ext cx="97072" cy="89351"/>
            </a:xfrm>
            <a:custGeom>
              <a:avLst/>
              <a:gdLst/>
              <a:ahLst/>
              <a:cxnLst/>
              <a:rect l="l" t="t" r="r" b="b"/>
              <a:pathLst>
                <a:path w="37" h="34" extrusionOk="0">
                  <a:moveTo>
                    <a:pt x="30" y="1"/>
                  </a:moveTo>
                  <a:cubicBezTo>
                    <a:pt x="28" y="0"/>
                    <a:pt x="27" y="0"/>
                    <a:pt x="26" y="1"/>
                  </a:cubicBezTo>
                  <a:cubicBezTo>
                    <a:pt x="25" y="2"/>
                    <a:pt x="25" y="4"/>
                    <a:pt x="26" y="5"/>
                  </a:cubicBezTo>
                  <a:cubicBezTo>
                    <a:pt x="29" y="7"/>
                    <a:pt x="31" y="11"/>
                    <a:pt x="31" y="15"/>
                  </a:cubicBezTo>
                  <a:cubicBezTo>
                    <a:pt x="31" y="22"/>
                    <a:pt x="25" y="28"/>
                    <a:pt x="18" y="28"/>
                  </a:cubicBezTo>
                  <a:cubicBezTo>
                    <a:pt x="11" y="28"/>
                    <a:pt x="5" y="22"/>
                    <a:pt x="5" y="15"/>
                  </a:cubicBezTo>
                  <a:cubicBezTo>
                    <a:pt x="5" y="11"/>
                    <a:pt x="7" y="8"/>
                    <a:pt x="10" y="6"/>
                  </a:cubicBezTo>
                  <a:cubicBezTo>
                    <a:pt x="11" y="5"/>
                    <a:pt x="11" y="3"/>
                    <a:pt x="10" y="2"/>
                  </a:cubicBezTo>
                  <a:cubicBezTo>
                    <a:pt x="9" y="0"/>
                    <a:pt x="7" y="0"/>
                    <a:pt x="6" y="1"/>
                  </a:cubicBezTo>
                  <a:cubicBezTo>
                    <a:pt x="2" y="5"/>
                    <a:pt x="0" y="10"/>
                    <a:pt x="0" y="15"/>
                  </a:cubicBezTo>
                  <a:cubicBezTo>
                    <a:pt x="0" y="25"/>
                    <a:pt x="8" y="34"/>
                    <a:pt x="18" y="34"/>
                  </a:cubicBezTo>
                  <a:cubicBezTo>
                    <a:pt x="29" y="34"/>
                    <a:pt x="37" y="25"/>
                    <a:pt x="37" y="15"/>
                  </a:cubicBezTo>
                  <a:cubicBezTo>
                    <a:pt x="37" y="9"/>
                    <a:pt x="34" y="4"/>
                    <a:pt x="30"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2" name="Google Shape;762;p48"/>
            <p:cNvSpPr/>
            <p:nvPr/>
          </p:nvSpPr>
          <p:spPr>
            <a:xfrm>
              <a:off x="5086198" y="3379416"/>
              <a:ext cx="44124" cy="75010"/>
            </a:xfrm>
            <a:custGeom>
              <a:avLst/>
              <a:gdLst/>
              <a:ahLst/>
              <a:cxnLst/>
              <a:rect l="l" t="t" r="r" b="b"/>
              <a:pathLst>
                <a:path w="17" h="29" extrusionOk="0">
                  <a:moveTo>
                    <a:pt x="15" y="1"/>
                  </a:moveTo>
                  <a:cubicBezTo>
                    <a:pt x="13" y="0"/>
                    <a:pt x="12" y="1"/>
                    <a:pt x="12" y="3"/>
                  </a:cubicBezTo>
                  <a:cubicBezTo>
                    <a:pt x="10" y="11"/>
                    <a:pt x="6" y="18"/>
                    <a:pt x="1" y="24"/>
                  </a:cubicBezTo>
                  <a:cubicBezTo>
                    <a:pt x="0" y="25"/>
                    <a:pt x="0" y="27"/>
                    <a:pt x="1" y="28"/>
                  </a:cubicBezTo>
                  <a:cubicBezTo>
                    <a:pt x="2" y="28"/>
                    <a:pt x="2" y="29"/>
                    <a:pt x="3" y="29"/>
                  </a:cubicBezTo>
                  <a:cubicBezTo>
                    <a:pt x="4" y="29"/>
                    <a:pt x="5" y="28"/>
                    <a:pt x="5" y="28"/>
                  </a:cubicBezTo>
                  <a:cubicBezTo>
                    <a:pt x="11" y="21"/>
                    <a:pt x="15" y="13"/>
                    <a:pt x="17" y="4"/>
                  </a:cubicBezTo>
                  <a:cubicBezTo>
                    <a:pt x="17" y="3"/>
                    <a:pt x="17" y="1"/>
                    <a:pt x="1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3" name="Google Shape;763;p48"/>
            <p:cNvSpPr/>
            <p:nvPr/>
          </p:nvSpPr>
          <p:spPr>
            <a:xfrm>
              <a:off x="5119290" y="3352942"/>
              <a:ext cx="13237" cy="15443"/>
            </a:xfrm>
            <a:custGeom>
              <a:avLst/>
              <a:gdLst/>
              <a:ahLst/>
              <a:cxnLst/>
              <a:rect l="l" t="t" r="r" b="b"/>
              <a:pathLst>
                <a:path w="5" h="6" extrusionOk="0">
                  <a:moveTo>
                    <a:pt x="0" y="3"/>
                  </a:moveTo>
                  <a:cubicBezTo>
                    <a:pt x="0" y="3"/>
                    <a:pt x="0" y="3"/>
                    <a:pt x="0" y="3"/>
                  </a:cubicBezTo>
                  <a:cubicBezTo>
                    <a:pt x="0" y="5"/>
                    <a:pt x="1" y="6"/>
                    <a:pt x="2" y="6"/>
                  </a:cubicBezTo>
                  <a:cubicBezTo>
                    <a:pt x="3" y="6"/>
                    <a:pt x="3" y="6"/>
                    <a:pt x="3" y="6"/>
                  </a:cubicBezTo>
                  <a:cubicBezTo>
                    <a:pt x="4" y="6"/>
                    <a:pt x="5" y="5"/>
                    <a:pt x="5" y="3"/>
                  </a:cubicBezTo>
                  <a:cubicBezTo>
                    <a:pt x="5" y="3"/>
                    <a:pt x="5" y="3"/>
                    <a:pt x="5" y="3"/>
                  </a:cubicBezTo>
                  <a:cubicBezTo>
                    <a:pt x="5" y="2"/>
                    <a:pt x="4" y="0"/>
                    <a:pt x="2" y="1"/>
                  </a:cubicBezTo>
                  <a:cubicBezTo>
                    <a:pt x="1" y="1"/>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64" name="Google Shape;764;p48"/>
          <p:cNvGrpSpPr/>
          <p:nvPr/>
        </p:nvGrpSpPr>
        <p:grpSpPr>
          <a:xfrm>
            <a:off x="3978693" y="3181962"/>
            <a:ext cx="324309" cy="378361"/>
            <a:chOff x="3999652" y="3181962"/>
            <a:chExt cx="324309" cy="378361"/>
          </a:xfrm>
        </p:grpSpPr>
        <p:sp>
          <p:nvSpPr>
            <p:cNvPr id="765" name="Google Shape;765;p48"/>
            <p:cNvSpPr/>
            <p:nvPr/>
          </p:nvSpPr>
          <p:spPr>
            <a:xfrm>
              <a:off x="3999652" y="3331983"/>
              <a:ext cx="15443" cy="15443"/>
            </a:xfrm>
            <a:custGeom>
              <a:avLst/>
              <a:gdLst/>
              <a:ahLst/>
              <a:cxnLst/>
              <a:rect l="l" t="t" r="r" b="b"/>
              <a:pathLst>
                <a:path w="6" h="6" extrusionOk="0">
                  <a:moveTo>
                    <a:pt x="3" y="6"/>
                  </a:moveTo>
                  <a:cubicBezTo>
                    <a:pt x="4" y="6"/>
                    <a:pt x="4" y="5"/>
                    <a:pt x="5" y="5"/>
                  </a:cubicBezTo>
                  <a:cubicBezTo>
                    <a:pt x="5" y="4"/>
                    <a:pt x="6" y="3"/>
                    <a:pt x="6" y="3"/>
                  </a:cubicBezTo>
                  <a:cubicBezTo>
                    <a:pt x="6" y="2"/>
                    <a:pt x="5" y="1"/>
                    <a:pt x="5" y="1"/>
                  </a:cubicBezTo>
                  <a:cubicBezTo>
                    <a:pt x="4" y="0"/>
                    <a:pt x="4" y="0"/>
                    <a:pt x="3" y="0"/>
                  </a:cubicBezTo>
                  <a:cubicBezTo>
                    <a:pt x="2" y="0"/>
                    <a:pt x="1" y="0"/>
                    <a:pt x="1" y="1"/>
                  </a:cubicBezTo>
                  <a:cubicBezTo>
                    <a:pt x="0" y="1"/>
                    <a:pt x="0" y="2"/>
                    <a:pt x="0" y="3"/>
                  </a:cubicBezTo>
                  <a:cubicBezTo>
                    <a:pt x="0" y="3"/>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6" name="Google Shape;766;p48"/>
            <p:cNvSpPr/>
            <p:nvPr/>
          </p:nvSpPr>
          <p:spPr>
            <a:xfrm>
              <a:off x="3999652" y="3181962"/>
              <a:ext cx="324309" cy="378361"/>
            </a:xfrm>
            <a:custGeom>
              <a:avLst/>
              <a:gdLst/>
              <a:ahLst/>
              <a:cxnLst/>
              <a:rect l="l" t="t" r="r" b="b"/>
              <a:pathLst>
                <a:path w="124" h="144" extrusionOk="0">
                  <a:moveTo>
                    <a:pt x="124" y="39"/>
                  </a:moveTo>
                  <a:cubicBezTo>
                    <a:pt x="124" y="9"/>
                    <a:pt x="124" y="9"/>
                    <a:pt x="124" y="9"/>
                  </a:cubicBezTo>
                  <a:cubicBezTo>
                    <a:pt x="124" y="4"/>
                    <a:pt x="121" y="0"/>
                    <a:pt x="116" y="0"/>
                  </a:cubicBezTo>
                  <a:cubicBezTo>
                    <a:pt x="20" y="0"/>
                    <a:pt x="20" y="0"/>
                    <a:pt x="20" y="0"/>
                  </a:cubicBezTo>
                  <a:cubicBezTo>
                    <a:pt x="17" y="0"/>
                    <a:pt x="15" y="2"/>
                    <a:pt x="13" y="3"/>
                  </a:cubicBezTo>
                  <a:cubicBezTo>
                    <a:pt x="2" y="14"/>
                    <a:pt x="2" y="14"/>
                    <a:pt x="2" y="14"/>
                  </a:cubicBezTo>
                  <a:cubicBezTo>
                    <a:pt x="1" y="16"/>
                    <a:pt x="0" y="18"/>
                    <a:pt x="0" y="20"/>
                  </a:cubicBezTo>
                  <a:cubicBezTo>
                    <a:pt x="0" y="46"/>
                    <a:pt x="0" y="46"/>
                    <a:pt x="0" y="46"/>
                  </a:cubicBezTo>
                  <a:cubicBezTo>
                    <a:pt x="0" y="47"/>
                    <a:pt x="1" y="48"/>
                    <a:pt x="3" y="48"/>
                  </a:cubicBezTo>
                  <a:cubicBezTo>
                    <a:pt x="4" y="48"/>
                    <a:pt x="6" y="47"/>
                    <a:pt x="6" y="46"/>
                  </a:cubicBezTo>
                  <a:cubicBezTo>
                    <a:pt x="6" y="20"/>
                    <a:pt x="6" y="20"/>
                    <a:pt x="6" y="20"/>
                  </a:cubicBezTo>
                  <a:cubicBezTo>
                    <a:pt x="6" y="19"/>
                    <a:pt x="6" y="19"/>
                    <a:pt x="6" y="18"/>
                  </a:cubicBezTo>
                  <a:cubicBezTo>
                    <a:pt x="11" y="13"/>
                    <a:pt x="11" y="13"/>
                    <a:pt x="11" y="13"/>
                  </a:cubicBezTo>
                  <a:cubicBezTo>
                    <a:pt x="11" y="91"/>
                    <a:pt x="11" y="91"/>
                    <a:pt x="11" y="91"/>
                  </a:cubicBezTo>
                  <a:cubicBezTo>
                    <a:pt x="6" y="113"/>
                    <a:pt x="6" y="113"/>
                    <a:pt x="6" y="113"/>
                  </a:cubicBezTo>
                  <a:cubicBezTo>
                    <a:pt x="6" y="72"/>
                    <a:pt x="6" y="72"/>
                    <a:pt x="6" y="72"/>
                  </a:cubicBezTo>
                  <a:cubicBezTo>
                    <a:pt x="6" y="70"/>
                    <a:pt x="4" y="69"/>
                    <a:pt x="3" y="69"/>
                  </a:cubicBezTo>
                  <a:cubicBezTo>
                    <a:pt x="1" y="69"/>
                    <a:pt x="0" y="70"/>
                    <a:pt x="0" y="72"/>
                  </a:cubicBezTo>
                  <a:cubicBezTo>
                    <a:pt x="0" y="135"/>
                    <a:pt x="0" y="135"/>
                    <a:pt x="0" y="135"/>
                  </a:cubicBezTo>
                  <a:cubicBezTo>
                    <a:pt x="0" y="140"/>
                    <a:pt x="4" y="144"/>
                    <a:pt x="8" y="144"/>
                  </a:cubicBezTo>
                  <a:cubicBezTo>
                    <a:pt x="105" y="144"/>
                    <a:pt x="105" y="144"/>
                    <a:pt x="105" y="144"/>
                  </a:cubicBezTo>
                  <a:cubicBezTo>
                    <a:pt x="107" y="144"/>
                    <a:pt x="109" y="143"/>
                    <a:pt x="111" y="141"/>
                  </a:cubicBezTo>
                  <a:cubicBezTo>
                    <a:pt x="121" y="130"/>
                    <a:pt x="121" y="130"/>
                    <a:pt x="121" y="130"/>
                  </a:cubicBezTo>
                  <a:cubicBezTo>
                    <a:pt x="123" y="129"/>
                    <a:pt x="124" y="127"/>
                    <a:pt x="124" y="124"/>
                  </a:cubicBezTo>
                  <a:cubicBezTo>
                    <a:pt x="124" y="60"/>
                    <a:pt x="124" y="60"/>
                    <a:pt x="124" y="60"/>
                  </a:cubicBezTo>
                  <a:cubicBezTo>
                    <a:pt x="124" y="59"/>
                    <a:pt x="124" y="59"/>
                    <a:pt x="124" y="58"/>
                  </a:cubicBezTo>
                  <a:cubicBezTo>
                    <a:pt x="118" y="47"/>
                    <a:pt x="118" y="47"/>
                    <a:pt x="118" y="47"/>
                  </a:cubicBezTo>
                  <a:cubicBezTo>
                    <a:pt x="124" y="41"/>
                    <a:pt x="124" y="41"/>
                    <a:pt x="124" y="41"/>
                  </a:cubicBezTo>
                  <a:cubicBezTo>
                    <a:pt x="124" y="40"/>
                    <a:pt x="124" y="40"/>
                    <a:pt x="124" y="39"/>
                  </a:cubicBezTo>
                  <a:close/>
                  <a:moveTo>
                    <a:pt x="15" y="98"/>
                  </a:moveTo>
                  <a:cubicBezTo>
                    <a:pt x="21" y="105"/>
                    <a:pt x="21" y="105"/>
                    <a:pt x="21" y="105"/>
                  </a:cubicBezTo>
                  <a:cubicBezTo>
                    <a:pt x="18" y="112"/>
                    <a:pt x="18" y="112"/>
                    <a:pt x="18" y="112"/>
                  </a:cubicBezTo>
                  <a:cubicBezTo>
                    <a:pt x="18" y="113"/>
                    <a:pt x="18" y="114"/>
                    <a:pt x="18" y="114"/>
                  </a:cubicBezTo>
                  <a:cubicBezTo>
                    <a:pt x="20" y="119"/>
                    <a:pt x="20" y="119"/>
                    <a:pt x="20" y="119"/>
                  </a:cubicBezTo>
                  <a:cubicBezTo>
                    <a:pt x="15" y="122"/>
                    <a:pt x="15" y="122"/>
                    <a:pt x="15" y="122"/>
                  </a:cubicBezTo>
                  <a:cubicBezTo>
                    <a:pt x="11" y="117"/>
                    <a:pt x="11" y="117"/>
                    <a:pt x="11" y="117"/>
                  </a:cubicBezTo>
                  <a:lnTo>
                    <a:pt x="15" y="98"/>
                  </a:lnTo>
                  <a:close/>
                  <a:moveTo>
                    <a:pt x="107" y="137"/>
                  </a:moveTo>
                  <a:cubicBezTo>
                    <a:pt x="106" y="138"/>
                    <a:pt x="105" y="138"/>
                    <a:pt x="105" y="138"/>
                  </a:cubicBezTo>
                  <a:cubicBezTo>
                    <a:pt x="8" y="138"/>
                    <a:pt x="8" y="138"/>
                    <a:pt x="8" y="138"/>
                  </a:cubicBezTo>
                  <a:cubicBezTo>
                    <a:pt x="7" y="138"/>
                    <a:pt x="6" y="137"/>
                    <a:pt x="6" y="135"/>
                  </a:cubicBezTo>
                  <a:cubicBezTo>
                    <a:pt x="6" y="119"/>
                    <a:pt x="6" y="119"/>
                    <a:pt x="6" y="119"/>
                  </a:cubicBezTo>
                  <a:cubicBezTo>
                    <a:pt x="12" y="127"/>
                    <a:pt x="12" y="127"/>
                    <a:pt x="12" y="127"/>
                  </a:cubicBezTo>
                  <a:cubicBezTo>
                    <a:pt x="12" y="128"/>
                    <a:pt x="12" y="128"/>
                    <a:pt x="12" y="128"/>
                  </a:cubicBezTo>
                  <a:cubicBezTo>
                    <a:pt x="13" y="131"/>
                    <a:pt x="16" y="133"/>
                    <a:pt x="20" y="133"/>
                  </a:cubicBezTo>
                  <a:cubicBezTo>
                    <a:pt x="111" y="133"/>
                    <a:pt x="111" y="133"/>
                    <a:pt x="111" y="133"/>
                  </a:cubicBezTo>
                  <a:lnTo>
                    <a:pt x="107" y="137"/>
                  </a:lnTo>
                  <a:close/>
                  <a:moveTo>
                    <a:pt x="119" y="38"/>
                  </a:moveTo>
                  <a:cubicBezTo>
                    <a:pt x="112" y="45"/>
                    <a:pt x="112" y="45"/>
                    <a:pt x="112" y="45"/>
                  </a:cubicBezTo>
                  <a:cubicBezTo>
                    <a:pt x="112" y="46"/>
                    <a:pt x="111" y="47"/>
                    <a:pt x="112" y="48"/>
                  </a:cubicBezTo>
                  <a:cubicBezTo>
                    <a:pt x="119" y="61"/>
                    <a:pt x="119" y="61"/>
                    <a:pt x="119" y="61"/>
                  </a:cubicBezTo>
                  <a:cubicBezTo>
                    <a:pt x="119" y="83"/>
                    <a:pt x="119" y="83"/>
                    <a:pt x="119" y="83"/>
                  </a:cubicBezTo>
                  <a:cubicBezTo>
                    <a:pt x="105" y="94"/>
                    <a:pt x="105" y="94"/>
                    <a:pt x="105" y="94"/>
                  </a:cubicBezTo>
                  <a:cubicBezTo>
                    <a:pt x="104" y="94"/>
                    <a:pt x="104" y="95"/>
                    <a:pt x="104" y="96"/>
                  </a:cubicBezTo>
                  <a:cubicBezTo>
                    <a:pt x="104" y="97"/>
                    <a:pt x="104" y="97"/>
                    <a:pt x="104" y="98"/>
                  </a:cubicBezTo>
                  <a:cubicBezTo>
                    <a:pt x="106" y="101"/>
                    <a:pt x="106" y="101"/>
                    <a:pt x="106" y="101"/>
                  </a:cubicBezTo>
                  <a:cubicBezTo>
                    <a:pt x="101" y="105"/>
                    <a:pt x="101" y="105"/>
                    <a:pt x="101" y="105"/>
                  </a:cubicBezTo>
                  <a:cubicBezTo>
                    <a:pt x="99" y="106"/>
                    <a:pt x="99" y="108"/>
                    <a:pt x="100" y="109"/>
                  </a:cubicBezTo>
                  <a:cubicBezTo>
                    <a:pt x="100" y="110"/>
                    <a:pt x="101" y="110"/>
                    <a:pt x="102" y="110"/>
                  </a:cubicBezTo>
                  <a:cubicBezTo>
                    <a:pt x="103" y="110"/>
                    <a:pt x="103" y="110"/>
                    <a:pt x="104" y="109"/>
                  </a:cubicBezTo>
                  <a:cubicBezTo>
                    <a:pt x="112" y="104"/>
                    <a:pt x="112" y="104"/>
                    <a:pt x="112" y="104"/>
                  </a:cubicBezTo>
                  <a:cubicBezTo>
                    <a:pt x="113" y="103"/>
                    <a:pt x="113" y="102"/>
                    <a:pt x="113" y="102"/>
                  </a:cubicBezTo>
                  <a:cubicBezTo>
                    <a:pt x="113" y="101"/>
                    <a:pt x="113" y="100"/>
                    <a:pt x="113" y="100"/>
                  </a:cubicBezTo>
                  <a:cubicBezTo>
                    <a:pt x="110" y="97"/>
                    <a:pt x="110" y="97"/>
                    <a:pt x="110" y="97"/>
                  </a:cubicBezTo>
                  <a:cubicBezTo>
                    <a:pt x="119" y="90"/>
                    <a:pt x="119" y="90"/>
                    <a:pt x="119" y="90"/>
                  </a:cubicBezTo>
                  <a:cubicBezTo>
                    <a:pt x="119" y="124"/>
                    <a:pt x="119" y="124"/>
                    <a:pt x="119" y="124"/>
                  </a:cubicBezTo>
                  <a:cubicBezTo>
                    <a:pt x="119" y="125"/>
                    <a:pt x="119" y="125"/>
                    <a:pt x="118" y="126"/>
                  </a:cubicBezTo>
                  <a:cubicBezTo>
                    <a:pt x="118" y="126"/>
                    <a:pt x="118" y="126"/>
                    <a:pt x="118" y="126"/>
                  </a:cubicBezTo>
                  <a:cubicBezTo>
                    <a:pt x="118" y="126"/>
                    <a:pt x="118" y="126"/>
                    <a:pt x="118" y="126"/>
                  </a:cubicBezTo>
                  <a:cubicBezTo>
                    <a:pt x="117" y="127"/>
                    <a:pt x="117" y="127"/>
                    <a:pt x="116" y="127"/>
                  </a:cubicBezTo>
                  <a:cubicBezTo>
                    <a:pt x="19" y="127"/>
                    <a:pt x="19" y="127"/>
                    <a:pt x="19" y="127"/>
                  </a:cubicBezTo>
                  <a:cubicBezTo>
                    <a:pt x="19" y="127"/>
                    <a:pt x="18" y="127"/>
                    <a:pt x="18" y="127"/>
                  </a:cubicBezTo>
                  <a:cubicBezTo>
                    <a:pt x="25" y="123"/>
                    <a:pt x="25" y="123"/>
                    <a:pt x="25" y="123"/>
                  </a:cubicBezTo>
                  <a:cubicBezTo>
                    <a:pt x="26" y="122"/>
                    <a:pt x="27" y="121"/>
                    <a:pt x="26" y="119"/>
                  </a:cubicBezTo>
                  <a:cubicBezTo>
                    <a:pt x="23" y="113"/>
                    <a:pt x="23" y="113"/>
                    <a:pt x="23" y="113"/>
                  </a:cubicBezTo>
                  <a:cubicBezTo>
                    <a:pt x="25" y="107"/>
                    <a:pt x="25" y="107"/>
                    <a:pt x="25" y="107"/>
                  </a:cubicBezTo>
                  <a:cubicBezTo>
                    <a:pt x="38" y="107"/>
                    <a:pt x="38" y="107"/>
                    <a:pt x="38" y="107"/>
                  </a:cubicBezTo>
                  <a:cubicBezTo>
                    <a:pt x="39" y="107"/>
                    <a:pt x="40" y="107"/>
                    <a:pt x="40" y="106"/>
                  </a:cubicBezTo>
                  <a:cubicBezTo>
                    <a:pt x="44" y="100"/>
                    <a:pt x="44" y="100"/>
                    <a:pt x="44" y="100"/>
                  </a:cubicBezTo>
                  <a:cubicBezTo>
                    <a:pt x="45" y="99"/>
                    <a:pt x="45" y="97"/>
                    <a:pt x="44" y="96"/>
                  </a:cubicBezTo>
                  <a:cubicBezTo>
                    <a:pt x="42" y="96"/>
                    <a:pt x="41" y="96"/>
                    <a:pt x="40" y="97"/>
                  </a:cubicBezTo>
                  <a:cubicBezTo>
                    <a:pt x="37" y="102"/>
                    <a:pt x="37" y="102"/>
                    <a:pt x="37" y="102"/>
                  </a:cubicBezTo>
                  <a:cubicBezTo>
                    <a:pt x="25" y="102"/>
                    <a:pt x="25" y="102"/>
                    <a:pt x="25" y="102"/>
                  </a:cubicBezTo>
                  <a:cubicBezTo>
                    <a:pt x="17" y="90"/>
                    <a:pt x="17" y="90"/>
                    <a:pt x="17" y="90"/>
                  </a:cubicBezTo>
                  <a:cubicBezTo>
                    <a:pt x="17" y="29"/>
                    <a:pt x="17" y="29"/>
                    <a:pt x="17" y="29"/>
                  </a:cubicBezTo>
                  <a:cubicBezTo>
                    <a:pt x="25" y="29"/>
                    <a:pt x="25" y="29"/>
                    <a:pt x="25" y="29"/>
                  </a:cubicBezTo>
                  <a:cubicBezTo>
                    <a:pt x="25" y="31"/>
                    <a:pt x="25" y="31"/>
                    <a:pt x="25" y="31"/>
                  </a:cubicBezTo>
                  <a:cubicBezTo>
                    <a:pt x="25" y="31"/>
                    <a:pt x="25" y="32"/>
                    <a:pt x="25" y="32"/>
                  </a:cubicBezTo>
                  <a:cubicBezTo>
                    <a:pt x="25" y="33"/>
                    <a:pt x="26" y="34"/>
                    <a:pt x="28" y="34"/>
                  </a:cubicBezTo>
                  <a:cubicBezTo>
                    <a:pt x="39" y="34"/>
                    <a:pt x="39" y="34"/>
                    <a:pt x="39" y="34"/>
                  </a:cubicBezTo>
                  <a:cubicBezTo>
                    <a:pt x="41" y="34"/>
                    <a:pt x="42" y="33"/>
                    <a:pt x="42" y="32"/>
                  </a:cubicBezTo>
                  <a:cubicBezTo>
                    <a:pt x="43" y="30"/>
                    <a:pt x="41" y="29"/>
                    <a:pt x="40" y="29"/>
                  </a:cubicBezTo>
                  <a:cubicBezTo>
                    <a:pt x="31" y="29"/>
                    <a:pt x="31" y="29"/>
                    <a:pt x="31" y="29"/>
                  </a:cubicBezTo>
                  <a:cubicBezTo>
                    <a:pt x="31" y="27"/>
                    <a:pt x="31" y="27"/>
                    <a:pt x="31" y="27"/>
                  </a:cubicBezTo>
                  <a:cubicBezTo>
                    <a:pt x="31" y="26"/>
                    <a:pt x="31" y="26"/>
                    <a:pt x="31" y="25"/>
                  </a:cubicBezTo>
                  <a:cubicBezTo>
                    <a:pt x="31" y="24"/>
                    <a:pt x="30" y="23"/>
                    <a:pt x="29" y="23"/>
                  </a:cubicBezTo>
                  <a:cubicBezTo>
                    <a:pt x="17" y="23"/>
                    <a:pt x="17" y="23"/>
                    <a:pt x="17" y="23"/>
                  </a:cubicBezTo>
                  <a:cubicBezTo>
                    <a:pt x="17" y="9"/>
                    <a:pt x="17" y="9"/>
                    <a:pt x="17" y="9"/>
                  </a:cubicBezTo>
                  <a:cubicBezTo>
                    <a:pt x="17" y="8"/>
                    <a:pt x="17" y="8"/>
                    <a:pt x="17" y="7"/>
                  </a:cubicBezTo>
                  <a:cubicBezTo>
                    <a:pt x="17" y="7"/>
                    <a:pt x="17" y="7"/>
                    <a:pt x="17" y="7"/>
                  </a:cubicBezTo>
                  <a:cubicBezTo>
                    <a:pt x="18" y="6"/>
                    <a:pt x="19" y="6"/>
                    <a:pt x="20" y="6"/>
                  </a:cubicBezTo>
                  <a:cubicBezTo>
                    <a:pt x="92" y="6"/>
                    <a:pt x="92" y="6"/>
                    <a:pt x="92" y="6"/>
                  </a:cubicBezTo>
                  <a:cubicBezTo>
                    <a:pt x="98" y="13"/>
                    <a:pt x="98" y="13"/>
                    <a:pt x="98" y="13"/>
                  </a:cubicBezTo>
                  <a:cubicBezTo>
                    <a:pt x="95" y="15"/>
                    <a:pt x="95" y="15"/>
                    <a:pt x="95" y="15"/>
                  </a:cubicBezTo>
                  <a:cubicBezTo>
                    <a:pt x="95" y="16"/>
                    <a:pt x="95" y="17"/>
                    <a:pt x="95" y="18"/>
                  </a:cubicBezTo>
                  <a:cubicBezTo>
                    <a:pt x="95" y="18"/>
                    <a:pt x="95" y="19"/>
                    <a:pt x="96" y="20"/>
                  </a:cubicBezTo>
                  <a:cubicBezTo>
                    <a:pt x="105" y="27"/>
                    <a:pt x="105" y="27"/>
                    <a:pt x="105" y="27"/>
                  </a:cubicBezTo>
                  <a:cubicBezTo>
                    <a:pt x="105" y="27"/>
                    <a:pt x="106" y="27"/>
                    <a:pt x="107" y="27"/>
                  </a:cubicBezTo>
                  <a:cubicBezTo>
                    <a:pt x="107" y="27"/>
                    <a:pt x="108" y="27"/>
                    <a:pt x="109" y="26"/>
                  </a:cubicBezTo>
                  <a:cubicBezTo>
                    <a:pt x="110" y="25"/>
                    <a:pt x="110" y="23"/>
                    <a:pt x="108" y="22"/>
                  </a:cubicBezTo>
                  <a:cubicBezTo>
                    <a:pt x="102" y="17"/>
                    <a:pt x="102" y="17"/>
                    <a:pt x="102" y="17"/>
                  </a:cubicBezTo>
                  <a:cubicBezTo>
                    <a:pt x="103" y="16"/>
                    <a:pt x="103" y="16"/>
                    <a:pt x="103" y="16"/>
                  </a:cubicBezTo>
                  <a:cubicBezTo>
                    <a:pt x="104" y="15"/>
                    <a:pt x="105" y="13"/>
                    <a:pt x="104" y="12"/>
                  </a:cubicBezTo>
                  <a:cubicBezTo>
                    <a:pt x="99" y="6"/>
                    <a:pt x="99" y="6"/>
                    <a:pt x="99" y="6"/>
                  </a:cubicBezTo>
                  <a:cubicBezTo>
                    <a:pt x="116" y="6"/>
                    <a:pt x="116" y="6"/>
                    <a:pt x="116" y="6"/>
                  </a:cubicBezTo>
                  <a:cubicBezTo>
                    <a:pt x="118" y="6"/>
                    <a:pt x="119" y="7"/>
                    <a:pt x="119" y="9"/>
                  </a:cubicBezTo>
                  <a:lnTo>
                    <a:pt x="119" y="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7" name="Google Shape;767;p48"/>
            <p:cNvSpPr/>
            <p:nvPr/>
          </p:nvSpPr>
          <p:spPr>
            <a:xfrm>
              <a:off x="4091208" y="3218365"/>
              <a:ext cx="169876" cy="275773"/>
            </a:xfrm>
            <a:custGeom>
              <a:avLst/>
              <a:gdLst/>
              <a:ahLst/>
              <a:cxnLst/>
              <a:rect l="l" t="t" r="r" b="b"/>
              <a:pathLst>
                <a:path w="65" h="105" extrusionOk="0">
                  <a:moveTo>
                    <a:pt x="65" y="35"/>
                  </a:moveTo>
                  <a:cubicBezTo>
                    <a:pt x="65" y="35"/>
                    <a:pt x="65" y="34"/>
                    <a:pt x="65" y="34"/>
                  </a:cubicBezTo>
                  <a:cubicBezTo>
                    <a:pt x="64" y="33"/>
                    <a:pt x="63" y="32"/>
                    <a:pt x="62" y="33"/>
                  </a:cubicBezTo>
                  <a:cubicBezTo>
                    <a:pt x="46" y="36"/>
                    <a:pt x="46" y="36"/>
                    <a:pt x="46" y="36"/>
                  </a:cubicBezTo>
                  <a:cubicBezTo>
                    <a:pt x="47" y="35"/>
                    <a:pt x="47" y="35"/>
                    <a:pt x="47" y="35"/>
                  </a:cubicBezTo>
                  <a:cubicBezTo>
                    <a:pt x="55" y="27"/>
                    <a:pt x="55" y="14"/>
                    <a:pt x="47" y="6"/>
                  </a:cubicBezTo>
                  <a:cubicBezTo>
                    <a:pt x="43" y="2"/>
                    <a:pt x="38" y="0"/>
                    <a:pt x="33" y="0"/>
                  </a:cubicBezTo>
                  <a:cubicBezTo>
                    <a:pt x="27" y="0"/>
                    <a:pt x="22" y="2"/>
                    <a:pt x="18" y="6"/>
                  </a:cubicBezTo>
                  <a:cubicBezTo>
                    <a:pt x="10" y="14"/>
                    <a:pt x="10" y="27"/>
                    <a:pt x="18" y="35"/>
                  </a:cubicBezTo>
                  <a:cubicBezTo>
                    <a:pt x="19" y="36"/>
                    <a:pt x="19" y="36"/>
                    <a:pt x="19" y="36"/>
                  </a:cubicBezTo>
                  <a:cubicBezTo>
                    <a:pt x="4" y="33"/>
                    <a:pt x="4" y="33"/>
                    <a:pt x="4" y="33"/>
                  </a:cubicBezTo>
                  <a:cubicBezTo>
                    <a:pt x="2" y="32"/>
                    <a:pt x="1" y="33"/>
                    <a:pt x="1" y="34"/>
                  </a:cubicBezTo>
                  <a:cubicBezTo>
                    <a:pt x="0" y="34"/>
                    <a:pt x="0" y="35"/>
                    <a:pt x="0" y="35"/>
                  </a:cubicBezTo>
                  <a:cubicBezTo>
                    <a:pt x="0" y="52"/>
                    <a:pt x="0" y="52"/>
                    <a:pt x="0" y="52"/>
                  </a:cubicBezTo>
                  <a:cubicBezTo>
                    <a:pt x="0" y="53"/>
                    <a:pt x="0" y="53"/>
                    <a:pt x="1" y="54"/>
                  </a:cubicBezTo>
                  <a:cubicBezTo>
                    <a:pt x="1" y="55"/>
                    <a:pt x="3" y="55"/>
                    <a:pt x="4" y="55"/>
                  </a:cubicBezTo>
                  <a:cubicBezTo>
                    <a:pt x="25" y="51"/>
                    <a:pt x="25" y="51"/>
                    <a:pt x="25" y="51"/>
                  </a:cubicBezTo>
                  <a:cubicBezTo>
                    <a:pt x="21" y="102"/>
                    <a:pt x="21" y="102"/>
                    <a:pt x="21" y="102"/>
                  </a:cubicBezTo>
                  <a:cubicBezTo>
                    <a:pt x="21" y="103"/>
                    <a:pt x="22" y="104"/>
                    <a:pt x="23" y="105"/>
                  </a:cubicBezTo>
                  <a:cubicBezTo>
                    <a:pt x="23" y="105"/>
                    <a:pt x="24" y="105"/>
                    <a:pt x="24" y="105"/>
                  </a:cubicBezTo>
                  <a:cubicBezTo>
                    <a:pt x="41" y="105"/>
                    <a:pt x="41" y="105"/>
                    <a:pt x="41" y="105"/>
                  </a:cubicBezTo>
                  <a:cubicBezTo>
                    <a:pt x="42" y="105"/>
                    <a:pt x="42" y="105"/>
                    <a:pt x="42" y="105"/>
                  </a:cubicBezTo>
                  <a:cubicBezTo>
                    <a:pt x="43" y="104"/>
                    <a:pt x="44" y="103"/>
                    <a:pt x="44" y="102"/>
                  </a:cubicBezTo>
                  <a:cubicBezTo>
                    <a:pt x="41" y="51"/>
                    <a:pt x="41" y="51"/>
                    <a:pt x="41" y="51"/>
                  </a:cubicBezTo>
                  <a:cubicBezTo>
                    <a:pt x="62" y="55"/>
                    <a:pt x="62" y="55"/>
                    <a:pt x="62" y="55"/>
                  </a:cubicBezTo>
                  <a:cubicBezTo>
                    <a:pt x="63" y="55"/>
                    <a:pt x="64" y="55"/>
                    <a:pt x="65" y="54"/>
                  </a:cubicBezTo>
                  <a:cubicBezTo>
                    <a:pt x="65" y="53"/>
                    <a:pt x="65" y="53"/>
                    <a:pt x="65" y="52"/>
                  </a:cubicBezTo>
                  <a:lnTo>
                    <a:pt x="65" y="35"/>
                  </a:lnTo>
                  <a:close/>
                  <a:moveTo>
                    <a:pt x="60" y="49"/>
                  </a:moveTo>
                  <a:cubicBezTo>
                    <a:pt x="39" y="45"/>
                    <a:pt x="39" y="45"/>
                    <a:pt x="39" y="45"/>
                  </a:cubicBezTo>
                  <a:cubicBezTo>
                    <a:pt x="38" y="44"/>
                    <a:pt x="37" y="45"/>
                    <a:pt x="36" y="45"/>
                  </a:cubicBezTo>
                  <a:cubicBezTo>
                    <a:pt x="35" y="46"/>
                    <a:pt x="35" y="47"/>
                    <a:pt x="35" y="48"/>
                  </a:cubicBezTo>
                  <a:cubicBezTo>
                    <a:pt x="38" y="99"/>
                    <a:pt x="38" y="99"/>
                    <a:pt x="38" y="99"/>
                  </a:cubicBezTo>
                  <a:cubicBezTo>
                    <a:pt x="27" y="99"/>
                    <a:pt x="27" y="99"/>
                    <a:pt x="27" y="99"/>
                  </a:cubicBezTo>
                  <a:cubicBezTo>
                    <a:pt x="31" y="48"/>
                    <a:pt x="31" y="48"/>
                    <a:pt x="31" y="48"/>
                  </a:cubicBezTo>
                  <a:cubicBezTo>
                    <a:pt x="31" y="47"/>
                    <a:pt x="30" y="46"/>
                    <a:pt x="30" y="45"/>
                  </a:cubicBezTo>
                  <a:cubicBezTo>
                    <a:pt x="29" y="45"/>
                    <a:pt x="28" y="44"/>
                    <a:pt x="27" y="45"/>
                  </a:cubicBezTo>
                  <a:cubicBezTo>
                    <a:pt x="6" y="49"/>
                    <a:pt x="6" y="49"/>
                    <a:pt x="6" y="49"/>
                  </a:cubicBezTo>
                  <a:cubicBezTo>
                    <a:pt x="6" y="39"/>
                    <a:pt x="6" y="39"/>
                    <a:pt x="6" y="39"/>
                  </a:cubicBezTo>
                  <a:cubicBezTo>
                    <a:pt x="27" y="43"/>
                    <a:pt x="27" y="43"/>
                    <a:pt x="27" y="43"/>
                  </a:cubicBezTo>
                  <a:cubicBezTo>
                    <a:pt x="29" y="43"/>
                    <a:pt x="30" y="43"/>
                    <a:pt x="30" y="42"/>
                  </a:cubicBezTo>
                  <a:cubicBezTo>
                    <a:pt x="31" y="41"/>
                    <a:pt x="31" y="39"/>
                    <a:pt x="30" y="38"/>
                  </a:cubicBezTo>
                  <a:cubicBezTo>
                    <a:pt x="22" y="31"/>
                    <a:pt x="22" y="31"/>
                    <a:pt x="22" y="31"/>
                  </a:cubicBezTo>
                  <a:cubicBezTo>
                    <a:pt x="17" y="25"/>
                    <a:pt x="17" y="16"/>
                    <a:pt x="22" y="10"/>
                  </a:cubicBezTo>
                  <a:cubicBezTo>
                    <a:pt x="25" y="7"/>
                    <a:pt x="29" y="5"/>
                    <a:pt x="34" y="6"/>
                  </a:cubicBezTo>
                  <a:cubicBezTo>
                    <a:pt x="37" y="6"/>
                    <a:pt x="40" y="7"/>
                    <a:pt x="42" y="9"/>
                  </a:cubicBezTo>
                  <a:cubicBezTo>
                    <a:pt x="49" y="15"/>
                    <a:pt x="50" y="25"/>
                    <a:pt x="43" y="31"/>
                  </a:cubicBezTo>
                  <a:cubicBezTo>
                    <a:pt x="36" y="38"/>
                    <a:pt x="36" y="38"/>
                    <a:pt x="36" y="38"/>
                  </a:cubicBezTo>
                  <a:cubicBezTo>
                    <a:pt x="35" y="39"/>
                    <a:pt x="35" y="41"/>
                    <a:pt x="36" y="42"/>
                  </a:cubicBezTo>
                  <a:cubicBezTo>
                    <a:pt x="36" y="43"/>
                    <a:pt x="37" y="43"/>
                    <a:pt x="39" y="43"/>
                  </a:cubicBezTo>
                  <a:cubicBezTo>
                    <a:pt x="60" y="39"/>
                    <a:pt x="60" y="39"/>
                    <a:pt x="60" y="39"/>
                  </a:cubicBezTo>
                  <a:cubicBezTo>
                    <a:pt x="60" y="49"/>
                    <a:pt x="60" y="49"/>
                    <a:pt x="60" y="4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8" name="Google Shape;768;p48"/>
            <p:cNvSpPr/>
            <p:nvPr/>
          </p:nvSpPr>
          <p:spPr>
            <a:xfrm>
              <a:off x="4148569" y="3244839"/>
              <a:ext cx="55155" cy="62877"/>
            </a:xfrm>
            <a:custGeom>
              <a:avLst/>
              <a:gdLst/>
              <a:ahLst/>
              <a:cxnLst/>
              <a:rect l="l" t="t" r="r" b="b"/>
              <a:pathLst>
                <a:path w="21" h="24" extrusionOk="0">
                  <a:moveTo>
                    <a:pt x="21" y="11"/>
                  </a:moveTo>
                  <a:cubicBezTo>
                    <a:pt x="21" y="8"/>
                    <a:pt x="20" y="5"/>
                    <a:pt x="18" y="3"/>
                  </a:cubicBezTo>
                  <a:cubicBezTo>
                    <a:pt x="16" y="1"/>
                    <a:pt x="14" y="0"/>
                    <a:pt x="11" y="0"/>
                  </a:cubicBezTo>
                  <a:cubicBezTo>
                    <a:pt x="8" y="0"/>
                    <a:pt x="5" y="1"/>
                    <a:pt x="3" y="3"/>
                  </a:cubicBezTo>
                  <a:cubicBezTo>
                    <a:pt x="1" y="5"/>
                    <a:pt x="0" y="8"/>
                    <a:pt x="0" y="11"/>
                  </a:cubicBezTo>
                  <a:cubicBezTo>
                    <a:pt x="0" y="13"/>
                    <a:pt x="1" y="16"/>
                    <a:pt x="3" y="18"/>
                  </a:cubicBezTo>
                  <a:cubicBezTo>
                    <a:pt x="9" y="24"/>
                    <a:pt x="9" y="24"/>
                    <a:pt x="9" y="24"/>
                  </a:cubicBezTo>
                  <a:cubicBezTo>
                    <a:pt x="9" y="24"/>
                    <a:pt x="10" y="24"/>
                    <a:pt x="11" y="24"/>
                  </a:cubicBezTo>
                  <a:cubicBezTo>
                    <a:pt x="12" y="24"/>
                    <a:pt x="12" y="24"/>
                    <a:pt x="13" y="24"/>
                  </a:cubicBezTo>
                  <a:cubicBezTo>
                    <a:pt x="18" y="18"/>
                    <a:pt x="18" y="18"/>
                    <a:pt x="18" y="18"/>
                  </a:cubicBezTo>
                  <a:cubicBezTo>
                    <a:pt x="20" y="16"/>
                    <a:pt x="21" y="13"/>
                    <a:pt x="21" y="11"/>
                  </a:cubicBezTo>
                  <a:close/>
                  <a:moveTo>
                    <a:pt x="14" y="14"/>
                  </a:moveTo>
                  <a:cubicBezTo>
                    <a:pt x="11" y="18"/>
                    <a:pt x="11" y="18"/>
                    <a:pt x="11" y="18"/>
                  </a:cubicBezTo>
                  <a:cubicBezTo>
                    <a:pt x="7" y="14"/>
                    <a:pt x="7" y="14"/>
                    <a:pt x="7" y="14"/>
                  </a:cubicBezTo>
                  <a:cubicBezTo>
                    <a:pt x="6" y="13"/>
                    <a:pt x="6" y="12"/>
                    <a:pt x="6" y="11"/>
                  </a:cubicBezTo>
                  <a:cubicBezTo>
                    <a:pt x="6" y="9"/>
                    <a:pt x="6" y="8"/>
                    <a:pt x="7" y="7"/>
                  </a:cubicBezTo>
                  <a:cubicBezTo>
                    <a:pt x="8" y="6"/>
                    <a:pt x="9" y="6"/>
                    <a:pt x="11" y="6"/>
                  </a:cubicBezTo>
                  <a:cubicBezTo>
                    <a:pt x="12" y="6"/>
                    <a:pt x="13" y="6"/>
                    <a:pt x="14" y="7"/>
                  </a:cubicBezTo>
                  <a:cubicBezTo>
                    <a:pt x="15" y="8"/>
                    <a:pt x="16" y="9"/>
                    <a:pt x="16" y="11"/>
                  </a:cubicBezTo>
                  <a:cubicBezTo>
                    <a:pt x="16" y="12"/>
                    <a:pt x="15" y="13"/>
                    <a:pt x="14" y="1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9" name="Google Shape;769;p48"/>
            <p:cNvSpPr/>
            <p:nvPr/>
          </p:nvSpPr>
          <p:spPr>
            <a:xfrm>
              <a:off x="4237920" y="3470973"/>
              <a:ext cx="15443" cy="15443"/>
            </a:xfrm>
            <a:custGeom>
              <a:avLst/>
              <a:gdLst/>
              <a:ahLst/>
              <a:cxnLst/>
              <a:rect l="l" t="t" r="r" b="b"/>
              <a:pathLst>
                <a:path w="6" h="6" extrusionOk="0">
                  <a:moveTo>
                    <a:pt x="3" y="0"/>
                  </a:moveTo>
                  <a:cubicBezTo>
                    <a:pt x="2" y="0"/>
                    <a:pt x="2" y="1"/>
                    <a:pt x="1" y="1"/>
                  </a:cubicBezTo>
                  <a:cubicBezTo>
                    <a:pt x="1" y="2"/>
                    <a:pt x="0" y="2"/>
                    <a:pt x="0" y="3"/>
                  </a:cubicBezTo>
                  <a:cubicBezTo>
                    <a:pt x="0" y="4"/>
                    <a:pt x="1" y="5"/>
                    <a:pt x="1" y="5"/>
                  </a:cubicBezTo>
                  <a:cubicBezTo>
                    <a:pt x="2" y="6"/>
                    <a:pt x="2" y="6"/>
                    <a:pt x="3" y="6"/>
                  </a:cubicBezTo>
                  <a:cubicBezTo>
                    <a:pt x="4" y="6"/>
                    <a:pt x="5" y="6"/>
                    <a:pt x="5" y="5"/>
                  </a:cubicBezTo>
                  <a:cubicBezTo>
                    <a:pt x="6" y="5"/>
                    <a:pt x="6" y="4"/>
                    <a:pt x="6" y="3"/>
                  </a:cubicBezTo>
                  <a:cubicBezTo>
                    <a:pt x="6" y="2"/>
                    <a:pt x="6" y="2"/>
                    <a:pt x="5" y="1"/>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70" name="Google Shape;770;p48"/>
          <p:cNvGrpSpPr/>
          <p:nvPr/>
        </p:nvGrpSpPr>
        <p:grpSpPr>
          <a:xfrm>
            <a:off x="3135930" y="3216159"/>
            <a:ext cx="376155" cy="309969"/>
            <a:chOff x="3156889" y="3216159"/>
            <a:chExt cx="376155" cy="309969"/>
          </a:xfrm>
        </p:grpSpPr>
        <p:sp>
          <p:nvSpPr>
            <p:cNvPr id="771" name="Google Shape;771;p48"/>
            <p:cNvSpPr/>
            <p:nvPr/>
          </p:nvSpPr>
          <p:spPr>
            <a:xfrm>
              <a:off x="3193290" y="3248148"/>
              <a:ext cx="112516" cy="190836"/>
            </a:xfrm>
            <a:custGeom>
              <a:avLst/>
              <a:gdLst/>
              <a:ahLst/>
              <a:cxnLst/>
              <a:rect l="l" t="t" r="r" b="b"/>
              <a:pathLst>
                <a:path w="43" h="73" extrusionOk="0">
                  <a:moveTo>
                    <a:pt x="18" y="0"/>
                  </a:moveTo>
                  <a:cubicBezTo>
                    <a:pt x="18" y="0"/>
                    <a:pt x="17" y="0"/>
                    <a:pt x="16" y="0"/>
                  </a:cubicBezTo>
                  <a:cubicBezTo>
                    <a:pt x="12" y="0"/>
                    <a:pt x="8" y="0"/>
                    <a:pt x="4" y="3"/>
                  </a:cubicBezTo>
                  <a:cubicBezTo>
                    <a:pt x="1" y="5"/>
                    <a:pt x="0" y="8"/>
                    <a:pt x="0" y="11"/>
                  </a:cubicBezTo>
                  <a:cubicBezTo>
                    <a:pt x="1" y="13"/>
                    <a:pt x="2" y="14"/>
                    <a:pt x="4" y="15"/>
                  </a:cubicBezTo>
                  <a:cubicBezTo>
                    <a:pt x="5" y="15"/>
                    <a:pt x="5" y="15"/>
                    <a:pt x="5" y="15"/>
                  </a:cubicBezTo>
                  <a:cubicBezTo>
                    <a:pt x="5" y="15"/>
                    <a:pt x="6" y="15"/>
                    <a:pt x="6" y="15"/>
                  </a:cubicBezTo>
                  <a:cubicBezTo>
                    <a:pt x="6" y="15"/>
                    <a:pt x="6" y="15"/>
                    <a:pt x="6" y="15"/>
                  </a:cubicBezTo>
                  <a:cubicBezTo>
                    <a:pt x="6" y="16"/>
                    <a:pt x="5" y="17"/>
                    <a:pt x="5" y="18"/>
                  </a:cubicBezTo>
                  <a:cubicBezTo>
                    <a:pt x="4" y="19"/>
                    <a:pt x="4" y="19"/>
                    <a:pt x="4" y="20"/>
                  </a:cubicBezTo>
                  <a:cubicBezTo>
                    <a:pt x="3" y="20"/>
                    <a:pt x="3" y="21"/>
                    <a:pt x="3" y="21"/>
                  </a:cubicBezTo>
                  <a:cubicBezTo>
                    <a:pt x="2" y="23"/>
                    <a:pt x="3" y="23"/>
                    <a:pt x="3" y="25"/>
                  </a:cubicBezTo>
                  <a:cubicBezTo>
                    <a:pt x="3" y="26"/>
                    <a:pt x="3" y="26"/>
                    <a:pt x="3" y="26"/>
                  </a:cubicBezTo>
                  <a:cubicBezTo>
                    <a:pt x="4" y="28"/>
                    <a:pt x="5" y="31"/>
                    <a:pt x="7" y="33"/>
                  </a:cubicBezTo>
                  <a:cubicBezTo>
                    <a:pt x="8" y="35"/>
                    <a:pt x="10" y="36"/>
                    <a:pt x="12" y="36"/>
                  </a:cubicBezTo>
                  <a:cubicBezTo>
                    <a:pt x="12" y="37"/>
                    <a:pt x="11" y="38"/>
                    <a:pt x="11" y="38"/>
                  </a:cubicBezTo>
                  <a:cubicBezTo>
                    <a:pt x="10" y="42"/>
                    <a:pt x="8" y="47"/>
                    <a:pt x="13" y="51"/>
                  </a:cubicBezTo>
                  <a:cubicBezTo>
                    <a:pt x="13" y="52"/>
                    <a:pt x="14" y="52"/>
                    <a:pt x="15" y="53"/>
                  </a:cubicBezTo>
                  <a:cubicBezTo>
                    <a:pt x="16" y="54"/>
                    <a:pt x="16" y="54"/>
                    <a:pt x="16" y="57"/>
                  </a:cubicBezTo>
                  <a:cubicBezTo>
                    <a:pt x="17" y="58"/>
                    <a:pt x="17" y="59"/>
                    <a:pt x="17" y="60"/>
                  </a:cubicBezTo>
                  <a:cubicBezTo>
                    <a:pt x="17" y="63"/>
                    <a:pt x="17" y="67"/>
                    <a:pt x="18" y="69"/>
                  </a:cubicBezTo>
                  <a:cubicBezTo>
                    <a:pt x="19" y="71"/>
                    <a:pt x="21" y="73"/>
                    <a:pt x="24" y="73"/>
                  </a:cubicBezTo>
                  <a:cubicBezTo>
                    <a:pt x="24" y="73"/>
                    <a:pt x="24" y="73"/>
                    <a:pt x="24" y="73"/>
                  </a:cubicBezTo>
                  <a:cubicBezTo>
                    <a:pt x="25" y="73"/>
                    <a:pt x="27" y="72"/>
                    <a:pt x="28" y="71"/>
                  </a:cubicBezTo>
                  <a:cubicBezTo>
                    <a:pt x="28" y="69"/>
                    <a:pt x="28" y="68"/>
                    <a:pt x="28" y="67"/>
                  </a:cubicBezTo>
                  <a:cubicBezTo>
                    <a:pt x="28" y="67"/>
                    <a:pt x="28" y="67"/>
                    <a:pt x="28" y="67"/>
                  </a:cubicBezTo>
                  <a:cubicBezTo>
                    <a:pt x="28" y="66"/>
                    <a:pt x="29" y="65"/>
                    <a:pt x="29" y="64"/>
                  </a:cubicBezTo>
                  <a:cubicBezTo>
                    <a:pt x="30" y="64"/>
                    <a:pt x="30" y="63"/>
                    <a:pt x="30" y="62"/>
                  </a:cubicBezTo>
                  <a:cubicBezTo>
                    <a:pt x="31" y="62"/>
                    <a:pt x="31" y="61"/>
                    <a:pt x="31" y="61"/>
                  </a:cubicBezTo>
                  <a:cubicBezTo>
                    <a:pt x="31" y="60"/>
                    <a:pt x="32" y="59"/>
                    <a:pt x="32" y="59"/>
                  </a:cubicBezTo>
                  <a:cubicBezTo>
                    <a:pt x="32" y="59"/>
                    <a:pt x="32" y="59"/>
                    <a:pt x="32" y="59"/>
                  </a:cubicBezTo>
                  <a:cubicBezTo>
                    <a:pt x="33" y="59"/>
                    <a:pt x="34" y="59"/>
                    <a:pt x="35" y="58"/>
                  </a:cubicBezTo>
                  <a:cubicBezTo>
                    <a:pt x="38" y="57"/>
                    <a:pt x="39" y="52"/>
                    <a:pt x="39" y="51"/>
                  </a:cubicBezTo>
                  <a:cubicBezTo>
                    <a:pt x="39" y="49"/>
                    <a:pt x="40" y="45"/>
                    <a:pt x="37" y="42"/>
                  </a:cubicBezTo>
                  <a:cubicBezTo>
                    <a:pt x="36" y="41"/>
                    <a:pt x="35" y="41"/>
                    <a:pt x="35" y="40"/>
                  </a:cubicBezTo>
                  <a:cubicBezTo>
                    <a:pt x="33" y="39"/>
                    <a:pt x="33" y="39"/>
                    <a:pt x="32" y="37"/>
                  </a:cubicBezTo>
                  <a:cubicBezTo>
                    <a:pt x="31" y="37"/>
                    <a:pt x="31" y="37"/>
                    <a:pt x="31" y="37"/>
                  </a:cubicBezTo>
                  <a:cubicBezTo>
                    <a:pt x="28" y="33"/>
                    <a:pt x="28" y="32"/>
                    <a:pt x="23" y="32"/>
                  </a:cubicBezTo>
                  <a:cubicBezTo>
                    <a:pt x="21" y="32"/>
                    <a:pt x="20" y="32"/>
                    <a:pt x="19" y="33"/>
                  </a:cubicBezTo>
                  <a:cubicBezTo>
                    <a:pt x="19" y="32"/>
                    <a:pt x="19" y="32"/>
                    <a:pt x="19" y="32"/>
                  </a:cubicBezTo>
                  <a:cubicBezTo>
                    <a:pt x="19" y="32"/>
                    <a:pt x="19" y="31"/>
                    <a:pt x="19" y="30"/>
                  </a:cubicBezTo>
                  <a:cubicBezTo>
                    <a:pt x="19" y="30"/>
                    <a:pt x="19" y="30"/>
                    <a:pt x="19" y="30"/>
                  </a:cubicBezTo>
                  <a:cubicBezTo>
                    <a:pt x="20" y="30"/>
                    <a:pt x="21" y="30"/>
                    <a:pt x="22" y="29"/>
                  </a:cubicBezTo>
                  <a:cubicBezTo>
                    <a:pt x="25" y="28"/>
                    <a:pt x="27" y="26"/>
                    <a:pt x="29" y="24"/>
                  </a:cubicBezTo>
                  <a:cubicBezTo>
                    <a:pt x="30" y="24"/>
                    <a:pt x="31" y="23"/>
                    <a:pt x="32" y="22"/>
                  </a:cubicBezTo>
                  <a:cubicBezTo>
                    <a:pt x="33" y="22"/>
                    <a:pt x="34" y="21"/>
                    <a:pt x="35" y="21"/>
                  </a:cubicBezTo>
                  <a:cubicBezTo>
                    <a:pt x="38" y="19"/>
                    <a:pt x="41" y="18"/>
                    <a:pt x="42" y="13"/>
                  </a:cubicBezTo>
                  <a:cubicBezTo>
                    <a:pt x="43" y="10"/>
                    <a:pt x="42" y="7"/>
                    <a:pt x="41" y="5"/>
                  </a:cubicBezTo>
                  <a:cubicBezTo>
                    <a:pt x="38" y="2"/>
                    <a:pt x="35" y="0"/>
                    <a:pt x="31" y="0"/>
                  </a:cubicBezTo>
                  <a:cubicBezTo>
                    <a:pt x="18" y="0"/>
                    <a:pt x="18" y="0"/>
                    <a:pt x="18" y="0"/>
                  </a:cubicBezTo>
                  <a:close/>
                  <a:moveTo>
                    <a:pt x="25" y="38"/>
                  </a:moveTo>
                  <a:cubicBezTo>
                    <a:pt x="26" y="38"/>
                    <a:pt x="26" y="39"/>
                    <a:pt x="27" y="40"/>
                  </a:cubicBezTo>
                  <a:cubicBezTo>
                    <a:pt x="27" y="40"/>
                    <a:pt x="27" y="40"/>
                    <a:pt x="27" y="40"/>
                  </a:cubicBezTo>
                  <a:cubicBezTo>
                    <a:pt x="29" y="43"/>
                    <a:pt x="30" y="44"/>
                    <a:pt x="31" y="45"/>
                  </a:cubicBezTo>
                  <a:cubicBezTo>
                    <a:pt x="32" y="45"/>
                    <a:pt x="33" y="46"/>
                    <a:pt x="33" y="46"/>
                  </a:cubicBezTo>
                  <a:cubicBezTo>
                    <a:pt x="34" y="47"/>
                    <a:pt x="34" y="48"/>
                    <a:pt x="34" y="50"/>
                  </a:cubicBezTo>
                  <a:cubicBezTo>
                    <a:pt x="33" y="52"/>
                    <a:pt x="33" y="53"/>
                    <a:pt x="32" y="53"/>
                  </a:cubicBezTo>
                  <a:cubicBezTo>
                    <a:pt x="32" y="53"/>
                    <a:pt x="32" y="53"/>
                    <a:pt x="32" y="53"/>
                  </a:cubicBezTo>
                  <a:cubicBezTo>
                    <a:pt x="31" y="53"/>
                    <a:pt x="30" y="53"/>
                    <a:pt x="29" y="54"/>
                  </a:cubicBezTo>
                  <a:cubicBezTo>
                    <a:pt x="28" y="55"/>
                    <a:pt x="27" y="57"/>
                    <a:pt x="26" y="59"/>
                  </a:cubicBezTo>
                  <a:cubicBezTo>
                    <a:pt x="26" y="59"/>
                    <a:pt x="26" y="60"/>
                    <a:pt x="26" y="60"/>
                  </a:cubicBezTo>
                  <a:cubicBezTo>
                    <a:pt x="25" y="60"/>
                    <a:pt x="25" y="61"/>
                    <a:pt x="25" y="61"/>
                  </a:cubicBezTo>
                  <a:cubicBezTo>
                    <a:pt x="24" y="62"/>
                    <a:pt x="23" y="64"/>
                    <a:pt x="23" y="65"/>
                  </a:cubicBezTo>
                  <a:cubicBezTo>
                    <a:pt x="22" y="64"/>
                    <a:pt x="22" y="62"/>
                    <a:pt x="22" y="60"/>
                  </a:cubicBezTo>
                  <a:cubicBezTo>
                    <a:pt x="22" y="59"/>
                    <a:pt x="22" y="57"/>
                    <a:pt x="22" y="56"/>
                  </a:cubicBezTo>
                  <a:cubicBezTo>
                    <a:pt x="22" y="52"/>
                    <a:pt x="20" y="51"/>
                    <a:pt x="18" y="49"/>
                  </a:cubicBezTo>
                  <a:cubicBezTo>
                    <a:pt x="18" y="48"/>
                    <a:pt x="17" y="48"/>
                    <a:pt x="17" y="47"/>
                  </a:cubicBezTo>
                  <a:cubicBezTo>
                    <a:pt x="15" y="45"/>
                    <a:pt x="15" y="44"/>
                    <a:pt x="17" y="40"/>
                  </a:cubicBezTo>
                  <a:cubicBezTo>
                    <a:pt x="17" y="40"/>
                    <a:pt x="17" y="40"/>
                    <a:pt x="17" y="39"/>
                  </a:cubicBezTo>
                  <a:cubicBezTo>
                    <a:pt x="19" y="38"/>
                    <a:pt x="20" y="38"/>
                    <a:pt x="23" y="38"/>
                  </a:cubicBezTo>
                  <a:cubicBezTo>
                    <a:pt x="24" y="38"/>
                    <a:pt x="25" y="38"/>
                    <a:pt x="25" y="38"/>
                  </a:cubicBezTo>
                  <a:close/>
                  <a:moveTo>
                    <a:pt x="36" y="8"/>
                  </a:moveTo>
                  <a:cubicBezTo>
                    <a:pt x="37" y="9"/>
                    <a:pt x="37" y="10"/>
                    <a:pt x="37" y="12"/>
                  </a:cubicBezTo>
                  <a:cubicBezTo>
                    <a:pt x="36" y="14"/>
                    <a:pt x="35" y="14"/>
                    <a:pt x="32" y="16"/>
                  </a:cubicBezTo>
                  <a:cubicBezTo>
                    <a:pt x="31" y="16"/>
                    <a:pt x="30" y="17"/>
                    <a:pt x="29" y="18"/>
                  </a:cubicBezTo>
                  <a:cubicBezTo>
                    <a:pt x="28" y="18"/>
                    <a:pt x="27" y="19"/>
                    <a:pt x="26" y="20"/>
                  </a:cubicBezTo>
                  <a:cubicBezTo>
                    <a:pt x="24" y="22"/>
                    <a:pt x="22" y="23"/>
                    <a:pt x="20" y="24"/>
                  </a:cubicBezTo>
                  <a:cubicBezTo>
                    <a:pt x="20" y="24"/>
                    <a:pt x="19" y="24"/>
                    <a:pt x="19" y="24"/>
                  </a:cubicBezTo>
                  <a:cubicBezTo>
                    <a:pt x="17" y="25"/>
                    <a:pt x="14" y="25"/>
                    <a:pt x="13" y="27"/>
                  </a:cubicBezTo>
                  <a:cubicBezTo>
                    <a:pt x="13" y="28"/>
                    <a:pt x="13" y="29"/>
                    <a:pt x="13" y="31"/>
                  </a:cubicBezTo>
                  <a:cubicBezTo>
                    <a:pt x="12" y="31"/>
                    <a:pt x="12" y="30"/>
                    <a:pt x="11" y="30"/>
                  </a:cubicBezTo>
                  <a:cubicBezTo>
                    <a:pt x="10" y="28"/>
                    <a:pt x="9" y="26"/>
                    <a:pt x="9" y="24"/>
                  </a:cubicBezTo>
                  <a:cubicBezTo>
                    <a:pt x="9" y="24"/>
                    <a:pt x="9" y="24"/>
                    <a:pt x="9" y="24"/>
                  </a:cubicBezTo>
                  <a:cubicBezTo>
                    <a:pt x="8" y="24"/>
                    <a:pt x="8" y="23"/>
                    <a:pt x="8" y="23"/>
                  </a:cubicBezTo>
                  <a:cubicBezTo>
                    <a:pt x="8" y="23"/>
                    <a:pt x="8" y="23"/>
                    <a:pt x="8" y="23"/>
                  </a:cubicBezTo>
                  <a:cubicBezTo>
                    <a:pt x="9" y="23"/>
                    <a:pt x="9" y="23"/>
                    <a:pt x="9" y="22"/>
                  </a:cubicBezTo>
                  <a:cubicBezTo>
                    <a:pt x="9" y="22"/>
                    <a:pt x="9" y="21"/>
                    <a:pt x="10" y="21"/>
                  </a:cubicBezTo>
                  <a:cubicBezTo>
                    <a:pt x="10" y="19"/>
                    <a:pt x="11" y="18"/>
                    <a:pt x="11" y="16"/>
                  </a:cubicBezTo>
                  <a:cubicBezTo>
                    <a:pt x="12" y="11"/>
                    <a:pt x="8" y="10"/>
                    <a:pt x="6" y="10"/>
                  </a:cubicBezTo>
                  <a:cubicBezTo>
                    <a:pt x="6" y="10"/>
                    <a:pt x="6" y="10"/>
                    <a:pt x="6" y="10"/>
                  </a:cubicBezTo>
                  <a:cubicBezTo>
                    <a:pt x="6" y="9"/>
                    <a:pt x="6" y="8"/>
                    <a:pt x="7" y="7"/>
                  </a:cubicBezTo>
                  <a:cubicBezTo>
                    <a:pt x="10" y="5"/>
                    <a:pt x="13" y="5"/>
                    <a:pt x="16" y="6"/>
                  </a:cubicBezTo>
                  <a:cubicBezTo>
                    <a:pt x="17" y="6"/>
                    <a:pt x="18" y="6"/>
                    <a:pt x="18" y="6"/>
                  </a:cubicBezTo>
                  <a:cubicBezTo>
                    <a:pt x="31" y="6"/>
                    <a:pt x="31" y="6"/>
                    <a:pt x="31" y="6"/>
                  </a:cubicBezTo>
                  <a:cubicBezTo>
                    <a:pt x="33" y="6"/>
                    <a:pt x="35" y="6"/>
                    <a:pt x="36" y="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2" name="Google Shape;772;p48"/>
            <p:cNvSpPr/>
            <p:nvPr/>
          </p:nvSpPr>
          <p:spPr>
            <a:xfrm>
              <a:off x="3305806" y="3216159"/>
              <a:ext cx="15443" cy="15443"/>
            </a:xfrm>
            <a:custGeom>
              <a:avLst/>
              <a:gdLst/>
              <a:ahLst/>
              <a:cxnLst/>
              <a:rect l="l" t="t" r="r" b="b"/>
              <a:pathLst>
                <a:path w="6" h="6" extrusionOk="0">
                  <a:moveTo>
                    <a:pt x="3" y="6"/>
                  </a:moveTo>
                  <a:cubicBezTo>
                    <a:pt x="4" y="6"/>
                    <a:pt x="4" y="6"/>
                    <a:pt x="5" y="5"/>
                  </a:cubicBezTo>
                  <a:cubicBezTo>
                    <a:pt x="5" y="5"/>
                    <a:pt x="6" y="4"/>
                    <a:pt x="6" y="3"/>
                  </a:cubicBezTo>
                  <a:cubicBezTo>
                    <a:pt x="6" y="3"/>
                    <a:pt x="5" y="2"/>
                    <a:pt x="5" y="1"/>
                  </a:cubicBezTo>
                  <a:cubicBezTo>
                    <a:pt x="4" y="1"/>
                    <a:pt x="4" y="0"/>
                    <a:pt x="3" y="0"/>
                  </a:cubicBezTo>
                  <a:cubicBezTo>
                    <a:pt x="2" y="0"/>
                    <a:pt x="1" y="1"/>
                    <a:pt x="1" y="1"/>
                  </a:cubicBezTo>
                  <a:cubicBezTo>
                    <a:pt x="0" y="2"/>
                    <a:pt x="0" y="3"/>
                    <a:pt x="0" y="3"/>
                  </a:cubicBezTo>
                  <a:cubicBezTo>
                    <a:pt x="0" y="4"/>
                    <a:pt x="0" y="5"/>
                    <a:pt x="1" y="5"/>
                  </a:cubicBezTo>
                  <a:cubicBezTo>
                    <a:pt x="1" y="6"/>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3" name="Google Shape;773;p48"/>
            <p:cNvSpPr/>
            <p:nvPr/>
          </p:nvSpPr>
          <p:spPr>
            <a:xfrm>
              <a:off x="3156889" y="3216159"/>
              <a:ext cx="376155" cy="309969"/>
            </a:xfrm>
            <a:custGeom>
              <a:avLst/>
              <a:gdLst/>
              <a:ahLst/>
              <a:cxnLst/>
              <a:rect l="l" t="t" r="r" b="b"/>
              <a:pathLst>
                <a:path w="144" h="118" extrusionOk="0">
                  <a:moveTo>
                    <a:pt x="133" y="54"/>
                  </a:moveTo>
                  <a:cubicBezTo>
                    <a:pt x="133" y="54"/>
                    <a:pt x="133" y="54"/>
                    <a:pt x="133" y="54"/>
                  </a:cubicBezTo>
                  <a:cubicBezTo>
                    <a:pt x="133" y="3"/>
                    <a:pt x="133" y="3"/>
                    <a:pt x="133" y="3"/>
                  </a:cubicBezTo>
                  <a:cubicBezTo>
                    <a:pt x="133" y="2"/>
                    <a:pt x="131" y="0"/>
                    <a:pt x="130" y="0"/>
                  </a:cubicBezTo>
                  <a:cubicBezTo>
                    <a:pt x="72" y="0"/>
                    <a:pt x="72" y="0"/>
                    <a:pt x="72" y="0"/>
                  </a:cubicBezTo>
                  <a:cubicBezTo>
                    <a:pt x="71" y="0"/>
                    <a:pt x="70" y="1"/>
                    <a:pt x="69" y="3"/>
                  </a:cubicBezTo>
                  <a:cubicBezTo>
                    <a:pt x="69" y="5"/>
                    <a:pt x="71" y="6"/>
                    <a:pt x="72" y="6"/>
                  </a:cubicBezTo>
                  <a:cubicBezTo>
                    <a:pt x="127" y="6"/>
                    <a:pt x="127" y="6"/>
                    <a:pt x="127" y="6"/>
                  </a:cubicBezTo>
                  <a:cubicBezTo>
                    <a:pt x="127" y="50"/>
                    <a:pt x="127" y="50"/>
                    <a:pt x="127" y="50"/>
                  </a:cubicBezTo>
                  <a:cubicBezTo>
                    <a:pt x="121" y="46"/>
                    <a:pt x="115" y="44"/>
                    <a:pt x="107" y="44"/>
                  </a:cubicBezTo>
                  <a:cubicBezTo>
                    <a:pt x="107" y="44"/>
                    <a:pt x="106" y="44"/>
                    <a:pt x="106" y="44"/>
                  </a:cubicBezTo>
                  <a:cubicBezTo>
                    <a:pt x="108" y="43"/>
                    <a:pt x="109" y="41"/>
                    <a:pt x="112" y="34"/>
                  </a:cubicBezTo>
                  <a:cubicBezTo>
                    <a:pt x="113" y="32"/>
                    <a:pt x="113" y="30"/>
                    <a:pt x="114" y="30"/>
                  </a:cubicBezTo>
                  <a:cubicBezTo>
                    <a:pt x="114" y="29"/>
                    <a:pt x="116" y="24"/>
                    <a:pt x="115" y="22"/>
                  </a:cubicBezTo>
                  <a:cubicBezTo>
                    <a:pt x="115" y="22"/>
                    <a:pt x="114" y="21"/>
                    <a:pt x="114" y="21"/>
                  </a:cubicBezTo>
                  <a:cubicBezTo>
                    <a:pt x="114" y="19"/>
                    <a:pt x="115" y="18"/>
                    <a:pt x="114" y="16"/>
                  </a:cubicBezTo>
                  <a:cubicBezTo>
                    <a:pt x="114" y="14"/>
                    <a:pt x="113" y="12"/>
                    <a:pt x="111" y="12"/>
                  </a:cubicBezTo>
                  <a:cubicBezTo>
                    <a:pt x="107" y="11"/>
                    <a:pt x="104" y="10"/>
                    <a:pt x="100" y="10"/>
                  </a:cubicBezTo>
                  <a:cubicBezTo>
                    <a:pt x="99" y="10"/>
                    <a:pt x="98" y="10"/>
                    <a:pt x="96" y="10"/>
                  </a:cubicBezTo>
                  <a:cubicBezTo>
                    <a:pt x="94" y="10"/>
                    <a:pt x="91" y="10"/>
                    <a:pt x="88" y="10"/>
                  </a:cubicBezTo>
                  <a:cubicBezTo>
                    <a:pt x="85" y="11"/>
                    <a:pt x="82" y="12"/>
                    <a:pt x="80" y="13"/>
                  </a:cubicBezTo>
                  <a:cubicBezTo>
                    <a:pt x="77" y="14"/>
                    <a:pt x="74" y="15"/>
                    <a:pt x="71" y="15"/>
                  </a:cubicBezTo>
                  <a:cubicBezTo>
                    <a:pt x="65" y="16"/>
                    <a:pt x="63" y="19"/>
                    <a:pt x="62" y="21"/>
                  </a:cubicBezTo>
                  <a:cubicBezTo>
                    <a:pt x="61" y="22"/>
                    <a:pt x="60" y="24"/>
                    <a:pt x="59" y="25"/>
                  </a:cubicBezTo>
                  <a:cubicBezTo>
                    <a:pt x="58" y="26"/>
                    <a:pt x="56" y="31"/>
                    <a:pt x="57" y="33"/>
                  </a:cubicBezTo>
                  <a:cubicBezTo>
                    <a:pt x="58" y="34"/>
                    <a:pt x="59" y="35"/>
                    <a:pt x="60" y="35"/>
                  </a:cubicBezTo>
                  <a:cubicBezTo>
                    <a:pt x="62" y="35"/>
                    <a:pt x="63" y="35"/>
                    <a:pt x="64" y="35"/>
                  </a:cubicBezTo>
                  <a:cubicBezTo>
                    <a:pt x="66" y="35"/>
                    <a:pt x="69" y="35"/>
                    <a:pt x="70" y="36"/>
                  </a:cubicBezTo>
                  <a:cubicBezTo>
                    <a:pt x="70" y="36"/>
                    <a:pt x="71" y="38"/>
                    <a:pt x="72" y="39"/>
                  </a:cubicBezTo>
                  <a:cubicBezTo>
                    <a:pt x="72" y="40"/>
                    <a:pt x="72" y="40"/>
                    <a:pt x="73" y="41"/>
                  </a:cubicBezTo>
                  <a:cubicBezTo>
                    <a:pt x="73" y="41"/>
                    <a:pt x="73" y="41"/>
                    <a:pt x="72" y="41"/>
                  </a:cubicBezTo>
                  <a:cubicBezTo>
                    <a:pt x="72" y="41"/>
                    <a:pt x="72" y="40"/>
                    <a:pt x="72" y="40"/>
                  </a:cubicBezTo>
                  <a:cubicBezTo>
                    <a:pt x="71" y="39"/>
                    <a:pt x="70" y="39"/>
                    <a:pt x="69" y="38"/>
                  </a:cubicBezTo>
                  <a:cubicBezTo>
                    <a:pt x="66" y="37"/>
                    <a:pt x="62" y="38"/>
                    <a:pt x="59" y="40"/>
                  </a:cubicBezTo>
                  <a:cubicBezTo>
                    <a:pt x="56" y="42"/>
                    <a:pt x="54" y="46"/>
                    <a:pt x="54" y="50"/>
                  </a:cubicBezTo>
                  <a:cubicBezTo>
                    <a:pt x="54" y="54"/>
                    <a:pt x="57" y="58"/>
                    <a:pt x="61" y="59"/>
                  </a:cubicBezTo>
                  <a:cubicBezTo>
                    <a:pt x="62" y="60"/>
                    <a:pt x="63" y="59"/>
                    <a:pt x="65" y="59"/>
                  </a:cubicBezTo>
                  <a:cubicBezTo>
                    <a:pt x="65" y="59"/>
                    <a:pt x="66" y="59"/>
                    <a:pt x="66" y="59"/>
                  </a:cubicBezTo>
                  <a:cubicBezTo>
                    <a:pt x="66" y="60"/>
                    <a:pt x="66" y="60"/>
                    <a:pt x="67" y="60"/>
                  </a:cubicBezTo>
                  <a:cubicBezTo>
                    <a:pt x="67" y="61"/>
                    <a:pt x="67" y="61"/>
                    <a:pt x="67" y="62"/>
                  </a:cubicBezTo>
                  <a:cubicBezTo>
                    <a:pt x="67" y="62"/>
                    <a:pt x="67" y="62"/>
                    <a:pt x="67" y="63"/>
                  </a:cubicBezTo>
                  <a:cubicBezTo>
                    <a:pt x="67" y="63"/>
                    <a:pt x="67" y="63"/>
                    <a:pt x="67" y="63"/>
                  </a:cubicBezTo>
                  <a:cubicBezTo>
                    <a:pt x="67" y="64"/>
                    <a:pt x="66" y="64"/>
                    <a:pt x="66" y="65"/>
                  </a:cubicBezTo>
                  <a:cubicBezTo>
                    <a:pt x="66" y="68"/>
                    <a:pt x="68" y="74"/>
                    <a:pt x="71" y="77"/>
                  </a:cubicBezTo>
                  <a:cubicBezTo>
                    <a:pt x="71" y="78"/>
                    <a:pt x="70" y="79"/>
                    <a:pt x="70" y="81"/>
                  </a:cubicBezTo>
                  <a:cubicBezTo>
                    <a:pt x="70" y="84"/>
                    <a:pt x="71" y="87"/>
                    <a:pt x="72" y="90"/>
                  </a:cubicBezTo>
                  <a:cubicBezTo>
                    <a:pt x="6" y="90"/>
                    <a:pt x="6" y="90"/>
                    <a:pt x="6" y="90"/>
                  </a:cubicBezTo>
                  <a:cubicBezTo>
                    <a:pt x="6" y="6"/>
                    <a:pt x="6" y="6"/>
                    <a:pt x="6" y="6"/>
                  </a:cubicBezTo>
                  <a:cubicBezTo>
                    <a:pt x="46" y="6"/>
                    <a:pt x="46" y="6"/>
                    <a:pt x="46" y="6"/>
                  </a:cubicBezTo>
                  <a:cubicBezTo>
                    <a:pt x="48" y="6"/>
                    <a:pt x="49" y="5"/>
                    <a:pt x="49" y="4"/>
                  </a:cubicBezTo>
                  <a:cubicBezTo>
                    <a:pt x="49" y="2"/>
                    <a:pt x="48" y="0"/>
                    <a:pt x="46" y="0"/>
                  </a:cubicBezTo>
                  <a:cubicBezTo>
                    <a:pt x="3" y="0"/>
                    <a:pt x="3" y="0"/>
                    <a:pt x="3" y="0"/>
                  </a:cubicBezTo>
                  <a:cubicBezTo>
                    <a:pt x="2" y="0"/>
                    <a:pt x="0" y="2"/>
                    <a:pt x="0" y="3"/>
                  </a:cubicBezTo>
                  <a:cubicBezTo>
                    <a:pt x="0" y="93"/>
                    <a:pt x="0" y="93"/>
                    <a:pt x="0" y="93"/>
                  </a:cubicBezTo>
                  <a:cubicBezTo>
                    <a:pt x="0" y="94"/>
                    <a:pt x="2" y="96"/>
                    <a:pt x="3" y="96"/>
                  </a:cubicBezTo>
                  <a:cubicBezTo>
                    <a:pt x="74" y="96"/>
                    <a:pt x="74" y="96"/>
                    <a:pt x="74" y="96"/>
                  </a:cubicBezTo>
                  <a:cubicBezTo>
                    <a:pt x="79" y="109"/>
                    <a:pt x="93" y="118"/>
                    <a:pt x="108" y="118"/>
                  </a:cubicBezTo>
                  <a:cubicBezTo>
                    <a:pt x="128" y="117"/>
                    <a:pt x="144" y="100"/>
                    <a:pt x="144" y="80"/>
                  </a:cubicBezTo>
                  <a:cubicBezTo>
                    <a:pt x="144" y="70"/>
                    <a:pt x="139" y="61"/>
                    <a:pt x="133" y="54"/>
                  </a:cubicBezTo>
                  <a:close/>
                  <a:moveTo>
                    <a:pt x="88" y="50"/>
                  </a:moveTo>
                  <a:cubicBezTo>
                    <a:pt x="86" y="50"/>
                    <a:pt x="85" y="49"/>
                    <a:pt x="83" y="47"/>
                  </a:cubicBezTo>
                  <a:cubicBezTo>
                    <a:pt x="83" y="46"/>
                    <a:pt x="83" y="46"/>
                    <a:pt x="83" y="45"/>
                  </a:cubicBezTo>
                  <a:cubicBezTo>
                    <a:pt x="84" y="45"/>
                    <a:pt x="85" y="44"/>
                    <a:pt x="86" y="44"/>
                  </a:cubicBezTo>
                  <a:cubicBezTo>
                    <a:pt x="87" y="43"/>
                    <a:pt x="87" y="42"/>
                    <a:pt x="88" y="41"/>
                  </a:cubicBezTo>
                  <a:cubicBezTo>
                    <a:pt x="88" y="40"/>
                    <a:pt x="88" y="40"/>
                    <a:pt x="88" y="40"/>
                  </a:cubicBezTo>
                  <a:cubicBezTo>
                    <a:pt x="88" y="40"/>
                    <a:pt x="89" y="40"/>
                    <a:pt x="90" y="41"/>
                  </a:cubicBezTo>
                  <a:cubicBezTo>
                    <a:pt x="91" y="42"/>
                    <a:pt x="92" y="43"/>
                    <a:pt x="94" y="43"/>
                  </a:cubicBezTo>
                  <a:cubicBezTo>
                    <a:pt x="95" y="42"/>
                    <a:pt x="96" y="41"/>
                    <a:pt x="97" y="40"/>
                  </a:cubicBezTo>
                  <a:cubicBezTo>
                    <a:pt x="97" y="40"/>
                    <a:pt x="97" y="39"/>
                    <a:pt x="97" y="39"/>
                  </a:cubicBezTo>
                  <a:cubicBezTo>
                    <a:pt x="98" y="39"/>
                    <a:pt x="98" y="39"/>
                    <a:pt x="99" y="40"/>
                  </a:cubicBezTo>
                  <a:cubicBezTo>
                    <a:pt x="99" y="40"/>
                    <a:pt x="99" y="40"/>
                    <a:pt x="99" y="41"/>
                  </a:cubicBezTo>
                  <a:cubicBezTo>
                    <a:pt x="100" y="42"/>
                    <a:pt x="101" y="44"/>
                    <a:pt x="104" y="44"/>
                  </a:cubicBezTo>
                  <a:cubicBezTo>
                    <a:pt x="98" y="45"/>
                    <a:pt x="92" y="47"/>
                    <a:pt x="88" y="50"/>
                  </a:cubicBezTo>
                  <a:close/>
                  <a:moveTo>
                    <a:pt x="67" y="29"/>
                  </a:moveTo>
                  <a:cubicBezTo>
                    <a:pt x="66" y="29"/>
                    <a:pt x="65" y="30"/>
                    <a:pt x="64" y="30"/>
                  </a:cubicBezTo>
                  <a:cubicBezTo>
                    <a:pt x="64" y="30"/>
                    <a:pt x="63" y="30"/>
                    <a:pt x="63" y="30"/>
                  </a:cubicBezTo>
                  <a:cubicBezTo>
                    <a:pt x="63" y="29"/>
                    <a:pt x="63" y="29"/>
                    <a:pt x="64" y="28"/>
                  </a:cubicBezTo>
                  <a:cubicBezTo>
                    <a:pt x="65" y="27"/>
                    <a:pt x="66" y="25"/>
                    <a:pt x="66" y="24"/>
                  </a:cubicBezTo>
                  <a:cubicBezTo>
                    <a:pt x="68" y="22"/>
                    <a:pt x="68" y="21"/>
                    <a:pt x="71" y="21"/>
                  </a:cubicBezTo>
                  <a:cubicBezTo>
                    <a:pt x="75" y="20"/>
                    <a:pt x="79" y="19"/>
                    <a:pt x="82" y="18"/>
                  </a:cubicBezTo>
                  <a:cubicBezTo>
                    <a:pt x="84" y="17"/>
                    <a:pt x="86" y="16"/>
                    <a:pt x="89" y="16"/>
                  </a:cubicBezTo>
                  <a:cubicBezTo>
                    <a:pt x="91" y="15"/>
                    <a:pt x="94" y="16"/>
                    <a:pt x="96" y="16"/>
                  </a:cubicBezTo>
                  <a:cubicBezTo>
                    <a:pt x="98" y="16"/>
                    <a:pt x="99" y="16"/>
                    <a:pt x="100" y="16"/>
                  </a:cubicBezTo>
                  <a:cubicBezTo>
                    <a:pt x="103" y="16"/>
                    <a:pt x="106" y="16"/>
                    <a:pt x="109" y="17"/>
                  </a:cubicBezTo>
                  <a:cubicBezTo>
                    <a:pt x="109" y="17"/>
                    <a:pt x="109" y="18"/>
                    <a:pt x="109" y="18"/>
                  </a:cubicBezTo>
                  <a:cubicBezTo>
                    <a:pt x="108" y="19"/>
                    <a:pt x="107" y="20"/>
                    <a:pt x="107" y="21"/>
                  </a:cubicBezTo>
                  <a:cubicBezTo>
                    <a:pt x="107" y="23"/>
                    <a:pt x="109" y="24"/>
                    <a:pt x="110" y="24"/>
                  </a:cubicBezTo>
                  <a:cubicBezTo>
                    <a:pt x="110" y="24"/>
                    <a:pt x="110" y="24"/>
                    <a:pt x="110" y="24"/>
                  </a:cubicBezTo>
                  <a:cubicBezTo>
                    <a:pt x="109" y="25"/>
                    <a:pt x="109" y="26"/>
                    <a:pt x="109" y="27"/>
                  </a:cubicBezTo>
                  <a:cubicBezTo>
                    <a:pt x="108" y="28"/>
                    <a:pt x="108" y="29"/>
                    <a:pt x="107" y="32"/>
                  </a:cubicBezTo>
                  <a:cubicBezTo>
                    <a:pt x="106" y="34"/>
                    <a:pt x="105" y="37"/>
                    <a:pt x="104" y="38"/>
                  </a:cubicBezTo>
                  <a:cubicBezTo>
                    <a:pt x="104" y="38"/>
                    <a:pt x="104" y="38"/>
                    <a:pt x="104" y="38"/>
                  </a:cubicBezTo>
                  <a:cubicBezTo>
                    <a:pt x="103" y="37"/>
                    <a:pt x="102" y="35"/>
                    <a:pt x="101" y="35"/>
                  </a:cubicBezTo>
                  <a:cubicBezTo>
                    <a:pt x="97" y="33"/>
                    <a:pt x="95" y="34"/>
                    <a:pt x="93" y="36"/>
                  </a:cubicBezTo>
                  <a:cubicBezTo>
                    <a:pt x="91" y="34"/>
                    <a:pt x="89" y="33"/>
                    <a:pt x="87" y="34"/>
                  </a:cubicBezTo>
                  <a:cubicBezTo>
                    <a:pt x="84" y="34"/>
                    <a:pt x="83" y="37"/>
                    <a:pt x="82" y="38"/>
                  </a:cubicBezTo>
                  <a:cubicBezTo>
                    <a:pt x="82" y="39"/>
                    <a:pt x="82" y="39"/>
                    <a:pt x="82" y="40"/>
                  </a:cubicBezTo>
                  <a:cubicBezTo>
                    <a:pt x="81" y="40"/>
                    <a:pt x="80" y="41"/>
                    <a:pt x="79" y="41"/>
                  </a:cubicBezTo>
                  <a:cubicBezTo>
                    <a:pt x="79" y="40"/>
                    <a:pt x="78" y="38"/>
                    <a:pt x="77" y="37"/>
                  </a:cubicBezTo>
                  <a:cubicBezTo>
                    <a:pt x="76" y="35"/>
                    <a:pt x="75" y="32"/>
                    <a:pt x="73" y="31"/>
                  </a:cubicBezTo>
                  <a:cubicBezTo>
                    <a:pt x="71" y="30"/>
                    <a:pt x="69" y="29"/>
                    <a:pt x="67" y="29"/>
                  </a:cubicBezTo>
                  <a:close/>
                  <a:moveTo>
                    <a:pt x="72" y="67"/>
                  </a:moveTo>
                  <a:cubicBezTo>
                    <a:pt x="72" y="67"/>
                    <a:pt x="72" y="67"/>
                    <a:pt x="72" y="67"/>
                  </a:cubicBezTo>
                  <a:cubicBezTo>
                    <a:pt x="72" y="66"/>
                    <a:pt x="73" y="65"/>
                    <a:pt x="73" y="64"/>
                  </a:cubicBezTo>
                  <a:cubicBezTo>
                    <a:pt x="73" y="63"/>
                    <a:pt x="73" y="62"/>
                    <a:pt x="72" y="61"/>
                  </a:cubicBezTo>
                  <a:cubicBezTo>
                    <a:pt x="72" y="61"/>
                    <a:pt x="72" y="60"/>
                    <a:pt x="72" y="60"/>
                  </a:cubicBezTo>
                  <a:cubicBezTo>
                    <a:pt x="72" y="60"/>
                    <a:pt x="72" y="60"/>
                    <a:pt x="72" y="59"/>
                  </a:cubicBezTo>
                  <a:cubicBezTo>
                    <a:pt x="72" y="58"/>
                    <a:pt x="71" y="56"/>
                    <a:pt x="70" y="55"/>
                  </a:cubicBezTo>
                  <a:cubicBezTo>
                    <a:pt x="68" y="54"/>
                    <a:pt x="66" y="54"/>
                    <a:pt x="65" y="54"/>
                  </a:cubicBezTo>
                  <a:cubicBezTo>
                    <a:pt x="64" y="54"/>
                    <a:pt x="63" y="54"/>
                    <a:pt x="63" y="54"/>
                  </a:cubicBezTo>
                  <a:cubicBezTo>
                    <a:pt x="61" y="53"/>
                    <a:pt x="59" y="51"/>
                    <a:pt x="59" y="50"/>
                  </a:cubicBezTo>
                  <a:cubicBezTo>
                    <a:pt x="59" y="48"/>
                    <a:pt x="61" y="46"/>
                    <a:pt x="62" y="44"/>
                  </a:cubicBezTo>
                  <a:cubicBezTo>
                    <a:pt x="64" y="43"/>
                    <a:pt x="66" y="43"/>
                    <a:pt x="67" y="43"/>
                  </a:cubicBezTo>
                  <a:cubicBezTo>
                    <a:pt x="67" y="43"/>
                    <a:pt x="67" y="43"/>
                    <a:pt x="67" y="44"/>
                  </a:cubicBezTo>
                  <a:cubicBezTo>
                    <a:pt x="68" y="44"/>
                    <a:pt x="69" y="45"/>
                    <a:pt x="71" y="46"/>
                  </a:cubicBezTo>
                  <a:cubicBezTo>
                    <a:pt x="72" y="47"/>
                    <a:pt x="74" y="46"/>
                    <a:pt x="75" y="46"/>
                  </a:cubicBezTo>
                  <a:cubicBezTo>
                    <a:pt x="76" y="46"/>
                    <a:pt x="76" y="46"/>
                    <a:pt x="77" y="46"/>
                  </a:cubicBezTo>
                  <a:cubicBezTo>
                    <a:pt x="77" y="47"/>
                    <a:pt x="77" y="47"/>
                    <a:pt x="78" y="48"/>
                  </a:cubicBezTo>
                  <a:cubicBezTo>
                    <a:pt x="78" y="49"/>
                    <a:pt x="78" y="49"/>
                    <a:pt x="79" y="50"/>
                  </a:cubicBezTo>
                  <a:cubicBezTo>
                    <a:pt x="80" y="51"/>
                    <a:pt x="81" y="53"/>
                    <a:pt x="83" y="54"/>
                  </a:cubicBezTo>
                  <a:cubicBezTo>
                    <a:pt x="78" y="58"/>
                    <a:pt x="74" y="63"/>
                    <a:pt x="72" y="69"/>
                  </a:cubicBezTo>
                  <a:cubicBezTo>
                    <a:pt x="72" y="68"/>
                    <a:pt x="72" y="67"/>
                    <a:pt x="72" y="67"/>
                  </a:cubicBezTo>
                  <a:close/>
                  <a:moveTo>
                    <a:pt x="107" y="112"/>
                  </a:moveTo>
                  <a:cubicBezTo>
                    <a:pt x="90" y="112"/>
                    <a:pt x="76" y="98"/>
                    <a:pt x="76" y="81"/>
                  </a:cubicBezTo>
                  <a:cubicBezTo>
                    <a:pt x="76" y="64"/>
                    <a:pt x="90" y="50"/>
                    <a:pt x="107" y="50"/>
                  </a:cubicBezTo>
                  <a:cubicBezTo>
                    <a:pt x="124" y="50"/>
                    <a:pt x="138" y="64"/>
                    <a:pt x="138" y="81"/>
                  </a:cubicBezTo>
                  <a:cubicBezTo>
                    <a:pt x="138" y="98"/>
                    <a:pt x="124" y="112"/>
                    <a:pt x="107" y="1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4" name="Google Shape;774;p48"/>
            <p:cNvSpPr/>
            <p:nvPr/>
          </p:nvSpPr>
          <p:spPr>
            <a:xfrm>
              <a:off x="3475682" y="3373901"/>
              <a:ext cx="15443" cy="15443"/>
            </a:xfrm>
            <a:custGeom>
              <a:avLst/>
              <a:gdLst/>
              <a:ahLst/>
              <a:cxnLst/>
              <a:rect l="l" t="t" r="r" b="b"/>
              <a:pathLst>
                <a:path w="6" h="6" extrusionOk="0">
                  <a:moveTo>
                    <a:pt x="3" y="6"/>
                  </a:moveTo>
                  <a:cubicBezTo>
                    <a:pt x="4" y="6"/>
                    <a:pt x="4" y="6"/>
                    <a:pt x="5" y="5"/>
                  </a:cubicBezTo>
                  <a:cubicBezTo>
                    <a:pt x="6" y="4"/>
                    <a:pt x="6" y="4"/>
                    <a:pt x="6" y="3"/>
                  </a:cubicBezTo>
                  <a:cubicBezTo>
                    <a:pt x="6" y="2"/>
                    <a:pt x="6" y="2"/>
                    <a:pt x="5" y="1"/>
                  </a:cubicBezTo>
                  <a:cubicBezTo>
                    <a:pt x="4" y="1"/>
                    <a:pt x="4" y="0"/>
                    <a:pt x="3" y="0"/>
                  </a:cubicBezTo>
                  <a:cubicBezTo>
                    <a:pt x="2" y="0"/>
                    <a:pt x="2" y="1"/>
                    <a:pt x="1" y="1"/>
                  </a:cubicBezTo>
                  <a:cubicBezTo>
                    <a:pt x="1" y="2"/>
                    <a:pt x="0" y="2"/>
                    <a:pt x="0" y="3"/>
                  </a:cubicBezTo>
                  <a:cubicBezTo>
                    <a:pt x="0" y="4"/>
                    <a:pt x="1" y="4"/>
                    <a:pt x="1" y="5"/>
                  </a:cubicBezTo>
                  <a:cubicBezTo>
                    <a:pt x="2" y="6"/>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5" name="Google Shape;775;p48"/>
            <p:cNvSpPr/>
            <p:nvPr/>
          </p:nvSpPr>
          <p:spPr>
            <a:xfrm>
              <a:off x="3384126" y="3467664"/>
              <a:ext cx="13237" cy="13237"/>
            </a:xfrm>
            <a:custGeom>
              <a:avLst/>
              <a:gdLst/>
              <a:ahLst/>
              <a:cxnLst/>
              <a:rect l="l" t="t" r="r" b="b"/>
              <a:pathLst>
                <a:path w="5" h="5" extrusionOk="0">
                  <a:moveTo>
                    <a:pt x="2" y="0"/>
                  </a:moveTo>
                  <a:cubicBezTo>
                    <a:pt x="2" y="0"/>
                    <a:pt x="1" y="0"/>
                    <a:pt x="0" y="1"/>
                  </a:cubicBezTo>
                  <a:cubicBezTo>
                    <a:pt x="0" y="1"/>
                    <a:pt x="0" y="2"/>
                    <a:pt x="0" y="3"/>
                  </a:cubicBezTo>
                  <a:cubicBezTo>
                    <a:pt x="0" y="3"/>
                    <a:pt x="0" y="4"/>
                    <a:pt x="0" y="5"/>
                  </a:cubicBezTo>
                  <a:cubicBezTo>
                    <a:pt x="1" y="5"/>
                    <a:pt x="2" y="5"/>
                    <a:pt x="2" y="5"/>
                  </a:cubicBezTo>
                  <a:cubicBezTo>
                    <a:pt x="3" y="5"/>
                    <a:pt x="4" y="5"/>
                    <a:pt x="4" y="5"/>
                  </a:cubicBezTo>
                  <a:cubicBezTo>
                    <a:pt x="5" y="4"/>
                    <a:pt x="5" y="3"/>
                    <a:pt x="5" y="3"/>
                  </a:cubicBezTo>
                  <a:cubicBezTo>
                    <a:pt x="5" y="2"/>
                    <a:pt x="5" y="1"/>
                    <a:pt x="4" y="1"/>
                  </a:cubicBezTo>
                  <a:cubicBezTo>
                    <a:pt x="4" y="0"/>
                    <a:pt x="3" y="0"/>
                    <a:pt x="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6" name="Google Shape;776;p48"/>
            <p:cNvSpPr/>
            <p:nvPr/>
          </p:nvSpPr>
          <p:spPr>
            <a:xfrm>
              <a:off x="3475682" y="3467664"/>
              <a:ext cx="15443" cy="13237"/>
            </a:xfrm>
            <a:custGeom>
              <a:avLst/>
              <a:gdLst/>
              <a:ahLst/>
              <a:cxnLst/>
              <a:rect l="l" t="t" r="r" b="b"/>
              <a:pathLst>
                <a:path w="6" h="5" extrusionOk="0">
                  <a:moveTo>
                    <a:pt x="3" y="0"/>
                  </a:moveTo>
                  <a:cubicBezTo>
                    <a:pt x="2" y="0"/>
                    <a:pt x="2" y="0"/>
                    <a:pt x="1" y="1"/>
                  </a:cubicBezTo>
                  <a:cubicBezTo>
                    <a:pt x="1" y="1"/>
                    <a:pt x="0" y="2"/>
                    <a:pt x="0" y="3"/>
                  </a:cubicBezTo>
                  <a:cubicBezTo>
                    <a:pt x="0" y="3"/>
                    <a:pt x="1" y="4"/>
                    <a:pt x="1" y="5"/>
                  </a:cubicBezTo>
                  <a:cubicBezTo>
                    <a:pt x="2" y="5"/>
                    <a:pt x="2" y="5"/>
                    <a:pt x="3" y="5"/>
                  </a:cubicBezTo>
                  <a:cubicBezTo>
                    <a:pt x="4" y="5"/>
                    <a:pt x="4" y="5"/>
                    <a:pt x="5" y="5"/>
                  </a:cubicBezTo>
                  <a:cubicBezTo>
                    <a:pt x="6" y="4"/>
                    <a:pt x="6" y="3"/>
                    <a:pt x="6" y="3"/>
                  </a:cubicBezTo>
                  <a:cubicBezTo>
                    <a:pt x="6" y="2"/>
                    <a:pt x="6"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7" name="Google Shape;777;p48"/>
            <p:cNvSpPr/>
            <p:nvPr/>
          </p:nvSpPr>
          <p:spPr>
            <a:xfrm>
              <a:off x="3384126" y="3373901"/>
              <a:ext cx="13237" cy="15443"/>
            </a:xfrm>
            <a:custGeom>
              <a:avLst/>
              <a:gdLst/>
              <a:ahLst/>
              <a:cxnLst/>
              <a:rect l="l" t="t" r="r" b="b"/>
              <a:pathLst>
                <a:path w="5" h="6" extrusionOk="0">
                  <a:moveTo>
                    <a:pt x="2" y="6"/>
                  </a:moveTo>
                  <a:cubicBezTo>
                    <a:pt x="3" y="6"/>
                    <a:pt x="4" y="6"/>
                    <a:pt x="4" y="5"/>
                  </a:cubicBezTo>
                  <a:cubicBezTo>
                    <a:pt x="5" y="4"/>
                    <a:pt x="5" y="4"/>
                    <a:pt x="5" y="3"/>
                  </a:cubicBezTo>
                  <a:cubicBezTo>
                    <a:pt x="5" y="2"/>
                    <a:pt x="5" y="2"/>
                    <a:pt x="4" y="1"/>
                  </a:cubicBezTo>
                  <a:cubicBezTo>
                    <a:pt x="4" y="1"/>
                    <a:pt x="3" y="0"/>
                    <a:pt x="2" y="0"/>
                  </a:cubicBezTo>
                  <a:cubicBezTo>
                    <a:pt x="2" y="0"/>
                    <a:pt x="1" y="1"/>
                    <a:pt x="0" y="1"/>
                  </a:cubicBezTo>
                  <a:cubicBezTo>
                    <a:pt x="0" y="2"/>
                    <a:pt x="0" y="2"/>
                    <a:pt x="0" y="3"/>
                  </a:cubicBezTo>
                  <a:cubicBezTo>
                    <a:pt x="0" y="4"/>
                    <a:pt x="0" y="4"/>
                    <a:pt x="0" y="5"/>
                  </a:cubicBezTo>
                  <a:cubicBezTo>
                    <a:pt x="1" y="6"/>
                    <a:pt x="2"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8" name="Google Shape;778;p48"/>
            <p:cNvSpPr/>
            <p:nvPr/>
          </p:nvSpPr>
          <p:spPr>
            <a:xfrm>
              <a:off x="3357652" y="3349632"/>
              <a:ext cx="157743" cy="157743"/>
            </a:xfrm>
            <a:custGeom>
              <a:avLst/>
              <a:gdLst/>
              <a:ahLst/>
              <a:cxnLst/>
              <a:rect l="l" t="t" r="r" b="b"/>
              <a:pathLst>
                <a:path w="60" h="60" extrusionOk="0">
                  <a:moveTo>
                    <a:pt x="58" y="27"/>
                  </a:moveTo>
                  <a:cubicBezTo>
                    <a:pt x="38" y="22"/>
                    <a:pt x="38" y="22"/>
                    <a:pt x="38" y="22"/>
                  </a:cubicBezTo>
                  <a:cubicBezTo>
                    <a:pt x="33" y="2"/>
                    <a:pt x="33" y="2"/>
                    <a:pt x="33" y="2"/>
                  </a:cubicBezTo>
                  <a:cubicBezTo>
                    <a:pt x="33" y="1"/>
                    <a:pt x="31" y="0"/>
                    <a:pt x="30" y="0"/>
                  </a:cubicBezTo>
                  <a:cubicBezTo>
                    <a:pt x="29" y="0"/>
                    <a:pt x="28" y="1"/>
                    <a:pt x="27" y="2"/>
                  </a:cubicBezTo>
                  <a:cubicBezTo>
                    <a:pt x="22" y="22"/>
                    <a:pt x="22" y="22"/>
                    <a:pt x="22" y="22"/>
                  </a:cubicBezTo>
                  <a:cubicBezTo>
                    <a:pt x="2" y="27"/>
                    <a:pt x="2" y="27"/>
                    <a:pt x="2" y="27"/>
                  </a:cubicBezTo>
                  <a:cubicBezTo>
                    <a:pt x="1" y="27"/>
                    <a:pt x="0" y="29"/>
                    <a:pt x="0" y="30"/>
                  </a:cubicBezTo>
                  <a:cubicBezTo>
                    <a:pt x="0" y="31"/>
                    <a:pt x="1" y="32"/>
                    <a:pt x="2" y="33"/>
                  </a:cubicBezTo>
                  <a:cubicBezTo>
                    <a:pt x="22" y="38"/>
                    <a:pt x="22" y="38"/>
                    <a:pt x="22" y="38"/>
                  </a:cubicBezTo>
                  <a:cubicBezTo>
                    <a:pt x="27" y="58"/>
                    <a:pt x="27" y="58"/>
                    <a:pt x="27" y="58"/>
                  </a:cubicBezTo>
                  <a:cubicBezTo>
                    <a:pt x="28" y="59"/>
                    <a:pt x="29" y="60"/>
                    <a:pt x="30" y="60"/>
                  </a:cubicBezTo>
                  <a:cubicBezTo>
                    <a:pt x="31" y="60"/>
                    <a:pt x="33" y="59"/>
                    <a:pt x="33" y="58"/>
                  </a:cubicBezTo>
                  <a:cubicBezTo>
                    <a:pt x="38" y="38"/>
                    <a:pt x="38" y="38"/>
                    <a:pt x="38" y="38"/>
                  </a:cubicBezTo>
                  <a:cubicBezTo>
                    <a:pt x="58" y="33"/>
                    <a:pt x="58" y="33"/>
                    <a:pt x="58" y="33"/>
                  </a:cubicBezTo>
                  <a:cubicBezTo>
                    <a:pt x="59" y="32"/>
                    <a:pt x="60" y="31"/>
                    <a:pt x="60" y="30"/>
                  </a:cubicBezTo>
                  <a:cubicBezTo>
                    <a:pt x="60" y="29"/>
                    <a:pt x="59" y="27"/>
                    <a:pt x="58" y="27"/>
                  </a:cubicBezTo>
                  <a:close/>
                  <a:moveTo>
                    <a:pt x="25" y="30"/>
                  </a:moveTo>
                  <a:cubicBezTo>
                    <a:pt x="25" y="27"/>
                    <a:pt x="27" y="24"/>
                    <a:pt x="30" y="24"/>
                  </a:cubicBezTo>
                  <a:cubicBezTo>
                    <a:pt x="33" y="24"/>
                    <a:pt x="36" y="27"/>
                    <a:pt x="36" y="30"/>
                  </a:cubicBezTo>
                  <a:cubicBezTo>
                    <a:pt x="36" y="33"/>
                    <a:pt x="33" y="35"/>
                    <a:pt x="30" y="35"/>
                  </a:cubicBezTo>
                  <a:cubicBezTo>
                    <a:pt x="27" y="35"/>
                    <a:pt x="25" y="33"/>
                    <a:pt x="25" y="30"/>
                  </a:cubicBezTo>
                  <a:close/>
                  <a:moveTo>
                    <a:pt x="31" y="19"/>
                  </a:moveTo>
                  <a:cubicBezTo>
                    <a:pt x="31" y="19"/>
                    <a:pt x="31" y="19"/>
                    <a:pt x="30" y="19"/>
                  </a:cubicBezTo>
                  <a:cubicBezTo>
                    <a:pt x="30" y="19"/>
                    <a:pt x="29" y="19"/>
                    <a:pt x="29" y="19"/>
                  </a:cubicBezTo>
                  <a:cubicBezTo>
                    <a:pt x="30" y="14"/>
                    <a:pt x="30" y="14"/>
                    <a:pt x="30" y="14"/>
                  </a:cubicBezTo>
                  <a:lnTo>
                    <a:pt x="31" y="19"/>
                  </a:lnTo>
                  <a:close/>
                  <a:moveTo>
                    <a:pt x="19" y="29"/>
                  </a:moveTo>
                  <a:cubicBezTo>
                    <a:pt x="19" y="29"/>
                    <a:pt x="19" y="29"/>
                    <a:pt x="19" y="30"/>
                  </a:cubicBezTo>
                  <a:cubicBezTo>
                    <a:pt x="19" y="30"/>
                    <a:pt x="19" y="31"/>
                    <a:pt x="19" y="31"/>
                  </a:cubicBezTo>
                  <a:cubicBezTo>
                    <a:pt x="14" y="30"/>
                    <a:pt x="14" y="30"/>
                    <a:pt x="14" y="30"/>
                  </a:cubicBezTo>
                  <a:lnTo>
                    <a:pt x="19" y="29"/>
                  </a:lnTo>
                  <a:close/>
                  <a:moveTo>
                    <a:pt x="29" y="41"/>
                  </a:moveTo>
                  <a:cubicBezTo>
                    <a:pt x="29" y="41"/>
                    <a:pt x="30" y="41"/>
                    <a:pt x="30" y="41"/>
                  </a:cubicBezTo>
                  <a:cubicBezTo>
                    <a:pt x="31" y="41"/>
                    <a:pt x="31" y="41"/>
                    <a:pt x="31" y="41"/>
                  </a:cubicBezTo>
                  <a:cubicBezTo>
                    <a:pt x="30" y="46"/>
                    <a:pt x="30" y="46"/>
                    <a:pt x="30" y="46"/>
                  </a:cubicBezTo>
                  <a:lnTo>
                    <a:pt x="29" y="41"/>
                  </a:lnTo>
                  <a:close/>
                  <a:moveTo>
                    <a:pt x="41" y="31"/>
                  </a:moveTo>
                  <a:cubicBezTo>
                    <a:pt x="41" y="31"/>
                    <a:pt x="41" y="30"/>
                    <a:pt x="41" y="30"/>
                  </a:cubicBezTo>
                  <a:cubicBezTo>
                    <a:pt x="41" y="29"/>
                    <a:pt x="41" y="29"/>
                    <a:pt x="41" y="29"/>
                  </a:cubicBezTo>
                  <a:cubicBezTo>
                    <a:pt x="46" y="30"/>
                    <a:pt x="46" y="30"/>
                    <a:pt x="46" y="30"/>
                  </a:cubicBezTo>
                  <a:lnTo>
                    <a:pt x="41" y="31"/>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9" name="Google Shape;779;p48"/>
            <p:cNvSpPr/>
            <p:nvPr/>
          </p:nvSpPr>
          <p:spPr>
            <a:xfrm>
              <a:off x="3428250" y="3421334"/>
              <a:ext cx="16547" cy="15443"/>
            </a:xfrm>
            <a:custGeom>
              <a:avLst/>
              <a:gdLst/>
              <a:ahLst/>
              <a:cxnLst/>
              <a:rect l="l" t="t" r="r" b="b"/>
              <a:pathLst>
                <a:path w="6" h="6" extrusionOk="0">
                  <a:moveTo>
                    <a:pt x="6" y="3"/>
                  </a:moveTo>
                  <a:cubicBezTo>
                    <a:pt x="6" y="2"/>
                    <a:pt x="6" y="1"/>
                    <a:pt x="5" y="1"/>
                  </a:cubicBezTo>
                  <a:cubicBezTo>
                    <a:pt x="5" y="0"/>
                    <a:pt x="4" y="0"/>
                    <a:pt x="3" y="0"/>
                  </a:cubicBezTo>
                  <a:cubicBezTo>
                    <a:pt x="2" y="0"/>
                    <a:pt x="2" y="0"/>
                    <a:pt x="1" y="1"/>
                  </a:cubicBezTo>
                  <a:cubicBezTo>
                    <a:pt x="1" y="1"/>
                    <a:pt x="0" y="2"/>
                    <a:pt x="0" y="3"/>
                  </a:cubicBezTo>
                  <a:cubicBezTo>
                    <a:pt x="0" y="4"/>
                    <a:pt x="1" y="4"/>
                    <a:pt x="1" y="5"/>
                  </a:cubicBezTo>
                  <a:cubicBezTo>
                    <a:pt x="2" y="5"/>
                    <a:pt x="2" y="6"/>
                    <a:pt x="3" y="6"/>
                  </a:cubicBezTo>
                  <a:cubicBezTo>
                    <a:pt x="4" y="6"/>
                    <a:pt x="5" y="5"/>
                    <a:pt x="5" y="5"/>
                  </a:cubicBezTo>
                  <a:cubicBezTo>
                    <a:pt x="6" y="4"/>
                    <a:pt x="6" y="4"/>
                    <a:pt x="6"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80" name="Google Shape;780;p48"/>
          <p:cNvGrpSpPr/>
          <p:nvPr/>
        </p:nvGrpSpPr>
        <p:grpSpPr>
          <a:xfrm>
            <a:off x="2337290" y="3181962"/>
            <a:ext cx="373949" cy="378361"/>
            <a:chOff x="2321847" y="3181962"/>
            <a:chExt cx="373949" cy="378361"/>
          </a:xfrm>
        </p:grpSpPr>
        <p:sp>
          <p:nvSpPr>
            <p:cNvPr id="781" name="Google Shape;781;p48"/>
            <p:cNvSpPr/>
            <p:nvPr/>
          </p:nvSpPr>
          <p:spPr>
            <a:xfrm>
              <a:off x="2321847" y="3181962"/>
              <a:ext cx="287908" cy="291217"/>
            </a:xfrm>
            <a:custGeom>
              <a:avLst/>
              <a:gdLst/>
              <a:ahLst/>
              <a:cxnLst/>
              <a:rect l="l" t="t" r="r" b="b"/>
              <a:pathLst>
                <a:path w="110" h="111" extrusionOk="0">
                  <a:moveTo>
                    <a:pt x="108" y="49"/>
                  </a:moveTo>
                  <a:cubicBezTo>
                    <a:pt x="71" y="36"/>
                    <a:pt x="71" y="36"/>
                    <a:pt x="71" y="36"/>
                  </a:cubicBezTo>
                  <a:cubicBezTo>
                    <a:pt x="71" y="36"/>
                    <a:pt x="71" y="35"/>
                    <a:pt x="70" y="35"/>
                  </a:cubicBezTo>
                  <a:cubicBezTo>
                    <a:pt x="62" y="27"/>
                    <a:pt x="62" y="27"/>
                    <a:pt x="62" y="27"/>
                  </a:cubicBezTo>
                  <a:cubicBezTo>
                    <a:pt x="61" y="26"/>
                    <a:pt x="59" y="26"/>
                    <a:pt x="58" y="27"/>
                  </a:cubicBezTo>
                  <a:cubicBezTo>
                    <a:pt x="55" y="30"/>
                    <a:pt x="55" y="30"/>
                    <a:pt x="55" y="30"/>
                  </a:cubicBezTo>
                  <a:cubicBezTo>
                    <a:pt x="24" y="4"/>
                    <a:pt x="24" y="4"/>
                    <a:pt x="24" y="4"/>
                  </a:cubicBezTo>
                  <a:cubicBezTo>
                    <a:pt x="21" y="2"/>
                    <a:pt x="17" y="0"/>
                    <a:pt x="14" y="0"/>
                  </a:cubicBezTo>
                  <a:cubicBezTo>
                    <a:pt x="10" y="1"/>
                    <a:pt x="7" y="2"/>
                    <a:pt x="4" y="5"/>
                  </a:cubicBezTo>
                  <a:cubicBezTo>
                    <a:pt x="1" y="7"/>
                    <a:pt x="0" y="11"/>
                    <a:pt x="0" y="14"/>
                  </a:cubicBezTo>
                  <a:cubicBezTo>
                    <a:pt x="0" y="18"/>
                    <a:pt x="1" y="22"/>
                    <a:pt x="3" y="24"/>
                  </a:cubicBezTo>
                  <a:cubicBezTo>
                    <a:pt x="29" y="55"/>
                    <a:pt x="29" y="55"/>
                    <a:pt x="29" y="55"/>
                  </a:cubicBezTo>
                  <a:cubicBezTo>
                    <a:pt x="26" y="59"/>
                    <a:pt x="26" y="59"/>
                    <a:pt x="26" y="59"/>
                  </a:cubicBezTo>
                  <a:cubicBezTo>
                    <a:pt x="25" y="59"/>
                    <a:pt x="25" y="60"/>
                    <a:pt x="25" y="61"/>
                  </a:cubicBezTo>
                  <a:cubicBezTo>
                    <a:pt x="25" y="62"/>
                    <a:pt x="25" y="62"/>
                    <a:pt x="26" y="63"/>
                  </a:cubicBezTo>
                  <a:cubicBezTo>
                    <a:pt x="34" y="71"/>
                    <a:pt x="34" y="71"/>
                    <a:pt x="34" y="71"/>
                  </a:cubicBezTo>
                  <a:cubicBezTo>
                    <a:pt x="35" y="72"/>
                    <a:pt x="35" y="72"/>
                    <a:pt x="36" y="72"/>
                  </a:cubicBezTo>
                  <a:cubicBezTo>
                    <a:pt x="48" y="109"/>
                    <a:pt x="48" y="109"/>
                    <a:pt x="48" y="109"/>
                  </a:cubicBezTo>
                  <a:cubicBezTo>
                    <a:pt x="48" y="110"/>
                    <a:pt x="49" y="111"/>
                    <a:pt x="50" y="111"/>
                  </a:cubicBezTo>
                  <a:cubicBezTo>
                    <a:pt x="67" y="111"/>
                    <a:pt x="81" y="104"/>
                    <a:pt x="92" y="93"/>
                  </a:cubicBezTo>
                  <a:cubicBezTo>
                    <a:pt x="92" y="93"/>
                    <a:pt x="92" y="93"/>
                    <a:pt x="92" y="93"/>
                  </a:cubicBezTo>
                  <a:cubicBezTo>
                    <a:pt x="92" y="93"/>
                    <a:pt x="93" y="93"/>
                    <a:pt x="93" y="93"/>
                  </a:cubicBezTo>
                  <a:cubicBezTo>
                    <a:pt x="103" y="82"/>
                    <a:pt x="110" y="67"/>
                    <a:pt x="110" y="51"/>
                  </a:cubicBezTo>
                  <a:cubicBezTo>
                    <a:pt x="110" y="50"/>
                    <a:pt x="109" y="49"/>
                    <a:pt x="108" y="49"/>
                  </a:cubicBezTo>
                  <a:close/>
                  <a:moveTo>
                    <a:pt x="7" y="21"/>
                  </a:moveTo>
                  <a:cubicBezTo>
                    <a:pt x="4" y="17"/>
                    <a:pt x="5" y="12"/>
                    <a:pt x="8" y="9"/>
                  </a:cubicBezTo>
                  <a:cubicBezTo>
                    <a:pt x="10" y="7"/>
                    <a:pt x="12" y="6"/>
                    <a:pt x="14" y="6"/>
                  </a:cubicBezTo>
                  <a:cubicBezTo>
                    <a:pt x="16" y="6"/>
                    <a:pt x="18" y="7"/>
                    <a:pt x="20" y="8"/>
                  </a:cubicBezTo>
                  <a:cubicBezTo>
                    <a:pt x="51" y="34"/>
                    <a:pt x="51" y="34"/>
                    <a:pt x="51" y="34"/>
                  </a:cubicBezTo>
                  <a:cubicBezTo>
                    <a:pt x="33" y="51"/>
                    <a:pt x="33" y="51"/>
                    <a:pt x="33" y="51"/>
                  </a:cubicBezTo>
                  <a:lnTo>
                    <a:pt x="7" y="21"/>
                  </a:lnTo>
                  <a:close/>
                  <a:moveTo>
                    <a:pt x="32" y="61"/>
                  </a:moveTo>
                  <a:cubicBezTo>
                    <a:pt x="35" y="57"/>
                    <a:pt x="35" y="57"/>
                    <a:pt x="35" y="57"/>
                  </a:cubicBezTo>
                  <a:cubicBezTo>
                    <a:pt x="35" y="57"/>
                    <a:pt x="35" y="57"/>
                    <a:pt x="35" y="57"/>
                  </a:cubicBezTo>
                  <a:cubicBezTo>
                    <a:pt x="57" y="36"/>
                    <a:pt x="57" y="36"/>
                    <a:pt x="57" y="36"/>
                  </a:cubicBezTo>
                  <a:cubicBezTo>
                    <a:pt x="57" y="36"/>
                    <a:pt x="57" y="36"/>
                    <a:pt x="57" y="36"/>
                  </a:cubicBezTo>
                  <a:cubicBezTo>
                    <a:pt x="60" y="33"/>
                    <a:pt x="60" y="33"/>
                    <a:pt x="60" y="33"/>
                  </a:cubicBezTo>
                  <a:cubicBezTo>
                    <a:pt x="64" y="37"/>
                    <a:pt x="64" y="37"/>
                    <a:pt x="64" y="37"/>
                  </a:cubicBezTo>
                  <a:cubicBezTo>
                    <a:pt x="36" y="65"/>
                    <a:pt x="36" y="65"/>
                    <a:pt x="36" y="65"/>
                  </a:cubicBezTo>
                  <a:lnTo>
                    <a:pt x="32" y="61"/>
                  </a:lnTo>
                  <a:close/>
                  <a:moveTo>
                    <a:pt x="41" y="69"/>
                  </a:moveTo>
                  <a:cubicBezTo>
                    <a:pt x="68" y="41"/>
                    <a:pt x="68" y="41"/>
                    <a:pt x="68" y="41"/>
                  </a:cubicBezTo>
                  <a:cubicBezTo>
                    <a:pt x="104" y="53"/>
                    <a:pt x="104" y="53"/>
                    <a:pt x="104" y="53"/>
                  </a:cubicBezTo>
                  <a:cubicBezTo>
                    <a:pt x="104" y="58"/>
                    <a:pt x="103" y="63"/>
                    <a:pt x="102" y="67"/>
                  </a:cubicBezTo>
                  <a:cubicBezTo>
                    <a:pt x="82" y="58"/>
                    <a:pt x="82" y="58"/>
                    <a:pt x="82" y="58"/>
                  </a:cubicBezTo>
                  <a:cubicBezTo>
                    <a:pt x="81" y="57"/>
                    <a:pt x="79" y="58"/>
                    <a:pt x="78" y="59"/>
                  </a:cubicBezTo>
                  <a:cubicBezTo>
                    <a:pt x="78" y="60"/>
                    <a:pt x="78" y="62"/>
                    <a:pt x="80" y="63"/>
                  </a:cubicBezTo>
                  <a:cubicBezTo>
                    <a:pt x="100" y="73"/>
                    <a:pt x="100" y="73"/>
                    <a:pt x="100" y="73"/>
                  </a:cubicBezTo>
                  <a:cubicBezTo>
                    <a:pt x="97" y="78"/>
                    <a:pt x="94" y="83"/>
                    <a:pt x="90" y="87"/>
                  </a:cubicBezTo>
                  <a:cubicBezTo>
                    <a:pt x="78" y="75"/>
                    <a:pt x="78" y="75"/>
                    <a:pt x="78" y="75"/>
                  </a:cubicBezTo>
                  <a:cubicBezTo>
                    <a:pt x="77" y="74"/>
                    <a:pt x="75" y="74"/>
                    <a:pt x="74" y="75"/>
                  </a:cubicBezTo>
                  <a:cubicBezTo>
                    <a:pt x="73" y="76"/>
                    <a:pt x="73" y="78"/>
                    <a:pt x="74" y="79"/>
                  </a:cubicBezTo>
                  <a:cubicBezTo>
                    <a:pt x="86" y="91"/>
                    <a:pt x="86" y="91"/>
                    <a:pt x="86" y="91"/>
                  </a:cubicBezTo>
                  <a:cubicBezTo>
                    <a:pt x="82" y="95"/>
                    <a:pt x="77" y="98"/>
                    <a:pt x="72" y="100"/>
                  </a:cubicBezTo>
                  <a:cubicBezTo>
                    <a:pt x="62" y="80"/>
                    <a:pt x="62" y="80"/>
                    <a:pt x="62" y="80"/>
                  </a:cubicBezTo>
                  <a:cubicBezTo>
                    <a:pt x="61" y="79"/>
                    <a:pt x="60" y="78"/>
                    <a:pt x="58" y="79"/>
                  </a:cubicBezTo>
                  <a:cubicBezTo>
                    <a:pt x="57" y="80"/>
                    <a:pt x="56" y="82"/>
                    <a:pt x="57" y="83"/>
                  </a:cubicBezTo>
                  <a:cubicBezTo>
                    <a:pt x="67" y="102"/>
                    <a:pt x="67" y="102"/>
                    <a:pt x="67" y="102"/>
                  </a:cubicBezTo>
                  <a:cubicBezTo>
                    <a:pt x="62" y="104"/>
                    <a:pt x="57" y="105"/>
                    <a:pt x="52" y="105"/>
                  </a:cubicBezTo>
                  <a:lnTo>
                    <a:pt x="41" y="69"/>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2" name="Google Shape;782;p48"/>
            <p:cNvSpPr/>
            <p:nvPr/>
          </p:nvSpPr>
          <p:spPr>
            <a:xfrm>
              <a:off x="2491723" y="3355148"/>
              <a:ext cx="15443" cy="15443"/>
            </a:xfrm>
            <a:custGeom>
              <a:avLst/>
              <a:gdLst/>
              <a:ahLst/>
              <a:cxnLst/>
              <a:rect l="l" t="t" r="r" b="b"/>
              <a:pathLst>
                <a:path w="6" h="6" extrusionOk="0">
                  <a:moveTo>
                    <a:pt x="3" y="6"/>
                  </a:moveTo>
                  <a:cubicBezTo>
                    <a:pt x="4" y="6"/>
                    <a:pt x="5" y="6"/>
                    <a:pt x="5" y="5"/>
                  </a:cubicBezTo>
                  <a:cubicBezTo>
                    <a:pt x="6" y="5"/>
                    <a:pt x="6" y="4"/>
                    <a:pt x="6" y="3"/>
                  </a:cubicBezTo>
                  <a:cubicBezTo>
                    <a:pt x="6" y="2"/>
                    <a:pt x="6" y="2"/>
                    <a:pt x="5" y="1"/>
                  </a:cubicBezTo>
                  <a:cubicBezTo>
                    <a:pt x="5" y="1"/>
                    <a:pt x="4" y="0"/>
                    <a:pt x="3" y="0"/>
                  </a:cubicBezTo>
                  <a:cubicBezTo>
                    <a:pt x="3" y="0"/>
                    <a:pt x="2" y="1"/>
                    <a:pt x="1" y="1"/>
                  </a:cubicBezTo>
                  <a:cubicBezTo>
                    <a:pt x="1" y="2"/>
                    <a:pt x="0" y="2"/>
                    <a:pt x="0" y="3"/>
                  </a:cubicBezTo>
                  <a:cubicBezTo>
                    <a:pt x="0" y="4"/>
                    <a:pt x="1" y="5"/>
                    <a:pt x="1" y="5"/>
                  </a:cubicBezTo>
                  <a:cubicBezTo>
                    <a:pt x="2" y="6"/>
                    <a:pt x="3"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3" name="Google Shape;783;p48"/>
            <p:cNvSpPr/>
            <p:nvPr/>
          </p:nvSpPr>
          <p:spPr>
            <a:xfrm>
              <a:off x="2358250" y="3213952"/>
              <a:ext cx="47433" cy="44124"/>
            </a:xfrm>
            <a:custGeom>
              <a:avLst/>
              <a:gdLst/>
              <a:ahLst/>
              <a:cxnLst/>
              <a:rect l="l" t="t" r="r" b="b"/>
              <a:pathLst>
                <a:path w="18" h="17" extrusionOk="0">
                  <a:moveTo>
                    <a:pt x="6" y="1"/>
                  </a:moveTo>
                  <a:cubicBezTo>
                    <a:pt x="4" y="0"/>
                    <a:pt x="3" y="0"/>
                    <a:pt x="2" y="1"/>
                  </a:cubicBezTo>
                  <a:cubicBezTo>
                    <a:pt x="0" y="2"/>
                    <a:pt x="0" y="4"/>
                    <a:pt x="2" y="5"/>
                  </a:cubicBezTo>
                  <a:cubicBezTo>
                    <a:pt x="13" y="16"/>
                    <a:pt x="13" y="16"/>
                    <a:pt x="13" y="16"/>
                  </a:cubicBezTo>
                  <a:cubicBezTo>
                    <a:pt x="13" y="16"/>
                    <a:pt x="14" y="17"/>
                    <a:pt x="15" y="17"/>
                  </a:cubicBezTo>
                  <a:cubicBezTo>
                    <a:pt x="15" y="17"/>
                    <a:pt x="16" y="16"/>
                    <a:pt x="17" y="16"/>
                  </a:cubicBezTo>
                  <a:cubicBezTo>
                    <a:pt x="18" y="15"/>
                    <a:pt x="18" y="13"/>
                    <a:pt x="17" y="12"/>
                  </a:cubicBezTo>
                  <a:lnTo>
                    <a:pt x="6" y="1"/>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4" name="Google Shape;784;p48"/>
            <p:cNvSpPr/>
            <p:nvPr/>
          </p:nvSpPr>
          <p:spPr>
            <a:xfrm>
              <a:off x="2407888" y="3261385"/>
              <a:ext cx="13237" cy="12134"/>
            </a:xfrm>
            <a:custGeom>
              <a:avLst/>
              <a:gdLst/>
              <a:ahLst/>
              <a:cxnLst/>
              <a:rect l="l" t="t" r="r" b="b"/>
              <a:pathLst>
                <a:path w="5" h="5" extrusionOk="0">
                  <a:moveTo>
                    <a:pt x="4" y="1"/>
                  </a:moveTo>
                  <a:cubicBezTo>
                    <a:pt x="4" y="0"/>
                    <a:pt x="3" y="0"/>
                    <a:pt x="2" y="0"/>
                  </a:cubicBezTo>
                  <a:cubicBezTo>
                    <a:pt x="2" y="0"/>
                    <a:pt x="1" y="0"/>
                    <a:pt x="0" y="1"/>
                  </a:cubicBezTo>
                  <a:cubicBezTo>
                    <a:pt x="0" y="1"/>
                    <a:pt x="0" y="2"/>
                    <a:pt x="0" y="3"/>
                  </a:cubicBezTo>
                  <a:cubicBezTo>
                    <a:pt x="0" y="3"/>
                    <a:pt x="0" y="4"/>
                    <a:pt x="0" y="5"/>
                  </a:cubicBezTo>
                  <a:cubicBezTo>
                    <a:pt x="1" y="5"/>
                    <a:pt x="2" y="5"/>
                    <a:pt x="2" y="5"/>
                  </a:cubicBezTo>
                  <a:cubicBezTo>
                    <a:pt x="3" y="5"/>
                    <a:pt x="4" y="5"/>
                    <a:pt x="4" y="5"/>
                  </a:cubicBezTo>
                  <a:cubicBezTo>
                    <a:pt x="5" y="4"/>
                    <a:pt x="5" y="3"/>
                    <a:pt x="5" y="3"/>
                  </a:cubicBezTo>
                  <a:cubicBezTo>
                    <a:pt x="5" y="2"/>
                    <a:pt x="5" y="1"/>
                    <a:pt x="4"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5" name="Google Shape;785;p48"/>
            <p:cNvSpPr/>
            <p:nvPr/>
          </p:nvSpPr>
          <p:spPr>
            <a:xfrm>
              <a:off x="2630713" y="3250354"/>
              <a:ext cx="65083" cy="60670"/>
            </a:xfrm>
            <a:custGeom>
              <a:avLst/>
              <a:gdLst/>
              <a:ahLst/>
              <a:cxnLst/>
              <a:rect l="l" t="t" r="r" b="b"/>
              <a:pathLst>
                <a:path w="25" h="23" extrusionOk="0">
                  <a:moveTo>
                    <a:pt x="11" y="23"/>
                  </a:moveTo>
                  <a:cubicBezTo>
                    <a:pt x="15" y="23"/>
                    <a:pt x="19" y="22"/>
                    <a:pt x="21" y="19"/>
                  </a:cubicBezTo>
                  <a:cubicBezTo>
                    <a:pt x="24" y="17"/>
                    <a:pt x="25" y="14"/>
                    <a:pt x="25" y="11"/>
                  </a:cubicBezTo>
                  <a:cubicBezTo>
                    <a:pt x="25" y="8"/>
                    <a:pt x="24" y="5"/>
                    <a:pt x="21" y="3"/>
                  </a:cubicBezTo>
                  <a:cubicBezTo>
                    <a:pt x="19" y="1"/>
                    <a:pt x="17" y="0"/>
                    <a:pt x="14" y="0"/>
                  </a:cubicBezTo>
                  <a:cubicBezTo>
                    <a:pt x="12" y="0"/>
                    <a:pt x="9" y="1"/>
                    <a:pt x="7" y="3"/>
                  </a:cubicBezTo>
                  <a:cubicBezTo>
                    <a:pt x="4" y="6"/>
                    <a:pt x="4" y="11"/>
                    <a:pt x="7" y="15"/>
                  </a:cubicBezTo>
                  <a:cubicBezTo>
                    <a:pt x="10" y="18"/>
                    <a:pt x="15" y="18"/>
                    <a:pt x="18" y="15"/>
                  </a:cubicBezTo>
                  <a:cubicBezTo>
                    <a:pt x="19" y="14"/>
                    <a:pt x="19" y="12"/>
                    <a:pt x="18" y="11"/>
                  </a:cubicBezTo>
                  <a:cubicBezTo>
                    <a:pt x="17" y="10"/>
                    <a:pt x="15" y="10"/>
                    <a:pt x="14" y="11"/>
                  </a:cubicBezTo>
                  <a:cubicBezTo>
                    <a:pt x="13" y="12"/>
                    <a:pt x="12" y="12"/>
                    <a:pt x="11" y="11"/>
                  </a:cubicBezTo>
                  <a:cubicBezTo>
                    <a:pt x="10" y="10"/>
                    <a:pt x="10" y="8"/>
                    <a:pt x="11" y="7"/>
                  </a:cubicBezTo>
                  <a:cubicBezTo>
                    <a:pt x="12" y="6"/>
                    <a:pt x="13" y="5"/>
                    <a:pt x="14" y="5"/>
                  </a:cubicBezTo>
                  <a:cubicBezTo>
                    <a:pt x="15" y="5"/>
                    <a:pt x="16" y="6"/>
                    <a:pt x="17" y="7"/>
                  </a:cubicBezTo>
                  <a:cubicBezTo>
                    <a:pt x="18" y="8"/>
                    <a:pt x="19" y="9"/>
                    <a:pt x="19" y="11"/>
                  </a:cubicBezTo>
                  <a:cubicBezTo>
                    <a:pt x="19" y="13"/>
                    <a:pt x="18" y="14"/>
                    <a:pt x="17" y="15"/>
                  </a:cubicBezTo>
                  <a:cubicBezTo>
                    <a:pt x="14" y="19"/>
                    <a:pt x="9" y="19"/>
                    <a:pt x="5" y="15"/>
                  </a:cubicBezTo>
                  <a:cubicBezTo>
                    <a:pt x="4" y="14"/>
                    <a:pt x="2" y="14"/>
                    <a:pt x="1" y="15"/>
                  </a:cubicBezTo>
                  <a:cubicBezTo>
                    <a:pt x="0" y="17"/>
                    <a:pt x="0" y="18"/>
                    <a:pt x="1" y="19"/>
                  </a:cubicBezTo>
                  <a:cubicBezTo>
                    <a:pt x="4" y="22"/>
                    <a:pt x="8" y="23"/>
                    <a:pt x="11" y="2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6" name="Google Shape;786;p48"/>
            <p:cNvSpPr/>
            <p:nvPr/>
          </p:nvSpPr>
          <p:spPr>
            <a:xfrm>
              <a:off x="2518198" y="3475385"/>
              <a:ext cx="67289" cy="84938"/>
            </a:xfrm>
            <a:custGeom>
              <a:avLst/>
              <a:gdLst/>
              <a:ahLst/>
              <a:cxnLst/>
              <a:rect l="l" t="t" r="r" b="b"/>
              <a:pathLst>
                <a:path w="26" h="32" extrusionOk="0">
                  <a:moveTo>
                    <a:pt x="9" y="0"/>
                  </a:moveTo>
                  <a:cubicBezTo>
                    <a:pt x="7" y="0"/>
                    <a:pt x="6" y="2"/>
                    <a:pt x="6" y="3"/>
                  </a:cubicBezTo>
                  <a:cubicBezTo>
                    <a:pt x="6" y="5"/>
                    <a:pt x="7" y="6"/>
                    <a:pt x="9" y="6"/>
                  </a:cubicBezTo>
                  <a:cubicBezTo>
                    <a:pt x="15" y="6"/>
                    <a:pt x="20" y="11"/>
                    <a:pt x="20" y="17"/>
                  </a:cubicBezTo>
                  <a:cubicBezTo>
                    <a:pt x="20" y="22"/>
                    <a:pt x="17" y="26"/>
                    <a:pt x="12" y="26"/>
                  </a:cubicBezTo>
                  <a:cubicBezTo>
                    <a:pt x="8" y="26"/>
                    <a:pt x="6" y="23"/>
                    <a:pt x="6" y="20"/>
                  </a:cubicBezTo>
                  <a:cubicBezTo>
                    <a:pt x="6" y="17"/>
                    <a:pt x="8" y="15"/>
                    <a:pt x="10" y="15"/>
                  </a:cubicBezTo>
                  <a:cubicBezTo>
                    <a:pt x="12" y="15"/>
                    <a:pt x="13" y="17"/>
                    <a:pt x="13" y="18"/>
                  </a:cubicBezTo>
                  <a:cubicBezTo>
                    <a:pt x="13" y="20"/>
                    <a:pt x="14" y="21"/>
                    <a:pt x="16" y="21"/>
                  </a:cubicBezTo>
                  <a:cubicBezTo>
                    <a:pt x="17" y="21"/>
                    <a:pt x="19" y="20"/>
                    <a:pt x="19" y="18"/>
                  </a:cubicBezTo>
                  <a:cubicBezTo>
                    <a:pt x="19" y="13"/>
                    <a:pt x="15" y="10"/>
                    <a:pt x="10" y="10"/>
                  </a:cubicBezTo>
                  <a:cubicBezTo>
                    <a:pt x="4" y="10"/>
                    <a:pt x="0" y="14"/>
                    <a:pt x="0" y="20"/>
                  </a:cubicBezTo>
                  <a:cubicBezTo>
                    <a:pt x="0" y="26"/>
                    <a:pt x="5" y="32"/>
                    <a:pt x="12" y="32"/>
                  </a:cubicBezTo>
                  <a:cubicBezTo>
                    <a:pt x="20" y="32"/>
                    <a:pt x="26" y="25"/>
                    <a:pt x="26" y="17"/>
                  </a:cubicBezTo>
                  <a:cubicBezTo>
                    <a:pt x="26" y="8"/>
                    <a:pt x="18" y="0"/>
                    <a:pt x="9"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7" name="Google Shape;787;p48"/>
            <p:cNvSpPr/>
            <p:nvPr/>
          </p:nvSpPr>
          <p:spPr>
            <a:xfrm>
              <a:off x="2611961" y="3391550"/>
              <a:ext cx="51846" cy="52948"/>
            </a:xfrm>
            <a:custGeom>
              <a:avLst/>
              <a:gdLst/>
              <a:ahLst/>
              <a:cxnLst/>
              <a:rect l="l" t="t" r="r" b="b"/>
              <a:pathLst>
                <a:path w="20" h="20" extrusionOk="0">
                  <a:moveTo>
                    <a:pt x="17" y="15"/>
                  </a:moveTo>
                  <a:cubicBezTo>
                    <a:pt x="11" y="15"/>
                    <a:pt x="6" y="10"/>
                    <a:pt x="6" y="3"/>
                  </a:cubicBezTo>
                  <a:cubicBezTo>
                    <a:pt x="6" y="2"/>
                    <a:pt x="4" y="0"/>
                    <a:pt x="3" y="0"/>
                  </a:cubicBezTo>
                  <a:cubicBezTo>
                    <a:pt x="1" y="0"/>
                    <a:pt x="0" y="2"/>
                    <a:pt x="0" y="3"/>
                  </a:cubicBezTo>
                  <a:cubicBezTo>
                    <a:pt x="0" y="13"/>
                    <a:pt x="8" y="20"/>
                    <a:pt x="17" y="20"/>
                  </a:cubicBezTo>
                  <a:cubicBezTo>
                    <a:pt x="18" y="20"/>
                    <a:pt x="20" y="19"/>
                    <a:pt x="20" y="17"/>
                  </a:cubicBezTo>
                  <a:cubicBezTo>
                    <a:pt x="20" y="16"/>
                    <a:pt x="18" y="15"/>
                    <a:pt x="17"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8" name="Google Shape;788;p48"/>
            <p:cNvSpPr/>
            <p:nvPr/>
          </p:nvSpPr>
          <p:spPr>
            <a:xfrm>
              <a:off x="2680353" y="3431261"/>
              <a:ext cx="15443" cy="13237"/>
            </a:xfrm>
            <a:custGeom>
              <a:avLst/>
              <a:gdLst/>
              <a:ahLst/>
              <a:cxnLst/>
              <a:rect l="l" t="t" r="r" b="b"/>
              <a:pathLst>
                <a:path w="6" h="5" extrusionOk="0">
                  <a:moveTo>
                    <a:pt x="3" y="0"/>
                  </a:moveTo>
                  <a:cubicBezTo>
                    <a:pt x="2" y="0"/>
                    <a:pt x="1" y="0"/>
                    <a:pt x="1" y="0"/>
                  </a:cubicBezTo>
                  <a:cubicBezTo>
                    <a:pt x="0" y="1"/>
                    <a:pt x="0" y="2"/>
                    <a:pt x="0" y="2"/>
                  </a:cubicBezTo>
                  <a:cubicBezTo>
                    <a:pt x="0" y="3"/>
                    <a:pt x="0" y="4"/>
                    <a:pt x="1" y="4"/>
                  </a:cubicBezTo>
                  <a:cubicBezTo>
                    <a:pt x="1" y="5"/>
                    <a:pt x="2" y="5"/>
                    <a:pt x="3" y="5"/>
                  </a:cubicBezTo>
                  <a:cubicBezTo>
                    <a:pt x="4" y="5"/>
                    <a:pt x="4" y="5"/>
                    <a:pt x="5" y="4"/>
                  </a:cubicBezTo>
                  <a:cubicBezTo>
                    <a:pt x="5" y="4"/>
                    <a:pt x="6" y="3"/>
                    <a:pt x="6" y="2"/>
                  </a:cubicBezTo>
                  <a:cubicBezTo>
                    <a:pt x="6" y="2"/>
                    <a:pt x="5" y="1"/>
                    <a:pt x="5" y="0"/>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9" name="Google Shape;789;p48"/>
            <p:cNvSpPr/>
            <p:nvPr/>
          </p:nvSpPr>
          <p:spPr>
            <a:xfrm>
              <a:off x="2593208" y="3457736"/>
              <a:ext cx="16547"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4" y="6"/>
                    <a:pt x="4" y="5"/>
                    <a:pt x="5" y="5"/>
                  </a:cubicBezTo>
                  <a:cubicBezTo>
                    <a:pt x="5" y="4"/>
                    <a:pt x="6" y="4"/>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0" name="Google Shape;790;p48"/>
            <p:cNvSpPr/>
            <p:nvPr/>
          </p:nvSpPr>
          <p:spPr>
            <a:xfrm>
              <a:off x="2638435" y="3509581"/>
              <a:ext cx="15443" cy="16547"/>
            </a:xfrm>
            <a:custGeom>
              <a:avLst/>
              <a:gdLst/>
              <a:ahLst/>
              <a:cxnLst/>
              <a:rect l="l" t="t" r="r" b="b"/>
              <a:pathLst>
                <a:path w="6" h="6" extrusionOk="0">
                  <a:moveTo>
                    <a:pt x="3" y="0"/>
                  </a:moveTo>
                  <a:cubicBezTo>
                    <a:pt x="2" y="0"/>
                    <a:pt x="1" y="1"/>
                    <a:pt x="1" y="1"/>
                  </a:cubicBezTo>
                  <a:cubicBezTo>
                    <a:pt x="0" y="2"/>
                    <a:pt x="0" y="2"/>
                    <a:pt x="0" y="3"/>
                  </a:cubicBezTo>
                  <a:cubicBezTo>
                    <a:pt x="0" y="4"/>
                    <a:pt x="0" y="4"/>
                    <a:pt x="1" y="5"/>
                  </a:cubicBezTo>
                  <a:cubicBezTo>
                    <a:pt x="1" y="6"/>
                    <a:pt x="2" y="6"/>
                    <a:pt x="3" y="6"/>
                  </a:cubicBezTo>
                  <a:cubicBezTo>
                    <a:pt x="3" y="6"/>
                    <a:pt x="4" y="6"/>
                    <a:pt x="5" y="5"/>
                  </a:cubicBezTo>
                  <a:cubicBezTo>
                    <a:pt x="5" y="4"/>
                    <a:pt x="6" y="4"/>
                    <a:pt x="6" y="3"/>
                  </a:cubicBezTo>
                  <a:cubicBezTo>
                    <a:pt x="6" y="2"/>
                    <a:pt x="5" y="2"/>
                    <a:pt x="5" y="1"/>
                  </a:cubicBezTo>
                  <a:cubicBezTo>
                    <a:pt x="4" y="1"/>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1" name="Google Shape;791;p48"/>
            <p:cNvSpPr/>
            <p:nvPr/>
          </p:nvSpPr>
          <p:spPr>
            <a:xfrm>
              <a:off x="2656085" y="3373901"/>
              <a:ext cx="13237" cy="15443"/>
            </a:xfrm>
            <a:custGeom>
              <a:avLst/>
              <a:gdLst/>
              <a:ahLst/>
              <a:cxnLst/>
              <a:rect l="l" t="t" r="r" b="b"/>
              <a:pathLst>
                <a:path w="5" h="6" extrusionOk="0">
                  <a:moveTo>
                    <a:pt x="3" y="0"/>
                  </a:moveTo>
                  <a:cubicBezTo>
                    <a:pt x="2" y="0"/>
                    <a:pt x="1" y="0"/>
                    <a:pt x="1" y="1"/>
                  </a:cubicBezTo>
                  <a:cubicBezTo>
                    <a:pt x="0" y="1"/>
                    <a:pt x="0" y="2"/>
                    <a:pt x="0" y="3"/>
                  </a:cubicBezTo>
                  <a:cubicBezTo>
                    <a:pt x="0" y="4"/>
                    <a:pt x="0" y="4"/>
                    <a:pt x="1" y="5"/>
                  </a:cubicBezTo>
                  <a:cubicBezTo>
                    <a:pt x="1" y="5"/>
                    <a:pt x="2" y="6"/>
                    <a:pt x="3" y="6"/>
                  </a:cubicBezTo>
                  <a:cubicBezTo>
                    <a:pt x="3" y="6"/>
                    <a:pt x="4" y="5"/>
                    <a:pt x="5" y="5"/>
                  </a:cubicBezTo>
                  <a:cubicBezTo>
                    <a:pt x="5" y="4"/>
                    <a:pt x="5" y="4"/>
                    <a:pt x="5" y="3"/>
                  </a:cubicBezTo>
                  <a:cubicBezTo>
                    <a:pt x="5" y="2"/>
                    <a:pt x="5" y="1"/>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2" name="Google Shape;792;p48"/>
            <p:cNvSpPr/>
            <p:nvPr/>
          </p:nvSpPr>
          <p:spPr>
            <a:xfrm>
              <a:off x="2463043" y="3486416"/>
              <a:ext cx="15443" cy="15443"/>
            </a:xfrm>
            <a:custGeom>
              <a:avLst/>
              <a:gdLst/>
              <a:ahLst/>
              <a:cxnLst/>
              <a:rect l="l" t="t" r="r" b="b"/>
              <a:pathLst>
                <a:path w="6" h="6" extrusionOk="0">
                  <a:moveTo>
                    <a:pt x="3" y="0"/>
                  </a:moveTo>
                  <a:cubicBezTo>
                    <a:pt x="2" y="0"/>
                    <a:pt x="2" y="0"/>
                    <a:pt x="1" y="1"/>
                  </a:cubicBezTo>
                  <a:cubicBezTo>
                    <a:pt x="0" y="1"/>
                    <a:pt x="0" y="2"/>
                    <a:pt x="0" y="3"/>
                  </a:cubicBezTo>
                  <a:cubicBezTo>
                    <a:pt x="0" y="4"/>
                    <a:pt x="0" y="4"/>
                    <a:pt x="1" y="5"/>
                  </a:cubicBezTo>
                  <a:cubicBezTo>
                    <a:pt x="2" y="5"/>
                    <a:pt x="2" y="6"/>
                    <a:pt x="3" y="6"/>
                  </a:cubicBezTo>
                  <a:cubicBezTo>
                    <a:pt x="4" y="6"/>
                    <a:pt x="4" y="5"/>
                    <a:pt x="5" y="5"/>
                  </a:cubicBezTo>
                  <a:cubicBezTo>
                    <a:pt x="5" y="4"/>
                    <a:pt x="6" y="4"/>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93" name="Google Shape;793;p48"/>
          <p:cNvGrpSpPr/>
          <p:nvPr/>
        </p:nvGrpSpPr>
        <p:grpSpPr>
          <a:xfrm>
            <a:off x="1541409" y="3189684"/>
            <a:ext cx="373949" cy="354093"/>
            <a:chOff x="1541409" y="3189684"/>
            <a:chExt cx="373949" cy="354093"/>
          </a:xfrm>
        </p:grpSpPr>
        <p:sp>
          <p:nvSpPr>
            <p:cNvPr id="794" name="Google Shape;794;p48"/>
            <p:cNvSpPr/>
            <p:nvPr/>
          </p:nvSpPr>
          <p:spPr>
            <a:xfrm>
              <a:off x="1541409" y="3189684"/>
              <a:ext cx="373949" cy="354093"/>
            </a:xfrm>
            <a:custGeom>
              <a:avLst/>
              <a:gdLst/>
              <a:ahLst/>
              <a:cxnLst/>
              <a:rect l="l" t="t" r="r" b="b"/>
              <a:pathLst>
                <a:path w="143" h="135" extrusionOk="0">
                  <a:moveTo>
                    <a:pt x="113" y="14"/>
                  </a:moveTo>
                  <a:cubicBezTo>
                    <a:pt x="106" y="9"/>
                    <a:pt x="98" y="6"/>
                    <a:pt x="90" y="4"/>
                  </a:cubicBezTo>
                  <a:cubicBezTo>
                    <a:pt x="68" y="0"/>
                    <a:pt x="46" y="7"/>
                    <a:pt x="30" y="22"/>
                  </a:cubicBezTo>
                  <a:cubicBezTo>
                    <a:pt x="18" y="35"/>
                    <a:pt x="11" y="51"/>
                    <a:pt x="11" y="69"/>
                  </a:cubicBezTo>
                  <a:cubicBezTo>
                    <a:pt x="11" y="78"/>
                    <a:pt x="12" y="86"/>
                    <a:pt x="16" y="94"/>
                  </a:cubicBezTo>
                  <a:cubicBezTo>
                    <a:pt x="6" y="96"/>
                    <a:pt x="0" y="105"/>
                    <a:pt x="0" y="114"/>
                  </a:cubicBezTo>
                  <a:cubicBezTo>
                    <a:pt x="0" y="126"/>
                    <a:pt x="9" y="135"/>
                    <a:pt x="21" y="135"/>
                  </a:cubicBezTo>
                  <a:cubicBezTo>
                    <a:pt x="63" y="135"/>
                    <a:pt x="63" y="135"/>
                    <a:pt x="63" y="135"/>
                  </a:cubicBezTo>
                  <a:cubicBezTo>
                    <a:pt x="64" y="135"/>
                    <a:pt x="66" y="135"/>
                    <a:pt x="68" y="134"/>
                  </a:cubicBezTo>
                  <a:cubicBezTo>
                    <a:pt x="68" y="134"/>
                    <a:pt x="68" y="134"/>
                    <a:pt x="68" y="134"/>
                  </a:cubicBezTo>
                  <a:cubicBezTo>
                    <a:pt x="71" y="135"/>
                    <a:pt x="74" y="135"/>
                    <a:pt x="77" y="135"/>
                  </a:cubicBezTo>
                  <a:cubicBezTo>
                    <a:pt x="91" y="135"/>
                    <a:pt x="105" y="131"/>
                    <a:pt x="116" y="122"/>
                  </a:cubicBezTo>
                  <a:cubicBezTo>
                    <a:pt x="117" y="121"/>
                    <a:pt x="117" y="119"/>
                    <a:pt x="117" y="118"/>
                  </a:cubicBezTo>
                  <a:cubicBezTo>
                    <a:pt x="116" y="117"/>
                    <a:pt x="114" y="117"/>
                    <a:pt x="113" y="118"/>
                  </a:cubicBezTo>
                  <a:cubicBezTo>
                    <a:pt x="102" y="125"/>
                    <a:pt x="90" y="129"/>
                    <a:pt x="77" y="129"/>
                  </a:cubicBezTo>
                  <a:cubicBezTo>
                    <a:pt x="81" y="126"/>
                    <a:pt x="83" y="120"/>
                    <a:pt x="83" y="114"/>
                  </a:cubicBezTo>
                  <a:cubicBezTo>
                    <a:pt x="83" y="106"/>
                    <a:pt x="78" y="98"/>
                    <a:pt x="71" y="95"/>
                  </a:cubicBezTo>
                  <a:cubicBezTo>
                    <a:pt x="86" y="95"/>
                    <a:pt x="86" y="95"/>
                    <a:pt x="86" y="95"/>
                  </a:cubicBezTo>
                  <a:cubicBezTo>
                    <a:pt x="86" y="118"/>
                    <a:pt x="86" y="118"/>
                    <a:pt x="86" y="118"/>
                  </a:cubicBezTo>
                  <a:cubicBezTo>
                    <a:pt x="86" y="119"/>
                    <a:pt x="87" y="120"/>
                    <a:pt x="87" y="120"/>
                  </a:cubicBezTo>
                  <a:cubicBezTo>
                    <a:pt x="88" y="121"/>
                    <a:pt x="89" y="121"/>
                    <a:pt x="89" y="121"/>
                  </a:cubicBezTo>
                  <a:cubicBezTo>
                    <a:pt x="90" y="121"/>
                    <a:pt x="91" y="120"/>
                    <a:pt x="91" y="120"/>
                  </a:cubicBezTo>
                  <a:cubicBezTo>
                    <a:pt x="102" y="108"/>
                    <a:pt x="102" y="108"/>
                    <a:pt x="102" y="108"/>
                  </a:cubicBezTo>
                  <a:cubicBezTo>
                    <a:pt x="103" y="107"/>
                    <a:pt x="104" y="107"/>
                    <a:pt x="105" y="107"/>
                  </a:cubicBezTo>
                  <a:cubicBezTo>
                    <a:pt x="111" y="107"/>
                    <a:pt x="116" y="102"/>
                    <a:pt x="116" y="96"/>
                  </a:cubicBezTo>
                  <a:cubicBezTo>
                    <a:pt x="116" y="83"/>
                    <a:pt x="116" y="83"/>
                    <a:pt x="116" y="83"/>
                  </a:cubicBezTo>
                  <a:cubicBezTo>
                    <a:pt x="116" y="83"/>
                    <a:pt x="116" y="82"/>
                    <a:pt x="117" y="82"/>
                  </a:cubicBezTo>
                  <a:cubicBezTo>
                    <a:pt x="126" y="82"/>
                    <a:pt x="126" y="82"/>
                    <a:pt x="126" y="82"/>
                  </a:cubicBezTo>
                  <a:cubicBezTo>
                    <a:pt x="128" y="82"/>
                    <a:pt x="129" y="81"/>
                    <a:pt x="129" y="79"/>
                  </a:cubicBezTo>
                  <a:cubicBezTo>
                    <a:pt x="129" y="68"/>
                    <a:pt x="129" y="68"/>
                    <a:pt x="129" y="68"/>
                  </a:cubicBezTo>
                  <a:cubicBezTo>
                    <a:pt x="129" y="64"/>
                    <a:pt x="125" y="60"/>
                    <a:pt x="121" y="60"/>
                  </a:cubicBezTo>
                  <a:cubicBezTo>
                    <a:pt x="119" y="60"/>
                    <a:pt x="118" y="59"/>
                    <a:pt x="118" y="58"/>
                  </a:cubicBezTo>
                  <a:cubicBezTo>
                    <a:pt x="118" y="56"/>
                    <a:pt x="118" y="55"/>
                    <a:pt x="118" y="54"/>
                  </a:cubicBezTo>
                  <a:cubicBezTo>
                    <a:pt x="135" y="54"/>
                    <a:pt x="135" y="54"/>
                    <a:pt x="135" y="54"/>
                  </a:cubicBezTo>
                  <a:cubicBezTo>
                    <a:pt x="137" y="59"/>
                    <a:pt x="137" y="64"/>
                    <a:pt x="137" y="69"/>
                  </a:cubicBezTo>
                  <a:cubicBezTo>
                    <a:pt x="137" y="82"/>
                    <a:pt x="133" y="94"/>
                    <a:pt x="125" y="105"/>
                  </a:cubicBezTo>
                  <a:cubicBezTo>
                    <a:pt x="125" y="106"/>
                    <a:pt x="125" y="108"/>
                    <a:pt x="126" y="109"/>
                  </a:cubicBezTo>
                  <a:cubicBezTo>
                    <a:pt x="127" y="109"/>
                    <a:pt x="127" y="109"/>
                    <a:pt x="128" y="109"/>
                  </a:cubicBezTo>
                  <a:cubicBezTo>
                    <a:pt x="129" y="109"/>
                    <a:pt x="129" y="109"/>
                    <a:pt x="130" y="108"/>
                  </a:cubicBezTo>
                  <a:cubicBezTo>
                    <a:pt x="138" y="97"/>
                    <a:pt x="143" y="83"/>
                    <a:pt x="143" y="69"/>
                  </a:cubicBezTo>
                  <a:cubicBezTo>
                    <a:pt x="143" y="47"/>
                    <a:pt x="132" y="27"/>
                    <a:pt x="113" y="14"/>
                  </a:cubicBezTo>
                  <a:close/>
                  <a:moveTo>
                    <a:pt x="104" y="15"/>
                  </a:moveTo>
                  <a:cubicBezTo>
                    <a:pt x="102" y="18"/>
                    <a:pt x="101" y="21"/>
                    <a:pt x="101" y="24"/>
                  </a:cubicBezTo>
                  <a:cubicBezTo>
                    <a:pt x="101" y="26"/>
                    <a:pt x="100" y="27"/>
                    <a:pt x="99" y="27"/>
                  </a:cubicBezTo>
                  <a:cubicBezTo>
                    <a:pt x="92" y="27"/>
                    <a:pt x="86" y="33"/>
                    <a:pt x="86" y="39"/>
                  </a:cubicBezTo>
                  <a:cubicBezTo>
                    <a:pt x="86" y="43"/>
                    <a:pt x="87" y="46"/>
                    <a:pt x="89" y="48"/>
                  </a:cubicBezTo>
                  <a:cubicBezTo>
                    <a:pt x="81" y="48"/>
                    <a:pt x="81" y="48"/>
                    <a:pt x="81" y="48"/>
                  </a:cubicBezTo>
                  <a:cubicBezTo>
                    <a:pt x="73" y="48"/>
                    <a:pt x="67" y="55"/>
                    <a:pt x="67" y="62"/>
                  </a:cubicBezTo>
                  <a:cubicBezTo>
                    <a:pt x="67" y="70"/>
                    <a:pt x="67" y="70"/>
                    <a:pt x="67" y="70"/>
                  </a:cubicBezTo>
                  <a:cubicBezTo>
                    <a:pt x="67" y="73"/>
                    <a:pt x="68" y="76"/>
                    <a:pt x="70" y="78"/>
                  </a:cubicBezTo>
                  <a:cubicBezTo>
                    <a:pt x="68" y="78"/>
                    <a:pt x="68" y="78"/>
                    <a:pt x="68" y="78"/>
                  </a:cubicBezTo>
                  <a:cubicBezTo>
                    <a:pt x="68" y="77"/>
                    <a:pt x="68" y="77"/>
                    <a:pt x="68" y="77"/>
                  </a:cubicBezTo>
                  <a:cubicBezTo>
                    <a:pt x="68" y="76"/>
                    <a:pt x="67" y="75"/>
                    <a:pt x="65" y="75"/>
                  </a:cubicBezTo>
                  <a:cubicBezTo>
                    <a:pt x="58" y="75"/>
                    <a:pt x="58" y="75"/>
                    <a:pt x="58" y="75"/>
                  </a:cubicBezTo>
                  <a:cubicBezTo>
                    <a:pt x="58" y="66"/>
                    <a:pt x="58" y="66"/>
                    <a:pt x="58" y="66"/>
                  </a:cubicBezTo>
                  <a:cubicBezTo>
                    <a:pt x="58" y="65"/>
                    <a:pt x="57" y="63"/>
                    <a:pt x="55" y="63"/>
                  </a:cubicBezTo>
                  <a:cubicBezTo>
                    <a:pt x="30" y="63"/>
                    <a:pt x="30" y="63"/>
                    <a:pt x="30" y="63"/>
                  </a:cubicBezTo>
                  <a:cubicBezTo>
                    <a:pt x="29" y="63"/>
                    <a:pt x="28" y="65"/>
                    <a:pt x="28" y="66"/>
                  </a:cubicBezTo>
                  <a:cubicBezTo>
                    <a:pt x="28" y="75"/>
                    <a:pt x="28" y="75"/>
                    <a:pt x="28" y="75"/>
                  </a:cubicBezTo>
                  <a:cubicBezTo>
                    <a:pt x="20" y="75"/>
                    <a:pt x="20" y="75"/>
                    <a:pt x="20" y="75"/>
                  </a:cubicBezTo>
                  <a:cubicBezTo>
                    <a:pt x="19" y="75"/>
                    <a:pt x="18" y="76"/>
                    <a:pt x="18" y="77"/>
                  </a:cubicBezTo>
                  <a:cubicBezTo>
                    <a:pt x="18" y="81"/>
                    <a:pt x="18" y="81"/>
                    <a:pt x="18" y="81"/>
                  </a:cubicBezTo>
                  <a:cubicBezTo>
                    <a:pt x="17" y="77"/>
                    <a:pt x="16" y="73"/>
                    <a:pt x="16" y="69"/>
                  </a:cubicBezTo>
                  <a:cubicBezTo>
                    <a:pt x="16" y="63"/>
                    <a:pt x="17" y="57"/>
                    <a:pt x="19" y="52"/>
                  </a:cubicBezTo>
                  <a:cubicBezTo>
                    <a:pt x="39" y="52"/>
                    <a:pt x="39" y="52"/>
                    <a:pt x="39" y="52"/>
                  </a:cubicBezTo>
                  <a:cubicBezTo>
                    <a:pt x="45" y="52"/>
                    <a:pt x="49" y="48"/>
                    <a:pt x="49" y="42"/>
                  </a:cubicBezTo>
                  <a:cubicBezTo>
                    <a:pt x="49" y="42"/>
                    <a:pt x="49" y="42"/>
                    <a:pt x="49" y="42"/>
                  </a:cubicBezTo>
                  <a:cubicBezTo>
                    <a:pt x="49" y="40"/>
                    <a:pt x="51" y="38"/>
                    <a:pt x="53" y="38"/>
                  </a:cubicBezTo>
                  <a:cubicBezTo>
                    <a:pt x="58" y="38"/>
                    <a:pt x="63" y="34"/>
                    <a:pt x="63" y="28"/>
                  </a:cubicBezTo>
                  <a:cubicBezTo>
                    <a:pt x="63" y="27"/>
                    <a:pt x="63" y="27"/>
                    <a:pt x="63" y="27"/>
                  </a:cubicBezTo>
                  <a:cubicBezTo>
                    <a:pt x="63" y="21"/>
                    <a:pt x="58" y="17"/>
                    <a:pt x="53" y="17"/>
                  </a:cubicBezTo>
                  <a:cubicBezTo>
                    <a:pt x="46" y="17"/>
                    <a:pt x="46" y="17"/>
                    <a:pt x="46" y="17"/>
                  </a:cubicBezTo>
                  <a:cubicBezTo>
                    <a:pt x="55" y="12"/>
                    <a:pt x="66" y="9"/>
                    <a:pt x="77" y="9"/>
                  </a:cubicBezTo>
                  <a:cubicBezTo>
                    <a:pt x="87" y="9"/>
                    <a:pt x="96" y="11"/>
                    <a:pt x="104" y="15"/>
                  </a:cubicBezTo>
                  <a:close/>
                  <a:moveTo>
                    <a:pt x="94" y="84"/>
                  </a:moveTo>
                  <a:cubicBezTo>
                    <a:pt x="94" y="90"/>
                    <a:pt x="94" y="90"/>
                    <a:pt x="94" y="90"/>
                  </a:cubicBezTo>
                  <a:cubicBezTo>
                    <a:pt x="68" y="90"/>
                    <a:pt x="68" y="90"/>
                    <a:pt x="68" y="90"/>
                  </a:cubicBezTo>
                  <a:cubicBezTo>
                    <a:pt x="68" y="84"/>
                    <a:pt x="68" y="84"/>
                    <a:pt x="68" y="84"/>
                  </a:cubicBezTo>
                  <a:lnTo>
                    <a:pt x="94" y="84"/>
                  </a:lnTo>
                  <a:close/>
                  <a:moveTo>
                    <a:pt x="52" y="75"/>
                  </a:moveTo>
                  <a:cubicBezTo>
                    <a:pt x="33" y="75"/>
                    <a:pt x="33" y="75"/>
                    <a:pt x="33" y="75"/>
                  </a:cubicBezTo>
                  <a:cubicBezTo>
                    <a:pt x="33" y="69"/>
                    <a:pt x="33" y="69"/>
                    <a:pt x="33" y="69"/>
                  </a:cubicBezTo>
                  <a:cubicBezTo>
                    <a:pt x="52" y="69"/>
                    <a:pt x="52" y="69"/>
                    <a:pt x="52" y="69"/>
                  </a:cubicBezTo>
                  <a:lnTo>
                    <a:pt x="52" y="75"/>
                  </a:lnTo>
                  <a:close/>
                  <a:moveTo>
                    <a:pt x="30" y="80"/>
                  </a:moveTo>
                  <a:cubicBezTo>
                    <a:pt x="62" y="80"/>
                    <a:pt x="62" y="80"/>
                    <a:pt x="62" y="80"/>
                  </a:cubicBezTo>
                  <a:cubicBezTo>
                    <a:pt x="62" y="94"/>
                    <a:pt x="62" y="94"/>
                    <a:pt x="62" y="94"/>
                  </a:cubicBezTo>
                  <a:cubicBezTo>
                    <a:pt x="23" y="94"/>
                    <a:pt x="23" y="94"/>
                    <a:pt x="23" y="94"/>
                  </a:cubicBezTo>
                  <a:cubicBezTo>
                    <a:pt x="23" y="80"/>
                    <a:pt x="23" y="80"/>
                    <a:pt x="23" y="80"/>
                  </a:cubicBezTo>
                  <a:lnTo>
                    <a:pt x="30" y="80"/>
                  </a:lnTo>
                  <a:close/>
                  <a:moveTo>
                    <a:pt x="38" y="22"/>
                  </a:moveTo>
                  <a:cubicBezTo>
                    <a:pt x="38" y="22"/>
                    <a:pt x="38" y="22"/>
                    <a:pt x="38" y="22"/>
                  </a:cubicBezTo>
                  <a:cubicBezTo>
                    <a:pt x="53" y="22"/>
                    <a:pt x="53" y="22"/>
                    <a:pt x="53" y="22"/>
                  </a:cubicBezTo>
                  <a:cubicBezTo>
                    <a:pt x="55" y="22"/>
                    <a:pt x="57" y="24"/>
                    <a:pt x="57" y="27"/>
                  </a:cubicBezTo>
                  <a:cubicBezTo>
                    <a:pt x="57" y="28"/>
                    <a:pt x="57" y="28"/>
                    <a:pt x="57" y="28"/>
                  </a:cubicBezTo>
                  <a:cubicBezTo>
                    <a:pt x="57" y="30"/>
                    <a:pt x="55" y="32"/>
                    <a:pt x="53" y="32"/>
                  </a:cubicBezTo>
                  <a:cubicBezTo>
                    <a:pt x="48" y="32"/>
                    <a:pt x="43" y="37"/>
                    <a:pt x="43" y="42"/>
                  </a:cubicBezTo>
                  <a:cubicBezTo>
                    <a:pt x="43" y="42"/>
                    <a:pt x="43" y="42"/>
                    <a:pt x="43" y="42"/>
                  </a:cubicBezTo>
                  <a:cubicBezTo>
                    <a:pt x="43" y="44"/>
                    <a:pt x="41" y="46"/>
                    <a:pt x="39" y="46"/>
                  </a:cubicBezTo>
                  <a:cubicBezTo>
                    <a:pt x="21" y="46"/>
                    <a:pt x="21" y="46"/>
                    <a:pt x="21" y="46"/>
                  </a:cubicBezTo>
                  <a:cubicBezTo>
                    <a:pt x="25" y="37"/>
                    <a:pt x="31" y="29"/>
                    <a:pt x="38" y="22"/>
                  </a:cubicBezTo>
                  <a:close/>
                  <a:moveTo>
                    <a:pt x="78" y="114"/>
                  </a:moveTo>
                  <a:cubicBezTo>
                    <a:pt x="78" y="123"/>
                    <a:pt x="71" y="129"/>
                    <a:pt x="63" y="129"/>
                  </a:cubicBezTo>
                  <a:cubicBezTo>
                    <a:pt x="20" y="129"/>
                    <a:pt x="20" y="129"/>
                    <a:pt x="20" y="129"/>
                  </a:cubicBezTo>
                  <a:cubicBezTo>
                    <a:pt x="12" y="129"/>
                    <a:pt x="5" y="123"/>
                    <a:pt x="5" y="114"/>
                  </a:cubicBezTo>
                  <a:cubicBezTo>
                    <a:pt x="5" y="106"/>
                    <a:pt x="12" y="99"/>
                    <a:pt x="20" y="99"/>
                  </a:cubicBezTo>
                  <a:cubicBezTo>
                    <a:pt x="63" y="99"/>
                    <a:pt x="63" y="99"/>
                    <a:pt x="63" y="99"/>
                  </a:cubicBezTo>
                  <a:cubicBezTo>
                    <a:pt x="71" y="99"/>
                    <a:pt x="78" y="106"/>
                    <a:pt x="78" y="114"/>
                  </a:cubicBezTo>
                  <a:close/>
                  <a:moveTo>
                    <a:pt x="113" y="58"/>
                  </a:moveTo>
                  <a:cubicBezTo>
                    <a:pt x="113" y="62"/>
                    <a:pt x="116" y="66"/>
                    <a:pt x="121" y="66"/>
                  </a:cubicBezTo>
                  <a:cubicBezTo>
                    <a:pt x="122" y="66"/>
                    <a:pt x="123" y="67"/>
                    <a:pt x="123" y="68"/>
                  </a:cubicBezTo>
                  <a:cubicBezTo>
                    <a:pt x="123" y="74"/>
                    <a:pt x="123" y="74"/>
                    <a:pt x="123" y="74"/>
                  </a:cubicBezTo>
                  <a:cubicBezTo>
                    <a:pt x="123" y="76"/>
                    <a:pt x="122" y="77"/>
                    <a:pt x="121" y="77"/>
                  </a:cubicBezTo>
                  <a:cubicBezTo>
                    <a:pt x="118" y="77"/>
                    <a:pt x="118" y="77"/>
                    <a:pt x="118" y="77"/>
                  </a:cubicBezTo>
                  <a:cubicBezTo>
                    <a:pt x="114" y="77"/>
                    <a:pt x="110" y="80"/>
                    <a:pt x="110" y="85"/>
                  </a:cubicBezTo>
                  <a:cubicBezTo>
                    <a:pt x="110" y="96"/>
                    <a:pt x="110" y="96"/>
                    <a:pt x="110" y="96"/>
                  </a:cubicBezTo>
                  <a:cubicBezTo>
                    <a:pt x="110" y="99"/>
                    <a:pt x="108" y="101"/>
                    <a:pt x="105" y="101"/>
                  </a:cubicBezTo>
                  <a:cubicBezTo>
                    <a:pt x="102" y="101"/>
                    <a:pt x="100" y="102"/>
                    <a:pt x="98" y="105"/>
                  </a:cubicBezTo>
                  <a:cubicBezTo>
                    <a:pt x="92" y="111"/>
                    <a:pt x="92" y="111"/>
                    <a:pt x="92" y="111"/>
                  </a:cubicBezTo>
                  <a:cubicBezTo>
                    <a:pt x="92" y="95"/>
                    <a:pt x="92" y="95"/>
                    <a:pt x="92" y="95"/>
                  </a:cubicBezTo>
                  <a:cubicBezTo>
                    <a:pt x="94" y="95"/>
                    <a:pt x="94" y="95"/>
                    <a:pt x="94" y="95"/>
                  </a:cubicBezTo>
                  <a:cubicBezTo>
                    <a:pt x="94" y="96"/>
                    <a:pt x="94" y="96"/>
                    <a:pt x="94" y="96"/>
                  </a:cubicBezTo>
                  <a:cubicBezTo>
                    <a:pt x="94" y="97"/>
                    <a:pt x="94" y="97"/>
                    <a:pt x="94" y="97"/>
                  </a:cubicBezTo>
                  <a:cubicBezTo>
                    <a:pt x="96" y="99"/>
                    <a:pt x="99" y="98"/>
                    <a:pt x="99" y="95"/>
                  </a:cubicBezTo>
                  <a:cubicBezTo>
                    <a:pt x="99" y="77"/>
                    <a:pt x="99" y="77"/>
                    <a:pt x="99" y="77"/>
                  </a:cubicBezTo>
                  <a:cubicBezTo>
                    <a:pt x="99" y="77"/>
                    <a:pt x="99" y="77"/>
                    <a:pt x="99" y="77"/>
                  </a:cubicBezTo>
                  <a:cubicBezTo>
                    <a:pt x="97" y="74"/>
                    <a:pt x="94" y="76"/>
                    <a:pt x="94" y="78"/>
                  </a:cubicBezTo>
                  <a:cubicBezTo>
                    <a:pt x="94" y="78"/>
                    <a:pt x="94" y="78"/>
                    <a:pt x="94" y="78"/>
                  </a:cubicBezTo>
                  <a:cubicBezTo>
                    <a:pt x="81" y="78"/>
                    <a:pt x="81" y="78"/>
                    <a:pt x="81" y="78"/>
                  </a:cubicBezTo>
                  <a:cubicBezTo>
                    <a:pt x="76" y="78"/>
                    <a:pt x="72" y="75"/>
                    <a:pt x="72" y="70"/>
                  </a:cubicBezTo>
                  <a:cubicBezTo>
                    <a:pt x="72" y="62"/>
                    <a:pt x="72" y="62"/>
                    <a:pt x="72" y="62"/>
                  </a:cubicBezTo>
                  <a:cubicBezTo>
                    <a:pt x="72" y="58"/>
                    <a:pt x="76" y="54"/>
                    <a:pt x="81" y="54"/>
                  </a:cubicBezTo>
                  <a:cubicBezTo>
                    <a:pt x="109" y="54"/>
                    <a:pt x="109" y="54"/>
                    <a:pt x="109" y="54"/>
                  </a:cubicBezTo>
                  <a:cubicBezTo>
                    <a:pt x="111" y="54"/>
                    <a:pt x="113" y="56"/>
                    <a:pt x="113" y="58"/>
                  </a:cubicBezTo>
                  <a:close/>
                  <a:moveTo>
                    <a:pt x="109" y="48"/>
                  </a:moveTo>
                  <a:cubicBezTo>
                    <a:pt x="101" y="48"/>
                    <a:pt x="101" y="48"/>
                    <a:pt x="101" y="48"/>
                  </a:cubicBezTo>
                  <a:cubicBezTo>
                    <a:pt x="96" y="48"/>
                    <a:pt x="92" y="44"/>
                    <a:pt x="92" y="39"/>
                  </a:cubicBezTo>
                  <a:cubicBezTo>
                    <a:pt x="92" y="35"/>
                    <a:pt x="95" y="33"/>
                    <a:pt x="99" y="33"/>
                  </a:cubicBezTo>
                  <a:cubicBezTo>
                    <a:pt x="103" y="33"/>
                    <a:pt x="107" y="29"/>
                    <a:pt x="107" y="24"/>
                  </a:cubicBezTo>
                  <a:cubicBezTo>
                    <a:pt x="107" y="22"/>
                    <a:pt x="108" y="20"/>
                    <a:pt x="109" y="18"/>
                  </a:cubicBezTo>
                  <a:cubicBezTo>
                    <a:pt x="120" y="25"/>
                    <a:pt x="129" y="36"/>
                    <a:pt x="134" y="48"/>
                  </a:cubicBezTo>
                  <a:lnTo>
                    <a:pt x="109" y="4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5" name="Google Shape;795;p48"/>
            <p:cNvSpPr/>
            <p:nvPr/>
          </p:nvSpPr>
          <p:spPr>
            <a:xfrm>
              <a:off x="1852337" y="3480901"/>
              <a:ext cx="15443" cy="13237"/>
            </a:xfrm>
            <a:custGeom>
              <a:avLst/>
              <a:gdLst/>
              <a:ahLst/>
              <a:cxnLst/>
              <a:rect l="l" t="t" r="r" b="b"/>
              <a:pathLst>
                <a:path w="6" h="5" extrusionOk="0">
                  <a:moveTo>
                    <a:pt x="1" y="1"/>
                  </a:moveTo>
                  <a:cubicBezTo>
                    <a:pt x="1" y="1"/>
                    <a:pt x="1" y="1"/>
                    <a:pt x="1" y="1"/>
                  </a:cubicBezTo>
                  <a:cubicBezTo>
                    <a:pt x="0" y="2"/>
                    <a:pt x="0" y="4"/>
                    <a:pt x="1" y="5"/>
                  </a:cubicBezTo>
                  <a:cubicBezTo>
                    <a:pt x="1" y="5"/>
                    <a:pt x="2" y="5"/>
                    <a:pt x="3" y="5"/>
                  </a:cubicBezTo>
                  <a:cubicBezTo>
                    <a:pt x="3" y="5"/>
                    <a:pt x="4" y="5"/>
                    <a:pt x="5" y="5"/>
                  </a:cubicBezTo>
                  <a:cubicBezTo>
                    <a:pt x="5" y="5"/>
                    <a:pt x="5" y="5"/>
                    <a:pt x="5" y="5"/>
                  </a:cubicBezTo>
                  <a:cubicBezTo>
                    <a:pt x="6" y="3"/>
                    <a:pt x="6" y="2"/>
                    <a:pt x="5" y="1"/>
                  </a:cubicBezTo>
                  <a:cubicBezTo>
                    <a:pt x="4" y="0"/>
                    <a:pt x="2" y="0"/>
                    <a:pt x="1"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6" name="Google Shape;796;p48"/>
            <p:cNvSpPr/>
            <p:nvPr/>
          </p:nvSpPr>
          <p:spPr>
            <a:xfrm>
              <a:off x="1629519" y="3467664"/>
              <a:ext cx="41918" cy="45227"/>
            </a:xfrm>
            <a:custGeom>
              <a:avLst/>
              <a:gdLst/>
              <a:ahLst/>
              <a:cxnLst/>
              <a:rect l="l" t="t" r="r" b="b"/>
              <a:pathLst>
                <a:path w="16" h="17" extrusionOk="0">
                  <a:moveTo>
                    <a:pt x="0" y="8"/>
                  </a:moveTo>
                  <a:cubicBezTo>
                    <a:pt x="0" y="13"/>
                    <a:pt x="3" y="17"/>
                    <a:pt x="8" y="17"/>
                  </a:cubicBezTo>
                  <a:cubicBezTo>
                    <a:pt x="13" y="17"/>
                    <a:pt x="16" y="13"/>
                    <a:pt x="16" y="8"/>
                  </a:cubicBezTo>
                  <a:cubicBezTo>
                    <a:pt x="16" y="4"/>
                    <a:pt x="13" y="0"/>
                    <a:pt x="8" y="0"/>
                  </a:cubicBezTo>
                  <a:cubicBezTo>
                    <a:pt x="3" y="0"/>
                    <a:pt x="0" y="4"/>
                    <a:pt x="0" y="8"/>
                  </a:cubicBezTo>
                  <a:close/>
                  <a:moveTo>
                    <a:pt x="8" y="6"/>
                  </a:moveTo>
                  <a:cubicBezTo>
                    <a:pt x="9" y="6"/>
                    <a:pt x="11" y="7"/>
                    <a:pt x="11" y="8"/>
                  </a:cubicBezTo>
                  <a:cubicBezTo>
                    <a:pt x="11" y="10"/>
                    <a:pt x="9" y="11"/>
                    <a:pt x="8" y="11"/>
                  </a:cubicBezTo>
                  <a:cubicBezTo>
                    <a:pt x="6" y="11"/>
                    <a:pt x="5" y="10"/>
                    <a:pt x="5" y="8"/>
                  </a:cubicBezTo>
                  <a:cubicBezTo>
                    <a:pt x="5" y="7"/>
                    <a:pt x="6" y="6"/>
                    <a:pt x="8"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7" name="Google Shape;797;p48"/>
            <p:cNvSpPr/>
            <p:nvPr/>
          </p:nvSpPr>
          <p:spPr>
            <a:xfrm>
              <a:off x="1684909" y="3467664"/>
              <a:ext cx="44124" cy="45227"/>
            </a:xfrm>
            <a:custGeom>
              <a:avLst/>
              <a:gdLst/>
              <a:ahLst/>
              <a:cxnLst/>
              <a:rect l="l" t="t" r="r" b="b"/>
              <a:pathLst>
                <a:path w="17" h="17" extrusionOk="0">
                  <a:moveTo>
                    <a:pt x="9" y="0"/>
                  </a:moveTo>
                  <a:cubicBezTo>
                    <a:pt x="4" y="0"/>
                    <a:pt x="0" y="4"/>
                    <a:pt x="0" y="8"/>
                  </a:cubicBezTo>
                  <a:cubicBezTo>
                    <a:pt x="0" y="13"/>
                    <a:pt x="4" y="17"/>
                    <a:pt x="9" y="17"/>
                  </a:cubicBezTo>
                  <a:cubicBezTo>
                    <a:pt x="13" y="17"/>
                    <a:pt x="17" y="13"/>
                    <a:pt x="17" y="8"/>
                  </a:cubicBezTo>
                  <a:cubicBezTo>
                    <a:pt x="17" y="4"/>
                    <a:pt x="13" y="0"/>
                    <a:pt x="9" y="0"/>
                  </a:cubicBezTo>
                  <a:close/>
                  <a:moveTo>
                    <a:pt x="9" y="11"/>
                  </a:moveTo>
                  <a:cubicBezTo>
                    <a:pt x="7" y="11"/>
                    <a:pt x="6" y="10"/>
                    <a:pt x="6" y="8"/>
                  </a:cubicBezTo>
                  <a:cubicBezTo>
                    <a:pt x="6" y="7"/>
                    <a:pt x="7" y="6"/>
                    <a:pt x="9" y="6"/>
                  </a:cubicBezTo>
                  <a:cubicBezTo>
                    <a:pt x="10" y="6"/>
                    <a:pt x="11" y="7"/>
                    <a:pt x="11" y="8"/>
                  </a:cubicBezTo>
                  <a:cubicBezTo>
                    <a:pt x="11" y="10"/>
                    <a:pt x="10" y="11"/>
                    <a:pt x="9"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8" name="Google Shape;798;p48"/>
            <p:cNvSpPr/>
            <p:nvPr/>
          </p:nvSpPr>
          <p:spPr>
            <a:xfrm>
              <a:off x="1571922" y="3467664"/>
              <a:ext cx="44124" cy="45227"/>
            </a:xfrm>
            <a:custGeom>
              <a:avLst/>
              <a:gdLst/>
              <a:ahLst/>
              <a:cxnLst/>
              <a:rect l="l" t="t" r="r" b="b"/>
              <a:pathLst>
                <a:path w="17" h="17" extrusionOk="0">
                  <a:moveTo>
                    <a:pt x="8" y="0"/>
                  </a:moveTo>
                  <a:cubicBezTo>
                    <a:pt x="3" y="0"/>
                    <a:pt x="0" y="4"/>
                    <a:pt x="0" y="8"/>
                  </a:cubicBezTo>
                  <a:cubicBezTo>
                    <a:pt x="0" y="13"/>
                    <a:pt x="3" y="17"/>
                    <a:pt x="8" y="17"/>
                  </a:cubicBezTo>
                  <a:cubicBezTo>
                    <a:pt x="13" y="17"/>
                    <a:pt x="17" y="13"/>
                    <a:pt x="17" y="8"/>
                  </a:cubicBezTo>
                  <a:cubicBezTo>
                    <a:pt x="17" y="4"/>
                    <a:pt x="13" y="0"/>
                    <a:pt x="8" y="0"/>
                  </a:cubicBezTo>
                  <a:close/>
                  <a:moveTo>
                    <a:pt x="8" y="11"/>
                  </a:moveTo>
                  <a:cubicBezTo>
                    <a:pt x="7" y="11"/>
                    <a:pt x="5" y="10"/>
                    <a:pt x="5" y="8"/>
                  </a:cubicBezTo>
                  <a:cubicBezTo>
                    <a:pt x="5" y="7"/>
                    <a:pt x="7" y="6"/>
                    <a:pt x="8" y="6"/>
                  </a:cubicBezTo>
                  <a:cubicBezTo>
                    <a:pt x="10" y="6"/>
                    <a:pt x="11" y="7"/>
                    <a:pt x="11" y="8"/>
                  </a:cubicBezTo>
                  <a:cubicBezTo>
                    <a:pt x="11" y="10"/>
                    <a:pt x="10" y="11"/>
                    <a:pt x="8"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9" name="Google Shape;799;p48"/>
            <p:cNvSpPr/>
            <p:nvPr/>
          </p:nvSpPr>
          <p:spPr>
            <a:xfrm>
              <a:off x="1703564" y="3234911"/>
              <a:ext cx="49640" cy="15443"/>
            </a:xfrm>
            <a:custGeom>
              <a:avLst/>
              <a:gdLst/>
              <a:ahLst/>
              <a:cxnLst/>
              <a:rect l="l" t="t" r="r" b="b"/>
              <a:pathLst>
                <a:path w="19" h="6" extrusionOk="0">
                  <a:moveTo>
                    <a:pt x="3" y="6"/>
                  </a:moveTo>
                  <a:cubicBezTo>
                    <a:pt x="16" y="6"/>
                    <a:pt x="16" y="6"/>
                    <a:pt x="16" y="6"/>
                  </a:cubicBezTo>
                  <a:cubicBezTo>
                    <a:pt x="17" y="6"/>
                    <a:pt x="18" y="5"/>
                    <a:pt x="19" y="3"/>
                  </a:cubicBezTo>
                  <a:cubicBezTo>
                    <a:pt x="19" y="2"/>
                    <a:pt x="17" y="0"/>
                    <a:pt x="16" y="0"/>
                  </a:cubicBezTo>
                  <a:cubicBezTo>
                    <a:pt x="3" y="0"/>
                    <a:pt x="3" y="0"/>
                    <a:pt x="3" y="0"/>
                  </a:cubicBezTo>
                  <a:cubicBezTo>
                    <a:pt x="2" y="0"/>
                    <a:pt x="1" y="1"/>
                    <a:pt x="0" y="3"/>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0" name="Google Shape;800;p48"/>
            <p:cNvSpPr/>
            <p:nvPr/>
          </p:nvSpPr>
          <p:spPr>
            <a:xfrm>
              <a:off x="1721765" y="3234911"/>
              <a:ext cx="13237" cy="15443"/>
            </a:xfrm>
            <a:custGeom>
              <a:avLst/>
              <a:gdLst/>
              <a:ahLst/>
              <a:cxnLst/>
              <a:rect l="l" t="t" r="r" b="b"/>
              <a:pathLst>
                <a:path w="5" h="6" extrusionOk="0">
                  <a:moveTo>
                    <a:pt x="3" y="6"/>
                  </a:moveTo>
                  <a:cubicBezTo>
                    <a:pt x="3" y="6"/>
                    <a:pt x="4" y="5"/>
                    <a:pt x="5" y="5"/>
                  </a:cubicBezTo>
                  <a:cubicBezTo>
                    <a:pt x="5" y="4"/>
                    <a:pt x="5" y="4"/>
                    <a:pt x="5" y="3"/>
                  </a:cubicBezTo>
                  <a:cubicBezTo>
                    <a:pt x="5" y="2"/>
                    <a:pt x="5" y="1"/>
                    <a:pt x="5" y="1"/>
                  </a:cubicBezTo>
                  <a:cubicBezTo>
                    <a:pt x="4" y="0"/>
                    <a:pt x="3"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01" name="Google Shape;801;p48"/>
          <p:cNvGrpSpPr/>
          <p:nvPr/>
        </p:nvGrpSpPr>
        <p:grpSpPr>
          <a:xfrm>
            <a:off x="8044693" y="2584086"/>
            <a:ext cx="377258" cy="378361"/>
            <a:chOff x="8035868" y="2584086"/>
            <a:chExt cx="377258" cy="378361"/>
          </a:xfrm>
        </p:grpSpPr>
        <p:sp>
          <p:nvSpPr>
            <p:cNvPr id="802" name="Google Shape;802;p48"/>
            <p:cNvSpPr/>
            <p:nvPr/>
          </p:nvSpPr>
          <p:spPr>
            <a:xfrm>
              <a:off x="8242146" y="2671231"/>
              <a:ext cx="16547" cy="13237"/>
            </a:xfrm>
            <a:custGeom>
              <a:avLst/>
              <a:gdLst/>
              <a:ahLst/>
              <a:cxnLst/>
              <a:rect l="l" t="t" r="r" b="b"/>
              <a:pathLst>
                <a:path w="6" h="5" extrusionOk="0">
                  <a:moveTo>
                    <a:pt x="3" y="5"/>
                  </a:moveTo>
                  <a:cubicBezTo>
                    <a:pt x="4" y="5"/>
                    <a:pt x="5" y="5"/>
                    <a:pt x="5" y="5"/>
                  </a:cubicBezTo>
                  <a:cubicBezTo>
                    <a:pt x="6" y="4"/>
                    <a:pt x="6" y="3"/>
                    <a:pt x="6" y="3"/>
                  </a:cubicBezTo>
                  <a:cubicBezTo>
                    <a:pt x="6" y="2"/>
                    <a:pt x="6" y="1"/>
                    <a:pt x="5" y="1"/>
                  </a:cubicBezTo>
                  <a:cubicBezTo>
                    <a:pt x="5" y="0"/>
                    <a:pt x="4" y="0"/>
                    <a:pt x="3" y="0"/>
                  </a:cubicBezTo>
                  <a:cubicBezTo>
                    <a:pt x="2" y="0"/>
                    <a:pt x="2" y="0"/>
                    <a:pt x="1" y="1"/>
                  </a:cubicBezTo>
                  <a:cubicBezTo>
                    <a:pt x="1" y="1"/>
                    <a:pt x="0" y="2"/>
                    <a:pt x="0" y="3"/>
                  </a:cubicBezTo>
                  <a:cubicBezTo>
                    <a:pt x="0" y="3"/>
                    <a:pt x="1" y="4"/>
                    <a:pt x="1" y="5"/>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3" name="Google Shape;803;p48"/>
            <p:cNvSpPr/>
            <p:nvPr/>
          </p:nvSpPr>
          <p:spPr>
            <a:xfrm>
              <a:off x="8035868" y="2584086"/>
              <a:ext cx="377258" cy="378361"/>
            </a:xfrm>
            <a:custGeom>
              <a:avLst/>
              <a:gdLst/>
              <a:ahLst/>
              <a:cxnLst/>
              <a:rect l="l" t="t" r="r" b="b"/>
              <a:pathLst>
                <a:path w="144" h="144" extrusionOk="0">
                  <a:moveTo>
                    <a:pt x="141" y="0"/>
                  </a:moveTo>
                  <a:cubicBezTo>
                    <a:pt x="3" y="0"/>
                    <a:pt x="3" y="0"/>
                    <a:pt x="3" y="0"/>
                  </a:cubicBezTo>
                  <a:cubicBezTo>
                    <a:pt x="2" y="0"/>
                    <a:pt x="0" y="2"/>
                    <a:pt x="0" y="3"/>
                  </a:cubicBezTo>
                  <a:cubicBezTo>
                    <a:pt x="0" y="35"/>
                    <a:pt x="0" y="35"/>
                    <a:pt x="0" y="35"/>
                  </a:cubicBezTo>
                  <a:cubicBezTo>
                    <a:pt x="0" y="35"/>
                    <a:pt x="0" y="35"/>
                    <a:pt x="1" y="35"/>
                  </a:cubicBezTo>
                  <a:cubicBezTo>
                    <a:pt x="0" y="36"/>
                    <a:pt x="0" y="36"/>
                    <a:pt x="0" y="36"/>
                  </a:cubicBezTo>
                  <a:cubicBezTo>
                    <a:pt x="0" y="141"/>
                    <a:pt x="0" y="141"/>
                    <a:pt x="0" y="141"/>
                  </a:cubicBezTo>
                  <a:cubicBezTo>
                    <a:pt x="0" y="142"/>
                    <a:pt x="2" y="144"/>
                    <a:pt x="3" y="144"/>
                  </a:cubicBezTo>
                  <a:cubicBezTo>
                    <a:pt x="141" y="144"/>
                    <a:pt x="141" y="144"/>
                    <a:pt x="141" y="144"/>
                  </a:cubicBezTo>
                  <a:cubicBezTo>
                    <a:pt x="143" y="144"/>
                    <a:pt x="144" y="142"/>
                    <a:pt x="144" y="141"/>
                  </a:cubicBezTo>
                  <a:cubicBezTo>
                    <a:pt x="144" y="36"/>
                    <a:pt x="144" y="36"/>
                    <a:pt x="144" y="36"/>
                  </a:cubicBezTo>
                  <a:cubicBezTo>
                    <a:pt x="144" y="36"/>
                    <a:pt x="144" y="36"/>
                    <a:pt x="144" y="35"/>
                  </a:cubicBezTo>
                  <a:cubicBezTo>
                    <a:pt x="144" y="35"/>
                    <a:pt x="144" y="35"/>
                    <a:pt x="144" y="35"/>
                  </a:cubicBezTo>
                  <a:cubicBezTo>
                    <a:pt x="144" y="3"/>
                    <a:pt x="144" y="3"/>
                    <a:pt x="144" y="3"/>
                  </a:cubicBezTo>
                  <a:cubicBezTo>
                    <a:pt x="144" y="2"/>
                    <a:pt x="143" y="0"/>
                    <a:pt x="141" y="0"/>
                  </a:cubicBezTo>
                  <a:close/>
                  <a:moveTo>
                    <a:pt x="138" y="33"/>
                  </a:moveTo>
                  <a:cubicBezTo>
                    <a:pt x="120" y="33"/>
                    <a:pt x="120" y="33"/>
                    <a:pt x="120" y="33"/>
                  </a:cubicBezTo>
                  <a:cubicBezTo>
                    <a:pt x="120" y="6"/>
                    <a:pt x="120" y="6"/>
                    <a:pt x="120" y="6"/>
                  </a:cubicBezTo>
                  <a:cubicBezTo>
                    <a:pt x="138" y="6"/>
                    <a:pt x="138" y="6"/>
                    <a:pt x="138" y="6"/>
                  </a:cubicBezTo>
                  <a:lnTo>
                    <a:pt x="138" y="33"/>
                  </a:lnTo>
                  <a:close/>
                  <a:moveTo>
                    <a:pt x="138" y="138"/>
                  </a:moveTo>
                  <a:cubicBezTo>
                    <a:pt x="6" y="138"/>
                    <a:pt x="6" y="138"/>
                    <a:pt x="6" y="138"/>
                  </a:cubicBezTo>
                  <a:cubicBezTo>
                    <a:pt x="6" y="38"/>
                    <a:pt x="6" y="38"/>
                    <a:pt x="6" y="38"/>
                  </a:cubicBezTo>
                  <a:cubicBezTo>
                    <a:pt x="70" y="38"/>
                    <a:pt x="70" y="38"/>
                    <a:pt x="70" y="38"/>
                  </a:cubicBezTo>
                  <a:cubicBezTo>
                    <a:pt x="71" y="38"/>
                    <a:pt x="72" y="37"/>
                    <a:pt x="72" y="36"/>
                  </a:cubicBezTo>
                  <a:cubicBezTo>
                    <a:pt x="73" y="34"/>
                    <a:pt x="71" y="33"/>
                    <a:pt x="70" y="33"/>
                  </a:cubicBezTo>
                  <a:cubicBezTo>
                    <a:pt x="6" y="33"/>
                    <a:pt x="6" y="33"/>
                    <a:pt x="6" y="33"/>
                  </a:cubicBezTo>
                  <a:cubicBezTo>
                    <a:pt x="6" y="6"/>
                    <a:pt x="6" y="6"/>
                    <a:pt x="6" y="6"/>
                  </a:cubicBezTo>
                  <a:cubicBezTo>
                    <a:pt x="34" y="6"/>
                    <a:pt x="34" y="6"/>
                    <a:pt x="34" y="6"/>
                  </a:cubicBezTo>
                  <a:cubicBezTo>
                    <a:pt x="34" y="9"/>
                    <a:pt x="34" y="9"/>
                    <a:pt x="34" y="9"/>
                  </a:cubicBezTo>
                  <a:cubicBezTo>
                    <a:pt x="27" y="16"/>
                    <a:pt x="27" y="16"/>
                    <a:pt x="27" y="16"/>
                  </a:cubicBezTo>
                  <a:cubicBezTo>
                    <a:pt x="26" y="17"/>
                    <a:pt x="26" y="19"/>
                    <a:pt x="27" y="20"/>
                  </a:cubicBezTo>
                  <a:cubicBezTo>
                    <a:pt x="28" y="20"/>
                    <a:pt x="29" y="21"/>
                    <a:pt x="29" y="21"/>
                  </a:cubicBezTo>
                  <a:cubicBezTo>
                    <a:pt x="30" y="21"/>
                    <a:pt x="31" y="20"/>
                    <a:pt x="31" y="20"/>
                  </a:cubicBezTo>
                  <a:cubicBezTo>
                    <a:pt x="34" y="17"/>
                    <a:pt x="34" y="17"/>
                    <a:pt x="34" y="17"/>
                  </a:cubicBezTo>
                  <a:cubicBezTo>
                    <a:pt x="34" y="23"/>
                    <a:pt x="34" y="23"/>
                    <a:pt x="34" y="23"/>
                  </a:cubicBezTo>
                  <a:cubicBezTo>
                    <a:pt x="34" y="24"/>
                    <a:pt x="35" y="25"/>
                    <a:pt x="36" y="26"/>
                  </a:cubicBezTo>
                  <a:cubicBezTo>
                    <a:pt x="38" y="26"/>
                    <a:pt x="40" y="25"/>
                    <a:pt x="40" y="23"/>
                  </a:cubicBezTo>
                  <a:cubicBezTo>
                    <a:pt x="40" y="21"/>
                    <a:pt x="40" y="21"/>
                    <a:pt x="40" y="21"/>
                  </a:cubicBezTo>
                  <a:cubicBezTo>
                    <a:pt x="42" y="23"/>
                    <a:pt x="42" y="23"/>
                    <a:pt x="42" y="23"/>
                  </a:cubicBezTo>
                  <a:cubicBezTo>
                    <a:pt x="42" y="24"/>
                    <a:pt x="43" y="24"/>
                    <a:pt x="44" y="24"/>
                  </a:cubicBezTo>
                  <a:cubicBezTo>
                    <a:pt x="44" y="24"/>
                    <a:pt x="45" y="24"/>
                    <a:pt x="46" y="23"/>
                  </a:cubicBezTo>
                  <a:cubicBezTo>
                    <a:pt x="47" y="22"/>
                    <a:pt x="47" y="20"/>
                    <a:pt x="46" y="19"/>
                  </a:cubicBezTo>
                  <a:cubicBezTo>
                    <a:pt x="40" y="13"/>
                    <a:pt x="40" y="13"/>
                    <a:pt x="40" y="13"/>
                  </a:cubicBezTo>
                  <a:cubicBezTo>
                    <a:pt x="40" y="10"/>
                    <a:pt x="40" y="10"/>
                    <a:pt x="40" y="10"/>
                  </a:cubicBezTo>
                  <a:cubicBezTo>
                    <a:pt x="40" y="10"/>
                    <a:pt x="40" y="10"/>
                    <a:pt x="40" y="10"/>
                  </a:cubicBezTo>
                  <a:cubicBezTo>
                    <a:pt x="40" y="6"/>
                    <a:pt x="40" y="6"/>
                    <a:pt x="40" y="6"/>
                  </a:cubicBezTo>
                  <a:cubicBezTo>
                    <a:pt x="114" y="6"/>
                    <a:pt x="114" y="6"/>
                    <a:pt x="114" y="6"/>
                  </a:cubicBezTo>
                  <a:cubicBezTo>
                    <a:pt x="114" y="13"/>
                    <a:pt x="114" y="13"/>
                    <a:pt x="114" y="13"/>
                  </a:cubicBezTo>
                  <a:cubicBezTo>
                    <a:pt x="108" y="21"/>
                    <a:pt x="108" y="21"/>
                    <a:pt x="108" y="21"/>
                  </a:cubicBezTo>
                  <a:cubicBezTo>
                    <a:pt x="108" y="21"/>
                    <a:pt x="108" y="21"/>
                    <a:pt x="108" y="22"/>
                  </a:cubicBezTo>
                  <a:cubicBezTo>
                    <a:pt x="108" y="24"/>
                    <a:pt x="109" y="25"/>
                    <a:pt x="111" y="25"/>
                  </a:cubicBezTo>
                  <a:cubicBezTo>
                    <a:pt x="112" y="25"/>
                    <a:pt x="112" y="24"/>
                    <a:pt x="113" y="24"/>
                  </a:cubicBezTo>
                  <a:cubicBezTo>
                    <a:pt x="114" y="22"/>
                    <a:pt x="114" y="22"/>
                    <a:pt x="114" y="22"/>
                  </a:cubicBezTo>
                  <a:cubicBezTo>
                    <a:pt x="114" y="33"/>
                    <a:pt x="114" y="33"/>
                    <a:pt x="114" y="33"/>
                  </a:cubicBezTo>
                  <a:cubicBezTo>
                    <a:pt x="93" y="33"/>
                    <a:pt x="93" y="33"/>
                    <a:pt x="93" y="33"/>
                  </a:cubicBezTo>
                  <a:cubicBezTo>
                    <a:pt x="93" y="33"/>
                    <a:pt x="92" y="33"/>
                    <a:pt x="92" y="33"/>
                  </a:cubicBezTo>
                  <a:cubicBezTo>
                    <a:pt x="90" y="36"/>
                    <a:pt x="92" y="38"/>
                    <a:pt x="94" y="38"/>
                  </a:cubicBezTo>
                  <a:cubicBezTo>
                    <a:pt x="114" y="38"/>
                    <a:pt x="114" y="38"/>
                    <a:pt x="114" y="38"/>
                  </a:cubicBezTo>
                  <a:cubicBezTo>
                    <a:pt x="114" y="45"/>
                    <a:pt x="114" y="45"/>
                    <a:pt x="114" y="45"/>
                  </a:cubicBezTo>
                  <a:cubicBezTo>
                    <a:pt x="114" y="45"/>
                    <a:pt x="114" y="45"/>
                    <a:pt x="114" y="45"/>
                  </a:cubicBezTo>
                  <a:cubicBezTo>
                    <a:pt x="114" y="46"/>
                    <a:pt x="114" y="46"/>
                    <a:pt x="114" y="46"/>
                  </a:cubicBezTo>
                  <a:cubicBezTo>
                    <a:pt x="107" y="55"/>
                    <a:pt x="107" y="55"/>
                    <a:pt x="107" y="55"/>
                  </a:cubicBezTo>
                  <a:cubicBezTo>
                    <a:pt x="106" y="56"/>
                    <a:pt x="107" y="58"/>
                    <a:pt x="108" y="59"/>
                  </a:cubicBezTo>
                  <a:cubicBezTo>
                    <a:pt x="108" y="59"/>
                    <a:pt x="109" y="59"/>
                    <a:pt x="110" y="59"/>
                  </a:cubicBezTo>
                  <a:cubicBezTo>
                    <a:pt x="110" y="59"/>
                    <a:pt x="111" y="59"/>
                    <a:pt x="112" y="58"/>
                  </a:cubicBezTo>
                  <a:cubicBezTo>
                    <a:pt x="114" y="55"/>
                    <a:pt x="114" y="55"/>
                    <a:pt x="114" y="55"/>
                  </a:cubicBezTo>
                  <a:cubicBezTo>
                    <a:pt x="114" y="60"/>
                    <a:pt x="114" y="60"/>
                    <a:pt x="114" y="60"/>
                  </a:cubicBezTo>
                  <a:cubicBezTo>
                    <a:pt x="114" y="61"/>
                    <a:pt x="115" y="61"/>
                    <a:pt x="115" y="61"/>
                  </a:cubicBezTo>
                  <a:cubicBezTo>
                    <a:pt x="118" y="67"/>
                    <a:pt x="118" y="67"/>
                    <a:pt x="118" y="67"/>
                  </a:cubicBezTo>
                  <a:cubicBezTo>
                    <a:pt x="119" y="68"/>
                    <a:pt x="119" y="69"/>
                    <a:pt x="121" y="69"/>
                  </a:cubicBezTo>
                  <a:cubicBezTo>
                    <a:pt x="122" y="69"/>
                    <a:pt x="123" y="68"/>
                    <a:pt x="123" y="67"/>
                  </a:cubicBezTo>
                  <a:cubicBezTo>
                    <a:pt x="124" y="66"/>
                    <a:pt x="124" y="66"/>
                    <a:pt x="123" y="65"/>
                  </a:cubicBezTo>
                  <a:cubicBezTo>
                    <a:pt x="120" y="59"/>
                    <a:pt x="120" y="59"/>
                    <a:pt x="120" y="59"/>
                  </a:cubicBezTo>
                  <a:cubicBezTo>
                    <a:pt x="120" y="52"/>
                    <a:pt x="120" y="52"/>
                    <a:pt x="120" y="52"/>
                  </a:cubicBezTo>
                  <a:cubicBezTo>
                    <a:pt x="121" y="53"/>
                    <a:pt x="121" y="53"/>
                    <a:pt x="121" y="53"/>
                  </a:cubicBezTo>
                  <a:cubicBezTo>
                    <a:pt x="122" y="54"/>
                    <a:pt x="123" y="54"/>
                    <a:pt x="123" y="54"/>
                  </a:cubicBezTo>
                  <a:cubicBezTo>
                    <a:pt x="124" y="54"/>
                    <a:pt x="125" y="54"/>
                    <a:pt x="125" y="53"/>
                  </a:cubicBezTo>
                  <a:cubicBezTo>
                    <a:pt x="126" y="52"/>
                    <a:pt x="126" y="51"/>
                    <a:pt x="125" y="49"/>
                  </a:cubicBezTo>
                  <a:cubicBezTo>
                    <a:pt x="120" y="44"/>
                    <a:pt x="120" y="44"/>
                    <a:pt x="120" y="44"/>
                  </a:cubicBezTo>
                  <a:cubicBezTo>
                    <a:pt x="120" y="38"/>
                    <a:pt x="120" y="38"/>
                    <a:pt x="120" y="38"/>
                  </a:cubicBezTo>
                  <a:cubicBezTo>
                    <a:pt x="138" y="38"/>
                    <a:pt x="138" y="38"/>
                    <a:pt x="138" y="38"/>
                  </a:cubicBezTo>
                  <a:lnTo>
                    <a:pt x="138" y="1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4" name="Google Shape;804;p48"/>
            <p:cNvSpPr/>
            <p:nvPr/>
          </p:nvSpPr>
          <p:spPr>
            <a:xfrm>
              <a:off x="8125219" y="2705426"/>
              <a:ext cx="227237" cy="225031"/>
            </a:xfrm>
            <a:custGeom>
              <a:avLst/>
              <a:gdLst/>
              <a:ahLst/>
              <a:cxnLst/>
              <a:rect l="l" t="t" r="r" b="b"/>
              <a:pathLst>
                <a:path w="87" h="86" extrusionOk="0">
                  <a:moveTo>
                    <a:pt x="67" y="52"/>
                  </a:moveTo>
                  <a:cubicBezTo>
                    <a:pt x="34" y="19"/>
                    <a:pt x="34" y="19"/>
                    <a:pt x="34" y="19"/>
                  </a:cubicBezTo>
                  <a:cubicBezTo>
                    <a:pt x="37" y="14"/>
                    <a:pt x="37" y="8"/>
                    <a:pt x="32" y="4"/>
                  </a:cubicBezTo>
                  <a:cubicBezTo>
                    <a:pt x="30" y="1"/>
                    <a:pt x="27" y="0"/>
                    <a:pt x="23" y="0"/>
                  </a:cubicBezTo>
                  <a:cubicBezTo>
                    <a:pt x="20" y="0"/>
                    <a:pt x="17" y="1"/>
                    <a:pt x="14" y="4"/>
                  </a:cubicBezTo>
                  <a:cubicBezTo>
                    <a:pt x="12" y="6"/>
                    <a:pt x="11" y="8"/>
                    <a:pt x="11" y="11"/>
                  </a:cubicBezTo>
                  <a:cubicBezTo>
                    <a:pt x="8" y="11"/>
                    <a:pt x="6" y="12"/>
                    <a:pt x="4" y="14"/>
                  </a:cubicBezTo>
                  <a:cubicBezTo>
                    <a:pt x="1" y="17"/>
                    <a:pt x="0" y="20"/>
                    <a:pt x="0" y="23"/>
                  </a:cubicBezTo>
                  <a:cubicBezTo>
                    <a:pt x="0" y="27"/>
                    <a:pt x="1" y="30"/>
                    <a:pt x="4" y="32"/>
                  </a:cubicBezTo>
                  <a:cubicBezTo>
                    <a:pt x="8" y="36"/>
                    <a:pt x="14" y="37"/>
                    <a:pt x="19" y="34"/>
                  </a:cubicBezTo>
                  <a:cubicBezTo>
                    <a:pt x="52" y="67"/>
                    <a:pt x="52" y="67"/>
                    <a:pt x="52" y="67"/>
                  </a:cubicBezTo>
                  <a:cubicBezTo>
                    <a:pt x="49" y="72"/>
                    <a:pt x="50" y="79"/>
                    <a:pt x="54" y="83"/>
                  </a:cubicBezTo>
                  <a:cubicBezTo>
                    <a:pt x="57" y="85"/>
                    <a:pt x="60" y="86"/>
                    <a:pt x="63" y="86"/>
                  </a:cubicBezTo>
                  <a:cubicBezTo>
                    <a:pt x="67" y="86"/>
                    <a:pt x="70" y="85"/>
                    <a:pt x="72" y="83"/>
                  </a:cubicBezTo>
                  <a:cubicBezTo>
                    <a:pt x="74" y="81"/>
                    <a:pt x="75" y="78"/>
                    <a:pt x="76" y="76"/>
                  </a:cubicBezTo>
                  <a:cubicBezTo>
                    <a:pt x="78" y="75"/>
                    <a:pt x="81" y="74"/>
                    <a:pt x="83" y="72"/>
                  </a:cubicBezTo>
                  <a:cubicBezTo>
                    <a:pt x="85" y="70"/>
                    <a:pt x="87" y="66"/>
                    <a:pt x="87" y="63"/>
                  </a:cubicBezTo>
                  <a:cubicBezTo>
                    <a:pt x="87" y="60"/>
                    <a:pt x="85" y="57"/>
                    <a:pt x="83" y="54"/>
                  </a:cubicBezTo>
                  <a:cubicBezTo>
                    <a:pt x="79" y="50"/>
                    <a:pt x="72" y="49"/>
                    <a:pt x="67" y="52"/>
                  </a:cubicBezTo>
                  <a:close/>
                  <a:moveTo>
                    <a:pt x="79" y="68"/>
                  </a:moveTo>
                  <a:cubicBezTo>
                    <a:pt x="77" y="70"/>
                    <a:pt x="75" y="70"/>
                    <a:pt x="73" y="70"/>
                  </a:cubicBezTo>
                  <a:cubicBezTo>
                    <a:pt x="72" y="70"/>
                    <a:pt x="72" y="70"/>
                    <a:pt x="71" y="71"/>
                  </a:cubicBezTo>
                  <a:cubicBezTo>
                    <a:pt x="70" y="72"/>
                    <a:pt x="70" y="72"/>
                    <a:pt x="70" y="73"/>
                  </a:cubicBezTo>
                  <a:cubicBezTo>
                    <a:pt x="70" y="75"/>
                    <a:pt x="70" y="77"/>
                    <a:pt x="68" y="79"/>
                  </a:cubicBezTo>
                  <a:cubicBezTo>
                    <a:pt x="67" y="80"/>
                    <a:pt x="65" y="81"/>
                    <a:pt x="63" y="81"/>
                  </a:cubicBezTo>
                  <a:cubicBezTo>
                    <a:pt x="61" y="81"/>
                    <a:pt x="59" y="80"/>
                    <a:pt x="58" y="79"/>
                  </a:cubicBezTo>
                  <a:cubicBezTo>
                    <a:pt x="55" y="76"/>
                    <a:pt x="55" y="72"/>
                    <a:pt x="58" y="69"/>
                  </a:cubicBezTo>
                  <a:cubicBezTo>
                    <a:pt x="59" y="68"/>
                    <a:pt x="59" y="66"/>
                    <a:pt x="58" y="65"/>
                  </a:cubicBezTo>
                  <a:cubicBezTo>
                    <a:pt x="21" y="28"/>
                    <a:pt x="21" y="28"/>
                    <a:pt x="21" y="28"/>
                  </a:cubicBezTo>
                  <a:cubicBezTo>
                    <a:pt x="21" y="28"/>
                    <a:pt x="20" y="28"/>
                    <a:pt x="20" y="28"/>
                  </a:cubicBezTo>
                  <a:cubicBezTo>
                    <a:pt x="19" y="28"/>
                    <a:pt x="18" y="28"/>
                    <a:pt x="18" y="28"/>
                  </a:cubicBezTo>
                  <a:cubicBezTo>
                    <a:pt x="15" y="31"/>
                    <a:pt x="10" y="31"/>
                    <a:pt x="8" y="28"/>
                  </a:cubicBezTo>
                  <a:cubicBezTo>
                    <a:pt x="6" y="27"/>
                    <a:pt x="6" y="25"/>
                    <a:pt x="6" y="23"/>
                  </a:cubicBezTo>
                  <a:cubicBezTo>
                    <a:pt x="6" y="21"/>
                    <a:pt x="6" y="20"/>
                    <a:pt x="8" y="18"/>
                  </a:cubicBezTo>
                  <a:cubicBezTo>
                    <a:pt x="9" y="17"/>
                    <a:pt x="11" y="16"/>
                    <a:pt x="13" y="16"/>
                  </a:cubicBezTo>
                  <a:cubicBezTo>
                    <a:pt x="14" y="16"/>
                    <a:pt x="15" y="16"/>
                    <a:pt x="16" y="16"/>
                  </a:cubicBezTo>
                  <a:cubicBezTo>
                    <a:pt x="16" y="15"/>
                    <a:pt x="16" y="14"/>
                    <a:pt x="16" y="13"/>
                  </a:cubicBezTo>
                  <a:cubicBezTo>
                    <a:pt x="16" y="11"/>
                    <a:pt x="17" y="9"/>
                    <a:pt x="18" y="8"/>
                  </a:cubicBezTo>
                  <a:cubicBezTo>
                    <a:pt x="20" y="6"/>
                    <a:pt x="22" y="6"/>
                    <a:pt x="23" y="6"/>
                  </a:cubicBezTo>
                  <a:cubicBezTo>
                    <a:pt x="25" y="6"/>
                    <a:pt x="27" y="6"/>
                    <a:pt x="28" y="8"/>
                  </a:cubicBezTo>
                  <a:cubicBezTo>
                    <a:pt x="31" y="10"/>
                    <a:pt x="31" y="15"/>
                    <a:pt x="28" y="18"/>
                  </a:cubicBezTo>
                  <a:cubicBezTo>
                    <a:pt x="27" y="19"/>
                    <a:pt x="27" y="20"/>
                    <a:pt x="29" y="21"/>
                  </a:cubicBezTo>
                  <a:cubicBezTo>
                    <a:pt x="65" y="58"/>
                    <a:pt x="65" y="58"/>
                    <a:pt x="65" y="58"/>
                  </a:cubicBezTo>
                  <a:cubicBezTo>
                    <a:pt x="66" y="59"/>
                    <a:pt x="68" y="59"/>
                    <a:pt x="69" y="58"/>
                  </a:cubicBezTo>
                  <a:cubicBezTo>
                    <a:pt x="72" y="55"/>
                    <a:pt x="76" y="55"/>
                    <a:pt x="79" y="58"/>
                  </a:cubicBezTo>
                  <a:cubicBezTo>
                    <a:pt x="82" y="61"/>
                    <a:pt x="82" y="65"/>
                    <a:pt x="79" y="6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5" name="Google Shape;805;p48"/>
            <p:cNvSpPr/>
            <p:nvPr/>
          </p:nvSpPr>
          <p:spPr>
            <a:xfrm>
              <a:off x="8148383" y="2875303"/>
              <a:ext cx="57361" cy="57361"/>
            </a:xfrm>
            <a:custGeom>
              <a:avLst/>
              <a:gdLst/>
              <a:ahLst/>
              <a:cxnLst/>
              <a:rect l="l" t="t" r="r" b="b"/>
              <a:pathLst>
                <a:path w="22" h="22" extrusionOk="0">
                  <a:moveTo>
                    <a:pt x="11" y="0"/>
                  </a:moveTo>
                  <a:cubicBezTo>
                    <a:pt x="5" y="0"/>
                    <a:pt x="0" y="5"/>
                    <a:pt x="0" y="11"/>
                  </a:cubicBezTo>
                  <a:cubicBezTo>
                    <a:pt x="0" y="17"/>
                    <a:pt x="5" y="22"/>
                    <a:pt x="11" y="22"/>
                  </a:cubicBezTo>
                  <a:cubicBezTo>
                    <a:pt x="17" y="22"/>
                    <a:pt x="22" y="17"/>
                    <a:pt x="22" y="11"/>
                  </a:cubicBezTo>
                  <a:cubicBezTo>
                    <a:pt x="22" y="5"/>
                    <a:pt x="17" y="0"/>
                    <a:pt x="11" y="0"/>
                  </a:cubicBezTo>
                  <a:close/>
                  <a:moveTo>
                    <a:pt x="11" y="16"/>
                  </a:moveTo>
                  <a:cubicBezTo>
                    <a:pt x="8" y="16"/>
                    <a:pt x="6" y="14"/>
                    <a:pt x="6" y="11"/>
                  </a:cubicBezTo>
                  <a:cubicBezTo>
                    <a:pt x="6" y="8"/>
                    <a:pt x="8" y="5"/>
                    <a:pt x="11" y="5"/>
                  </a:cubicBezTo>
                  <a:cubicBezTo>
                    <a:pt x="14" y="5"/>
                    <a:pt x="16" y="8"/>
                    <a:pt x="16" y="11"/>
                  </a:cubicBezTo>
                  <a:cubicBezTo>
                    <a:pt x="16" y="14"/>
                    <a:pt x="14" y="16"/>
                    <a:pt x="11" y="1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6" name="Google Shape;806;p48"/>
            <p:cNvSpPr/>
            <p:nvPr/>
          </p:nvSpPr>
          <p:spPr>
            <a:xfrm>
              <a:off x="8066754" y="2844416"/>
              <a:ext cx="26474" cy="25372"/>
            </a:xfrm>
            <a:custGeom>
              <a:avLst/>
              <a:gdLst/>
              <a:ahLst/>
              <a:cxnLst/>
              <a:rect l="l" t="t" r="r" b="b"/>
              <a:pathLst>
                <a:path w="10" h="10" extrusionOk="0">
                  <a:moveTo>
                    <a:pt x="5" y="1"/>
                  </a:moveTo>
                  <a:cubicBezTo>
                    <a:pt x="1" y="5"/>
                    <a:pt x="1" y="5"/>
                    <a:pt x="1" y="5"/>
                  </a:cubicBezTo>
                  <a:cubicBezTo>
                    <a:pt x="0" y="6"/>
                    <a:pt x="0" y="8"/>
                    <a:pt x="1" y="9"/>
                  </a:cubicBezTo>
                  <a:cubicBezTo>
                    <a:pt x="2" y="10"/>
                    <a:pt x="3" y="10"/>
                    <a:pt x="3" y="10"/>
                  </a:cubicBezTo>
                  <a:cubicBezTo>
                    <a:pt x="4" y="10"/>
                    <a:pt x="5" y="10"/>
                    <a:pt x="5" y="9"/>
                  </a:cubicBezTo>
                  <a:cubicBezTo>
                    <a:pt x="9" y="5"/>
                    <a:pt x="9" y="5"/>
                    <a:pt x="9" y="5"/>
                  </a:cubicBezTo>
                  <a:cubicBezTo>
                    <a:pt x="10" y="4"/>
                    <a:pt x="10" y="2"/>
                    <a:pt x="9" y="1"/>
                  </a:cubicBezTo>
                  <a:cubicBezTo>
                    <a:pt x="8" y="0"/>
                    <a:pt x="6" y="0"/>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7" name="Google Shape;807;p48"/>
            <p:cNvSpPr/>
            <p:nvPr/>
          </p:nvSpPr>
          <p:spPr>
            <a:xfrm>
              <a:off x="8132940" y="2823458"/>
              <a:ext cx="25371" cy="25372"/>
            </a:xfrm>
            <a:custGeom>
              <a:avLst/>
              <a:gdLst/>
              <a:ahLst/>
              <a:cxnLst/>
              <a:rect l="l" t="t" r="r" b="b"/>
              <a:pathLst>
                <a:path w="10" h="10" extrusionOk="0">
                  <a:moveTo>
                    <a:pt x="8" y="9"/>
                  </a:moveTo>
                  <a:cubicBezTo>
                    <a:pt x="10" y="8"/>
                    <a:pt x="10" y="6"/>
                    <a:pt x="8" y="5"/>
                  </a:cubicBezTo>
                  <a:cubicBezTo>
                    <a:pt x="5" y="1"/>
                    <a:pt x="5" y="1"/>
                    <a:pt x="5" y="1"/>
                  </a:cubicBezTo>
                  <a:cubicBezTo>
                    <a:pt x="4" y="0"/>
                    <a:pt x="2" y="0"/>
                    <a:pt x="1" y="1"/>
                  </a:cubicBezTo>
                  <a:cubicBezTo>
                    <a:pt x="0" y="2"/>
                    <a:pt x="0" y="4"/>
                    <a:pt x="1" y="5"/>
                  </a:cubicBezTo>
                  <a:cubicBezTo>
                    <a:pt x="5" y="9"/>
                    <a:pt x="5" y="9"/>
                    <a:pt x="5" y="9"/>
                  </a:cubicBezTo>
                  <a:cubicBezTo>
                    <a:pt x="5" y="9"/>
                    <a:pt x="6" y="10"/>
                    <a:pt x="6" y="10"/>
                  </a:cubicBezTo>
                  <a:cubicBezTo>
                    <a:pt x="7" y="10"/>
                    <a:pt x="8" y="9"/>
                    <a:pt x="8"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8" name="Google Shape;808;p48"/>
            <p:cNvSpPr/>
            <p:nvPr/>
          </p:nvSpPr>
          <p:spPr>
            <a:xfrm>
              <a:off x="8091022" y="2717561"/>
              <a:ext cx="26474" cy="26474"/>
            </a:xfrm>
            <a:custGeom>
              <a:avLst/>
              <a:gdLst/>
              <a:ahLst/>
              <a:cxnLst/>
              <a:rect l="l" t="t" r="r" b="b"/>
              <a:pathLst>
                <a:path w="10" h="10" extrusionOk="0">
                  <a:moveTo>
                    <a:pt x="5" y="1"/>
                  </a:moveTo>
                  <a:cubicBezTo>
                    <a:pt x="1" y="5"/>
                    <a:pt x="1" y="5"/>
                    <a:pt x="1" y="5"/>
                  </a:cubicBezTo>
                  <a:cubicBezTo>
                    <a:pt x="0" y="6"/>
                    <a:pt x="0" y="8"/>
                    <a:pt x="1" y="9"/>
                  </a:cubicBezTo>
                  <a:cubicBezTo>
                    <a:pt x="2" y="9"/>
                    <a:pt x="2" y="10"/>
                    <a:pt x="3" y="10"/>
                  </a:cubicBezTo>
                  <a:cubicBezTo>
                    <a:pt x="4" y="10"/>
                    <a:pt x="5" y="9"/>
                    <a:pt x="5" y="9"/>
                  </a:cubicBezTo>
                  <a:cubicBezTo>
                    <a:pt x="9" y="5"/>
                    <a:pt x="9" y="5"/>
                    <a:pt x="9" y="5"/>
                  </a:cubicBezTo>
                  <a:cubicBezTo>
                    <a:pt x="10" y="4"/>
                    <a:pt x="10" y="2"/>
                    <a:pt x="9" y="1"/>
                  </a:cubicBezTo>
                  <a:cubicBezTo>
                    <a:pt x="8" y="0"/>
                    <a:pt x="6" y="0"/>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9" name="Google Shape;809;p48"/>
            <p:cNvSpPr/>
            <p:nvPr/>
          </p:nvSpPr>
          <p:spPr>
            <a:xfrm>
              <a:off x="8316053" y="2778230"/>
              <a:ext cx="26474" cy="26474"/>
            </a:xfrm>
            <a:custGeom>
              <a:avLst/>
              <a:gdLst/>
              <a:ahLst/>
              <a:cxnLst/>
              <a:rect l="l" t="t" r="r" b="b"/>
              <a:pathLst>
                <a:path w="10" h="10" extrusionOk="0">
                  <a:moveTo>
                    <a:pt x="5" y="9"/>
                  </a:moveTo>
                  <a:cubicBezTo>
                    <a:pt x="5" y="10"/>
                    <a:pt x="6" y="10"/>
                    <a:pt x="7" y="10"/>
                  </a:cubicBezTo>
                  <a:cubicBezTo>
                    <a:pt x="7" y="10"/>
                    <a:pt x="8" y="10"/>
                    <a:pt x="9" y="9"/>
                  </a:cubicBezTo>
                  <a:cubicBezTo>
                    <a:pt x="10" y="8"/>
                    <a:pt x="10" y="6"/>
                    <a:pt x="9" y="5"/>
                  </a:cubicBezTo>
                  <a:cubicBezTo>
                    <a:pt x="5" y="1"/>
                    <a:pt x="5" y="1"/>
                    <a:pt x="5" y="1"/>
                  </a:cubicBezTo>
                  <a:cubicBezTo>
                    <a:pt x="3" y="0"/>
                    <a:pt x="2" y="0"/>
                    <a:pt x="1" y="1"/>
                  </a:cubicBezTo>
                  <a:cubicBezTo>
                    <a:pt x="0" y="2"/>
                    <a:pt x="0" y="4"/>
                    <a:pt x="1" y="5"/>
                  </a:cubicBezTo>
                  <a:lnTo>
                    <a:pt x="5" y="9"/>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0" name="Google Shape;810;p48"/>
            <p:cNvSpPr/>
            <p:nvPr/>
          </p:nvSpPr>
          <p:spPr>
            <a:xfrm>
              <a:off x="8365693" y="2894055"/>
              <a:ext cx="13237" cy="15443"/>
            </a:xfrm>
            <a:custGeom>
              <a:avLst/>
              <a:gdLst/>
              <a:ahLst/>
              <a:cxnLst/>
              <a:rect l="l" t="t" r="r" b="b"/>
              <a:pathLst>
                <a:path w="5" h="6" extrusionOk="0">
                  <a:moveTo>
                    <a:pt x="1" y="5"/>
                  </a:moveTo>
                  <a:cubicBezTo>
                    <a:pt x="1" y="6"/>
                    <a:pt x="2" y="6"/>
                    <a:pt x="3" y="6"/>
                  </a:cubicBezTo>
                  <a:cubicBezTo>
                    <a:pt x="3" y="6"/>
                    <a:pt x="4" y="6"/>
                    <a:pt x="5" y="5"/>
                  </a:cubicBezTo>
                  <a:cubicBezTo>
                    <a:pt x="5" y="4"/>
                    <a:pt x="5" y="4"/>
                    <a:pt x="5" y="3"/>
                  </a:cubicBezTo>
                  <a:cubicBezTo>
                    <a:pt x="5" y="2"/>
                    <a:pt x="5" y="2"/>
                    <a:pt x="5" y="1"/>
                  </a:cubicBezTo>
                  <a:cubicBezTo>
                    <a:pt x="4" y="1"/>
                    <a:pt x="3" y="0"/>
                    <a:pt x="3" y="0"/>
                  </a:cubicBezTo>
                  <a:cubicBezTo>
                    <a:pt x="2" y="0"/>
                    <a:pt x="1" y="1"/>
                    <a:pt x="1" y="1"/>
                  </a:cubicBezTo>
                  <a:cubicBezTo>
                    <a:pt x="0" y="2"/>
                    <a:pt x="0" y="2"/>
                    <a:pt x="0" y="3"/>
                  </a:cubicBezTo>
                  <a:cubicBezTo>
                    <a:pt x="0" y="4"/>
                    <a:pt x="0" y="4"/>
                    <a:pt x="1"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1" name="Google Shape;811;p48"/>
            <p:cNvSpPr/>
            <p:nvPr/>
          </p:nvSpPr>
          <p:spPr>
            <a:xfrm>
              <a:off x="8284064" y="2713148"/>
              <a:ext cx="13237" cy="15443"/>
            </a:xfrm>
            <a:custGeom>
              <a:avLst/>
              <a:gdLst/>
              <a:ahLst/>
              <a:cxnLst/>
              <a:rect l="l" t="t" r="r" b="b"/>
              <a:pathLst>
                <a:path w="5" h="6" extrusionOk="0">
                  <a:moveTo>
                    <a:pt x="2" y="6"/>
                  </a:moveTo>
                  <a:cubicBezTo>
                    <a:pt x="3" y="6"/>
                    <a:pt x="4" y="6"/>
                    <a:pt x="4" y="5"/>
                  </a:cubicBezTo>
                  <a:cubicBezTo>
                    <a:pt x="5" y="5"/>
                    <a:pt x="5" y="4"/>
                    <a:pt x="5" y="3"/>
                  </a:cubicBezTo>
                  <a:cubicBezTo>
                    <a:pt x="5" y="3"/>
                    <a:pt x="5" y="2"/>
                    <a:pt x="4" y="1"/>
                  </a:cubicBezTo>
                  <a:cubicBezTo>
                    <a:pt x="4" y="1"/>
                    <a:pt x="3" y="0"/>
                    <a:pt x="2" y="0"/>
                  </a:cubicBezTo>
                  <a:cubicBezTo>
                    <a:pt x="2" y="0"/>
                    <a:pt x="1" y="1"/>
                    <a:pt x="0" y="1"/>
                  </a:cubicBezTo>
                  <a:cubicBezTo>
                    <a:pt x="0" y="2"/>
                    <a:pt x="0" y="3"/>
                    <a:pt x="0" y="3"/>
                  </a:cubicBezTo>
                  <a:cubicBezTo>
                    <a:pt x="0" y="4"/>
                    <a:pt x="0" y="5"/>
                    <a:pt x="0" y="5"/>
                  </a:cubicBezTo>
                  <a:cubicBezTo>
                    <a:pt x="1" y="6"/>
                    <a:pt x="2"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2" name="Google Shape;812;p48"/>
            <p:cNvSpPr/>
            <p:nvPr/>
          </p:nvSpPr>
          <p:spPr>
            <a:xfrm>
              <a:off x="8179270" y="2838901"/>
              <a:ext cx="16547" cy="13237"/>
            </a:xfrm>
            <a:custGeom>
              <a:avLst/>
              <a:gdLst/>
              <a:ahLst/>
              <a:cxnLst/>
              <a:rect l="l" t="t" r="r" b="b"/>
              <a:pathLst>
                <a:path w="6" h="5" extrusionOk="0">
                  <a:moveTo>
                    <a:pt x="5" y="4"/>
                  </a:moveTo>
                  <a:cubicBezTo>
                    <a:pt x="5" y="4"/>
                    <a:pt x="6" y="3"/>
                    <a:pt x="6" y="2"/>
                  </a:cubicBezTo>
                  <a:cubicBezTo>
                    <a:pt x="6" y="2"/>
                    <a:pt x="5" y="1"/>
                    <a:pt x="5" y="0"/>
                  </a:cubicBezTo>
                  <a:cubicBezTo>
                    <a:pt x="4" y="0"/>
                    <a:pt x="4" y="0"/>
                    <a:pt x="3" y="0"/>
                  </a:cubicBezTo>
                  <a:cubicBezTo>
                    <a:pt x="2" y="0"/>
                    <a:pt x="1" y="0"/>
                    <a:pt x="1" y="0"/>
                  </a:cubicBezTo>
                  <a:cubicBezTo>
                    <a:pt x="0" y="1"/>
                    <a:pt x="0" y="2"/>
                    <a:pt x="0" y="2"/>
                  </a:cubicBezTo>
                  <a:cubicBezTo>
                    <a:pt x="0" y="3"/>
                    <a:pt x="0" y="4"/>
                    <a:pt x="1" y="4"/>
                  </a:cubicBezTo>
                  <a:cubicBezTo>
                    <a:pt x="1" y="5"/>
                    <a:pt x="2" y="5"/>
                    <a:pt x="3" y="5"/>
                  </a:cubicBezTo>
                  <a:cubicBezTo>
                    <a:pt x="4" y="5"/>
                    <a:pt x="4" y="5"/>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3" name="Google Shape;813;p48"/>
            <p:cNvSpPr/>
            <p:nvPr/>
          </p:nvSpPr>
          <p:spPr>
            <a:xfrm>
              <a:off x="8077785" y="2783746"/>
              <a:ext cx="13237" cy="15443"/>
            </a:xfrm>
            <a:custGeom>
              <a:avLst/>
              <a:gdLst/>
              <a:ahLst/>
              <a:cxnLst/>
              <a:rect l="l" t="t" r="r" b="b"/>
              <a:pathLst>
                <a:path w="5" h="6" extrusionOk="0">
                  <a:moveTo>
                    <a:pt x="2" y="6"/>
                  </a:moveTo>
                  <a:cubicBezTo>
                    <a:pt x="3" y="6"/>
                    <a:pt x="4" y="6"/>
                    <a:pt x="4" y="5"/>
                  </a:cubicBezTo>
                  <a:cubicBezTo>
                    <a:pt x="5" y="5"/>
                    <a:pt x="5" y="4"/>
                    <a:pt x="5" y="3"/>
                  </a:cubicBezTo>
                  <a:cubicBezTo>
                    <a:pt x="5" y="2"/>
                    <a:pt x="5" y="2"/>
                    <a:pt x="4" y="1"/>
                  </a:cubicBezTo>
                  <a:cubicBezTo>
                    <a:pt x="4" y="1"/>
                    <a:pt x="3" y="0"/>
                    <a:pt x="2" y="0"/>
                  </a:cubicBezTo>
                  <a:cubicBezTo>
                    <a:pt x="2" y="0"/>
                    <a:pt x="1" y="1"/>
                    <a:pt x="0" y="1"/>
                  </a:cubicBezTo>
                  <a:cubicBezTo>
                    <a:pt x="0" y="2"/>
                    <a:pt x="0" y="2"/>
                    <a:pt x="0" y="3"/>
                  </a:cubicBezTo>
                  <a:cubicBezTo>
                    <a:pt x="0" y="4"/>
                    <a:pt x="0" y="5"/>
                    <a:pt x="0" y="5"/>
                  </a:cubicBezTo>
                  <a:cubicBezTo>
                    <a:pt x="1" y="6"/>
                    <a:pt x="2"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4" name="Google Shape;814;p48"/>
            <p:cNvSpPr/>
            <p:nvPr/>
          </p:nvSpPr>
          <p:spPr>
            <a:xfrm>
              <a:off x="8096538" y="2907293"/>
              <a:ext cx="15443"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4" y="6"/>
                    <a:pt x="4" y="5"/>
                    <a:pt x="5" y="5"/>
                  </a:cubicBezTo>
                  <a:cubicBezTo>
                    <a:pt x="5" y="4"/>
                    <a:pt x="6" y="4"/>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5" name="Google Shape;815;p48"/>
            <p:cNvSpPr/>
            <p:nvPr/>
          </p:nvSpPr>
          <p:spPr>
            <a:xfrm>
              <a:off x="8200229" y="2620488"/>
              <a:ext cx="16547" cy="16547"/>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3" y="6"/>
                    <a:pt x="4" y="5"/>
                    <a:pt x="5" y="5"/>
                  </a:cubicBezTo>
                  <a:cubicBezTo>
                    <a:pt x="5" y="4"/>
                    <a:pt x="6" y="4"/>
                    <a:pt x="6" y="3"/>
                  </a:cubicBezTo>
                  <a:cubicBezTo>
                    <a:pt x="6" y="2"/>
                    <a:pt x="5" y="1"/>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6" name="Google Shape;816;p48"/>
            <p:cNvSpPr/>
            <p:nvPr/>
          </p:nvSpPr>
          <p:spPr>
            <a:xfrm>
              <a:off x="8373414" y="2620488"/>
              <a:ext cx="15443" cy="16547"/>
            </a:xfrm>
            <a:custGeom>
              <a:avLst/>
              <a:gdLst/>
              <a:ahLst/>
              <a:cxnLst/>
              <a:rect l="l" t="t" r="r" b="b"/>
              <a:pathLst>
                <a:path w="6" h="6" extrusionOk="0">
                  <a:moveTo>
                    <a:pt x="1" y="5"/>
                  </a:moveTo>
                  <a:cubicBezTo>
                    <a:pt x="2" y="5"/>
                    <a:pt x="2" y="6"/>
                    <a:pt x="3" y="6"/>
                  </a:cubicBezTo>
                  <a:cubicBezTo>
                    <a:pt x="4" y="6"/>
                    <a:pt x="5" y="5"/>
                    <a:pt x="5" y="5"/>
                  </a:cubicBezTo>
                  <a:cubicBezTo>
                    <a:pt x="6" y="4"/>
                    <a:pt x="6" y="4"/>
                    <a:pt x="6" y="3"/>
                  </a:cubicBezTo>
                  <a:cubicBezTo>
                    <a:pt x="6" y="2"/>
                    <a:pt x="6" y="1"/>
                    <a:pt x="5" y="1"/>
                  </a:cubicBezTo>
                  <a:cubicBezTo>
                    <a:pt x="5" y="0"/>
                    <a:pt x="4" y="0"/>
                    <a:pt x="3" y="0"/>
                  </a:cubicBezTo>
                  <a:cubicBezTo>
                    <a:pt x="2" y="0"/>
                    <a:pt x="2" y="0"/>
                    <a:pt x="1" y="1"/>
                  </a:cubicBezTo>
                  <a:cubicBezTo>
                    <a:pt x="1" y="1"/>
                    <a:pt x="0" y="2"/>
                    <a:pt x="0" y="3"/>
                  </a:cubicBezTo>
                  <a:cubicBezTo>
                    <a:pt x="0" y="4"/>
                    <a:pt x="1" y="4"/>
                    <a:pt x="1"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7" name="Google Shape;817;p48"/>
            <p:cNvSpPr/>
            <p:nvPr/>
          </p:nvSpPr>
          <p:spPr>
            <a:xfrm>
              <a:off x="8072270" y="2639241"/>
              <a:ext cx="15443" cy="15443"/>
            </a:xfrm>
            <a:custGeom>
              <a:avLst/>
              <a:gdLst/>
              <a:ahLst/>
              <a:cxnLst/>
              <a:rect l="l" t="t" r="r" b="b"/>
              <a:pathLst>
                <a:path w="6" h="6" extrusionOk="0">
                  <a:moveTo>
                    <a:pt x="3" y="0"/>
                  </a:moveTo>
                  <a:cubicBezTo>
                    <a:pt x="2" y="0"/>
                    <a:pt x="2" y="1"/>
                    <a:pt x="1" y="1"/>
                  </a:cubicBezTo>
                  <a:cubicBezTo>
                    <a:pt x="1" y="2"/>
                    <a:pt x="0" y="2"/>
                    <a:pt x="0" y="3"/>
                  </a:cubicBezTo>
                  <a:cubicBezTo>
                    <a:pt x="0" y="4"/>
                    <a:pt x="1" y="5"/>
                    <a:pt x="1" y="5"/>
                  </a:cubicBezTo>
                  <a:cubicBezTo>
                    <a:pt x="2" y="6"/>
                    <a:pt x="2" y="6"/>
                    <a:pt x="3" y="6"/>
                  </a:cubicBezTo>
                  <a:cubicBezTo>
                    <a:pt x="4" y="6"/>
                    <a:pt x="5" y="6"/>
                    <a:pt x="5" y="5"/>
                  </a:cubicBezTo>
                  <a:cubicBezTo>
                    <a:pt x="6" y="5"/>
                    <a:pt x="6" y="4"/>
                    <a:pt x="6" y="3"/>
                  </a:cubicBezTo>
                  <a:cubicBezTo>
                    <a:pt x="6" y="2"/>
                    <a:pt x="6" y="2"/>
                    <a:pt x="5" y="1"/>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8" name="Google Shape;818;p48"/>
            <p:cNvSpPr/>
            <p:nvPr/>
          </p:nvSpPr>
          <p:spPr>
            <a:xfrm>
              <a:off x="8279652" y="2639241"/>
              <a:ext cx="15443" cy="15443"/>
            </a:xfrm>
            <a:custGeom>
              <a:avLst/>
              <a:gdLst/>
              <a:ahLst/>
              <a:cxnLst/>
              <a:rect l="l" t="t" r="r" b="b"/>
              <a:pathLst>
                <a:path w="6" h="6" extrusionOk="0">
                  <a:moveTo>
                    <a:pt x="3" y="6"/>
                  </a:moveTo>
                  <a:cubicBezTo>
                    <a:pt x="4" y="6"/>
                    <a:pt x="4" y="6"/>
                    <a:pt x="5" y="5"/>
                  </a:cubicBezTo>
                  <a:cubicBezTo>
                    <a:pt x="5" y="5"/>
                    <a:pt x="6" y="4"/>
                    <a:pt x="6" y="3"/>
                  </a:cubicBezTo>
                  <a:cubicBezTo>
                    <a:pt x="6" y="2"/>
                    <a:pt x="5" y="2"/>
                    <a:pt x="5" y="1"/>
                  </a:cubicBezTo>
                  <a:cubicBezTo>
                    <a:pt x="4" y="1"/>
                    <a:pt x="4" y="0"/>
                    <a:pt x="3" y="0"/>
                  </a:cubicBezTo>
                  <a:cubicBezTo>
                    <a:pt x="2" y="0"/>
                    <a:pt x="2" y="1"/>
                    <a:pt x="1" y="1"/>
                  </a:cubicBezTo>
                  <a:cubicBezTo>
                    <a:pt x="0" y="2"/>
                    <a:pt x="0" y="2"/>
                    <a:pt x="0" y="3"/>
                  </a:cubicBezTo>
                  <a:cubicBezTo>
                    <a:pt x="0" y="4"/>
                    <a:pt x="0" y="5"/>
                    <a:pt x="1" y="5"/>
                  </a:cubicBezTo>
                  <a:cubicBezTo>
                    <a:pt x="2" y="6"/>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19" name="Google Shape;819;p48"/>
          <p:cNvGrpSpPr/>
          <p:nvPr/>
        </p:nvGrpSpPr>
        <p:grpSpPr>
          <a:xfrm>
            <a:off x="728430" y="2576365"/>
            <a:ext cx="377258" cy="375051"/>
            <a:chOff x="726775" y="2576365"/>
            <a:chExt cx="377258" cy="375051"/>
          </a:xfrm>
        </p:grpSpPr>
        <p:sp>
          <p:nvSpPr>
            <p:cNvPr id="820" name="Google Shape;820;p48"/>
            <p:cNvSpPr/>
            <p:nvPr/>
          </p:nvSpPr>
          <p:spPr>
            <a:xfrm>
              <a:off x="810610" y="2576365"/>
              <a:ext cx="87145" cy="83835"/>
            </a:xfrm>
            <a:custGeom>
              <a:avLst/>
              <a:gdLst/>
              <a:ahLst/>
              <a:cxnLst/>
              <a:rect l="l" t="t" r="r" b="b"/>
              <a:pathLst>
                <a:path w="33" h="32" extrusionOk="0">
                  <a:moveTo>
                    <a:pt x="17" y="32"/>
                  </a:moveTo>
                  <a:cubicBezTo>
                    <a:pt x="26" y="32"/>
                    <a:pt x="33" y="25"/>
                    <a:pt x="33" y="16"/>
                  </a:cubicBezTo>
                  <a:cubicBezTo>
                    <a:pt x="33" y="7"/>
                    <a:pt x="26" y="0"/>
                    <a:pt x="17" y="0"/>
                  </a:cubicBezTo>
                  <a:cubicBezTo>
                    <a:pt x="8" y="0"/>
                    <a:pt x="0" y="7"/>
                    <a:pt x="0" y="16"/>
                  </a:cubicBezTo>
                  <a:cubicBezTo>
                    <a:pt x="0" y="25"/>
                    <a:pt x="8" y="32"/>
                    <a:pt x="17" y="32"/>
                  </a:cubicBezTo>
                  <a:close/>
                  <a:moveTo>
                    <a:pt x="17" y="5"/>
                  </a:moveTo>
                  <a:cubicBezTo>
                    <a:pt x="22" y="5"/>
                    <a:pt x="27" y="10"/>
                    <a:pt x="27" y="16"/>
                  </a:cubicBezTo>
                  <a:cubicBezTo>
                    <a:pt x="27" y="22"/>
                    <a:pt x="22" y="26"/>
                    <a:pt x="17" y="26"/>
                  </a:cubicBezTo>
                  <a:cubicBezTo>
                    <a:pt x="11" y="26"/>
                    <a:pt x="6" y="22"/>
                    <a:pt x="6" y="16"/>
                  </a:cubicBezTo>
                  <a:cubicBezTo>
                    <a:pt x="6" y="10"/>
                    <a:pt x="11" y="5"/>
                    <a:pt x="17"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1" name="Google Shape;821;p48"/>
            <p:cNvSpPr/>
            <p:nvPr/>
          </p:nvSpPr>
          <p:spPr>
            <a:xfrm>
              <a:off x="844806" y="2736313"/>
              <a:ext cx="15443" cy="15443"/>
            </a:xfrm>
            <a:custGeom>
              <a:avLst/>
              <a:gdLst/>
              <a:ahLst/>
              <a:cxnLst/>
              <a:rect l="l" t="t" r="r" b="b"/>
              <a:pathLst>
                <a:path w="6" h="6" extrusionOk="0">
                  <a:moveTo>
                    <a:pt x="2" y="1"/>
                  </a:moveTo>
                  <a:cubicBezTo>
                    <a:pt x="2" y="1"/>
                    <a:pt x="2" y="1"/>
                    <a:pt x="2" y="1"/>
                  </a:cubicBezTo>
                  <a:cubicBezTo>
                    <a:pt x="1" y="1"/>
                    <a:pt x="0" y="3"/>
                    <a:pt x="0" y="4"/>
                  </a:cubicBezTo>
                  <a:cubicBezTo>
                    <a:pt x="1" y="5"/>
                    <a:pt x="2" y="6"/>
                    <a:pt x="3" y="6"/>
                  </a:cubicBezTo>
                  <a:cubicBezTo>
                    <a:pt x="3" y="6"/>
                    <a:pt x="4" y="6"/>
                    <a:pt x="4" y="6"/>
                  </a:cubicBezTo>
                  <a:cubicBezTo>
                    <a:pt x="4" y="6"/>
                    <a:pt x="4" y="6"/>
                    <a:pt x="4" y="6"/>
                  </a:cubicBezTo>
                  <a:cubicBezTo>
                    <a:pt x="6" y="5"/>
                    <a:pt x="6" y="4"/>
                    <a:pt x="6" y="2"/>
                  </a:cubicBezTo>
                  <a:cubicBezTo>
                    <a:pt x="5" y="1"/>
                    <a:pt x="4" y="0"/>
                    <a:pt x="2"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2" name="Google Shape;822;p48"/>
            <p:cNvSpPr/>
            <p:nvPr/>
          </p:nvSpPr>
          <p:spPr>
            <a:xfrm>
              <a:off x="726775" y="2626004"/>
              <a:ext cx="377258" cy="325413"/>
            </a:xfrm>
            <a:custGeom>
              <a:avLst/>
              <a:gdLst/>
              <a:ahLst/>
              <a:cxnLst/>
              <a:rect l="l" t="t" r="r" b="b"/>
              <a:pathLst>
                <a:path w="144" h="124" extrusionOk="0">
                  <a:moveTo>
                    <a:pt x="134" y="19"/>
                  </a:moveTo>
                  <a:cubicBezTo>
                    <a:pt x="137" y="19"/>
                    <a:pt x="137" y="19"/>
                    <a:pt x="137" y="19"/>
                  </a:cubicBezTo>
                  <a:cubicBezTo>
                    <a:pt x="141" y="19"/>
                    <a:pt x="144" y="16"/>
                    <a:pt x="144" y="12"/>
                  </a:cubicBezTo>
                  <a:cubicBezTo>
                    <a:pt x="144" y="10"/>
                    <a:pt x="144" y="10"/>
                    <a:pt x="144" y="10"/>
                  </a:cubicBezTo>
                  <a:cubicBezTo>
                    <a:pt x="144" y="7"/>
                    <a:pt x="142" y="4"/>
                    <a:pt x="139" y="3"/>
                  </a:cubicBezTo>
                  <a:cubicBezTo>
                    <a:pt x="135" y="1"/>
                    <a:pt x="135" y="1"/>
                    <a:pt x="135" y="1"/>
                  </a:cubicBezTo>
                  <a:cubicBezTo>
                    <a:pt x="133" y="0"/>
                    <a:pt x="130" y="0"/>
                    <a:pt x="128" y="0"/>
                  </a:cubicBezTo>
                  <a:cubicBezTo>
                    <a:pt x="122" y="0"/>
                    <a:pt x="117" y="3"/>
                    <a:pt x="114" y="7"/>
                  </a:cubicBezTo>
                  <a:cubicBezTo>
                    <a:pt x="114" y="8"/>
                    <a:pt x="114" y="8"/>
                    <a:pt x="114" y="8"/>
                  </a:cubicBezTo>
                  <a:cubicBezTo>
                    <a:pt x="111" y="13"/>
                    <a:pt x="109" y="19"/>
                    <a:pt x="109" y="24"/>
                  </a:cubicBezTo>
                  <a:cubicBezTo>
                    <a:pt x="109" y="30"/>
                    <a:pt x="110" y="35"/>
                    <a:pt x="113" y="40"/>
                  </a:cubicBezTo>
                  <a:cubicBezTo>
                    <a:pt x="118" y="48"/>
                    <a:pt x="118" y="48"/>
                    <a:pt x="118" y="48"/>
                  </a:cubicBezTo>
                  <a:cubicBezTo>
                    <a:pt x="119" y="52"/>
                    <a:pt x="119" y="57"/>
                    <a:pt x="115" y="59"/>
                  </a:cubicBezTo>
                  <a:cubicBezTo>
                    <a:pt x="112" y="62"/>
                    <a:pt x="108" y="62"/>
                    <a:pt x="105" y="60"/>
                  </a:cubicBezTo>
                  <a:cubicBezTo>
                    <a:pt x="87" y="48"/>
                    <a:pt x="87" y="48"/>
                    <a:pt x="87" y="48"/>
                  </a:cubicBezTo>
                  <a:cubicBezTo>
                    <a:pt x="80" y="43"/>
                    <a:pt x="71" y="40"/>
                    <a:pt x="62" y="40"/>
                  </a:cubicBezTo>
                  <a:cubicBezTo>
                    <a:pt x="61" y="40"/>
                    <a:pt x="59" y="40"/>
                    <a:pt x="57" y="40"/>
                  </a:cubicBezTo>
                  <a:cubicBezTo>
                    <a:pt x="56" y="40"/>
                    <a:pt x="55" y="42"/>
                    <a:pt x="55" y="43"/>
                  </a:cubicBezTo>
                  <a:cubicBezTo>
                    <a:pt x="55" y="45"/>
                    <a:pt x="57" y="46"/>
                    <a:pt x="58" y="46"/>
                  </a:cubicBezTo>
                  <a:cubicBezTo>
                    <a:pt x="60" y="46"/>
                    <a:pt x="61" y="45"/>
                    <a:pt x="62" y="45"/>
                  </a:cubicBezTo>
                  <a:cubicBezTo>
                    <a:pt x="70" y="45"/>
                    <a:pt x="78" y="48"/>
                    <a:pt x="84" y="52"/>
                  </a:cubicBezTo>
                  <a:cubicBezTo>
                    <a:pt x="102" y="64"/>
                    <a:pt x="102" y="64"/>
                    <a:pt x="102" y="64"/>
                  </a:cubicBezTo>
                  <a:cubicBezTo>
                    <a:pt x="104" y="66"/>
                    <a:pt x="107" y="67"/>
                    <a:pt x="110" y="67"/>
                  </a:cubicBezTo>
                  <a:cubicBezTo>
                    <a:pt x="113" y="67"/>
                    <a:pt x="116" y="66"/>
                    <a:pt x="119" y="64"/>
                  </a:cubicBezTo>
                  <a:cubicBezTo>
                    <a:pt x="124" y="59"/>
                    <a:pt x="126" y="52"/>
                    <a:pt x="122" y="46"/>
                  </a:cubicBezTo>
                  <a:cubicBezTo>
                    <a:pt x="118" y="37"/>
                    <a:pt x="118" y="37"/>
                    <a:pt x="118" y="37"/>
                  </a:cubicBezTo>
                  <a:cubicBezTo>
                    <a:pt x="116" y="33"/>
                    <a:pt x="115" y="29"/>
                    <a:pt x="115" y="24"/>
                  </a:cubicBezTo>
                  <a:cubicBezTo>
                    <a:pt x="115" y="20"/>
                    <a:pt x="116" y="15"/>
                    <a:pt x="118" y="11"/>
                  </a:cubicBezTo>
                  <a:cubicBezTo>
                    <a:pt x="119" y="10"/>
                    <a:pt x="119" y="10"/>
                    <a:pt x="119" y="10"/>
                  </a:cubicBezTo>
                  <a:cubicBezTo>
                    <a:pt x="121" y="7"/>
                    <a:pt x="126" y="5"/>
                    <a:pt x="130" y="6"/>
                  </a:cubicBezTo>
                  <a:cubicBezTo>
                    <a:pt x="131" y="6"/>
                    <a:pt x="132" y="6"/>
                    <a:pt x="133" y="6"/>
                  </a:cubicBezTo>
                  <a:cubicBezTo>
                    <a:pt x="137" y="8"/>
                    <a:pt x="137" y="8"/>
                    <a:pt x="137" y="8"/>
                  </a:cubicBezTo>
                  <a:cubicBezTo>
                    <a:pt x="138" y="9"/>
                    <a:pt x="138" y="9"/>
                    <a:pt x="138" y="10"/>
                  </a:cubicBezTo>
                  <a:cubicBezTo>
                    <a:pt x="138" y="12"/>
                    <a:pt x="138" y="12"/>
                    <a:pt x="138" y="12"/>
                  </a:cubicBezTo>
                  <a:cubicBezTo>
                    <a:pt x="138" y="13"/>
                    <a:pt x="137" y="13"/>
                    <a:pt x="137" y="13"/>
                  </a:cubicBezTo>
                  <a:cubicBezTo>
                    <a:pt x="133" y="13"/>
                    <a:pt x="133" y="13"/>
                    <a:pt x="133" y="13"/>
                  </a:cubicBezTo>
                  <a:cubicBezTo>
                    <a:pt x="132" y="13"/>
                    <a:pt x="132" y="14"/>
                    <a:pt x="132" y="14"/>
                  </a:cubicBezTo>
                  <a:cubicBezTo>
                    <a:pt x="127" y="15"/>
                    <a:pt x="123" y="19"/>
                    <a:pt x="123" y="24"/>
                  </a:cubicBezTo>
                  <a:cubicBezTo>
                    <a:pt x="123" y="25"/>
                    <a:pt x="123" y="25"/>
                    <a:pt x="123" y="25"/>
                  </a:cubicBezTo>
                  <a:cubicBezTo>
                    <a:pt x="123" y="27"/>
                    <a:pt x="123" y="28"/>
                    <a:pt x="124" y="30"/>
                  </a:cubicBezTo>
                  <a:cubicBezTo>
                    <a:pt x="128" y="39"/>
                    <a:pt x="128" y="39"/>
                    <a:pt x="128" y="39"/>
                  </a:cubicBezTo>
                  <a:cubicBezTo>
                    <a:pt x="130" y="44"/>
                    <a:pt x="131" y="49"/>
                    <a:pt x="131" y="54"/>
                  </a:cubicBezTo>
                  <a:cubicBezTo>
                    <a:pt x="131" y="56"/>
                    <a:pt x="131" y="56"/>
                    <a:pt x="131" y="56"/>
                  </a:cubicBezTo>
                  <a:cubicBezTo>
                    <a:pt x="131" y="64"/>
                    <a:pt x="129" y="72"/>
                    <a:pt x="124" y="78"/>
                  </a:cubicBezTo>
                  <a:cubicBezTo>
                    <a:pt x="117" y="86"/>
                    <a:pt x="108" y="90"/>
                    <a:pt x="97" y="90"/>
                  </a:cubicBezTo>
                  <a:cubicBezTo>
                    <a:pt x="88" y="90"/>
                    <a:pt x="88" y="90"/>
                    <a:pt x="88" y="90"/>
                  </a:cubicBezTo>
                  <a:cubicBezTo>
                    <a:pt x="88" y="77"/>
                    <a:pt x="88" y="77"/>
                    <a:pt x="88" y="77"/>
                  </a:cubicBezTo>
                  <a:cubicBezTo>
                    <a:pt x="88" y="75"/>
                    <a:pt x="87" y="74"/>
                    <a:pt x="86" y="74"/>
                  </a:cubicBezTo>
                  <a:cubicBezTo>
                    <a:pt x="84" y="74"/>
                    <a:pt x="83" y="75"/>
                    <a:pt x="83" y="77"/>
                  </a:cubicBezTo>
                  <a:cubicBezTo>
                    <a:pt x="83" y="98"/>
                    <a:pt x="83" y="98"/>
                    <a:pt x="83" y="98"/>
                  </a:cubicBezTo>
                  <a:cubicBezTo>
                    <a:pt x="77" y="98"/>
                    <a:pt x="77" y="98"/>
                    <a:pt x="77" y="98"/>
                  </a:cubicBezTo>
                  <a:cubicBezTo>
                    <a:pt x="77" y="77"/>
                    <a:pt x="77" y="77"/>
                    <a:pt x="77" y="77"/>
                  </a:cubicBezTo>
                  <a:cubicBezTo>
                    <a:pt x="77" y="75"/>
                    <a:pt x="76" y="74"/>
                    <a:pt x="75" y="74"/>
                  </a:cubicBezTo>
                  <a:cubicBezTo>
                    <a:pt x="73" y="74"/>
                    <a:pt x="72" y="75"/>
                    <a:pt x="72" y="77"/>
                  </a:cubicBezTo>
                  <a:cubicBezTo>
                    <a:pt x="72" y="90"/>
                    <a:pt x="72" y="90"/>
                    <a:pt x="72" y="90"/>
                  </a:cubicBezTo>
                  <a:cubicBezTo>
                    <a:pt x="61" y="90"/>
                    <a:pt x="61" y="90"/>
                    <a:pt x="61" y="90"/>
                  </a:cubicBezTo>
                  <a:cubicBezTo>
                    <a:pt x="61" y="77"/>
                    <a:pt x="61" y="77"/>
                    <a:pt x="61" y="77"/>
                  </a:cubicBezTo>
                  <a:cubicBezTo>
                    <a:pt x="61" y="75"/>
                    <a:pt x="60" y="74"/>
                    <a:pt x="59" y="74"/>
                  </a:cubicBezTo>
                  <a:cubicBezTo>
                    <a:pt x="57" y="73"/>
                    <a:pt x="55" y="75"/>
                    <a:pt x="55" y="76"/>
                  </a:cubicBezTo>
                  <a:cubicBezTo>
                    <a:pt x="55" y="98"/>
                    <a:pt x="55" y="98"/>
                    <a:pt x="55" y="98"/>
                  </a:cubicBezTo>
                  <a:cubicBezTo>
                    <a:pt x="50" y="98"/>
                    <a:pt x="50" y="98"/>
                    <a:pt x="50" y="98"/>
                  </a:cubicBezTo>
                  <a:cubicBezTo>
                    <a:pt x="50" y="92"/>
                    <a:pt x="50" y="92"/>
                    <a:pt x="50" y="92"/>
                  </a:cubicBezTo>
                  <a:cubicBezTo>
                    <a:pt x="50" y="91"/>
                    <a:pt x="50" y="89"/>
                    <a:pt x="48" y="89"/>
                  </a:cubicBezTo>
                  <a:cubicBezTo>
                    <a:pt x="44" y="88"/>
                    <a:pt x="41" y="84"/>
                    <a:pt x="41" y="80"/>
                  </a:cubicBezTo>
                  <a:cubicBezTo>
                    <a:pt x="41" y="77"/>
                    <a:pt x="41" y="77"/>
                    <a:pt x="41" y="77"/>
                  </a:cubicBezTo>
                  <a:cubicBezTo>
                    <a:pt x="41" y="77"/>
                    <a:pt x="40" y="74"/>
                    <a:pt x="38" y="74"/>
                  </a:cubicBezTo>
                  <a:cubicBezTo>
                    <a:pt x="37" y="74"/>
                    <a:pt x="35" y="75"/>
                    <a:pt x="35" y="77"/>
                  </a:cubicBezTo>
                  <a:cubicBezTo>
                    <a:pt x="35" y="79"/>
                    <a:pt x="35" y="79"/>
                    <a:pt x="35" y="79"/>
                  </a:cubicBezTo>
                  <a:cubicBezTo>
                    <a:pt x="25" y="89"/>
                    <a:pt x="25" y="89"/>
                    <a:pt x="25" y="89"/>
                  </a:cubicBezTo>
                  <a:cubicBezTo>
                    <a:pt x="21" y="93"/>
                    <a:pt x="20" y="98"/>
                    <a:pt x="21" y="103"/>
                  </a:cubicBezTo>
                  <a:cubicBezTo>
                    <a:pt x="23" y="109"/>
                    <a:pt x="28" y="112"/>
                    <a:pt x="34" y="112"/>
                  </a:cubicBezTo>
                  <a:cubicBezTo>
                    <a:pt x="51" y="112"/>
                    <a:pt x="51" y="112"/>
                    <a:pt x="51" y="112"/>
                  </a:cubicBezTo>
                  <a:cubicBezTo>
                    <a:pt x="55" y="112"/>
                    <a:pt x="59" y="113"/>
                    <a:pt x="62" y="114"/>
                  </a:cubicBezTo>
                  <a:cubicBezTo>
                    <a:pt x="62" y="114"/>
                    <a:pt x="62" y="114"/>
                    <a:pt x="62" y="114"/>
                  </a:cubicBezTo>
                  <a:cubicBezTo>
                    <a:pt x="66" y="114"/>
                    <a:pt x="73" y="118"/>
                    <a:pt x="73" y="118"/>
                  </a:cubicBezTo>
                  <a:cubicBezTo>
                    <a:pt x="29" y="118"/>
                    <a:pt x="29" y="118"/>
                    <a:pt x="29" y="118"/>
                  </a:cubicBezTo>
                  <a:cubicBezTo>
                    <a:pt x="24" y="118"/>
                    <a:pt x="19" y="117"/>
                    <a:pt x="15" y="114"/>
                  </a:cubicBezTo>
                  <a:cubicBezTo>
                    <a:pt x="9" y="112"/>
                    <a:pt x="6" y="106"/>
                    <a:pt x="6" y="100"/>
                  </a:cubicBezTo>
                  <a:cubicBezTo>
                    <a:pt x="6" y="97"/>
                    <a:pt x="7" y="94"/>
                    <a:pt x="9" y="91"/>
                  </a:cubicBezTo>
                  <a:cubicBezTo>
                    <a:pt x="18" y="79"/>
                    <a:pt x="18" y="79"/>
                    <a:pt x="18" y="79"/>
                  </a:cubicBezTo>
                  <a:cubicBezTo>
                    <a:pt x="21" y="74"/>
                    <a:pt x="25" y="69"/>
                    <a:pt x="29" y="64"/>
                  </a:cubicBezTo>
                  <a:cubicBezTo>
                    <a:pt x="34" y="58"/>
                    <a:pt x="34" y="58"/>
                    <a:pt x="34" y="58"/>
                  </a:cubicBezTo>
                  <a:cubicBezTo>
                    <a:pt x="36" y="56"/>
                    <a:pt x="38" y="54"/>
                    <a:pt x="40" y="53"/>
                  </a:cubicBezTo>
                  <a:cubicBezTo>
                    <a:pt x="41" y="52"/>
                    <a:pt x="41" y="50"/>
                    <a:pt x="41" y="49"/>
                  </a:cubicBezTo>
                  <a:cubicBezTo>
                    <a:pt x="40" y="48"/>
                    <a:pt x="38" y="47"/>
                    <a:pt x="37" y="48"/>
                  </a:cubicBezTo>
                  <a:cubicBezTo>
                    <a:pt x="34" y="50"/>
                    <a:pt x="32" y="52"/>
                    <a:pt x="30" y="55"/>
                  </a:cubicBezTo>
                  <a:cubicBezTo>
                    <a:pt x="25" y="61"/>
                    <a:pt x="25" y="61"/>
                    <a:pt x="25" y="61"/>
                  </a:cubicBezTo>
                  <a:cubicBezTo>
                    <a:pt x="21" y="65"/>
                    <a:pt x="17" y="70"/>
                    <a:pt x="13" y="76"/>
                  </a:cubicBezTo>
                  <a:cubicBezTo>
                    <a:pt x="4" y="88"/>
                    <a:pt x="4" y="88"/>
                    <a:pt x="4" y="88"/>
                  </a:cubicBezTo>
                  <a:cubicBezTo>
                    <a:pt x="2" y="92"/>
                    <a:pt x="1" y="96"/>
                    <a:pt x="1" y="100"/>
                  </a:cubicBezTo>
                  <a:cubicBezTo>
                    <a:pt x="1" y="106"/>
                    <a:pt x="3" y="111"/>
                    <a:pt x="7" y="115"/>
                  </a:cubicBezTo>
                  <a:cubicBezTo>
                    <a:pt x="5" y="116"/>
                    <a:pt x="3" y="117"/>
                    <a:pt x="2" y="118"/>
                  </a:cubicBezTo>
                  <a:cubicBezTo>
                    <a:pt x="1" y="119"/>
                    <a:pt x="0" y="120"/>
                    <a:pt x="1" y="122"/>
                  </a:cubicBezTo>
                  <a:cubicBezTo>
                    <a:pt x="1" y="123"/>
                    <a:pt x="2" y="124"/>
                    <a:pt x="3" y="124"/>
                  </a:cubicBezTo>
                  <a:cubicBezTo>
                    <a:pt x="141" y="124"/>
                    <a:pt x="141" y="124"/>
                    <a:pt x="141" y="124"/>
                  </a:cubicBezTo>
                  <a:cubicBezTo>
                    <a:pt x="142" y="124"/>
                    <a:pt x="143" y="123"/>
                    <a:pt x="144" y="122"/>
                  </a:cubicBezTo>
                  <a:cubicBezTo>
                    <a:pt x="144" y="120"/>
                    <a:pt x="144" y="119"/>
                    <a:pt x="143" y="118"/>
                  </a:cubicBezTo>
                  <a:cubicBezTo>
                    <a:pt x="126" y="108"/>
                    <a:pt x="108" y="101"/>
                    <a:pt x="88" y="99"/>
                  </a:cubicBezTo>
                  <a:cubicBezTo>
                    <a:pt x="88" y="96"/>
                    <a:pt x="88" y="96"/>
                    <a:pt x="88" y="96"/>
                  </a:cubicBezTo>
                  <a:cubicBezTo>
                    <a:pt x="97" y="96"/>
                    <a:pt x="97" y="96"/>
                    <a:pt x="97" y="96"/>
                  </a:cubicBezTo>
                  <a:cubicBezTo>
                    <a:pt x="109" y="96"/>
                    <a:pt x="120" y="90"/>
                    <a:pt x="128" y="81"/>
                  </a:cubicBezTo>
                  <a:cubicBezTo>
                    <a:pt x="134" y="74"/>
                    <a:pt x="137" y="66"/>
                    <a:pt x="137" y="56"/>
                  </a:cubicBezTo>
                  <a:cubicBezTo>
                    <a:pt x="137" y="54"/>
                    <a:pt x="137" y="54"/>
                    <a:pt x="137" y="54"/>
                  </a:cubicBezTo>
                  <a:cubicBezTo>
                    <a:pt x="137" y="48"/>
                    <a:pt x="136" y="42"/>
                    <a:pt x="133" y="37"/>
                  </a:cubicBezTo>
                  <a:cubicBezTo>
                    <a:pt x="129" y="28"/>
                    <a:pt x="129" y="28"/>
                    <a:pt x="129" y="28"/>
                  </a:cubicBezTo>
                  <a:cubicBezTo>
                    <a:pt x="129" y="27"/>
                    <a:pt x="129" y="26"/>
                    <a:pt x="129" y="25"/>
                  </a:cubicBezTo>
                  <a:cubicBezTo>
                    <a:pt x="129" y="24"/>
                    <a:pt x="129" y="24"/>
                    <a:pt x="129" y="24"/>
                  </a:cubicBezTo>
                  <a:cubicBezTo>
                    <a:pt x="129" y="21"/>
                    <a:pt x="131" y="19"/>
                    <a:pt x="134" y="19"/>
                  </a:cubicBezTo>
                  <a:close/>
                  <a:moveTo>
                    <a:pt x="72" y="96"/>
                  </a:moveTo>
                  <a:cubicBezTo>
                    <a:pt x="72" y="98"/>
                    <a:pt x="72" y="98"/>
                    <a:pt x="72" y="98"/>
                  </a:cubicBezTo>
                  <a:cubicBezTo>
                    <a:pt x="68" y="98"/>
                    <a:pt x="64" y="98"/>
                    <a:pt x="61" y="98"/>
                  </a:cubicBezTo>
                  <a:cubicBezTo>
                    <a:pt x="61" y="96"/>
                    <a:pt x="61" y="96"/>
                    <a:pt x="61" y="96"/>
                  </a:cubicBezTo>
                  <a:cubicBezTo>
                    <a:pt x="72" y="96"/>
                    <a:pt x="72" y="96"/>
                    <a:pt x="72" y="96"/>
                  </a:cubicBezTo>
                  <a:close/>
                  <a:moveTo>
                    <a:pt x="28" y="93"/>
                  </a:moveTo>
                  <a:cubicBezTo>
                    <a:pt x="36" y="86"/>
                    <a:pt x="36" y="86"/>
                    <a:pt x="36" y="86"/>
                  </a:cubicBezTo>
                  <a:cubicBezTo>
                    <a:pt x="38" y="89"/>
                    <a:pt x="41" y="92"/>
                    <a:pt x="45" y="94"/>
                  </a:cubicBezTo>
                  <a:cubicBezTo>
                    <a:pt x="45" y="100"/>
                    <a:pt x="45" y="100"/>
                    <a:pt x="45" y="100"/>
                  </a:cubicBezTo>
                  <a:cubicBezTo>
                    <a:pt x="39" y="102"/>
                    <a:pt x="34" y="103"/>
                    <a:pt x="29" y="105"/>
                  </a:cubicBezTo>
                  <a:cubicBezTo>
                    <a:pt x="28" y="104"/>
                    <a:pt x="27" y="103"/>
                    <a:pt x="26" y="102"/>
                  </a:cubicBezTo>
                  <a:cubicBezTo>
                    <a:pt x="25" y="99"/>
                    <a:pt x="26" y="95"/>
                    <a:pt x="28" y="93"/>
                  </a:cubicBezTo>
                  <a:close/>
                  <a:moveTo>
                    <a:pt x="82" y="118"/>
                  </a:moveTo>
                  <a:cubicBezTo>
                    <a:pt x="77" y="113"/>
                    <a:pt x="71" y="109"/>
                    <a:pt x="64" y="108"/>
                  </a:cubicBezTo>
                  <a:cubicBezTo>
                    <a:pt x="63" y="108"/>
                    <a:pt x="63" y="108"/>
                    <a:pt x="63" y="108"/>
                  </a:cubicBezTo>
                  <a:cubicBezTo>
                    <a:pt x="59" y="107"/>
                    <a:pt x="55" y="107"/>
                    <a:pt x="51" y="107"/>
                  </a:cubicBezTo>
                  <a:cubicBezTo>
                    <a:pt x="42" y="107"/>
                    <a:pt x="42" y="107"/>
                    <a:pt x="42" y="107"/>
                  </a:cubicBezTo>
                  <a:cubicBezTo>
                    <a:pt x="52" y="104"/>
                    <a:pt x="62" y="103"/>
                    <a:pt x="72" y="103"/>
                  </a:cubicBezTo>
                  <a:cubicBezTo>
                    <a:pt x="93" y="103"/>
                    <a:pt x="113" y="108"/>
                    <a:pt x="131" y="118"/>
                  </a:cubicBezTo>
                  <a:lnTo>
                    <a:pt x="82" y="1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23" name="Google Shape;823;p48"/>
          <p:cNvGrpSpPr/>
          <p:nvPr/>
        </p:nvGrpSpPr>
        <p:grpSpPr>
          <a:xfrm>
            <a:off x="6429213" y="2584086"/>
            <a:ext cx="376155" cy="378361"/>
            <a:chOff x="6455136" y="2584086"/>
            <a:chExt cx="376155" cy="378361"/>
          </a:xfrm>
        </p:grpSpPr>
        <p:sp>
          <p:nvSpPr>
            <p:cNvPr id="824" name="Google Shape;824;p48"/>
            <p:cNvSpPr/>
            <p:nvPr/>
          </p:nvSpPr>
          <p:spPr>
            <a:xfrm>
              <a:off x="6455136" y="2584086"/>
              <a:ext cx="376155" cy="378361"/>
            </a:xfrm>
            <a:custGeom>
              <a:avLst/>
              <a:gdLst/>
              <a:ahLst/>
              <a:cxnLst/>
              <a:rect l="l" t="t" r="r" b="b"/>
              <a:pathLst>
                <a:path w="144" h="144" extrusionOk="0">
                  <a:moveTo>
                    <a:pt x="129" y="107"/>
                  </a:moveTo>
                  <a:cubicBezTo>
                    <a:pt x="129" y="46"/>
                    <a:pt x="129" y="46"/>
                    <a:pt x="129" y="46"/>
                  </a:cubicBezTo>
                  <a:cubicBezTo>
                    <a:pt x="129" y="45"/>
                    <a:pt x="128" y="44"/>
                    <a:pt x="128" y="44"/>
                  </a:cubicBezTo>
                  <a:cubicBezTo>
                    <a:pt x="121" y="39"/>
                    <a:pt x="121" y="39"/>
                    <a:pt x="121" y="39"/>
                  </a:cubicBezTo>
                  <a:cubicBezTo>
                    <a:pt x="126" y="35"/>
                    <a:pt x="126" y="35"/>
                    <a:pt x="126" y="35"/>
                  </a:cubicBezTo>
                  <a:cubicBezTo>
                    <a:pt x="127" y="35"/>
                    <a:pt x="127" y="34"/>
                    <a:pt x="127" y="33"/>
                  </a:cubicBezTo>
                  <a:cubicBezTo>
                    <a:pt x="127" y="32"/>
                    <a:pt x="127" y="31"/>
                    <a:pt x="126" y="31"/>
                  </a:cubicBezTo>
                  <a:cubicBezTo>
                    <a:pt x="121" y="27"/>
                    <a:pt x="121" y="27"/>
                    <a:pt x="121" y="27"/>
                  </a:cubicBezTo>
                  <a:cubicBezTo>
                    <a:pt x="121" y="25"/>
                    <a:pt x="121" y="25"/>
                    <a:pt x="121" y="25"/>
                  </a:cubicBezTo>
                  <a:cubicBezTo>
                    <a:pt x="126" y="25"/>
                    <a:pt x="126" y="25"/>
                    <a:pt x="126" y="25"/>
                  </a:cubicBezTo>
                  <a:cubicBezTo>
                    <a:pt x="128" y="25"/>
                    <a:pt x="129" y="24"/>
                    <a:pt x="129" y="22"/>
                  </a:cubicBezTo>
                  <a:cubicBezTo>
                    <a:pt x="129" y="17"/>
                    <a:pt x="129" y="17"/>
                    <a:pt x="129" y="17"/>
                  </a:cubicBezTo>
                  <a:cubicBezTo>
                    <a:pt x="129" y="8"/>
                    <a:pt x="121" y="0"/>
                    <a:pt x="112" y="0"/>
                  </a:cubicBezTo>
                  <a:cubicBezTo>
                    <a:pt x="17" y="0"/>
                    <a:pt x="17" y="0"/>
                    <a:pt x="17" y="0"/>
                  </a:cubicBezTo>
                  <a:cubicBezTo>
                    <a:pt x="17" y="0"/>
                    <a:pt x="17" y="0"/>
                    <a:pt x="17" y="0"/>
                  </a:cubicBezTo>
                  <a:cubicBezTo>
                    <a:pt x="17" y="0"/>
                    <a:pt x="17" y="0"/>
                    <a:pt x="16" y="0"/>
                  </a:cubicBezTo>
                  <a:cubicBezTo>
                    <a:pt x="12" y="0"/>
                    <a:pt x="8" y="3"/>
                    <a:pt x="5" y="6"/>
                  </a:cubicBezTo>
                  <a:cubicBezTo>
                    <a:pt x="2" y="10"/>
                    <a:pt x="0" y="15"/>
                    <a:pt x="0" y="20"/>
                  </a:cubicBezTo>
                  <a:cubicBezTo>
                    <a:pt x="0" y="30"/>
                    <a:pt x="7" y="37"/>
                    <a:pt x="14" y="37"/>
                  </a:cubicBezTo>
                  <a:cubicBezTo>
                    <a:pt x="30" y="37"/>
                    <a:pt x="30" y="37"/>
                    <a:pt x="30" y="37"/>
                  </a:cubicBezTo>
                  <a:cubicBezTo>
                    <a:pt x="30" y="82"/>
                    <a:pt x="30" y="82"/>
                    <a:pt x="30" y="82"/>
                  </a:cubicBezTo>
                  <a:cubicBezTo>
                    <a:pt x="30" y="83"/>
                    <a:pt x="30" y="84"/>
                    <a:pt x="31" y="84"/>
                  </a:cubicBezTo>
                  <a:cubicBezTo>
                    <a:pt x="36" y="88"/>
                    <a:pt x="36" y="88"/>
                    <a:pt x="36" y="88"/>
                  </a:cubicBezTo>
                  <a:cubicBezTo>
                    <a:pt x="31" y="93"/>
                    <a:pt x="31" y="93"/>
                    <a:pt x="31" y="93"/>
                  </a:cubicBezTo>
                  <a:cubicBezTo>
                    <a:pt x="30" y="93"/>
                    <a:pt x="30" y="94"/>
                    <a:pt x="30" y="95"/>
                  </a:cubicBezTo>
                  <a:cubicBezTo>
                    <a:pt x="30" y="119"/>
                    <a:pt x="30" y="119"/>
                    <a:pt x="30" y="119"/>
                  </a:cubicBezTo>
                  <a:cubicBezTo>
                    <a:pt x="30" y="119"/>
                    <a:pt x="30" y="119"/>
                    <a:pt x="30" y="120"/>
                  </a:cubicBezTo>
                  <a:cubicBezTo>
                    <a:pt x="30" y="120"/>
                    <a:pt x="30" y="120"/>
                    <a:pt x="30" y="120"/>
                  </a:cubicBezTo>
                  <a:cubicBezTo>
                    <a:pt x="30" y="127"/>
                    <a:pt x="31" y="133"/>
                    <a:pt x="35" y="137"/>
                  </a:cubicBezTo>
                  <a:cubicBezTo>
                    <a:pt x="38" y="141"/>
                    <a:pt x="43" y="144"/>
                    <a:pt x="48" y="144"/>
                  </a:cubicBezTo>
                  <a:cubicBezTo>
                    <a:pt x="125" y="144"/>
                    <a:pt x="125" y="144"/>
                    <a:pt x="125" y="144"/>
                  </a:cubicBezTo>
                  <a:cubicBezTo>
                    <a:pt x="135" y="144"/>
                    <a:pt x="143" y="136"/>
                    <a:pt x="144" y="126"/>
                  </a:cubicBezTo>
                  <a:cubicBezTo>
                    <a:pt x="144" y="117"/>
                    <a:pt x="138" y="109"/>
                    <a:pt x="129" y="107"/>
                  </a:cubicBezTo>
                  <a:close/>
                  <a:moveTo>
                    <a:pt x="23" y="32"/>
                  </a:moveTo>
                  <a:cubicBezTo>
                    <a:pt x="24" y="30"/>
                    <a:pt x="25" y="28"/>
                    <a:pt x="25" y="26"/>
                  </a:cubicBezTo>
                  <a:cubicBezTo>
                    <a:pt x="25" y="20"/>
                    <a:pt x="21" y="16"/>
                    <a:pt x="15" y="15"/>
                  </a:cubicBezTo>
                  <a:cubicBezTo>
                    <a:pt x="13" y="15"/>
                    <a:pt x="12" y="16"/>
                    <a:pt x="12" y="18"/>
                  </a:cubicBezTo>
                  <a:cubicBezTo>
                    <a:pt x="12" y="20"/>
                    <a:pt x="13" y="21"/>
                    <a:pt x="15" y="21"/>
                  </a:cubicBezTo>
                  <a:cubicBezTo>
                    <a:pt x="17" y="21"/>
                    <a:pt x="19" y="23"/>
                    <a:pt x="19" y="26"/>
                  </a:cubicBezTo>
                  <a:cubicBezTo>
                    <a:pt x="19" y="30"/>
                    <a:pt x="17" y="32"/>
                    <a:pt x="14" y="32"/>
                  </a:cubicBezTo>
                  <a:cubicBezTo>
                    <a:pt x="10" y="32"/>
                    <a:pt x="6" y="26"/>
                    <a:pt x="6" y="20"/>
                  </a:cubicBezTo>
                  <a:cubicBezTo>
                    <a:pt x="6" y="12"/>
                    <a:pt x="11" y="6"/>
                    <a:pt x="16" y="6"/>
                  </a:cubicBezTo>
                  <a:cubicBezTo>
                    <a:pt x="20" y="6"/>
                    <a:pt x="24" y="7"/>
                    <a:pt x="26" y="10"/>
                  </a:cubicBezTo>
                  <a:cubicBezTo>
                    <a:pt x="28" y="13"/>
                    <a:pt x="30" y="17"/>
                    <a:pt x="30" y="24"/>
                  </a:cubicBezTo>
                  <a:cubicBezTo>
                    <a:pt x="30" y="32"/>
                    <a:pt x="30" y="32"/>
                    <a:pt x="30" y="32"/>
                  </a:cubicBezTo>
                  <a:lnTo>
                    <a:pt x="23" y="32"/>
                  </a:lnTo>
                  <a:close/>
                  <a:moveTo>
                    <a:pt x="39" y="134"/>
                  </a:moveTo>
                  <a:cubicBezTo>
                    <a:pt x="37" y="131"/>
                    <a:pt x="35" y="126"/>
                    <a:pt x="35" y="120"/>
                  </a:cubicBezTo>
                  <a:cubicBezTo>
                    <a:pt x="35" y="120"/>
                    <a:pt x="35" y="120"/>
                    <a:pt x="35" y="120"/>
                  </a:cubicBezTo>
                  <a:cubicBezTo>
                    <a:pt x="35" y="119"/>
                    <a:pt x="35" y="119"/>
                    <a:pt x="35" y="119"/>
                  </a:cubicBezTo>
                  <a:cubicBezTo>
                    <a:pt x="35" y="96"/>
                    <a:pt x="35" y="96"/>
                    <a:pt x="35" y="96"/>
                  </a:cubicBezTo>
                  <a:cubicBezTo>
                    <a:pt x="43" y="89"/>
                    <a:pt x="43" y="89"/>
                    <a:pt x="43" y="89"/>
                  </a:cubicBezTo>
                  <a:cubicBezTo>
                    <a:pt x="44" y="89"/>
                    <a:pt x="44" y="88"/>
                    <a:pt x="44" y="87"/>
                  </a:cubicBezTo>
                  <a:cubicBezTo>
                    <a:pt x="44" y="86"/>
                    <a:pt x="43" y="85"/>
                    <a:pt x="43" y="85"/>
                  </a:cubicBezTo>
                  <a:cubicBezTo>
                    <a:pt x="35" y="80"/>
                    <a:pt x="35" y="80"/>
                    <a:pt x="35" y="80"/>
                  </a:cubicBezTo>
                  <a:cubicBezTo>
                    <a:pt x="35" y="24"/>
                    <a:pt x="35" y="24"/>
                    <a:pt x="35" y="24"/>
                  </a:cubicBezTo>
                  <a:cubicBezTo>
                    <a:pt x="35" y="16"/>
                    <a:pt x="33" y="10"/>
                    <a:pt x="30" y="6"/>
                  </a:cubicBezTo>
                  <a:cubicBezTo>
                    <a:pt x="112" y="6"/>
                    <a:pt x="112" y="6"/>
                    <a:pt x="112" y="6"/>
                  </a:cubicBezTo>
                  <a:cubicBezTo>
                    <a:pt x="118" y="6"/>
                    <a:pt x="123" y="11"/>
                    <a:pt x="123" y="17"/>
                  </a:cubicBezTo>
                  <a:cubicBezTo>
                    <a:pt x="123" y="20"/>
                    <a:pt x="123" y="20"/>
                    <a:pt x="123" y="20"/>
                  </a:cubicBezTo>
                  <a:cubicBezTo>
                    <a:pt x="118" y="20"/>
                    <a:pt x="118" y="20"/>
                    <a:pt x="118" y="20"/>
                  </a:cubicBezTo>
                  <a:cubicBezTo>
                    <a:pt x="117" y="20"/>
                    <a:pt x="116" y="21"/>
                    <a:pt x="116" y="22"/>
                  </a:cubicBezTo>
                  <a:cubicBezTo>
                    <a:pt x="116" y="28"/>
                    <a:pt x="116" y="28"/>
                    <a:pt x="116" y="28"/>
                  </a:cubicBezTo>
                  <a:cubicBezTo>
                    <a:pt x="116" y="29"/>
                    <a:pt x="116" y="30"/>
                    <a:pt x="117" y="31"/>
                  </a:cubicBezTo>
                  <a:cubicBezTo>
                    <a:pt x="120" y="33"/>
                    <a:pt x="120" y="33"/>
                    <a:pt x="120" y="33"/>
                  </a:cubicBezTo>
                  <a:cubicBezTo>
                    <a:pt x="114" y="36"/>
                    <a:pt x="114" y="36"/>
                    <a:pt x="114" y="36"/>
                  </a:cubicBezTo>
                  <a:cubicBezTo>
                    <a:pt x="113" y="37"/>
                    <a:pt x="113" y="38"/>
                    <a:pt x="113" y="39"/>
                  </a:cubicBezTo>
                  <a:cubicBezTo>
                    <a:pt x="113" y="40"/>
                    <a:pt x="113" y="40"/>
                    <a:pt x="114" y="41"/>
                  </a:cubicBezTo>
                  <a:cubicBezTo>
                    <a:pt x="123" y="48"/>
                    <a:pt x="123" y="48"/>
                    <a:pt x="123" y="48"/>
                  </a:cubicBezTo>
                  <a:cubicBezTo>
                    <a:pt x="123" y="107"/>
                    <a:pt x="123" y="107"/>
                    <a:pt x="123" y="107"/>
                  </a:cubicBezTo>
                  <a:cubicBezTo>
                    <a:pt x="52" y="107"/>
                    <a:pt x="52" y="107"/>
                    <a:pt x="52" y="107"/>
                  </a:cubicBezTo>
                  <a:cubicBezTo>
                    <a:pt x="52" y="107"/>
                    <a:pt x="52" y="107"/>
                    <a:pt x="52" y="107"/>
                  </a:cubicBezTo>
                  <a:cubicBezTo>
                    <a:pt x="51" y="107"/>
                    <a:pt x="51" y="107"/>
                    <a:pt x="51" y="107"/>
                  </a:cubicBezTo>
                  <a:cubicBezTo>
                    <a:pt x="45" y="107"/>
                    <a:pt x="40" y="112"/>
                    <a:pt x="40" y="118"/>
                  </a:cubicBezTo>
                  <a:cubicBezTo>
                    <a:pt x="40" y="124"/>
                    <a:pt x="44" y="129"/>
                    <a:pt x="50" y="129"/>
                  </a:cubicBezTo>
                  <a:cubicBezTo>
                    <a:pt x="52" y="129"/>
                    <a:pt x="53" y="128"/>
                    <a:pt x="53" y="126"/>
                  </a:cubicBezTo>
                  <a:cubicBezTo>
                    <a:pt x="53" y="124"/>
                    <a:pt x="52" y="123"/>
                    <a:pt x="50" y="123"/>
                  </a:cubicBezTo>
                  <a:cubicBezTo>
                    <a:pt x="47" y="123"/>
                    <a:pt x="46" y="121"/>
                    <a:pt x="46" y="118"/>
                  </a:cubicBezTo>
                  <a:cubicBezTo>
                    <a:pt x="46" y="114"/>
                    <a:pt x="48" y="112"/>
                    <a:pt x="51" y="112"/>
                  </a:cubicBezTo>
                  <a:cubicBezTo>
                    <a:pt x="55" y="112"/>
                    <a:pt x="59" y="118"/>
                    <a:pt x="59" y="124"/>
                  </a:cubicBezTo>
                  <a:cubicBezTo>
                    <a:pt x="59" y="132"/>
                    <a:pt x="54" y="138"/>
                    <a:pt x="48" y="138"/>
                  </a:cubicBezTo>
                  <a:cubicBezTo>
                    <a:pt x="45" y="138"/>
                    <a:pt x="42" y="137"/>
                    <a:pt x="39" y="134"/>
                  </a:cubicBezTo>
                  <a:close/>
                  <a:moveTo>
                    <a:pt x="125" y="138"/>
                  </a:moveTo>
                  <a:cubicBezTo>
                    <a:pt x="60" y="138"/>
                    <a:pt x="60" y="138"/>
                    <a:pt x="60" y="138"/>
                  </a:cubicBezTo>
                  <a:cubicBezTo>
                    <a:pt x="60" y="138"/>
                    <a:pt x="60" y="138"/>
                    <a:pt x="60" y="138"/>
                  </a:cubicBezTo>
                  <a:cubicBezTo>
                    <a:pt x="63" y="134"/>
                    <a:pt x="64" y="130"/>
                    <a:pt x="64" y="125"/>
                  </a:cubicBezTo>
                  <a:cubicBezTo>
                    <a:pt x="108" y="125"/>
                    <a:pt x="108" y="125"/>
                    <a:pt x="108" y="125"/>
                  </a:cubicBezTo>
                  <a:cubicBezTo>
                    <a:pt x="110" y="125"/>
                    <a:pt x="111" y="123"/>
                    <a:pt x="111" y="122"/>
                  </a:cubicBezTo>
                  <a:cubicBezTo>
                    <a:pt x="111" y="120"/>
                    <a:pt x="110" y="119"/>
                    <a:pt x="108" y="119"/>
                  </a:cubicBezTo>
                  <a:cubicBezTo>
                    <a:pt x="64" y="119"/>
                    <a:pt x="64" y="119"/>
                    <a:pt x="64" y="119"/>
                  </a:cubicBezTo>
                  <a:cubicBezTo>
                    <a:pt x="63" y="117"/>
                    <a:pt x="62" y="114"/>
                    <a:pt x="61" y="112"/>
                  </a:cubicBezTo>
                  <a:cubicBezTo>
                    <a:pt x="125" y="112"/>
                    <a:pt x="125" y="112"/>
                    <a:pt x="125" y="112"/>
                  </a:cubicBezTo>
                  <a:cubicBezTo>
                    <a:pt x="133" y="112"/>
                    <a:pt x="138" y="118"/>
                    <a:pt x="138" y="125"/>
                  </a:cubicBezTo>
                  <a:cubicBezTo>
                    <a:pt x="138" y="132"/>
                    <a:pt x="133" y="138"/>
                    <a:pt x="125"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5" name="Google Shape;825;p48"/>
            <p:cNvSpPr/>
            <p:nvPr/>
          </p:nvSpPr>
          <p:spPr>
            <a:xfrm>
              <a:off x="6588610" y="2641447"/>
              <a:ext cx="13237" cy="16547"/>
            </a:xfrm>
            <a:custGeom>
              <a:avLst/>
              <a:gdLst/>
              <a:ahLst/>
              <a:cxnLst/>
              <a:rect l="l" t="t" r="r" b="b"/>
              <a:pathLst>
                <a:path w="5" h="6" extrusionOk="0">
                  <a:moveTo>
                    <a:pt x="3" y="6"/>
                  </a:moveTo>
                  <a:cubicBezTo>
                    <a:pt x="3" y="6"/>
                    <a:pt x="4" y="5"/>
                    <a:pt x="4" y="5"/>
                  </a:cubicBezTo>
                  <a:cubicBezTo>
                    <a:pt x="5" y="4"/>
                    <a:pt x="5" y="4"/>
                    <a:pt x="5" y="3"/>
                  </a:cubicBezTo>
                  <a:cubicBezTo>
                    <a:pt x="5" y="2"/>
                    <a:pt x="5" y="2"/>
                    <a:pt x="4" y="1"/>
                  </a:cubicBezTo>
                  <a:cubicBezTo>
                    <a:pt x="4" y="0"/>
                    <a:pt x="3" y="0"/>
                    <a:pt x="3" y="0"/>
                  </a:cubicBezTo>
                  <a:cubicBezTo>
                    <a:pt x="2" y="0"/>
                    <a:pt x="1" y="0"/>
                    <a:pt x="1" y="1"/>
                  </a:cubicBezTo>
                  <a:cubicBezTo>
                    <a:pt x="0" y="2"/>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6" name="Google Shape;826;p48"/>
            <p:cNvSpPr/>
            <p:nvPr/>
          </p:nvSpPr>
          <p:spPr>
            <a:xfrm>
              <a:off x="6619497" y="2641447"/>
              <a:ext cx="120237" cy="16547"/>
            </a:xfrm>
            <a:custGeom>
              <a:avLst/>
              <a:gdLst/>
              <a:ahLst/>
              <a:cxnLst/>
              <a:rect l="l" t="t" r="r" b="b"/>
              <a:pathLst>
                <a:path w="46" h="6" extrusionOk="0">
                  <a:moveTo>
                    <a:pt x="2" y="6"/>
                  </a:moveTo>
                  <a:cubicBezTo>
                    <a:pt x="43" y="6"/>
                    <a:pt x="43" y="6"/>
                    <a:pt x="43" y="6"/>
                  </a:cubicBezTo>
                  <a:cubicBezTo>
                    <a:pt x="44" y="6"/>
                    <a:pt x="46" y="5"/>
                    <a:pt x="46" y="3"/>
                  </a:cubicBezTo>
                  <a:cubicBezTo>
                    <a:pt x="46" y="1"/>
                    <a:pt x="44" y="0"/>
                    <a:pt x="43" y="0"/>
                  </a:cubicBezTo>
                  <a:cubicBezTo>
                    <a:pt x="2" y="0"/>
                    <a:pt x="2" y="0"/>
                    <a:pt x="2" y="0"/>
                  </a:cubicBezTo>
                  <a:cubicBezTo>
                    <a:pt x="1" y="0"/>
                    <a:pt x="0" y="1"/>
                    <a:pt x="0" y="3"/>
                  </a:cubicBezTo>
                  <a:cubicBezTo>
                    <a:pt x="0" y="5"/>
                    <a:pt x="1"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7" name="Google Shape;827;p48"/>
            <p:cNvSpPr/>
            <p:nvPr/>
          </p:nvSpPr>
          <p:spPr>
            <a:xfrm>
              <a:off x="6588610" y="2684468"/>
              <a:ext cx="151124" cy="12134"/>
            </a:xfrm>
            <a:custGeom>
              <a:avLst/>
              <a:gdLst/>
              <a:ahLst/>
              <a:cxnLst/>
              <a:rect l="l" t="t" r="r" b="b"/>
              <a:pathLst>
                <a:path w="58" h="5" extrusionOk="0">
                  <a:moveTo>
                    <a:pt x="3" y="5"/>
                  </a:moveTo>
                  <a:cubicBezTo>
                    <a:pt x="55" y="5"/>
                    <a:pt x="55" y="5"/>
                    <a:pt x="55" y="5"/>
                  </a:cubicBezTo>
                  <a:cubicBezTo>
                    <a:pt x="56" y="5"/>
                    <a:pt x="58" y="4"/>
                    <a:pt x="58" y="3"/>
                  </a:cubicBezTo>
                  <a:cubicBezTo>
                    <a:pt x="58" y="1"/>
                    <a:pt x="56" y="0"/>
                    <a:pt x="55" y="0"/>
                  </a:cubicBezTo>
                  <a:cubicBezTo>
                    <a:pt x="3" y="0"/>
                    <a:pt x="3" y="0"/>
                    <a:pt x="3" y="0"/>
                  </a:cubicBezTo>
                  <a:cubicBezTo>
                    <a:pt x="1" y="0"/>
                    <a:pt x="0" y="1"/>
                    <a:pt x="0" y="3"/>
                  </a:cubicBezTo>
                  <a:cubicBezTo>
                    <a:pt x="0" y="4"/>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8" name="Google Shape;828;p48"/>
            <p:cNvSpPr/>
            <p:nvPr/>
          </p:nvSpPr>
          <p:spPr>
            <a:xfrm>
              <a:off x="6588610" y="2726385"/>
              <a:ext cx="151124" cy="12134"/>
            </a:xfrm>
            <a:custGeom>
              <a:avLst/>
              <a:gdLst/>
              <a:ahLst/>
              <a:cxnLst/>
              <a:rect l="l" t="t" r="r" b="b"/>
              <a:pathLst>
                <a:path w="58" h="5" extrusionOk="0">
                  <a:moveTo>
                    <a:pt x="3" y="5"/>
                  </a:moveTo>
                  <a:cubicBezTo>
                    <a:pt x="55" y="5"/>
                    <a:pt x="55" y="5"/>
                    <a:pt x="55" y="5"/>
                  </a:cubicBezTo>
                  <a:cubicBezTo>
                    <a:pt x="56" y="5"/>
                    <a:pt x="58" y="4"/>
                    <a:pt x="58" y="2"/>
                  </a:cubicBezTo>
                  <a:cubicBezTo>
                    <a:pt x="58" y="1"/>
                    <a:pt x="56" y="0"/>
                    <a:pt x="55" y="0"/>
                  </a:cubicBezTo>
                  <a:cubicBezTo>
                    <a:pt x="3" y="0"/>
                    <a:pt x="3" y="0"/>
                    <a:pt x="3" y="0"/>
                  </a:cubicBezTo>
                  <a:cubicBezTo>
                    <a:pt x="1" y="0"/>
                    <a:pt x="0" y="1"/>
                    <a:pt x="0" y="2"/>
                  </a:cubicBezTo>
                  <a:cubicBezTo>
                    <a:pt x="0" y="4"/>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9" name="Google Shape;829;p48"/>
            <p:cNvSpPr/>
            <p:nvPr/>
          </p:nvSpPr>
          <p:spPr>
            <a:xfrm>
              <a:off x="6588610" y="2764993"/>
              <a:ext cx="151124" cy="15443"/>
            </a:xfrm>
            <a:custGeom>
              <a:avLst/>
              <a:gdLst/>
              <a:ahLst/>
              <a:cxnLst/>
              <a:rect l="l" t="t" r="r" b="b"/>
              <a:pathLst>
                <a:path w="58" h="6" extrusionOk="0">
                  <a:moveTo>
                    <a:pt x="3" y="6"/>
                  </a:moveTo>
                  <a:cubicBezTo>
                    <a:pt x="55" y="6"/>
                    <a:pt x="55" y="6"/>
                    <a:pt x="55" y="6"/>
                  </a:cubicBezTo>
                  <a:cubicBezTo>
                    <a:pt x="56" y="6"/>
                    <a:pt x="58" y="5"/>
                    <a:pt x="58" y="3"/>
                  </a:cubicBezTo>
                  <a:cubicBezTo>
                    <a:pt x="58" y="1"/>
                    <a:pt x="56" y="0"/>
                    <a:pt x="55" y="0"/>
                  </a:cubicBezTo>
                  <a:cubicBezTo>
                    <a:pt x="3" y="0"/>
                    <a:pt x="3" y="0"/>
                    <a:pt x="3" y="0"/>
                  </a:cubicBezTo>
                  <a:cubicBezTo>
                    <a:pt x="1" y="0"/>
                    <a:pt x="0" y="1"/>
                    <a:pt x="0" y="3"/>
                  </a:cubicBezTo>
                  <a:cubicBezTo>
                    <a:pt x="0" y="5"/>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0" name="Google Shape;830;p48"/>
            <p:cNvSpPr/>
            <p:nvPr/>
          </p:nvSpPr>
          <p:spPr>
            <a:xfrm>
              <a:off x="6588610" y="2806911"/>
              <a:ext cx="151124" cy="16547"/>
            </a:xfrm>
            <a:custGeom>
              <a:avLst/>
              <a:gdLst/>
              <a:ahLst/>
              <a:cxnLst/>
              <a:rect l="l" t="t" r="r" b="b"/>
              <a:pathLst>
                <a:path w="58" h="6" extrusionOk="0">
                  <a:moveTo>
                    <a:pt x="3" y="6"/>
                  </a:moveTo>
                  <a:cubicBezTo>
                    <a:pt x="55" y="6"/>
                    <a:pt x="55" y="6"/>
                    <a:pt x="55" y="6"/>
                  </a:cubicBezTo>
                  <a:cubicBezTo>
                    <a:pt x="56" y="6"/>
                    <a:pt x="58" y="4"/>
                    <a:pt x="58" y="3"/>
                  </a:cubicBezTo>
                  <a:cubicBezTo>
                    <a:pt x="58" y="1"/>
                    <a:pt x="56" y="0"/>
                    <a:pt x="55" y="0"/>
                  </a:cubicBezTo>
                  <a:cubicBezTo>
                    <a:pt x="3" y="0"/>
                    <a:pt x="3" y="0"/>
                    <a:pt x="3" y="0"/>
                  </a:cubicBezTo>
                  <a:cubicBezTo>
                    <a:pt x="1" y="0"/>
                    <a:pt x="0" y="1"/>
                    <a:pt x="0" y="3"/>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1" name="Google Shape;831;p48"/>
            <p:cNvSpPr/>
            <p:nvPr/>
          </p:nvSpPr>
          <p:spPr>
            <a:xfrm>
              <a:off x="6758486" y="2896262"/>
              <a:ext cx="15443"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4" y="6"/>
                    <a:pt x="4" y="5"/>
                    <a:pt x="5" y="5"/>
                  </a:cubicBezTo>
                  <a:cubicBezTo>
                    <a:pt x="5" y="4"/>
                    <a:pt x="6" y="4"/>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32" name="Google Shape;832;p48"/>
          <p:cNvGrpSpPr/>
          <p:nvPr/>
        </p:nvGrpSpPr>
        <p:grpSpPr>
          <a:xfrm>
            <a:off x="7212961" y="2584086"/>
            <a:ext cx="376155" cy="378361"/>
            <a:chOff x="7198621" y="2584086"/>
            <a:chExt cx="376155" cy="378361"/>
          </a:xfrm>
        </p:grpSpPr>
        <p:sp>
          <p:nvSpPr>
            <p:cNvPr id="833" name="Google Shape;833;p48"/>
            <p:cNvSpPr/>
            <p:nvPr/>
          </p:nvSpPr>
          <p:spPr>
            <a:xfrm>
              <a:off x="7198621" y="2584086"/>
              <a:ext cx="376155" cy="378361"/>
            </a:xfrm>
            <a:custGeom>
              <a:avLst/>
              <a:gdLst/>
              <a:ahLst/>
              <a:cxnLst/>
              <a:rect l="l" t="t" r="r" b="b"/>
              <a:pathLst>
                <a:path w="144" h="144" extrusionOk="0">
                  <a:moveTo>
                    <a:pt x="132" y="103"/>
                  </a:moveTo>
                  <a:cubicBezTo>
                    <a:pt x="140" y="103"/>
                    <a:pt x="140" y="103"/>
                    <a:pt x="140" y="103"/>
                  </a:cubicBezTo>
                  <a:cubicBezTo>
                    <a:pt x="142" y="103"/>
                    <a:pt x="144" y="101"/>
                    <a:pt x="144" y="99"/>
                  </a:cubicBezTo>
                  <a:cubicBezTo>
                    <a:pt x="144" y="87"/>
                    <a:pt x="144" y="87"/>
                    <a:pt x="144" y="87"/>
                  </a:cubicBezTo>
                  <a:cubicBezTo>
                    <a:pt x="144" y="85"/>
                    <a:pt x="143" y="84"/>
                    <a:pt x="141" y="84"/>
                  </a:cubicBezTo>
                  <a:cubicBezTo>
                    <a:pt x="120" y="84"/>
                    <a:pt x="120" y="84"/>
                    <a:pt x="120" y="84"/>
                  </a:cubicBezTo>
                  <a:cubicBezTo>
                    <a:pt x="128" y="70"/>
                    <a:pt x="130" y="52"/>
                    <a:pt x="124" y="35"/>
                  </a:cubicBezTo>
                  <a:cubicBezTo>
                    <a:pt x="124" y="35"/>
                    <a:pt x="124" y="34"/>
                    <a:pt x="123" y="34"/>
                  </a:cubicBezTo>
                  <a:cubicBezTo>
                    <a:pt x="113" y="13"/>
                    <a:pt x="94" y="0"/>
                    <a:pt x="72" y="0"/>
                  </a:cubicBezTo>
                  <a:cubicBezTo>
                    <a:pt x="72" y="0"/>
                    <a:pt x="72" y="0"/>
                    <a:pt x="72" y="0"/>
                  </a:cubicBezTo>
                  <a:cubicBezTo>
                    <a:pt x="62" y="0"/>
                    <a:pt x="52" y="3"/>
                    <a:pt x="43" y="9"/>
                  </a:cubicBezTo>
                  <a:cubicBezTo>
                    <a:pt x="42" y="8"/>
                    <a:pt x="40" y="7"/>
                    <a:pt x="38" y="7"/>
                  </a:cubicBezTo>
                  <a:cubicBezTo>
                    <a:pt x="8" y="7"/>
                    <a:pt x="8" y="7"/>
                    <a:pt x="8" y="7"/>
                  </a:cubicBezTo>
                  <a:cubicBezTo>
                    <a:pt x="4" y="7"/>
                    <a:pt x="0" y="11"/>
                    <a:pt x="0" y="15"/>
                  </a:cubicBezTo>
                  <a:cubicBezTo>
                    <a:pt x="0" y="22"/>
                    <a:pt x="0" y="22"/>
                    <a:pt x="0" y="22"/>
                  </a:cubicBezTo>
                  <a:cubicBezTo>
                    <a:pt x="0" y="23"/>
                    <a:pt x="2" y="24"/>
                    <a:pt x="3" y="24"/>
                  </a:cubicBezTo>
                  <a:cubicBezTo>
                    <a:pt x="12" y="24"/>
                    <a:pt x="12" y="24"/>
                    <a:pt x="12" y="24"/>
                  </a:cubicBezTo>
                  <a:cubicBezTo>
                    <a:pt x="12" y="24"/>
                    <a:pt x="12" y="24"/>
                    <a:pt x="12" y="24"/>
                  </a:cubicBezTo>
                  <a:cubicBezTo>
                    <a:pt x="14" y="26"/>
                    <a:pt x="13" y="29"/>
                    <a:pt x="11" y="29"/>
                  </a:cubicBezTo>
                  <a:cubicBezTo>
                    <a:pt x="3" y="29"/>
                    <a:pt x="3" y="29"/>
                    <a:pt x="3" y="29"/>
                  </a:cubicBezTo>
                  <a:cubicBezTo>
                    <a:pt x="2" y="29"/>
                    <a:pt x="0" y="30"/>
                    <a:pt x="0" y="31"/>
                  </a:cubicBezTo>
                  <a:cubicBezTo>
                    <a:pt x="0" y="38"/>
                    <a:pt x="0" y="38"/>
                    <a:pt x="0" y="38"/>
                  </a:cubicBezTo>
                  <a:cubicBezTo>
                    <a:pt x="0" y="42"/>
                    <a:pt x="4" y="46"/>
                    <a:pt x="8" y="46"/>
                  </a:cubicBezTo>
                  <a:cubicBezTo>
                    <a:pt x="18" y="46"/>
                    <a:pt x="18" y="46"/>
                    <a:pt x="18" y="46"/>
                  </a:cubicBezTo>
                  <a:cubicBezTo>
                    <a:pt x="17" y="49"/>
                    <a:pt x="17" y="52"/>
                    <a:pt x="17" y="56"/>
                  </a:cubicBezTo>
                  <a:cubicBezTo>
                    <a:pt x="17" y="68"/>
                    <a:pt x="21" y="81"/>
                    <a:pt x="29" y="90"/>
                  </a:cubicBezTo>
                  <a:cubicBezTo>
                    <a:pt x="29" y="90"/>
                    <a:pt x="29" y="90"/>
                    <a:pt x="29" y="90"/>
                  </a:cubicBezTo>
                  <a:cubicBezTo>
                    <a:pt x="66" y="138"/>
                    <a:pt x="66" y="138"/>
                    <a:pt x="66" y="138"/>
                  </a:cubicBezTo>
                  <a:cubicBezTo>
                    <a:pt x="45" y="138"/>
                    <a:pt x="45" y="138"/>
                    <a:pt x="45" y="138"/>
                  </a:cubicBezTo>
                  <a:cubicBezTo>
                    <a:pt x="43" y="138"/>
                    <a:pt x="42" y="139"/>
                    <a:pt x="42" y="140"/>
                  </a:cubicBezTo>
                  <a:cubicBezTo>
                    <a:pt x="42" y="142"/>
                    <a:pt x="43" y="144"/>
                    <a:pt x="45" y="144"/>
                  </a:cubicBezTo>
                  <a:cubicBezTo>
                    <a:pt x="105" y="144"/>
                    <a:pt x="105" y="144"/>
                    <a:pt x="105" y="144"/>
                  </a:cubicBezTo>
                  <a:cubicBezTo>
                    <a:pt x="106" y="144"/>
                    <a:pt x="107" y="143"/>
                    <a:pt x="107" y="141"/>
                  </a:cubicBezTo>
                  <a:cubicBezTo>
                    <a:pt x="108" y="140"/>
                    <a:pt x="106" y="138"/>
                    <a:pt x="105" y="138"/>
                  </a:cubicBezTo>
                  <a:cubicBezTo>
                    <a:pt x="78" y="138"/>
                    <a:pt x="78" y="138"/>
                    <a:pt x="78" y="138"/>
                  </a:cubicBezTo>
                  <a:cubicBezTo>
                    <a:pt x="91" y="122"/>
                    <a:pt x="91" y="122"/>
                    <a:pt x="91" y="122"/>
                  </a:cubicBezTo>
                  <a:cubicBezTo>
                    <a:pt x="92" y="126"/>
                    <a:pt x="95" y="129"/>
                    <a:pt x="100" y="129"/>
                  </a:cubicBezTo>
                  <a:cubicBezTo>
                    <a:pt x="135" y="129"/>
                    <a:pt x="135" y="129"/>
                    <a:pt x="135" y="129"/>
                  </a:cubicBezTo>
                  <a:cubicBezTo>
                    <a:pt x="140" y="129"/>
                    <a:pt x="144" y="125"/>
                    <a:pt x="144" y="120"/>
                  </a:cubicBezTo>
                  <a:cubicBezTo>
                    <a:pt x="144" y="113"/>
                    <a:pt x="144" y="113"/>
                    <a:pt x="144" y="113"/>
                  </a:cubicBezTo>
                  <a:cubicBezTo>
                    <a:pt x="144" y="111"/>
                    <a:pt x="142" y="110"/>
                    <a:pt x="140" y="110"/>
                  </a:cubicBezTo>
                  <a:cubicBezTo>
                    <a:pt x="131" y="110"/>
                    <a:pt x="131" y="110"/>
                    <a:pt x="131" y="110"/>
                  </a:cubicBezTo>
                  <a:cubicBezTo>
                    <a:pt x="130" y="110"/>
                    <a:pt x="130" y="109"/>
                    <a:pt x="130" y="109"/>
                  </a:cubicBezTo>
                  <a:cubicBezTo>
                    <a:pt x="127" y="106"/>
                    <a:pt x="129" y="103"/>
                    <a:pt x="132" y="103"/>
                  </a:cubicBezTo>
                  <a:close/>
                  <a:moveTo>
                    <a:pt x="8" y="40"/>
                  </a:moveTo>
                  <a:cubicBezTo>
                    <a:pt x="7" y="40"/>
                    <a:pt x="6" y="39"/>
                    <a:pt x="6" y="38"/>
                  </a:cubicBezTo>
                  <a:cubicBezTo>
                    <a:pt x="6" y="35"/>
                    <a:pt x="6" y="35"/>
                    <a:pt x="6" y="35"/>
                  </a:cubicBezTo>
                  <a:cubicBezTo>
                    <a:pt x="6" y="35"/>
                    <a:pt x="7" y="34"/>
                    <a:pt x="7" y="34"/>
                  </a:cubicBezTo>
                  <a:cubicBezTo>
                    <a:pt x="14" y="34"/>
                    <a:pt x="14" y="34"/>
                    <a:pt x="14" y="34"/>
                  </a:cubicBezTo>
                  <a:cubicBezTo>
                    <a:pt x="14" y="34"/>
                    <a:pt x="15" y="34"/>
                    <a:pt x="16" y="34"/>
                  </a:cubicBezTo>
                  <a:cubicBezTo>
                    <a:pt x="22" y="27"/>
                    <a:pt x="18" y="19"/>
                    <a:pt x="11" y="19"/>
                  </a:cubicBezTo>
                  <a:cubicBezTo>
                    <a:pt x="7" y="19"/>
                    <a:pt x="7" y="19"/>
                    <a:pt x="7" y="19"/>
                  </a:cubicBezTo>
                  <a:cubicBezTo>
                    <a:pt x="7" y="19"/>
                    <a:pt x="6" y="18"/>
                    <a:pt x="6" y="18"/>
                  </a:cubicBezTo>
                  <a:cubicBezTo>
                    <a:pt x="6" y="15"/>
                    <a:pt x="6" y="15"/>
                    <a:pt x="6" y="15"/>
                  </a:cubicBezTo>
                  <a:cubicBezTo>
                    <a:pt x="6" y="14"/>
                    <a:pt x="7" y="13"/>
                    <a:pt x="8" y="13"/>
                  </a:cubicBezTo>
                  <a:cubicBezTo>
                    <a:pt x="37" y="13"/>
                    <a:pt x="37" y="13"/>
                    <a:pt x="37" y="13"/>
                  </a:cubicBezTo>
                  <a:cubicBezTo>
                    <a:pt x="36" y="14"/>
                    <a:pt x="34" y="15"/>
                    <a:pt x="33" y="17"/>
                  </a:cubicBezTo>
                  <a:cubicBezTo>
                    <a:pt x="26" y="23"/>
                    <a:pt x="22" y="31"/>
                    <a:pt x="19" y="40"/>
                  </a:cubicBezTo>
                  <a:lnTo>
                    <a:pt x="8" y="40"/>
                  </a:lnTo>
                  <a:close/>
                  <a:moveTo>
                    <a:pt x="34" y="87"/>
                  </a:moveTo>
                  <a:cubicBezTo>
                    <a:pt x="26" y="78"/>
                    <a:pt x="23" y="67"/>
                    <a:pt x="23" y="56"/>
                  </a:cubicBezTo>
                  <a:cubicBezTo>
                    <a:pt x="22" y="43"/>
                    <a:pt x="28" y="30"/>
                    <a:pt x="37" y="21"/>
                  </a:cubicBezTo>
                  <a:cubicBezTo>
                    <a:pt x="46" y="11"/>
                    <a:pt x="59" y="6"/>
                    <a:pt x="72" y="6"/>
                  </a:cubicBezTo>
                  <a:cubicBezTo>
                    <a:pt x="72" y="6"/>
                    <a:pt x="72" y="6"/>
                    <a:pt x="72" y="6"/>
                  </a:cubicBezTo>
                  <a:cubicBezTo>
                    <a:pt x="86" y="6"/>
                    <a:pt x="99" y="11"/>
                    <a:pt x="108" y="22"/>
                  </a:cubicBezTo>
                  <a:cubicBezTo>
                    <a:pt x="117" y="31"/>
                    <a:pt x="122" y="43"/>
                    <a:pt x="122" y="56"/>
                  </a:cubicBezTo>
                  <a:cubicBezTo>
                    <a:pt x="122" y="66"/>
                    <a:pt x="119" y="76"/>
                    <a:pt x="113" y="84"/>
                  </a:cubicBezTo>
                  <a:cubicBezTo>
                    <a:pt x="95" y="84"/>
                    <a:pt x="95" y="84"/>
                    <a:pt x="95" y="84"/>
                  </a:cubicBezTo>
                  <a:cubicBezTo>
                    <a:pt x="103" y="77"/>
                    <a:pt x="108" y="67"/>
                    <a:pt x="108" y="56"/>
                  </a:cubicBezTo>
                  <a:cubicBezTo>
                    <a:pt x="107" y="37"/>
                    <a:pt x="92" y="22"/>
                    <a:pt x="74" y="21"/>
                  </a:cubicBezTo>
                  <a:cubicBezTo>
                    <a:pt x="54" y="20"/>
                    <a:pt x="37" y="36"/>
                    <a:pt x="37" y="56"/>
                  </a:cubicBezTo>
                  <a:cubicBezTo>
                    <a:pt x="37" y="76"/>
                    <a:pt x="53" y="92"/>
                    <a:pt x="72" y="92"/>
                  </a:cubicBezTo>
                  <a:cubicBezTo>
                    <a:pt x="72" y="92"/>
                    <a:pt x="73" y="92"/>
                    <a:pt x="73" y="92"/>
                  </a:cubicBezTo>
                  <a:cubicBezTo>
                    <a:pt x="72" y="94"/>
                    <a:pt x="71" y="97"/>
                    <a:pt x="71" y="99"/>
                  </a:cubicBezTo>
                  <a:cubicBezTo>
                    <a:pt x="71" y="100"/>
                    <a:pt x="71" y="100"/>
                    <a:pt x="71" y="100"/>
                  </a:cubicBezTo>
                  <a:cubicBezTo>
                    <a:pt x="71" y="109"/>
                    <a:pt x="78" y="116"/>
                    <a:pt x="87" y="116"/>
                  </a:cubicBezTo>
                  <a:cubicBezTo>
                    <a:pt x="87" y="116"/>
                    <a:pt x="88" y="116"/>
                    <a:pt x="88" y="116"/>
                  </a:cubicBezTo>
                  <a:cubicBezTo>
                    <a:pt x="72" y="136"/>
                    <a:pt x="72" y="136"/>
                    <a:pt x="72" y="136"/>
                  </a:cubicBezTo>
                  <a:cubicBezTo>
                    <a:pt x="34" y="87"/>
                    <a:pt x="34" y="87"/>
                    <a:pt x="34" y="87"/>
                  </a:cubicBezTo>
                  <a:cubicBezTo>
                    <a:pt x="34" y="87"/>
                    <a:pt x="34" y="87"/>
                    <a:pt x="34" y="87"/>
                  </a:cubicBezTo>
                  <a:close/>
                  <a:moveTo>
                    <a:pt x="81" y="85"/>
                  </a:moveTo>
                  <a:cubicBezTo>
                    <a:pt x="78" y="86"/>
                    <a:pt x="75" y="86"/>
                    <a:pt x="72" y="86"/>
                  </a:cubicBezTo>
                  <a:cubicBezTo>
                    <a:pt x="56" y="86"/>
                    <a:pt x="42" y="73"/>
                    <a:pt x="42" y="56"/>
                  </a:cubicBezTo>
                  <a:cubicBezTo>
                    <a:pt x="42" y="40"/>
                    <a:pt x="56" y="27"/>
                    <a:pt x="72" y="27"/>
                  </a:cubicBezTo>
                  <a:cubicBezTo>
                    <a:pt x="89" y="27"/>
                    <a:pt x="102" y="40"/>
                    <a:pt x="102" y="56"/>
                  </a:cubicBezTo>
                  <a:cubicBezTo>
                    <a:pt x="102" y="69"/>
                    <a:pt x="94" y="80"/>
                    <a:pt x="82" y="84"/>
                  </a:cubicBezTo>
                  <a:cubicBezTo>
                    <a:pt x="82" y="85"/>
                    <a:pt x="81" y="85"/>
                    <a:pt x="81" y="85"/>
                  </a:cubicBezTo>
                  <a:close/>
                  <a:moveTo>
                    <a:pt x="132" y="115"/>
                  </a:moveTo>
                  <a:cubicBezTo>
                    <a:pt x="137" y="115"/>
                    <a:pt x="137" y="115"/>
                    <a:pt x="137" y="115"/>
                  </a:cubicBezTo>
                  <a:cubicBezTo>
                    <a:pt x="138" y="115"/>
                    <a:pt x="138" y="116"/>
                    <a:pt x="138" y="117"/>
                  </a:cubicBezTo>
                  <a:cubicBezTo>
                    <a:pt x="138" y="120"/>
                    <a:pt x="138" y="120"/>
                    <a:pt x="138" y="120"/>
                  </a:cubicBezTo>
                  <a:cubicBezTo>
                    <a:pt x="138" y="121"/>
                    <a:pt x="137" y="123"/>
                    <a:pt x="135" y="123"/>
                  </a:cubicBezTo>
                  <a:cubicBezTo>
                    <a:pt x="99" y="123"/>
                    <a:pt x="99" y="123"/>
                    <a:pt x="99" y="123"/>
                  </a:cubicBezTo>
                  <a:cubicBezTo>
                    <a:pt x="97" y="123"/>
                    <a:pt x="96" y="121"/>
                    <a:pt x="96" y="119"/>
                  </a:cubicBezTo>
                  <a:cubicBezTo>
                    <a:pt x="96" y="114"/>
                    <a:pt x="92" y="110"/>
                    <a:pt x="87" y="110"/>
                  </a:cubicBezTo>
                  <a:cubicBezTo>
                    <a:pt x="81" y="110"/>
                    <a:pt x="77" y="106"/>
                    <a:pt x="77" y="100"/>
                  </a:cubicBezTo>
                  <a:cubicBezTo>
                    <a:pt x="77" y="99"/>
                    <a:pt x="77" y="99"/>
                    <a:pt x="77" y="99"/>
                  </a:cubicBezTo>
                  <a:cubicBezTo>
                    <a:pt x="77" y="95"/>
                    <a:pt x="79" y="92"/>
                    <a:pt x="83" y="90"/>
                  </a:cubicBezTo>
                  <a:cubicBezTo>
                    <a:pt x="83" y="90"/>
                    <a:pt x="84" y="90"/>
                    <a:pt x="84" y="90"/>
                  </a:cubicBezTo>
                  <a:cubicBezTo>
                    <a:pt x="85" y="89"/>
                    <a:pt x="86" y="89"/>
                    <a:pt x="87" y="89"/>
                  </a:cubicBezTo>
                  <a:cubicBezTo>
                    <a:pt x="135" y="89"/>
                    <a:pt x="135" y="89"/>
                    <a:pt x="135" y="89"/>
                  </a:cubicBezTo>
                  <a:cubicBezTo>
                    <a:pt x="137" y="89"/>
                    <a:pt x="138" y="91"/>
                    <a:pt x="138" y="93"/>
                  </a:cubicBezTo>
                  <a:cubicBezTo>
                    <a:pt x="138" y="96"/>
                    <a:pt x="138" y="96"/>
                    <a:pt x="138" y="96"/>
                  </a:cubicBezTo>
                  <a:cubicBezTo>
                    <a:pt x="138" y="96"/>
                    <a:pt x="138" y="97"/>
                    <a:pt x="137" y="97"/>
                  </a:cubicBezTo>
                  <a:cubicBezTo>
                    <a:pt x="129" y="97"/>
                    <a:pt x="129" y="97"/>
                    <a:pt x="129" y="97"/>
                  </a:cubicBezTo>
                  <a:cubicBezTo>
                    <a:pt x="128" y="97"/>
                    <a:pt x="127" y="98"/>
                    <a:pt x="126" y="99"/>
                  </a:cubicBezTo>
                  <a:cubicBezTo>
                    <a:pt x="119" y="106"/>
                    <a:pt x="125" y="115"/>
                    <a:pt x="132" y="1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4" name="Google Shape;834;p48"/>
            <p:cNvSpPr/>
            <p:nvPr/>
          </p:nvSpPr>
          <p:spPr>
            <a:xfrm>
              <a:off x="7273631" y="2945900"/>
              <a:ext cx="16547" cy="16547"/>
            </a:xfrm>
            <a:custGeom>
              <a:avLst/>
              <a:gdLst/>
              <a:ahLst/>
              <a:cxnLst/>
              <a:rect l="l" t="t" r="r" b="b"/>
              <a:pathLst>
                <a:path w="6" h="6" extrusionOk="0">
                  <a:moveTo>
                    <a:pt x="3" y="0"/>
                  </a:moveTo>
                  <a:cubicBezTo>
                    <a:pt x="2" y="0"/>
                    <a:pt x="2" y="0"/>
                    <a:pt x="1" y="1"/>
                  </a:cubicBezTo>
                  <a:cubicBezTo>
                    <a:pt x="1" y="1"/>
                    <a:pt x="0" y="2"/>
                    <a:pt x="0" y="3"/>
                  </a:cubicBezTo>
                  <a:cubicBezTo>
                    <a:pt x="0" y="4"/>
                    <a:pt x="1" y="4"/>
                    <a:pt x="1" y="5"/>
                  </a:cubicBezTo>
                  <a:cubicBezTo>
                    <a:pt x="2" y="5"/>
                    <a:pt x="2" y="6"/>
                    <a:pt x="3" y="6"/>
                  </a:cubicBezTo>
                  <a:cubicBezTo>
                    <a:pt x="4" y="6"/>
                    <a:pt x="5" y="5"/>
                    <a:pt x="5" y="5"/>
                  </a:cubicBezTo>
                  <a:cubicBezTo>
                    <a:pt x="6" y="4"/>
                    <a:pt x="6" y="4"/>
                    <a:pt x="6" y="3"/>
                  </a:cubicBezTo>
                  <a:cubicBezTo>
                    <a:pt x="6" y="2"/>
                    <a:pt x="6" y="1"/>
                    <a:pt x="5"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5" name="Google Shape;835;p48"/>
            <p:cNvSpPr/>
            <p:nvPr/>
          </p:nvSpPr>
          <p:spPr>
            <a:xfrm>
              <a:off x="7378424" y="2671231"/>
              <a:ext cx="68392" cy="67289"/>
            </a:xfrm>
            <a:custGeom>
              <a:avLst/>
              <a:gdLst/>
              <a:ahLst/>
              <a:cxnLst/>
              <a:rect l="l" t="t" r="r" b="b"/>
              <a:pathLst>
                <a:path w="26" h="26" extrusionOk="0">
                  <a:moveTo>
                    <a:pt x="26" y="23"/>
                  </a:moveTo>
                  <a:cubicBezTo>
                    <a:pt x="26" y="11"/>
                    <a:pt x="16" y="0"/>
                    <a:pt x="3" y="0"/>
                  </a:cubicBezTo>
                  <a:cubicBezTo>
                    <a:pt x="2" y="0"/>
                    <a:pt x="0" y="2"/>
                    <a:pt x="0" y="3"/>
                  </a:cubicBezTo>
                  <a:cubicBezTo>
                    <a:pt x="0" y="5"/>
                    <a:pt x="2" y="6"/>
                    <a:pt x="3" y="6"/>
                  </a:cubicBezTo>
                  <a:cubicBezTo>
                    <a:pt x="13" y="6"/>
                    <a:pt x="21" y="14"/>
                    <a:pt x="21" y="23"/>
                  </a:cubicBezTo>
                  <a:cubicBezTo>
                    <a:pt x="21" y="25"/>
                    <a:pt x="22" y="26"/>
                    <a:pt x="24" y="26"/>
                  </a:cubicBezTo>
                  <a:cubicBezTo>
                    <a:pt x="25" y="26"/>
                    <a:pt x="26" y="25"/>
                    <a:pt x="26" y="2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6" name="Google Shape;836;p48"/>
            <p:cNvSpPr/>
            <p:nvPr/>
          </p:nvSpPr>
          <p:spPr>
            <a:xfrm>
              <a:off x="7347538" y="2681158"/>
              <a:ext cx="15443" cy="15443"/>
            </a:xfrm>
            <a:custGeom>
              <a:avLst/>
              <a:gdLst/>
              <a:ahLst/>
              <a:cxnLst/>
              <a:rect l="l" t="t" r="r" b="b"/>
              <a:pathLst>
                <a:path w="6" h="6" extrusionOk="0">
                  <a:moveTo>
                    <a:pt x="1" y="1"/>
                  </a:moveTo>
                  <a:cubicBezTo>
                    <a:pt x="1" y="1"/>
                    <a:pt x="1" y="1"/>
                    <a:pt x="1" y="1"/>
                  </a:cubicBezTo>
                  <a:cubicBezTo>
                    <a:pt x="0" y="2"/>
                    <a:pt x="0" y="4"/>
                    <a:pt x="1" y="5"/>
                  </a:cubicBezTo>
                  <a:cubicBezTo>
                    <a:pt x="1" y="6"/>
                    <a:pt x="2" y="6"/>
                    <a:pt x="3" y="6"/>
                  </a:cubicBezTo>
                  <a:cubicBezTo>
                    <a:pt x="3" y="6"/>
                    <a:pt x="4" y="6"/>
                    <a:pt x="4" y="5"/>
                  </a:cubicBezTo>
                  <a:cubicBezTo>
                    <a:pt x="5" y="5"/>
                    <a:pt x="5" y="5"/>
                    <a:pt x="5" y="5"/>
                  </a:cubicBezTo>
                  <a:cubicBezTo>
                    <a:pt x="6" y="4"/>
                    <a:pt x="6" y="3"/>
                    <a:pt x="5" y="1"/>
                  </a:cubicBezTo>
                  <a:cubicBezTo>
                    <a:pt x="4" y="0"/>
                    <a:pt x="2" y="0"/>
                    <a:pt x="1"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37" name="Google Shape;837;p48"/>
          <p:cNvGrpSpPr/>
          <p:nvPr/>
        </p:nvGrpSpPr>
        <p:grpSpPr>
          <a:xfrm>
            <a:off x="4785605" y="2584086"/>
            <a:ext cx="300041" cy="378361"/>
            <a:chOff x="4693497" y="2584086"/>
            <a:chExt cx="300041" cy="378361"/>
          </a:xfrm>
        </p:grpSpPr>
        <p:sp>
          <p:nvSpPr>
            <p:cNvPr id="838" name="Google Shape;838;p48"/>
            <p:cNvSpPr/>
            <p:nvPr/>
          </p:nvSpPr>
          <p:spPr>
            <a:xfrm>
              <a:off x="4743136" y="2584086"/>
              <a:ext cx="133475" cy="138990"/>
            </a:xfrm>
            <a:custGeom>
              <a:avLst/>
              <a:gdLst/>
              <a:ahLst/>
              <a:cxnLst/>
              <a:rect l="l" t="t" r="r" b="b"/>
              <a:pathLst>
                <a:path w="51" h="53" extrusionOk="0">
                  <a:moveTo>
                    <a:pt x="23" y="53"/>
                  </a:moveTo>
                  <a:cubicBezTo>
                    <a:pt x="22" y="53"/>
                    <a:pt x="22" y="53"/>
                    <a:pt x="22" y="53"/>
                  </a:cubicBezTo>
                  <a:cubicBezTo>
                    <a:pt x="3" y="47"/>
                    <a:pt x="3" y="47"/>
                    <a:pt x="3" y="47"/>
                  </a:cubicBezTo>
                  <a:cubicBezTo>
                    <a:pt x="2" y="47"/>
                    <a:pt x="2" y="46"/>
                    <a:pt x="1" y="46"/>
                  </a:cubicBezTo>
                  <a:cubicBezTo>
                    <a:pt x="1" y="45"/>
                    <a:pt x="1" y="44"/>
                    <a:pt x="1" y="43"/>
                  </a:cubicBezTo>
                  <a:cubicBezTo>
                    <a:pt x="5" y="35"/>
                    <a:pt x="6" y="26"/>
                    <a:pt x="4" y="17"/>
                  </a:cubicBezTo>
                  <a:cubicBezTo>
                    <a:pt x="0" y="4"/>
                    <a:pt x="0" y="4"/>
                    <a:pt x="0" y="4"/>
                  </a:cubicBezTo>
                  <a:cubicBezTo>
                    <a:pt x="0" y="3"/>
                    <a:pt x="1" y="1"/>
                    <a:pt x="2" y="1"/>
                  </a:cubicBezTo>
                  <a:cubicBezTo>
                    <a:pt x="2" y="0"/>
                    <a:pt x="3" y="0"/>
                    <a:pt x="3" y="0"/>
                  </a:cubicBezTo>
                  <a:cubicBezTo>
                    <a:pt x="48" y="0"/>
                    <a:pt x="48" y="0"/>
                    <a:pt x="48" y="0"/>
                  </a:cubicBezTo>
                  <a:cubicBezTo>
                    <a:pt x="49" y="0"/>
                    <a:pt x="50" y="1"/>
                    <a:pt x="50" y="1"/>
                  </a:cubicBezTo>
                  <a:cubicBezTo>
                    <a:pt x="51" y="2"/>
                    <a:pt x="51" y="3"/>
                    <a:pt x="51" y="4"/>
                  </a:cubicBezTo>
                  <a:cubicBezTo>
                    <a:pt x="47" y="17"/>
                    <a:pt x="47" y="17"/>
                    <a:pt x="47" y="17"/>
                  </a:cubicBezTo>
                  <a:cubicBezTo>
                    <a:pt x="46" y="20"/>
                    <a:pt x="46" y="23"/>
                    <a:pt x="46" y="26"/>
                  </a:cubicBezTo>
                  <a:cubicBezTo>
                    <a:pt x="46" y="26"/>
                    <a:pt x="46" y="27"/>
                    <a:pt x="45" y="27"/>
                  </a:cubicBezTo>
                  <a:cubicBezTo>
                    <a:pt x="25" y="52"/>
                    <a:pt x="25" y="52"/>
                    <a:pt x="25" y="52"/>
                  </a:cubicBezTo>
                  <a:cubicBezTo>
                    <a:pt x="24" y="52"/>
                    <a:pt x="23" y="53"/>
                    <a:pt x="23" y="53"/>
                  </a:cubicBezTo>
                  <a:close/>
                  <a:moveTo>
                    <a:pt x="8" y="43"/>
                  </a:moveTo>
                  <a:cubicBezTo>
                    <a:pt x="22" y="47"/>
                    <a:pt x="22" y="47"/>
                    <a:pt x="22" y="47"/>
                  </a:cubicBezTo>
                  <a:cubicBezTo>
                    <a:pt x="40" y="24"/>
                    <a:pt x="40" y="24"/>
                    <a:pt x="40" y="24"/>
                  </a:cubicBezTo>
                  <a:cubicBezTo>
                    <a:pt x="41" y="21"/>
                    <a:pt x="41" y="18"/>
                    <a:pt x="42" y="15"/>
                  </a:cubicBezTo>
                  <a:cubicBezTo>
                    <a:pt x="44" y="6"/>
                    <a:pt x="44" y="6"/>
                    <a:pt x="44" y="6"/>
                  </a:cubicBezTo>
                  <a:cubicBezTo>
                    <a:pt x="7" y="6"/>
                    <a:pt x="7" y="6"/>
                    <a:pt x="7" y="6"/>
                  </a:cubicBezTo>
                  <a:cubicBezTo>
                    <a:pt x="9" y="15"/>
                    <a:pt x="9" y="15"/>
                    <a:pt x="9" y="15"/>
                  </a:cubicBezTo>
                  <a:cubicBezTo>
                    <a:pt x="12" y="25"/>
                    <a:pt x="11" y="34"/>
                    <a:pt x="8" y="4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9" name="Google Shape;839;p48"/>
            <p:cNvSpPr/>
            <p:nvPr/>
          </p:nvSpPr>
          <p:spPr>
            <a:xfrm>
              <a:off x="4693497" y="2738519"/>
              <a:ext cx="234959" cy="223928"/>
            </a:xfrm>
            <a:custGeom>
              <a:avLst/>
              <a:gdLst/>
              <a:ahLst/>
              <a:cxnLst/>
              <a:rect l="l" t="t" r="r" b="b"/>
              <a:pathLst>
                <a:path w="90" h="85" extrusionOk="0">
                  <a:moveTo>
                    <a:pt x="69" y="85"/>
                  </a:moveTo>
                  <a:cubicBezTo>
                    <a:pt x="26" y="85"/>
                    <a:pt x="26" y="85"/>
                    <a:pt x="26" y="85"/>
                  </a:cubicBezTo>
                  <a:cubicBezTo>
                    <a:pt x="25" y="85"/>
                    <a:pt x="24" y="85"/>
                    <a:pt x="24" y="84"/>
                  </a:cubicBezTo>
                  <a:cubicBezTo>
                    <a:pt x="13" y="75"/>
                    <a:pt x="0" y="62"/>
                    <a:pt x="0" y="48"/>
                  </a:cubicBezTo>
                  <a:cubicBezTo>
                    <a:pt x="0" y="34"/>
                    <a:pt x="5" y="22"/>
                    <a:pt x="15" y="13"/>
                  </a:cubicBezTo>
                  <a:cubicBezTo>
                    <a:pt x="15" y="12"/>
                    <a:pt x="15" y="12"/>
                    <a:pt x="16" y="12"/>
                  </a:cubicBezTo>
                  <a:cubicBezTo>
                    <a:pt x="19" y="9"/>
                    <a:pt x="21" y="6"/>
                    <a:pt x="23" y="2"/>
                  </a:cubicBezTo>
                  <a:cubicBezTo>
                    <a:pt x="23" y="1"/>
                    <a:pt x="25" y="0"/>
                    <a:pt x="26" y="0"/>
                  </a:cubicBezTo>
                  <a:cubicBezTo>
                    <a:pt x="45" y="6"/>
                    <a:pt x="45" y="6"/>
                    <a:pt x="45" y="6"/>
                  </a:cubicBezTo>
                  <a:cubicBezTo>
                    <a:pt x="45" y="6"/>
                    <a:pt x="45" y="6"/>
                    <a:pt x="45" y="6"/>
                  </a:cubicBezTo>
                  <a:cubicBezTo>
                    <a:pt x="61" y="14"/>
                    <a:pt x="61" y="14"/>
                    <a:pt x="61" y="14"/>
                  </a:cubicBezTo>
                  <a:cubicBezTo>
                    <a:pt x="62" y="14"/>
                    <a:pt x="62" y="15"/>
                    <a:pt x="62" y="16"/>
                  </a:cubicBezTo>
                  <a:cubicBezTo>
                    <a:pt x="65" y="28"/>
                    <a:pt x="65" y="28"/>
                    <a:pt x="65" y="28"/>
                  </a:cubicBezTo>
                  <a:cubicBezTo>
                    <a:pt x="78" y="36"/>
                    <a:pt x="79" y="37"/>
                    <a:pt x="79" y="37"/>
                  </a:cubicBezTo>
                  <a:cubicBezTo>
                    <a:pt x="80" y="38"/>
                    <a:pt x="80" y="39"/>
                    <a:pt x="80" y="51"/>
                  </a:cubicBezTo>
                  <a:cubicBezTo>
                    <a:pt x="89" y="61"/>
                    <a:pt x="89" y="61"/>
                    <a:pt x="89" y="61"/>
                  </a:cubicBezTo>
                  <a:cubicBezTo>
                    <a:pt x="90" y="62"/>
                    <a:pt x="90" y="64"/>
                    <a:pt x="89" y="65"/>
                  </a:cubicBezTo>
                  <a:cubicBezTo>
                    <a:pt x="84" y="72"/>
                    <a:pt x="77" y="79"/>
                    <a:pt x="71" y="84"/>
                  </a:cubicBezTo>
                  <a:cubicBezTo>
                    <a:pt x="70" y="85"/>
                    <a:pt x="70" y="85"/>
                    <a:pt x="69" y="85"/>
                  </a:cubicBezTo>
                  <a:close/>
                  <a:moveTo>
                    <a:pt x="27" y="79"/>
                  </a:moveTo>
                  <a:cubicBezTo>
                    <a:pt x="68" y="79"/>
                    <a:pt x="68" y="79"/>
                    <a:pt x="68" y="79"/>
                  </a:cubicBezTo>
                  <a:cubicBezTo>
                    <a:pt x="73" y="75"/>
                    <a:pt x="79" y="69"/>
                    <a:pt x="83" y="63"/>
                  </a:cubicBezTo>
                  <a:cubicBezTo>
                    <a:pt x="75" y="54"/>
                    <a:pt x="75" y="54"/>
                    <a:pt x="75" y="54"/>
                  </a:cubicBezTo>
                  <a:cubicBezTo>
                    <a:pt x="74" y="54"/>
                    <a:pt x="74" y="53"/>
                    <a:pt x="74" y="52"/>
                  </a:cubicBezTo>
                  <a:cubicBezTo>
                    <a:pt x="74" y="48"/>
                    <a:pt x="75" y="42"/>
                    <a:pt x="74" y="40"/>
                  </a:cubicBezTo>
                  <a:cubicBezTo>
                    <a:pt x="72" y="39"/>
                    <a:pt x="67" y="36"/>
                    <a:pt x="62" y="33"/>
                  </a:cubicBezTo>
                  <a:cubicBezTo>
                    <a:pt x="61" y="32"/>
                    <a:pt x="61" y="32"/>
                    <a:pt x="60" y="31"/>
                  </a:cubicBezTo>
                  <a:cubicBezTo>
                    <a:pt x="57" y="18"/>
                    <a:pt x="57" y="18"/>
                    <a:pt x="57" y="18"/>
                  </a:cubicBezTo>
                  <a:cubicBezTo>
                    <a:pt x="43" y="11"/>
                    <a:pt x="43" y="11"/>
                    <a:pt x="43" y="11"/>
                  </a:cubicBezTo>
                  <a:cubicBezTo>
                    <a:pt x="27" y="6"/>
                    <a:pt x="27" y="6"/>
                    <a:pt x="27" y="6"/>
                  </a:cubicBezTo>
                  <a:cubicBezTo>
                    <a:pt x="25" y="10"/>
                    <a:pt x="22" y="13"/>
                    <a:pt x="19" y="16"/>
                  </a:cubicBezTo>
                  <a:cubicBezTo>
                    <a:pt x="19" y="16"/>
                    <a:pt x="19" y="16"/>
                    <a:pt x="19" y="17"/>
                  </a:cubicBezTo>
                  <a:cubicBezTo>
                    <a:pt x="10" y="25"/>
                    <a:pt x="5" y="36"/>
                    <a:pt x="5" y="48"/>
                  </a:cubicBezTo>
                  <a:cubicBezTo>
                    <a:pt x="5" y="59"/>
                    <a:pt x="16" y="71"/>
                    <a:pt x="27" y="7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0" name="Google Shape;840;p48"/>
            <p:cNvSpPr/>
            <p:nvPr/>
          </p:nvSpPr>
          <p:spPr>
            <a:xfrm>
              <a:off x="4852342" y="2673437"/>
              <a:ext cx="141196" cy="191938"/>
            </a:xfrm>
            <a:custGeom>
              <a:avLst/>
              <a:gdLst/>
              <a:ahLst/>
              <a:cxnLst/>
              <a:rect l="l" t="t" r="r" b="b"/>
              <a:pathLst>
                <a:path w="54" h="73" extrusionOk="0">
                  <a:moveTo>
                    <a:pt x="46" y="73"/>
                  </a:moveTo>
                  <a:cubicBezTo>
                    <a:pt x="45" y="73"/>
                    <a:pt x="44" y="73"/>
                    <a:pt x="44" y="72"/>
                  </a:cubicBezTo>
                  <a:cubicBezTo>
                    <a:pt x="34" y="61"/>
                    <a:pt x="34" y="61"/>
                    <a:pt x="34" y="61"/>
                  </a:cubicBezTo>
                  <a:cubicBezTo>
                    <a:pt x="33" y="60"/>
                    <a:pt x="33" y="60"/>
                    <a:pt x="33" y="59"/>
                  </a:cubicBezTo>
                  <a:cubicBezTo>
                    <a:pt x="33" y="55"/>
                    <a:pt x="33" y="49"/>
                    <a:pt x="33" y="47"/>
                  </a:cubicBezTo>
                  <a:cubicBezTo>
                    <a:pt x="31" y="46"/>
                    <a:pt x="26" y="42"/>
                    <a:pt x="21" y="39"/>
                  </a:cubicBezTo>
                  <a:cubicBezTo>
                    <a:pt x="20" y="39"/>
                    <a:pt x="19" y="38"/>
                    <a:pt x="19" y="38"/>
                  </a:cubicBezTo>
                  <a:cubicBezTo>
                    <a:pt x="16" y="25"/>
                    <a:pt x="16" y="25"/>
                    <a:pt x="16" y="25"/>
                  </a:cubicBezTo>
                  <a:cubicBezTo>
                    <a:pt x="2" y="18"/>
                    <a:pt x="2" y="18"/>
                    <a:pt x="2" y="18"/>
                  </a:cubicBezTo>
                  <a:cubicBezTo>
                    <a:pt x="1" y="17"/>
                    <a:pt x="1" y="17"/>
                    <a:pt x="0" y="16"/>
                  </a:cubicBezTo>
                  <a:cubicBezTo>
                    <a:pt x="0" y="15"/>
                    <a:pt x="0" y="14"/>
                    <a:pt x="1" y="13"/>
                  </a:cubicBezTo>
                  <a:cubicBezTo>
                    <a:pt x="12" y="1"/>
                    <a:pt x="12" y="1"/>
                    <a:pt x="12" y="1"/>
                  </a:cubicBezTo>
                  <a:cubicBezTo>
                    <a:pt x="12" y="0"/>
                    <a:pt x="13" y="0"/>
                    <a:pt x="14" y="0"/>
                  </a:cubicBezTo>
                  <a:cubicBezTo>
                    <a:pt x="25" y="0"/>
                    <a:pt x="25" y="0"/>
                    <a:pt x="25" y="0"/>
                  </a:cubicBezTo>
                  <a:cubicBezTo>
                    <a:pt x="27" y="0"/>
                    <a:pt x="28" y="1"/>
                    <a:pt x="28" y="2"/>
                  </a:cubicBezTo>
                  <a:cubicBezTo>
                    <a:pt x="30" y="8"/>
                    <a:pt x="33" y="14"/>
                    <a:pt x="38" y="19"/>
                  </a:cubicBezTo>
                  <a:cubicBezTo>
                    <a:pt x="38" y="19"/>
                    <a:pt x="38" y="19"/>
                    <a:pt x="39" y="19"/>
                  </a:cubicBezTo>
                  <a:cubicBezTo>
                    <a:pt x="48" y="28"/>
                    <a:pt x="54" y="41"/>
                    <a:pt x="54" y="54"/>
                  </a:cubicBezTo>
                  <a:cubicBezTo>
                    <a:pt x="54" y="60"/>
                    <a:pt x="52" y="66"/>
                    <a:pt x="48" y="72"/>
                  </a:cubicBezTo>
                  <a:cubicBezTo>
                    <a:pt x="48" y="72"/>
                    <a:pt x="47" y="73"/>
                    <a:pt x="46" y="73"/>
                  </a:cubicBezTo>
                  <a:cubicBezTo>
                    <a:pt x="46" y="73"/>
                    <a:pt x="46" y="73"/>
                    <a:pt x="46" y="73"/>
                  </a:cubicBezTo>
                  <a:close/>
                  <a:moveTo>
                    <a:pt x="39" y="58"/>
                  </a:moveTo>
                  <a:cubicBezTo>
                    <a:pt x="45" y="65"/>
                    <a:pt x="45" y="65"/>
                    <a:pt x="45" y="65"/>
                  </a:cubicBezTo>
                  <a:cubicBezTo>
                    <a:pt x="47" y="62"/>
                    <a:pt x="48" y="58"/>
                    <a:pt x="48" y="54"/>
                  </a:cubicBezTo>
                  <a:cubicBezTo>
                    <a:pt x="48" y="43"/>
                    <a:pt x="43" y="31"/>
                    <a:pt x="35" y="24"/>
                  </a:cubicBezTo>
                  <a:cubicBezTo>
                    <a:pt x="35" y="24"/>
                    <a:pt x="35" y="24"/>
                    <a:pt x="35" y="24"/>
                  </a:cubicBezTo>
                  <a:cubicBezTo>
                    <a:pt x="34" y="23"/>
                    <a:pt x="34" y="23"/>
                    <a:pt x="34" y="23"/>
                  </a:cubicBezTo>
                  <a:cubicBezTo>
                    <a:pt x="29" y="18"/>
                    <a:pt x="25" y="12"/>
                    <a:pt x="23" y="6"/>
                  </a:cubicBezTo>
                  <a:cubicBezTo>
                    <a:pt x="15" y="6"/>
                    <a:pt x="15" y="6"/>
                    <a:pt x="15" y="6"/>
                  </a:cubicBezTo>
                  <a:cubicBezTo>
                    <a:pt x="8" y="14"/>
                    <a:pt x="8" y="14"/>
                    <a:pt x="8" y="14"/>
                  </a:cubicBezTo>
                  <a:cubicBezTo>
                    <a:pt x="20" y="21"/>
                    <a:pt x="20" y="21"/>
                    <a:pt x="20" y="21"/>
                  </a:cubicBezTo>
                  <a:cubicBezTo>
                    <a:pt x="21" y="21"/>
                    <a:pt x="21" y="22"/>
                    <a:pt x="21" y="23"/>
                  </a:cubicBezTo>
                  <a:cubicBezTo>
                    <a:pt x="24" y="35"/>
                    <a:pt x="24" y="35"/>
                    <a:pt x="24" y="35"/>
                  </a:cubicBezTo>
                  <a:cubicBezTo>
                    <a:pt x="37" y="43"/>
                    <a:pt x="38" y="44"/>
                    <a:pt x="38" y="44"/>
                  </a:cubicBezTo>
                  <a:cubicBezTo>
                    <a:pt x="39" y="45"/>
                    <a:pt x="39" y="46"/>
                    <a:pt x="39" y="5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1" name="Google Shape;841;p48"/>
            <p:cNvSpPr/>
            <p:nvPr/>
          </p:nvSpPr>
          <p:spPr>
            <a:xfrm>
              <a:off x="4739827" y="2877509"/>
              <a:ext cx="55155" cy="58464"/>
            </a:xfrm>
            <a:custGeom>
              <a:avLst/>
              <a:gdLst/>
              <a:ahLst/>
              <a:cxnLst/>
              <a:rect l="l" t="t" r="r" b="b"/>
              <a:pathLst>
                <a:path w="21" h="22" extrusionOk="0">
                  <a:moveTo>
                    <a:pt x="18" y="22"/>
                  </a:moveTo>
                  <a:cubicBezTo>
                    <a:pt x="17" y="22"/>
                    <a:pt x="17" y="22"/>
                    <a:pt x="16" y="21"/>
                  </a:cubicBezTo>
                  <a:cubicBezTo>
                    <a:pt x="11" y="17"/>
                    <a:pt x="4" y="12"/>
                    <a:pt x="1" y="5"/>
                  </a:cubicBezTo>
                  <a:cubicBezTo>
                    <a:pt x="0" y="4"/>
                    <a:pt x="0" y="2"/>
                    <a:pt x="2" y="1"/>
                  </a:cubicBezTo>
                  <a:cubicBezTo>
                    <a:pt x="3" y="0"/>
                    <a:pt x="5" y="1"/>
                    <a:pt x="5" y="2"/>
                  </a:cubicBezTo>
                  <a:cubicBezTo>
                    <a:pt x="9" y="8"/>
                    <a:pt x="15" y="13"/>
                    <a:pt x="20" y="17"/>
                  </a:cubicBezTo>
                  <a:cubicBezTo>
                    <a:pt x="21" y="18"/>
                    <a:pt x="21" y="20"/>
                    <a:pt x="20" y="21"/>
                  </a:cubicBezTo>
                  <a:cubicBezTo>
                    <a:pt x="20" y="22"/>
                    <a:pt x="19" y="22"/>
                    <a:pt x="18" y="2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2" name="Google Shape;842;p48"/>
            <p:cNvSpPr/>
            <p:nvPr/>
          </p:nvSpPr>
          <p:spPr>
            <a:xfrm>
              <a:off x="4732105" y="2856550"/>
              <a:ext cx="15443" cy="16547"/>
            </a:xfrm>
            <a:custGeom>
              <a:avLst/>
              <a:gdLst/>
              <a:ahLst/>
              <a:cxnLst/>
              <a:rect l="l" t="t" r="r" b="b"/>
              <a:pathLst>
                <a:path w="6" h="6" extrusionOk="0">
                  <a:moveTo>
                    <a:pt x="3" y="6"/>
                  </a:moveTo>
                  <a:cubicBezTo>
                    <a:pt x="2" y="6"/>
                    <a:pt x="0" y="4"/>
                    <a:pt x="0" y="3"/>
                  </a:cubicBezTo>
                  <a:cubicBezTo>
                    <a:pt x="0" y="3"/>
                    <a:pt x="0" y="3"/>
                    <a:pt x="0" y="3"/>
                  </a:cubicBezTo>
                  <a:cubicBezTo>
                    <a:pt x="0" y="1"/>
                    <a:pt x="1" y="0"/>
                    <a:pt x="3" y="0"/>
                  </a:cubicBezTo>
                  <a:cubicBezTo>
                    <a:pt x="5" y="0"/>
                    <a:pt x="6" y="1"/>
                    <a:pt x="6" y="3"/>
                  </a:cubicBezTo>
                  <a:cubicBezTo>
                    <a:pt x="6" y="3"/>
                    <a:pt x="6" y="3"/>
                    <a:pt x="6" y="3"/>
                  </a:cubicBezTo>
                  <a:cubicBezTo>
                    <a:pt x="6" y="4"/>
                    <a:pt x="5" y="6"/>
                    <a:pt x="3" y="6"/>
                  </a:cubicBezTo>
                  <a:cubicBezTo>
                    <a:pt x="3" y="6"/>
                    <a:pt x="3"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43" name="Google Shape;843;p48"/>
          <p:cNvGrpSpPr/>
          <p:nvPr/>
        </p:nvGrpSpPr>
        <p:grpSpPr>
          <a:xfrm>
            <a:off x="5582038" y="2584086"/>
            <a:ext cx="379464" cy="378361"/>
            <a:chOff x="5549497" y="2584086"/>
            <a:chExt cx="379464" cy="378361"/>
          </a:xfrm>
        </p:grpSpPr>
        <p:sp>
          <p:nvSpPr>
            <p:cNvPr id="844" name="Google Shape;844;p48"/>
            <p:cNvSpPr/>
            <p:nvPr/>
          </p:nvSpPr>
          <p:spPr>
            <a:xfrm>
              <a:off x="5633332" y="2610560"/>
              <a:ext cx="15443" cy="15443"/>
            </a:xfrm>
            <a:custGeom>
              <a:avLst/>
              <a:gdLst/>
              <a:ahLst/>
              <a:cxnLst/>
              <a:rect l="l" t="t" r="r" b="b"/>
              <a:pathLst>
                <a:path w="6" h="6" extrusionOk="0">
                  <a:moveTo>
                    <a:pt x="3" y="6"/>
                  </a:moveTo>
                  <a:cubicBezTo>
                    <a:pt x="4" y="6"/>
                    <a:pt x="4" y="6"/>
                    <a:pt x="5" y="5"/>
                  </a:cubicBezTo>
                  <a:cubicBezTo>
                    <a:pt x="5" y="5"/>
                    <a:pt x="5" y="5"/>
                    <a:pt x="5" y="5"/>
                  </a:cubicBezTo>
                  <a:cubicBezTo>
                    <a:pt x="6" y="4"/>
                    <a:pt x="6" y="3"/>
                    <a:pt x="6" y="1"/>
                  </a:cubicBezTo>
                  <a:cubicBezTo>
                    <a:pt x="5" y="0"/>
                    <a:pt x="3" y="0"/>
                    <a:pt x="2" y="1"/>
                  </a:cubicBezTo>
                  <a:cubicBezTo>
                    <a:pt x="2" y="1"/>
                    <a:pt x="2" y="1"/>
                    <a:pt x="2" y="1"/>
                  </a:cubicBezTo>
                  <a:cubicBezTo>
                    <a:pt x="0" y="1"/>
                    <a:pt x="0" y="3"/>
                    <a:pt x="1" y="4"/>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5" name="Google Shape;845;p48"/>
            <p:cNvSpPr/>
            <p:nvPr/>
          </p:nvSpPr>
          <p:spPr>
            <a:xfrm>
              <a:off x="5549497" y="2584086"/>
              <a:ext cx="379464" cy="378361"/>
            </a:xfrm>
            <a:custGeom>
              <a:avLst/>
              <a:gdLst/>
              <a:ahLst/>
              <a:cxnLst/>
              <a:rect l="l" t="t" r="r" b="b"/>
              <a:pathLst>
                <a:path w="145" h="144" extrusionOk="0">
                  <a:moveTo>
                    <a:pt x="123" y="18"/>
                  </a:moveTo>
                  <a:cubicBezTo>
                    <a:pt x="111" y="7"/>
                    <a:pt x="96" y="0"/>
                    <a:pt x="79" y="0"/>
                  </a:cubicBezTo>
                  <a:cubicBezTo>
                    <a:pt x="67" y="0"/>
                    <a:pt x="67" y="0"/>
                    <a:pt x="67" y="0"/>
                  </a:cubicBezTo>
                  <a:cubicBezTo>
                    <a:pt x="59" y="0"/>
                    <a:pt x="51" y="2"/>
                    <a:pt x="43" y="5"/>
                  </a:cubicBezTo>
                  <a:cubicBezTo>
                    <a:pt x="42" y="6"/>
                    <a:pt x="41" y="8"/>
                    <a:pt x="41" y="9"/>
                  </a:cubicBezTo>
                  <a:cubicBezTo>
                    <a:pt x="42" y="11"/>
                    <a:pt x="44" y="11"/>
                    <a:pt x="45" y="11"/>
                  </a:cubicBezTo>
                  <a:cubicBezTo>
                    <a:pt x="52" y="7"/>
                    <a:pt x="60" y="6"/>
                    <a:pt x="67" y="6"/>
                  </a:cubicBezTo>
                  <a:cubicBezTo>
                    <a:pt x="79" y="6"/>
                    <a:pt x="79" y="6"/>
                    <a:pt x="79" y="6"/>
                  </a:cubicBezTo>
                  <a:cubicBezTo>
                    <a:pt x="86" y="6"/>
                    <a:pt x="92" y="7"/>
                    <a:pt x="98" y="9"/>
                  </a:cubicBezTo>
                  <a:cubicBezTo>
                    <a:pt x="88" y="18"/>
                    <a:pt x="88" y="18"/>
                    <a:pt x="88" y="18"/>
                  </a:cubicBezTo>
                  <a:cubicBezTo>
                    <a:pt x="87" y="19"/>
                    <a:pt x="87" y="20"/>
                    <a:pt x="88" y="21"/>
                  </a:cubicBezTo>
                  <a:cubicBezTo>
                    <a:pt x="92" y="29"/>
                    <a:pt x="92" y="29"/>
                    <a:pt x="92" y="29"/>
                  </a:cubicBezTo>
                  <a:cubicBezTo>
                    <a:pt x="85" y="35"/>
                    <a:pt x="85" y="35"/>
                    <a:pt x="85" y="35"/>
                  </a:cubicBezTo>
                  <a:cubicBezTo>
                    <a:pt x="84" y="37"/>
                    <a:pt x="84" y="38"/>
                    <a:pt x="85" y="39"/>
                  </a:cubicBezTo>
                  <a:cubicBezTo>
                    <a:pt x="85" y="40"/>
                    <a:pt x="86" y="40"/>
                    <a:pt x="87" y="40"/>
                  </a:cubicBezTo>
                  <a:cubicBezTo>
                    <a:pt x="88" y="40"/>
                    <a:pt x="88" y="40"/>
                    <a:pt x="89" y="40"/>
                  </a:cubicBezTo>
                  <a:cubicBezTo>
                    <a:pt x="97" y="31"/>
                    <a:pt x="97" y="31"/>
                    <a:pt x="97" y="31"/>
                  </a:cubicBezTo>
                  <a:cubicBezTo>
                    <a:pt x="98" y="31"/>
                    <a:pt x="98" y="29"/>
                    <a:pt x="98" y="28"/>
                  </a:cubicBezTo>
                  <a:cubicBezTo>
                    <a:pt x="94" y="21"/>
                    <a:pt x="94" y="21"/>
                    <a:pt x="94" y="21"/>
                  </a:cubicBezTo>
                  <a:cubicBezTo>
                    <a:pt x="104" y="12"/>
                    <a:pt x="104" y="12"/>
                    <a:pt x="104" y="12"/>
                  </a:cubicBezTo>
                  <a:cubicBezTo>
                    <a:pt x="122" y="21"/>
                    <a:pt x="135" y="40"/>
                    <a:pt x="135" y="62"/>
                  </a:cubicBezTo>
                  <a:cubicBezTo>
                    <a:pt x="135" y="62"/>
                    <a:pt x="135" y="63"/>
                    <a:pt x="135" y="63"/>
                  </a:cubicBezTo>
                  <a:cubicBezTo>
                    <a:pt x="118" y="60"/>
                    <a:pt x="118" y="60"/>
                    <a:pt x="118" y="60"/>
                  </a:cubicBezTo>
                  <a:cubicBezTo>
                    <a:pt x="118" y="60"/>
                    <a:pt x="118" y="60"/>
                    <a:pt x="117" y="60"/>
                  </a:cubicBezTo>
                  <a:cubicBezTo>
                    <a:pt x="108" y="63"/>
                    <a:pt x="108" y="63"/>
                    <a:pt x="108" y="63"/>
                  </a:cubicBezTo>
                  <a:cubicBezTo>
                    <a:pt x="106" y="55"/>
                    <a:pt x="106" y="55"/>
                    <a:pt x="106" y="55"/>
                  </a:cubicBezTo>
                  <a:cubicBezTo>
                    <a:pt x="106" y="54"/>
                    <a:pt x="105" y="54"/>
                    <a:pt x="104" y="53"/>
                  </a:cubicBezTo>
                  <a:cubicBezTo>
                    <a:pt x="103" y="53"/>
                    <a:pt x="102" y="53"/>
                    <a:pt x="102" y="54"/>
                  </a:cubicBezTo>
                  <a:cubicBezTo>
                    <a:pt x="93" y="59"/>
                    <a:pt x="93" y="59"/>
                    <a:pt x="93" y="59"/>
                  </a:cubicBezTo>
                  <a:cubicBezTo>
                    <a:pt x="92" y="60"/>
                    <a:pt x="92" y="62"/>
                    <a:pt x="93" y="63"/>
                  </a:cubicBezTo>
                  <a:cubicBezTo>
                    <a:pt x="93" y="64"/>
                    <a:pt x="95" y="64"/>
                    <a:pt x="97" y="64"/>
                  </a:cubicBezTo>
                  <a:cubicBezTo>
                    <a:pt x="101" y="60"/>
                    <a:pt x="101" y="60"/>
                    <a:pt x="101" y="60"/>
                  </a:cubicBezTo>
                  <a:cubicBezTo>
                    <a:pt x="103" y="67"/>
                    <a:pt x="103" y="67"/>
                    <a:pt x="103" y="67"/>
                  </a:cubicBezTo>
                  <a:cubicBezTo>
                    <a:pt x="104" y="68"/>
                    <a:pt x="105" y="69"/>
                    <a:pt x="106" y="69"/>
                  </a:cubicBezTo>
                  <a:cubicBezTo>
                    <a:pt x="106" y="69"/>
                    <a:pt x="106" y="69"/>
                    <a:pt x="107" y="69"/>
                  </a:cubicBezTo>
                  <a:cubicBezTo>
                    <a:pt x="118" y="66"/>
                    <a:pt x="118" y="66"/>
                    <a:pt x="118" y="66"/>
                  </a:cubicBezTo>
                  <a:cubicBezTo>
                    <a:pt x="135" y="69"/>
                    <a:pt x="135" y="69"/>
                    <a:pt x="135" y="69"/>
                  </a:cubicBezTo>
                  <a:cubicBezTo>
                    <a:pt x="133" y="83"/>
                    <a:pt x="125" y="96"/>
                    <a:pt x="114" y="105"/>
                  </a:cubicBezTo>
                  <a:cubicBezTo>
                    <a:pt x="105" y="96"/>
                    <a:pt x="105" y="96"/>
                    <a:pt x="105" y="96"/>
                  </a:cubicBezTo>
                  <a:cubicBezTo>
                    <a:pt x="105" y="95"/>
                    <a:pt x="104" y="95"/>
                    <a:pt x="103" y="95"/>
                  </a:cubicBezTo>
                  <a:cubicBezTo>
                    <a:pt x="84" y="95"/>
                    <a:pt x="84" y="95"/>
                    <a:pt x="84" y="95"/>
                  </a:cubicBezTo>
                  <a:cubicBezTo>
                    <a:pt x="82" y="95"/>
                    <a:pt x="81" y="96"/>
                    <a:pt x="81" y="97"/>
                  </a:cubicBezTo>
                  <a:cubicBezTo>
                    <a:pt x="81" y="99"/>
                    <a:pt x="82" y="100"/>
                    <a:pt x="84" y="100"/>
                  </a:cubicBezTo>
                  <a:cubicBezTo>
                    <a:pt x="102" y="100"/>
                    <a:pt x="102" y="100"/>
                    <a:pt x="102" y="100"/>
                  </a:cubicBezTo>
                  <a:cubicBezTo>
                    <a:pt x="109" y="108"/>
                    <a:pt x="109" y="108"/>
                    <a:pt x="109" y="108"/>
                  </a:cubicBezTo>
                  <a:cubicBezTo>
                    <a:pt x="101" y="114"/>
                    <a:pt x="90" y="117"/>
                    <a:pt x="79" y="117"/>
                  </a:cubicBezTo>
                  <a:cubicBezTo>
                    <a:pt x="75" y="117"/>
                    <a:pt x="75" y="117"/>
                    <a:pt x="75" y="117"/>
                  </a:cubicBezTo>
                  <a:cubicBezTo>
                    <a:pt x="74" y="117"/>
                    <a:pt x="74" y="118"/>
                    <a:pt x="74" y="119"/>
                  </a:cubicBezTo>
                  <a:cubicBezTo>
                    <a:pt x="74" y="134"/>
                    <a:pt x="74" y="134"/>
                    <a:pt x="74" y="134"/>
                  </a:cubicBezTo>
                  <a:cubicBezTo>
                    <a:pt x="74" y="136"/>
                    <a:pt x="72" y="138"/>
                    <a:pt x="70" y="138"/>
                  </a:cubicBezTo>
                  <a:cubicBezTo>
                    <a:pt x="22" y="138"/>
                    <a:pt x="22" y="138"/>
                    <a:pt x="22" y="138"/>
                  </a:cubicBezTo>
                  <a:cubicBezTo>
                    <a:pt x="22" y="138"/>
                    <a:pt x="12" y="134"/>
                    <a:pt x="12" y="128"/>
                  </a:cubicBezTo>
                  <a:cubicBezTo>
                    <a:pt x="12" y="86"/>
                    <a:pt x="12" y="86"/>
                    <a:pt x="12" y="86"/>
                  </a:cubicBezTo>
                  <a:cubicBezTo>
                    <a:pt x="14" y="87"/>
                    <a:pt x="16" y="87"/>
                    <a:pt x="19" y="87"/>
                  </a:cubicBezTo>
                  <a:cubicBezTo>
                    <a:pt x="29" y="87"/>
                    <a:pt x="37" y="77"/>
                    <a:pt x="37" y="65"/>
                  </a:cubicBezTo>
                  <a:cubicBezTo>
                    <a:pt x="37" y="53"/>
                    <a:pt x="29" y="44"/>
                    <a:pt x="19" y="44"/>
                  </a:cubicBezTo>
                  <a:cubicBezTo>
                    <a:pt x="17" y="44"/>
                    <a:pt x="16" y="44"/>
                    <a:pt x="14" y="44"/>
                  </a:cubicBezTo>
                  <a:cubicBezTo>
                    <a:pt x="17" y="35"/>
                    <a:pt x="22" y="27"/>
                    <a:pt x="29" y="21"/>
                  </a:cubicBezTo>
                  <a:cubicBezTo>
                    <a:pt x="30" y="20"/>
                    <a:pt x="31" y="18"/>
                    <a:pt x="29" y="17"/>
                  </a:cubicBezTo>
                  <a:cubicBezTo>
                    <a:pt x="28" y="16"/>
                    <a:pt x="27" y="16"/>
                    <a:pt x="26" y="17"/>
                  </a:cubicBezTo>
                  <a:cubicBezTo>
                    <a:pt x="17" y="25"/>
                    <a:pt x="11" y="36"/>
                    <a:pt x="8" y="47"/>
                  </a:cubicBezTo>
                  <a:cubicBezTo>
                    <a:pt x="8" y="47"/>
                    <a:pt x="8" y="48"/>
                    <a:pt x="8" y="48"/>
                  </a:cubicBezTo>
                  <a:cubicBezTo>
                    <a:pt x="3" y="52"/>
                    <a:pt x="0" y="58"/>
                    <a:pt x="0" y="65"/>
                  </a:cubicBezTo>
                  <a:cubicBezTo>
                    <a:pt x="0" y="72"/>
                    <a:pt x="2" y="78"/>
                    <a:pt x="6" y="82"/>
                  </a:cubicBezTo>
                  <a:cubicBezTo>
                    <a:pt x="6" y="82"/>
                    <a:pt x="6" y="82"/>
                    <a:pt x="6" y="82"/>
                  </a:cubicBezTo>
                  <a:cubicBezTo>
                    <a:pt x="6" y="137"/>
                    <a:pt x="6" y="137"/>
                    <a:pt x="6" y="137"/>
                  </a:cubicBezTo>
                  <a:cubicBezTo>
                    <a:pt x="6" y="141"/>
                    <a:pt x="9" y="144"/>
                    <a:pt x="12" y="144"/>
                  </a:cubicBezTo>
                  <a:cubicBezTo>
                    <a:pt x="73" y="144"/>
                    <a:pt x="73" y="144"/>
                    <a:pt x="73" y="144"/>
                  </a:cubicBezTo>
                  <a:cubicBezTo>
                    <a:pt x="77" y="144"/>
                    <a:pt x="80" y="141"/>
                    <a:pt x="80" y="137"/>
                  </a:cubicBezTo>
                  <a:cubicBezTo>
                    <a:pt x="80" y="123"/>
                    <a:pt x="80" y="123"/>
                    <a:pt x="80" y="123"/>
                  </a:cubicBezTo>
                  <a:cubicBezTo>
                    <a:pt x="103" y="123"/>
                    <a:pt x="125" y="109"/>
                    <a:pt x="136" y="86"/>
                  </a:cubicBezTo>
                  <a:cubicBezTo>
                    <a:pt x="136" y="86"/>
                    <a:pt x="136" y="85"/>
                    <a:pt x="137" y="84"/>
                  </a:cubicBezTo>
                  <a:cubicBezTo>
                    <a:pt x="145" y="60"/>
                    <a:pt x="140" y="35"/>
                    <a:pt x="123" y="18"/>
                  </a:cubicBezTo>
                  <a:close/>
                  <a:moveTo>
                    <a:pt x="5" y="65"/>
                  </a:moveTo>
                  <a:cubicBezTo>
                    <a:pt x="5" y="57"/>
                    <a:pt x="11" y="49"/>
                    <a:pt x="19" y="49"/>
                  </a:cubicBezTo>
                  <a:cubicBezTo>
                    <a:pt x="26" y="49"/>
                    <a:pt x="32" y="57"/>
                    <a:pt x="32" y="65"/>
                  </a:cubicBezTo>
                  <a:cubicBezTo>
                    <a:pt x="32" y="74"/>
                    <a:pt x="26" y="82"/>
                    <a:pt x="19" y="82"/>
                  </a:cubicBezTo>
                  <a:cubicBezTo>
                    <a:pt x="11" y="82"/>
                    <a:pt x="5" y="74"/>
                    <a:pt x="5" y="6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6" name="Google Shape;846;p48"/>
            <p:cNvSpPr/>
            <p:nvPr/>
          </p:nvSpPr>
          <p:spPr>
            <a:xfrm>
              <a:off x="5669734" y="2699911"/>
              <a:ext cx="101485" cy="112515"/>
            </a:xfrm>
            <a:custGeom>
              <a:avLst/>
              <a:gdLst/>
              <a:ahLst/>
              <a:cxnLst/>
              <a:rect l="l" t="t" r="r" b="b"/>
              <a:pathLst>
                <a:path w="39" h="43" extrusionOk="0">
                  <a:moveTo>
                    <a:pt x="39" y="21"/>
                  </a:moveTo>
                  <a:cubicBezTo>
                    <a:pt x="39" y="9"/>
                    <a:pt x="31" y="0"/>
                    <a:pt x="20" y="0"/>
                  </a:cubicBezTo>
                  <a:cubicBezTo>
                    <a:pt x="9" y="0"/>
                    <a:pt x="0" y="9"/>
                    <a:pt x="0" y="21"/>
                  </a:cubicBezTo>
                  <a:cubicBezTo>
                    <a:pt x="0" y="33"/>
                    <a:pt x="9" y="43"/>
                    <a:pt x="20" y="43"/>
                  </a:cubicBezTo>
                  <a:cubicBezTo>
                    <a:pt x="31" y="43"/>
                    <a:pt x="39" y="33"/>
                    <a:pt x="39" y="21"/>
                  </a:cubicBezTo>
                  <a:close/>
                  <a:moveTo>
                    <a:pt x="20" y="38"/>
                  </a:moveTo>
                  <a:cubicBezTo>
                    <a:pt x="12" y="38"/>
                    <a:pt x="6" y="30"/>
                    <a:pt x="6" y="21"/>
                  </a:cubicBezTo>
                  <a:cubicBezTo>
                    <a:pt x="6" y="13"/>
                    <a:pt x="12" y="5"/>
                    <a:pt x="20" y="5"/>
                  </a:cubicBezTo>
                  <a:cubicBezTo>
                    <a:pt x="27" y="5"/>
                    <a:pt x="34" y="13"/>
                    <a:pt x="34" y="21"/>
                  </a:cubicBezTo>
                  <a:cubicBezTo>
                    <a:pt x="34" y="30"/>
                    <a:pt x="27" y="38"/>
                    <a:pt x="20" y="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7" name="Google Shape;847;p48"/>
            <p:cNvSpPr/>
            <p:nvPr/>
          </p:nvSpPr>
          <p:spPr>
            <a:xfrm>
              <a:off x="5620095" y="2791467"/>
              <a:ext cx="59567" cy="73908"/>
            </a:xfrm>
            <a:custGeom>
              <a:avLst/>
              <a:gdLst/>
              <a:ahLst/>
              <a:cxnLst/>
              <a:rect l="l" t="t" r="r" b="b"/>
              <a:pathLst>
                <a:path w="23" h="28" extrusionOk="0">
                  <a:moveTo>
                    <a:pt x="9" y="1"/>
                  </a:moveTo>
                  <a:cubicBezTo>
                    <a:pt x="9" y="1"/>
                    <a:pt x="7" y="5"/>
                    <a:pt x="4" y="10"/>
                  </a:cubicBezTo>
                  <a:cubicBezTo>
                    <a:pt x="1" y="17"/>
                    <a:pt x="0" y="22"/>
                    <a:pt x="2" y="25"/>
                  </a:cubicBezTo>
                  <a:cubicBezTo>
                    <a:pt x="3" y="27"/>
                    <a:pt x="4" y="28"/>
                    <a:pt x="6" y="28"/>
                  </a:cubicBezTo>
                  <a:cubicBezTo>
                    <a:pt x="8" y="28"/>
                    <a:pt x="10" y="28"/>
                    <a:pt x="11" y="27"/>
                  </a:cubicBezTo>
                  <a:cubicBezTo>
                    <a:pt x="13" y="27"/>
                    <a:pt x="14" y="28"/>
                    <a:pt x="16" y="28"/>
                  </a:cubicBezTo>
                  <a:cubicBezTo>
                    <a:pt x="16" y="28"/>
                    <a:pt x="16" y="28"/>
                    <a:pt x="16" y="28"/>
                  </a:cubicBezTo>
                  <a:cubicBezTo>
                    <a:pt x="17" y="28"/>
                    <a:pt x="20" y="28"/>
                    <a:pt x="21" y="25"/>
                  </a:cubicBezTo>
                  <a:cubicBezTo>
                    <a:pt x="23" y="22"/>
                    <a:pt x="23" y="17"/>
                    <a:pt x="19" y="10"/>
                  </a:cubicBezTo>
                  <a:cubicBezTo>
                    <a:pt x="17" y="5"/>
                    <a:pt x="14" y="1"/>
                    <a:pt x="14" y="1"/>
                  </a:cubicBezTo>
                  <a:cubicBezTo>
                    <a:pt x="13" y="0"/>
                    <a:pt x="13" y="0"/>
                    <a:pt x="12" y="0"/>
                  </a:cubicBezTo>
                  <a:cubicBezTo>
                    <a:pt x="12" y="0"/>
                    <a:pt x="12" y="0"/>
                    <a:pt x="12" y="0"/>
                  </a:cubicBezTo>
                  <a:cubicBezTo>
                    <a:pt x="11" y="0"/>
                    <a:pt x="10" y="0"/>
                    <a:pt x="9" y="1"/>
                  </a:cubicBezTo>
                  <a:close/>
                  <a:moveTo>
                    <a:pt x="12" y="8"/>
                  </a:moveTo>
                  <a:cubicBezTo>
                    <a:pt x="12" y="9"/>
                    <a:pt x="13" y="11"/>
                    <a:pt x="14" y="13"/>
                  </a:cubicBezTo>
                  <a:cubicBezTo>
                    <a:pt x="18" y="20"/>
                    <a:pt x="17" y="22"/>
                    <a:pt x="17" y="22"/>
                  </a:cubicBezTo>
                  <a:cubicBezTo>
                    <a:pt x="16" y="23"/>
                    <a:pt x="16" y="23"/>
                    <a:pt x="16" y="23"/>
                  </a:cubicBezTo>
                  <a:cubicBezTo>
                    <a:pt x="16" y="23"/>
                    <a:pt x="15" y="22"/>
                    <a:pt x="14" y="21"/>
                  </a:cubicBezTo>
                  <a:cubicBezTo>
                    <a:pt x="14" y="20"/>
                    <a:pt x="13" y="20"/>
                    <a:pt x="12" y="20"/>
                  </a:cubicBezTo>
                  <a:cubicBezTo>
                    <a:pt x="12" y="20"/>
                    <a:pt x="12" y="20"/>
                    <a:pt x="12" y="20"/>
                  </a:cubicBezTo>
                  <a:cubicBezTo>
                    <a:pt x="11" y="20"/>
                    <a:pt x="10" y="20"/>
                    <a:pt x="10" y="21"/>
                  </a:cubicBezTo>
                  <a:cubicBezTo>
                    <a:pt x="9" y="22"/>
                    <a:pt x="8" y="23"/>
                    <a:pt x="7" y="23"/>
                  </a:cubicBezTo>
                  <a:cubicBezTo>
                    <a:pt x="7" y="23"/>
                    <a:pt x="7" y="23"/>
                    <a:pt x="7" y="23"/>
                  </a:cubicBezTo>
                  <a:cubicBezTo>
                    <a:pt x="6" y="20"/>
                    <a:pt x="8" y="14"/>
                    <a:pt x="12" y="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8" name="Google Shape;848;p48"/>
            <p:cNvSpPr/>
            <p:nvPr/>
          </p:nvSpPr>
          <p:spPr>
            <a:xfrm>
              <a:off x="5734816" y="2833385"/>
              <a:ext cx="13237" cy="13237"/>
            </a:xfrm>
            <a:custGeom>
              <a:avLst/>
              <a:gdLst/>
              <a:ahLst/>
              <a:cxnLst/>
              <a:rect l="l" t="t" r="r" b="b"/>
              <a:pathLst>
                <a:path w="5" h="5" extrusionOk="0">
                  <a:moveTo>
                    <a:pt x="0" y="1"/>
                  </a:moveTo>
                  <a:cubicBezTo>
                    <a:pt x="0" y="1"/>
                    <a:pt x="0" y="2"/>
                    <a:pt x="0" y="3"/>
                  </a:cubicBezTo>
                  <a:cubicBezTo>
                    <a:pt x="0" y="3"/>
                    <a:pt x="0" y="4"/>
                    <a:pt x="0" y="5"/>
                  </a:cubicBezTo>
                  <a:cubicBezTo>
                    <a:pt x="1" y="5"/>
                    <a:pt x="2" y="5"/>
                    <a:pt x="2" y="5"/>
                  </a:cubicBezTo>
                  <a:cubicBezTo>
                    <a:pt x="3" y="5"/>
                    <a:pt x="4" y="5"/>
                    <a:pt x="4" y="5"/>
                  </a:cubicBezTo>
                  <a:cubicBezTo>
                    <a:pt x="5" y="4"/>
                    <a:pt x="5" y="3"/>
                    <a:pt x="5" y="3"/>
                  </a:cubicBezTo>
                  <a:cubicBezTo>
                    <a:pt x="5" y="2"/>
                    <a:pt x="5" y="1"/>
                    <a:pt x="4" y="1"/>
                  </a:cubicBezTo>
                  <a:cubicBezTo>
                    <a:pt x="4" y="0"/>
                    <a:pt x="3" y="0"/>
                    <a:pt x="2" y="0"/>
                  </a:cubicBezTo>
                  <a:cubicBezTo>
                    <a:pt x="2" y="0"/>
                    <a:pt x="1" y="0"/>
                    <a:pt x="0"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9" name="Google Shape;849;p48"/>
            <p:cNvSpPr/>
            <p:nvPr/>
          </p:nvSpPr>
          <p:spPr>
            <a:xfrm>
              <a:off x="5593620" y="2877509"/>
              <a:ext cx="133475" cy="52948"/>
            </a:xfrm>
            <a:custGeom>
              <a:avLst/>
              <a:gdLst/>
              <a:ahLst/>
              <a:cxnLst/>
              <a:rect l="l" t="t" r="r" b="b"/>
              <a:pathLst>
                <a:path w="51" h="20" extrusionOk="0">
                  <a:moveTo>
                    <a:pt x="44" y="0"/>
                  </a:moveTo>
                  <a:cubicBezTo>
                    <a:pt x="8" y="0"/>
                    <a:pt x="8" y="0"/>
                    <a:pt x="8" y="0"/>
                  </a:cubicBezTo>
                  <a:cubicBezTo>
                    <a:pt x="4" y="0"/>
                    <a:pt x="0" y="3"/>
                    <a:pt x="0" y="7"/>
                  </a:cubicBezTo>
                  <a:cubicBezTo>
                    <a:pt x="0" y="13"/>
                    <a:pt x="0" y="13"/>
                    <a:pt x="0" y="13"/>
                  </a:cubicBezTo>
                  <a:cubicBezTo>
                    <a:pt x="0" y="17"/>
                    <a:pt x="4" y="20"/>
                    <a:pt x="8" y="20"/>
                  </a:cubicBezTo>
                  <a:cubicBezTo>
                    <a:pt x="44" y="20"/>
                    <a:pt x="44" y="20"/>
                    <a:pt x="44" y="20"/>
                  </a:cubicBezTo>
                  <a:cubicBezTo>
                    <a:pt x="48" y="20"/>
                    <a:pt x="51" y="17"/>
                    <a:pt x="51" y="13"/>
                  </a:cubicBezTo>
                  <a:cubicBezTo>
                    <a:pt x="51" y="7"/>
                    <a:pt x="51" y="7"/>
                    <a:pt x="51" y="7"/>
                  </a:cubicBezTo>
                  <a:cubicBezTo>
                    <a:pt x="51" y="3"/>
                    <a:pt x="48" y="0"/>
                    <a:pt x="44" y="0"/>
                  </a:cubicBezTo>
                  <a:close/>
                  <a:moveTo>
                    <a:pt x="28" y="6"/>
                  </a:moveTo>
                  <a:cubicBezTo>
                    <a:pt x="34" y="6"/>
                    <a:pt x="34" y="6"/>
                    <a:pt x="34" y="6"/>
                  </a:cubicBezTo>
                  <a:cubicBezTo>
                    <a:pt x="34" y="15"/>
                    <a:pt x="34" y="15"/>
                    <a:pt x="34" y="15"/>
                  </a:cubicBezTo>
                  <a:cubicBezTo>
                    <a:pt x="28" y="15"/>
                    <a:pt x="28" y="15"/>
                    <a:pt x="28" y="15"/>
                  </a:cubicBezTo>
                  <a:lnTo>
                    <a:pt x="28" y="6"/>
                  </a:lnTo>
                  <a:close/>
                  <a:moveTo>
                    <a:pt x="23" y="15"/>
                  </a:moveTo>
                  <a:cubicBezTo>
                    <a:pt x="17" y="15"/>
                    <a:pt x="17" y="15"/>
                    <a:pt x="17" y="15"/>
                  </a:cubicBezTo>
                  <a:cubicBezTo>
                    <a:pt x="17" y="6"/>
                    <a:pt x="17" y="6"/>
                    <a:pt x="17" y="6"/>
                  </a:cubicBezTo>
                  <a:cubicBezTo>
                    <a:pt x="23" y="6"/>
                    <a:pt x="23" y="6"/>
                    <a:pt x="23" y="6"/>
                  </a:cubicBezTo>
                  <a:lnTo>
                    <a:pt x="23" y="15"/>
                  </a:lnTo>
                  <a:close/>
                  <a:moveTo>
                    <a:pt x="6" y="13"/>
                  </a:moveTo>
                  <a:cubicBezTo>
                    <a:pt x="6" y="7"/>
                    <a:pt x="6" y="7"/>
                    <a:pt x="6" y="7"/>
                  </a:cubicBezTo>
                  <a:cubicBezTo>
                    <a:pt x="6" y="6"/>
                    <a:pt x="7" y="6"/>
                    <a:pt x="8" y="6"/>
                  </a:cubicBezTo>
                  <a:cubicBezTo>
                    <a:pt x="12" y="6"/>
                    <a:pt x="12" y="6"/>
                    <a:pt x="12" y="6"/>
                  </a:cubicBezTo>
                  <a:cubicBezTo>
                    <a:pt x="12" y="15"/>
                    <a:pt x="12" y="15"/>
                    <a:pt x="12" y="15"/>
                  </a:cubicBezTo>
                  <a:cubicBezTo>
                    <a:pt x="8" y="15"/>
                    <a:pt x="8" y="15"/>
                    <a:pt x="8" y="15"/>
                  </a:cubicBezTo>
                  <a:cubicBezTo>
                    <a:pt x="7" y="15"/>
                    <a:pt x="6" y="14"/>
                    <a:pt x="6" y="13"/>
                  </a:cubicBezTo>
                  <a:close/>
                  <a:moveTo>
                    <a:pt x="44" y="15"/>
                  </a:moveTo>
                  <a:cubicBezTo>
                    <a:pt x="40" y="15"/>
                    <a:pt x="40" y="15"/>
                    <a:pt x="40" y="15"/>
                  </a:cubicBezTo>
                  <a:cubicBezTo>
                    <a:pt x="40" y="6"/>
                    <a:pt x="40" y="6"/>
                    <a:pt x="40" y="6"/>
                  </a:cubicBezTo>
                  <a:cubicBezTo>
                    <a:pt x="44" y="6"/>
                    <a:pt x="44" y="6"/>
                    <a:pt x="44" y="6"/>
                  </a:cubicBezTo>
                  <a:cubicBezTo>
                    <a:pt x="44" y="6"/>
                    <a:pt x="45" y="6"/>
                    <a:pt x="45" y="7"/>
                  </a:cubicBezTo>
                  <a:cubicBezTo>
                    <a:pt x="45" y="13"/>
                    <a:pt x="45" y="13"/>
                    <a:pt x="45" y="13"/>
                  </a:cubicBezTo>
                  <a:cubicBezTo>
                    <a:pt x="45" y="14"/>
                    <a:pt x="44" y="15"/>
                    <a:pt x="44"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50" name="Google Shape;850;p48"/>
          <p:cNvGrpSpPr/>
          <p:nvPr/>
        </p:nvGrpSpPr>
        <p:grpSpPr>
          <a:xfrm>
            <a:off x="2357146" y="2584086"/>
            <a:ext cx="334237" cy="378361"/>
            <a:chOff x="2350528" y="2584086"/>
            <a:chExt cx="334237" cy="378361"/>
          </a:xfrm>
        </p:grpSpPr>
        <p:sp>
          <p:nvSpPr>
            <p:cNvPr id="851" name="Google Shape;851;p48"/>
            <p:cNvSpPr/>
            <p:nvPr/>
          </p:nvSpPr>
          <p:spPr>
            <a:xfrm>
              <a:off x="2350528" y="2584086"/>
              <a:ext cx="248196" cy="378361"/>
            </a:xfrm>
            <a:custGeom>
              <a:avLst/>
              <a:gdLst/>
              <a:ahLst/>
              <a:cxnLst/>
              <a:rect l="l" t="t" r="r" b="b"/>
              <a:pathLst>
                <a:path w="95" h="144" extrusionOk="0">
                  <a:moveTo>
                    <a:pt x="94" y="63"/>
                  </a:moveTo>
                  <a:cubicBezTo>
                    <a:pt x="76" y="55"/>
                    <a:pt x="60" y="43"/>
                    <a:pt x="47" y="29"/>
                  </a:cubicBezTo>
                  <a:cubicBezTo>
                    <a:pt x="47" y="29"/>
                    <a:pt x="47" y="28"/>
                    <a:pt x="47" y="28"/>
                  </a:cubicBezTo>
                  <a:cubicBezTo>
                    <a:pt x="44" y="25"/>
                    <a:pt x="41" y="22"/>
                    <a:pt x="38" y="18"/>
                  </a:cubicBezTo>
                  <a:cubicBezTo>
                    <a:pt x="38" y="18"/>
                    <a:pt x="38" y="18"/>
                    <a:pt x="38" y="18"/>
                  </a:cubicBezTo>
                  <a:cubicBezTo>
                    <a:pt x="35" y="14"/>
                    <a:pt x="33" y="10"/>
                    <a:pt x="30" y="6"/>
                  </a:cubicBezTo>
                  <a:cubicBezTo>
                    <a:pt x="28" y="2"/>
                    <a:pt x="28" y="2"/>
                    <a:pt x="28" y="2"/>
                  </a:cubicBezTo>
                  <a:cubicBezTo>
                    <a:pt x="27" y="1"/>
                    <a:pt x="26" y="0"/>
                    <a:pt x="25" y="0"/>
                  </a:cubicBezTo>
                  <a:cubicBezTo>
                    <a:pt x="15" y="0"/>
                    <a:pt x="15" y="0"/>
                    <a:pt x="15" y="0"/>
                  </a:cubicBezTo>
                  <a:cubicBezTo>
                    <a:pt x="13" y="0"/>
                    <a:pt x="12" y="2"/>
                    <a:pt x="12" y="3"/>
                  </a:cubicBezTo>
                  <a:cubicBezTo>
                    <a:pt x="12" y="23"/>
                    <a:pt x="12" y="23"/>
                    <a:pt x="12" y="23"/>
                  </a:cubicBezTo>
                  <a:cubicBezTo>
                    <a:pt x="12" y="33"/>
                    <a:pt x="8" y="44"/>
                    <a:pt x="1" y="51"/>
                  </a:cubicBezTo>
                  <a:cubicBezTo>
                    <a:pt x="0" y="52"/>
                    <a:pt x="0" y="53"/>
                    <a:pt x="0" y="53"/>
                  </a:cubicBezTo>
                  <a:cubicBezTo>
                    <a:pt x="0" y="130"/>
                    <a:pt x="0" y="130"/>
                    <a:pt x="0" y="130"/>
                  </a:cubicBezTo>
                  <a:cubicBezTo>
                    <a:pt x="0" y="131"/>
                    <a:pt x="0" y="131"/>
                    <a:pt x="1" y="132"/>
                  </a:cubicBezTo>
                  <a:cubicBezTo>
                    <a:pt x="12" y="143"/>
                    <a:pt x="12" y="143"/>
                    <a:pt x="12" y="143"/>
                  </a:cubicBezTo>
                  <a:cubicBezTo>
                    <a:pt x="13" y="144"/>
                    <a:pt x="15" y="144"/>
                    <a:pt x="16" y="143"/>
                  </a:cubicBezTo>
                  <a:cubicBezTo>
                    <a:pt x="26" y="133"/>
                    <a:pt x="26" y="133"/>
                    <a:pt x="26" y="133"/>
                  </a:cubicBezTo>
                  <a:cubicBezTo>
                    <a:pt x="36" y="143"/>
                    <a:pt x="36" y="143"/>
                    <a:pt x="36" y="143"/>
                  </a:cubicBezTo>
                  <a:cubicBezTo>
                    <a:pt x="36" y="143"/>
                    <a:pt x="36" y="143"/>
                    <a:pt x="37" y="143"/>
                  </a:cubicBezTo>
                  <a:cubicBezTo>
                    <a:pt x="38" y="144"/>
                    <a:pt x="39" y="144"/>
                    <a:pt x="40" y="143"/>
                  </a:cubicBezTo>
                  <a:cubicBezTo>
                    <a:pt x="49" y="134"/>
                    <a:pt x="49" y="134"/>
                    <a:pt x="49" y="134"/>
                  </a:cubicBezTo>
                  <a:cubicBezTo>
                    <a:pt x="58" y="143"/>
                    <a:pt x="58" y="143"/>
                    <a:pt x="58" y="143"/>
                  </a:cubicBezTo>
                  <a:cubicBezTo>
                    <a:pt x="59" y="144"/>
                    <a:pt x="60" y="144"/>
                    <a:pt x="61" y="143"/>
                  </a:cubicBezTo>
                  <a:cubicBezTo>
                    <a:pt x="71" y="134"/>
                    <a:pt x="71" y="134"/>
                    <a:pt x="71" y="134"/>
                  </a:cubicBezTo>
                  <a:cubicBezTo>
                    <a:pt x="80" y="143"/>
                    <a:pt x="80" y="143"/>
                    <a:pt x="80" y="143"/>
                  </a:cubicBezTo>
                  <a:cubicBezTo>
                    <a:pt x="81" y="143"/>
                    <a:pt x="81" y="144"/>
                    <a:pt x="82" y="144"/>
                  </a:cubicBezTo>
                  <a:cubicBezTo>
                    <a:pt x="83" y="144"/>
                    <a:pt x="84" y="143"/>
                    <a:pt x="84" y="143"/>
                  </a:cubicBezTo>
                  <a:cubicBezTo>
                    <a:pt x="95" y="132"/>
                    <a:pt x="95" y="132"/>
                    <a:pt x="95" y="132"/>
                  </a:cubicBezTo>
                  <a:cubicBezTo>
                    <a:pt x="95" y="131"/>
                    <a:pt x="95" y="130"/>
                    <a:pt x="95" y="130"/>
                  </a:cubicBezTo>
                  <a:cubicBezTo>
                    <a:pt x="95" y="65"/>
                    <a:pt x="95" y="65"/>
                    <a:pt x="95" y="65"/>
                  </a:cubicBezTo>
                  <a:cubicBezTo>
                    <a:pt x="95" y="64"/>
                    <a:pt x="95" y="63"/>
                    <a:pt x="94" y="63"/>
                  </a:cubicBezTo>
                  <a:close/>
                  <a:moveTo>
                    <a:pt x="71" y="80"/>
                  </a:moveTo>
                  <a:cubicBezTo>
                    <a:pt x="56" y="76"/>
                    <a:pt x="56" y="76"/>
                    <a:pt x="56" y="76"/>
                  </a:cubicBezTo>
                  <a:cubicBezTo>
                    <a:pt x="56" y="75"/>
                    <a:pt x="55" y="75"/>
                    <a:pt x="55" y="74"/>
                  </a:cubicBezTo>
                  <a:cubicBezTo>
                    <a:pt x="55" y="73"/>
                    <a:pt x="55" y="73"/>
                    <a:pt x="55" y="73"/>
                  </a:cubicBezTo>
                  <a:cubicBezTo>
                    <a:pt x="55" y="72"/>
                    <a:pt x="56" y="71"/>
                    <a:pt x="57" y="71"/>
                  </a:cubicBezTo>
                  <a:cubicBezTo>
                    <a:pt x="90" y="71"/>
                    <a:pt x="90" y="71"/>
                    <a:pt x="90" y="71"/>
                  </a:cubicBezTo>
                  <a:cubicBezTo>
                    <a:pt x="90" y="96"/>
                    <a:pt x="90" y="96"/>
                    <a:pt x="90" y="96"/>
                  </a:cubicBezTo>
                  <a:cubicBezTo>
                    <a:pt x="50" y="96"/>
                    <a:pt x="50" y="96"/>
                    <a:pt x="50" y="96"/>
                  </a:cubicBezTo>
                  <a:cubicBezTo>
                    <a:pt x="49" y="96"/>
                    <a:pt x="48" y="95"/>
                    <a:pt x="48" y="94"/>
                  </a:cubicBezTo>
                  <a:cubicBezTo>
                    <a:pt x="48" y="93"/>
                    <a:pt x="48" y="92"/>
                    <a:pt x="49" y="92"/>
                  </a:cubicBezTo>
                  <a:cubicBezTo>
                    <a:pt x="71" y="85"/>
                    <a:pt x="71" y="85"/>
                    <a:pt x="71" y="85"/>
                  </a:cubicBezTo>
                  <a:cubicBezTo>
                    <a:pt x="72" y="85"/>
                    <a:pt x="73" y="84"/>
                    <a:pt x="73" y="83"/>
                  </a:cubicBezTo>
                  <a:cubicBezTo>
                    <a:pt x="73" y="81"/>
                    <a:pt x="72" y="80"/>
                    <a:pt x="71" y="80"/>
                  </a:cubicBezTo>
                  <a:close/>
                  <a:moveTo>
                    <a:pt x="35" y="23"/>
                  </a:moveTo>
                  <a:cubicBezTo>
                    <a:pt x="36" y="25"/>
                    <a:pt x="37" y="26"/>
                    <a:pt x="39" y="28"/>
                  </a:cubicBezTo>
                  <a:cubicBezTo>
                    <a:pt x="30" y="28"/>
                    <a:pt x="30" y="28"/>
                    <a:pt x="30" y="28"/>
                  </a:cubicBezTo>
                  <a:cubicBezTo>
                    <a:pt x="30" y="25"/>
                    <a:pt x="32" y="23"/>
                    <a:pt x="35" y="23"/>
                  </a:cubicBezTo>
                  <a:close/>
                  <a:moveTo>
                    <a:pt x="17" y="109"/>
                  </a:moveTo>
                  <a:cubicBezTo>
                    <a:pt x="17" y="110"/>
                    <a:pt x="18" y="110"/>
                    <a:pt x="19" y="111"/>
                  </a:cubicBezTo>
                  <a:cubicBezTo>
                    <a:pt x="27" y="115"/>
                    <a:pt x="27" y="115"/>
                    <a:pt x="27" y="115"/>
                  </a:cubicBezTo>
                  <a:cubicBezTo>
                    <a:pt x="6" y="115"/>
                    <a:pt x="6" y="115"/>
                    <a:pt x="6" y="115"/>
                  </a:cubicBezTo>
                  <a:cubicBezTo>
                    <a:pt x="6" y="101"/>
                    <a:pt x="6" y="101"/>
                    <a:pt x="6" y="101"/>
                  </a:cubicBezTo>
                  <a:cubicBezTo>
                    <a:pt x="22" y="101"/>
                    <a:pt x="22" y="101"/>
                    <a:pt x="22" y="101"/>
                  </a:cubicBezTo>
                  <a:cubicBezTo>
                    <a:pt x="18" y="106"/>
                    <a:pt x="18" y="106"/>
                    <a:pt x="18" y="106"/>
                  </a:cubicBezTo>
                  <a:cubicBezTo>
                    <a:pt x="17" y="107"/>
                    <a:pt x="17" y="108"/>
                    <a:pt x="17" y="109"/>
                  </a:cubicBezTo>
                  <a:close/>
                  <a:moveTo>
                    <a:pt x="6" y="57"/>
                  </a:moveTo>
                  <a:cubicBezTo>
                    <a:pt x="8" y="57"/>
                    <a:pt x="8" y="57"/>
                    <a:pt x="8" y="57"/>
                  </a:cubicBezTo>
                  <a:cubicBezTo>
                    <a:pt x="15" y="57"/>
                    <a:pt x="22" y="60"/>
                    <a:pt x="27" y="66"/>
                  </a:cubicBezTo>
                  <a:cubicBezTo>
                    <a:pt x="6" y="66"/>
                    <a:pt x="6" y="66"/>
                    <a:pt x="6" y="66"/>
                  </a:cubicBezTo>
                  <a:lnTo>
                    <a:pt x="6" y="57"/>
                  </a:lnTo>
                  <a:close/>
                  <a:moveTo>
                    <a:pt x="82" y="137"/>
                  </a:moveTo>
                  <a:cubicBezTo>
                    <a:pt x="73" y="128"/>
                    <a:pt x="73" y="128"/>
                    <a:pt x="73" y="128"/>
                  </a:cubicBezTo>
                  <a:cubicBezTo>
                    <a:pt x="72" y="127"/>
                    <a:pt x="70" y="127"/>
                    <a:pt x="69" y="128"/>
                  </a:cubicBezTo>
                  <a:cubicBezTo>
                    <a:pt x="59" y="137"/>
                    <a:pt x="59" y="137"/>
                    <a:pt x="59" y="137"/>
                  </a:cubicBezTo>
                  <a:cubicBezTo>
                    <a:pt x="51" y="128"/>
                    <a:pt x="51" y="128"/>
                    <a:pt x="51" y="128"/>
                  </a:cubicBezTo>
                  <a:cubicBezTo>
                    <a:pt x="50" y="127"/>
                    <a:pt x="48" y="127"/>
                    <a:pt x="47" y="128"/>
                  </a:cubicBezTo>
                  <a:cubicBezTo>
                    <a:pt x="38" y="137"/>
                    <a:pt x="38" y="137"/>
                    <a:pt x="38" y="137"/>
                  </a:cubicBezTo>
                  <a:cubicBezTo>
                    <a:pt x="28" y="127"/>
                    <a:pt x="28" y="127"/>
                    <a:pt x="28" y="127"/>
                  </a:cubicBezTo>
                  <a:cubicBezTo>
                    <a:pt x="28" y="127"/>
                    <a:pt x="28" y="127"/>
                    <a:pt x="27" y="127"/>
                  </a:cubicBezTo>
                  <a:cubicBezTo>
                    <a:pt x="26" y="126"/>
                    <a:pt x="25" y="126"/>
                    <a:pt x="24" y="127"/>
                  </a:cubicBezTo>
                  <a:cubicBezTo>
                    <a:pt x="14" y="137"/>
                    <a:pt x="14" y="137"/>
                    <a:pt x="14" y="137"/>
                  </a:cubicBezTo>
                  <a:cubicBezTo>
                    <a:pt x="6" y="129"/>
                    <a:pt x="6" y="129"/>
                    <a:pt x="6" y="129"/>
                  </a:cubicBezTo>
                  <a:cubicBezTo>
                    <a:pt x="6" y="121"/>
                    <a:pt x="6" y="121"/>
                    <a:pt x="6" y="121"/>
                  </a:cubicBezTo>
                  <a:cubicBezTo>
                    <a:pt x="28" y="121"/>
                    <a:pt x="28" y="121"/>
                    <a:pt x="28" y="121"/>
                  </a:cubicBezTo>
                  <a:cubicBezTo>
                    <a:pt x="30" y="121"/>
                    <a:pt x="32" y="119"/>
                    <a:pt x="33" y="117"/>
                  </a:cubicBezTo>
                  <a:cubicBezTo>
                    <a:pt x="34" y="114"/>
                    <a:pt x="33" y="112"/>
                    <a:pt x="30" y="111"/>
                  </a:cubicBezTo>
                  <a:cubicBezTo>
                    <a:pt x="24" y="107"/>
                    <a:pt x="24" y="107"/>
                    <a:pt x="24" y="107"/>
                  </a:cubicBezTo>
                  <a:cubicBezTo>
                    <a:pt x="27" y="105"/>
                    <a:pt x="27" y="105"/>
                    <a:pt x="27" y="105"/>
                  </a:cubicBezTo>
                  <a:cubicBezTo>
                    <a:pt x="28" y="103"/>
                    <a:pt x="28" y="101"/>
                    <a:pt x="28" y="99"/>
                  </a:cubicBezTo>
                  <a:cubicBezTo>
                    <a:pt x="27" y="97"/>
                    <a:pt x="25" y="96"/>
                    <a:pt x="23" y="96"/>
                  </a:cubicBezTo>
                  <a:cubicBezTo>
                    <a:pt x="6" y="96"/>
                    <a:pt x="6" y="96"/>
                    <a:pt x="6" y="96"/>
                  </a:cubicBezTo>
                  <a:cubicBezTo>
                    <a:pt x="6" y="71"/>
                    <a:pt x="6" y="71"/>
                    <a:pt x="6" y="71"/>
                  </a:cubicBezTo>
                  <a:cubicBezTo>
                    <a:pt x="33" y="71"/>
                    <a:pt x="33" y="71"/>
                    <a:pt x="33" y="71"/>
                  </a:cubicBezTo>
                  <a:cubicBezTo>
                    <a:pt x="33" y="71"/>
                    <a:pt x="34" y="71"/>
                    <a:pt x="34" y="71"/>
                  </a:cubicBezTo>
                  <a:cubicBezTo>
                    <a:pt x="36" y="70"/>
                    <a:pt x="36" y="68"/>
                    <a:pt x="35" y="67"/>
                  </a:cubicBezTo>
                  <a:cubicBezTo>
                    <a:pt x="30" y="58"/>
                    <a:pt x="19" y="51"/>
                    <a:pt x="8" y="51"/>
                  </a:cubicBezTo>
                  <a:cubicBezTo>
                    <a:pt x="14" y="43"/>
                    <a:pt x="17" y="33"/>
                    <a:pt x="17" y="23"/>
                  </a:cubicBezTo>
                  <a:cubicBezTo>
                    <a:pt x="17" y="6"/>
                    <a:pt x="17" y="6"/>
                    <a:pt x="17" y="6"/>
                  </a:cubicBezTo>
                  <a:cubicBezTo>
                    <a:pt x="24" y="6"/>
                    <a:pt x="24" y="6"/>
                    <a:pt x="24" y="6"/>
                  </a:cubicBezTo>
                  <a:cubicBezTo>
                    <a:pt x="25" y="9"/>
                    <a:pt x="25" y="9"/>
                    <a:pt x="25" y="9"/>
                  </a:cubicBezTo>
                  <a:cubicBezTo>
                    <a:pt x="27" y="12"/>
                    <a:pt x="29" y="15"/>
                    <a:pt x="32" y="18"/>
                  </a:cubicBezTo>
                  <a:cubicBezTo>
                    <a:pt x="27" y="20"/>
                    <a:pt x="24" y="24"/>
                    <a:pt x="24" y="29"/>
                  </a:cubicBezTo>
                  <a:cubicBezTo>
                    <a:pt x="24" y="31"/>
                    <a:pt x="24" y="31"/>
                    <a:pt x="24" y="31"/>
                  </a:cubicBezTo>
                  <a:cubicBezTo>
                    <a:pt x="24" y="32"/>
                    <a:pt x="25" y="33"/>
                    <a:pt x="27" y="33"/>
                  </a:cubicBezTo>
                  <a:cubicBezTo>
                    <a:pt x="44" y="33"/>
                    <a:pt x="44" y="33"/>
                    <a:pt x="44" y="33"/>
                  </a:cubicBezTo>
                  <a:cubicBezTo>
                    <a:pt x="47" y="37"/>
                    <a:pt x="50" y="40"/>
                    <a:pt x="54" y="43"/>
                  </a:cubicBezTo>
                  <a:cubicBezTo>
                    <a:pt x="64" y="52"/>
                    <a:pt x="75" y="60"/>
                    <a:pt x="87" y="66"/>
                  </a:cubicBezTo>
                  <a:cubicBezTo>
                    <a:pt x="57" y="66"/>
                    <a:pt x="57" y="66"/>
                    <a:pt x="57" y="66"/>
                  </a:cubicBezTo>
                  <a:cubicBezTo>
                    <a:pt x="53" y="66"/>
                    <a:pt x="49" y="69"/>
                    <a:pt x="49" y="73"/>
                  </a:cubicBezTo>
                  <a:cubicBezTo>
                    <a:pt x="49" y="74"/>
                    <a:pt x="49" y="74"/>
                    <a:pt x="49" y="74"/>
                  </a:cubicBezTo>
                  <a:cubicBezTo>
                    <a:pt x="49" y="77"/>
                    <a:pt x="52" y="80"/>
                    <a:pt x="55" y="81"/>
                  </a:cubicBezTo>
                  <a:cubicBezTo>
                    <a:pt x="61" y="83"/>
                    <a:pt x="61" y="83"/>
                    <a:pt x="61" y="83"/>
                  </a:cubicBezTo>
                  <a:cubicBezTo>
                    <a:pt x="48" y="87"/>
                    <a:pt x="48" y="87"/>
                    <a:pt x="48" y="87"/>
                  </a:cubicBezTo>
                  <a:cubicBezTo>
                    <a:pt x="45" y="88"/>
                    <a:pt x="43" y="90"/>
                    <a:pt x="42" y="93"/>
                  </a:cubicBezTo>
                  <a:cubicBezTo>
                    <a:pt x="42" y="98"/>
                    <a:pt x="46" y="101"/>
                    <a:pt x="50" y="101"/>
                  </a:cubicBezTo>
                  <a:cubicBezTo>
                    <a:pt x="90" y="101"/>
                    <a:pt x="90" y="101"/>
                    <a:pt x="90" y="101"/>
                  </a:cubicBezTo>
                  <a:cubicBezTo>
                    <a:pt x="90" y="109"/>
                    <a:pt x="90" y="109"/>
                    <a:pt x="90" y="109"/>
                  </a:cubicBezTo>
                  <a:cubicBezTo>
                    <a:pt x="67" y="109"/>
                    <a:pt x="67" y="109"/>
                    <a:pt x="67" y="109"/>
                  </a:cubicBezTo>
                  <a:cubicBezTo>
                    <a:pt x="66" y="109"/>
                    <a:pt x="64" y="110"/>
                    <a:pt x="64" y="112"/>
                  </a:cubicBezTo>
                  <a:cubicBezTo>
                    <a:pt x="64" y="113"/>
                    <a:pt x="65" y="115"/>
                    <a:pt x="67" y="115"/>
                  </a:cubicBezTo>
                  <a:cubicBezTo>
                    <a:pt x="90" y="115"/>
                    <a:pt x="90" y="115"/>
                    <a:pt x="90" y="115"/>
                  </a:cubicBezTo>
                  <a:cubicBezTo>
                    <a:pt x="90" y="129"/>
                    <a:pt x="90" y="129"/>
                    <a:pt x="90" y="129"/>
                  </a:cubicBezTo>
                  <a:lnTo>
                    <a:pt x="82" y="137"/>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2" name="Google Shape;852;p48"/>
            <p:cNvSpPr/>
            <p:nvPr/>
          </p:nvSpPr>
          <p:spPr>
            <a:xfrm>
              <a:off x="2651672" y="2844416"/>
              <a:ext cx="12134" cy="15443"/>
            </a:xfrm>
            <a:custGeom>
              <a:avLst/>
              <a:gdLst/>
              <a:ahLst/>
              <a:cxnLst/>
              <a:rect l="l" t="t" r="r" b="b"/>
              <a:pathLst>
                <a:path w="5" h="6" extrusionOk="0">
                  <a:moveTo>
                    <a:pt x="3" y="0"/>
                  </a:moveTo>
                  <a:cubicBezTo>
                    <a:pt x="2" y="0"/>
                    <a:pt x="1" y="1"/>
                    <a:pt x="1" y="1"/>
                  </a:cubicBezTo>
                  <a:cubicBezTo>
                    <a:pt x="0" y="2"/>
                    <a:pt x="0" y="2"/>
                    <a:pt x="0" y="3"/>
                  </a:cubicBezTo>
                  <a:cubicBezTo>
                    <a:pt x="0" y="4"/>
                    <a:pt x="0" y="5"/>
                    <a:pt x="1" y="5"/>
                  </a:cubicBezTo>
                  <a:cubicBezTo>
                    <a:pt x="1" y="6"/>
                    <a:pt x="2" y="6"/>
                    <a:pt x="3" y="6"/>
                  </a:cubicBezTo>
                  <a:cubicBezTo>
                    <a:pt x="3" y="6"/>
                    <a:pt x="4" y="6"/>
                    <a:pt x="5" y="5"/>
                  </a:cubicBezTo>
                  <a:cubicBezTo>
                    <a:pt x="5" y="5"/>
                    <a:pt x="5" y="4"/>
                    <a:pt x="5" y="3"/>
                  </a:cubicBezTo>
                  <a:cubicBezTo>
                    <a:pt x="5" y="2"/>
                    <a:pt x="5" y="2"/>
                    <a:pt x="5" y="1"/>
                  </a:cubicBezTo>
                  <a:cubicBezTo>
                    <a:pt x="4" y="1"/>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3" name="Google Shape;853;p48"/>
            <p:cNvSpPr/>
            <p:nvPr/>
          </p:nvSpPr>
          <p:spPr>
            <a:xfrm>
              <a:off x="2602033" y="2584086"/>
              <a:ext cx="82732" cy="378361"/>
            </a:xfrm>
            <a:custGeom>
              <a:avLst/>
              <a:gdLst/>
              <a:ahLst/>
              <a:cxnLst/>
              <a:rect l="l" t="t" r="r" b="b"/>
              <a:pathLst>
                <a:path w="32" h="144" extrusionOk="0">
                  <a:moveTo>
                    <a:pt x="32" y="35"/>
                  </a:moveTo>
                  <a:cubicBezTo>
                    <a:pt x="26" y="27"/>
                    <a:pt x="26" y="27"/>
                    <a:pt x="26" y="27"/>
                  </a:cubicBezTo>
                  <a:cubicBezTo>
                    <a:pt x="26" y="17"/>
                    <a:pt x="26" y="17"/>
                    <a:pt x="26" y="17"/>
                  </a:cubicBezTo>
                  <a:cubicBezTo>
                    <a:pt x="26" y="17"/>
                    <a:pt x="26" y="17"/>
                    <a:pt x="26" y="16"/>
                  </a:cubicBezTo>
                  <a:cubicBezTo>
                    <a:pt x="24" y="12"/>
                    <a:pt x="24" y="12"/>
                    <a:pt x="24" y="12"/>
                  </a:cubicBezTo>
                  <a:cubicBezTo>
                    <a:pt x="24" y="11"/>
                    <a:pt x="24" y="11"/>
                    <a:pt x="24" y="11"/>
                  </a:cubicBezTo>
                  <a:cubicBezTo>
                    <a:pt x="18" y="2"/>
                    <a:pt x="18" y="2"/>
                    <a:pt x="18" y="2"/>
                  </a:cubicBezTo>
                  <a:cubicBezTo>
                    <a:pt x="18" y="1"/>
                    <a:pt x="16" y="0"/>
                    <a:pt x="15" y="0"/>
                  </a:cubicBezTo>
                  <a:cubicBezTo>
                    <a:pt x="13" y="1"/>
                    <a:pt x="12" y="2"/>
                    <a:pt x="11" y="3"/>
                  </a:cubicBezTo>
                  <a:cubicBezTo>
                    <a:pt x="8" y="13"/>
                    <a:pt x="8" y="13"/>
                    <a:pt x="8" y="13"/>
                  </a:cubicBezTo>
                  <a:cubicBezTo>
                    <a:pt x="6" y="16"/>
                    <a:pt x="6" y="16"/>
                    <a:pt x="6" y="16"/>
                  </a:cubicBezTo>
                  <a:cubicBezTo>
                    <a:pt x="5" y="17"/>
                    <a:pt x="5" y="17"/>
                    <a:pt x="5" y="18"/>
                  </a:cubicBezTo>
                  <a:cubicBezTo>
                    <a:pt x="5" y="22"/>
                    <a:pt x="5" y="22"/>
                    <a:pt x="5" y="22"/>
                  </a:cubicBezTo>
                  <a:cubicBezTo>
                    <a:pt x="0" y="31"/>
                    <a:pt x="0" y="31"/>
                    <a:pt x="0" y="31"/>
                  </a:cubicBezTo>
                  <a:cubicBezTo>
                    <a:pt x="0" y="31"/>
                    <a:pt x="0" y="32"/>
                    <a:pt x="0" y="32"/>
                  </a:cubicBezTo>
                  <a:cubicBezTo>
                    <a:pt x="0" y="48"/>
                    <a:pt x="0" y="48"/>
                    <a:pt x="0" y="48"/>
                  </a:cubicBezTo>
                  <a:cubicBezTo>
                    <a:pt x="0" y="49"/>
                    <a:pt x="0" y="49"/>
                    <a:pt x="0" y="50"/>
                  </a:cubicBezTo>
                  <a:cubicBezTo>
                    <a:pt x="7" y="56"/>
                    <a:pt x="7" y="56"/>
                    <a:pt x="7" y="56"/>
                  </a:cubicBezTo>
                  <a:cubicBezTo>
                    <a:pt x="7" y="141"/>
                    <a:pt x="7" y="141"/>
                    <a:pt x="7" y="141"/>
                  </a:cubicBezTo>
                  <a:cubicBezTo>
                    <a:pt x="7" y="142"/>
                    <a:pt x="9" y="144"/>
                    <a:pt x="10" y="144"/>
                  </a:cubicBezTo>
                  <a:cubicBezTo>
                    <a:pt x="22" y="144"/>
                    <a:pt x="22" y="144"/>
                    <a:pt x="22" y="144"/>
                  </a:cubicBezTo>
                  <a:cubicBezTo>
                    <a:pt x="23" y="144"/>
                    <a:pt x="25" y="142"/>
                    <a:pt x="25" y="141"/>
                  </a:cubicBezTo>
                  <a:cubicBezTo>
                    <a:pt x="25" y="113"/>
                    <a:pt x="25" y="113"/>
                    <a:pt x="25" y="113"/>
                  </a:cubicBezTo>
                  <a:cubicBezTo>
                    <a:pt x="25" y="112"/>
                    <a:pt x="24" y="111"/>
                    <a:pt x="22" y="110"/>
                  </a:cubicBezTo>
                  <a:cubicBezTo>
                    <a:pt x="20" y="110"/>
                    <a:pt x="19" y="112"/>
                    <a:pt x="19" y="113"/>
                  </a:cubicBezTo>
                  <a:cubicBezTo>
                    <a:pt x="19" y="138"/>
                    <a:pt x="19" y="138"/>
                    <a:pt x="19" y="138"/>
                  </a:cubicBezTo>
                  <a:cubicBezTo>
                    <a:pt x="13" y="138"/>
                    <a:pt x="13" y="138"/>
                    <a:pt x="13" y="138"/>
                  </a:cubicBezTo>
                  <a:cubicBezTo>
                    <a:pt x="13" y="58"/>
                    <a:pt x="13" y="58"/>
                    <a:pt x="13" y="58"/>
                  </a:cubicBezTo>
                  <a:cubicBezTo>
                    <a:pt x="19" y="58"/>
                    <a:pt x="19" y="58"/>
                    <a:pt x="19" y="58"/>
                  </a:cubicBezTo>
                  <a:cubicBezTo>
                    <a:pt x="19" y="91"/>
                    <a:pt x="19" y="91"/>
                    <a:pt x="19" y="91"/>
                  </a:cubicBezTo>
                  <a:cubicBezTo>
                    <a:pt x="19" y="92"/>
                    <a:pt x="20" y="93"/>
                    <a:pt x="21" y="94"/>
                  </a:cubicBezTo>
                  <a:cubicBezTo>
                    <a:pt x="23" y="94"/>
                    <a:pt x="25" y="93"/>
                    <a:pt x="25" y="91"/>
                  </a:cubicBezTo>
                  <a:cubicBezTo>
                    <a:pt x="25" y="56"/>
                    <a:pt x="25" y="56"/>
                    <a:pt x="25" y="56"/>
                  </a:cubicBezTo>
                  <a:cubicBezTo>
                    <a:pt x="31" y="50"/>
                    <a:pt x="31" y="50"/>
                    <a:pt x="31" y="50"/>
                  </a:cubicBezTo>
                  <a:cubicBezTo>
                    <a:pt x="32" y="49"/>
                    <a:pt x="32" y="49"/>
                    <a:pt x="32" y="48"/>
                  </a:cubicBezTo>
                  <a:cubicBezTo>
                    <a:pt x="32" y="37"/>
                    <a:pt x="32" y="37"/>
                    <a:pt x="32" y="37"/>
                  </a:cubicBezTo>
                  <a:cubicBezTo>
                    <a:pt x="32" y="36"/>
                    <a:pt x="32" y="36"/>
                    <a:pt x="32" y="35"/>
                  </a:cubicBezTo>
                  <a:close/>
                  <a:moveTo>
                    <a:pt x="10" y="24"/>
                  </a:moveTo>
                  <a:cubicBezTo>
                    <a:pt x="11" y="24"/>
                    <a:pt x="11" y="23"/>
                    <a:pt x="11" y="23"/>
                  </a:cubicBezTo>
                  <a:cubicBezTo>
                    <a:pt x="11" y="19"/>
                    <a:pt x="11" y="19"/>
                    <a:pt x="11" y="19"/>
                  </a:cubicBezTo>
                  <a:cubicBezTo>
                    <a:pt x="13" y="16"/>
                    <a:pt x="13" y="16"/>
                    <a:pt x="13" y="16"/>
                  </a:cubicBezTo>
                  <a:cubicBezTo>
                    <a:pt x="13" y="16"/>
                    <a:pt x="13" y="15"/>
                    <a:pt x="13" y="15"/>
                  </a:cubicBezTo>
                  <a:cubicBezTo>
                    <a:pt x="15" y="8"/>
                    <a:pt x="15" y="8"/>
                    <a:pt x="15" y="8"/>
                  </a:cubicBezTo>
                  <a:cubicBezTo>
                    <a:pt x="19" y="14"/>
                    <a:pt x="19" y="14"/>
                    <a:pt x="19" y="14"/>
                  </a:cubicBezTo>
                  <a:cubicBezTo>
                    <a:pt x="21" y="18"/>
                    <a:pt x="21" y="18"/>
                    <a:pt x="21" y="18"/>
                  </a:cubicBezTo>
                  <a:cubicBezTo>
                    <a:pt x="21" y="28"/>
                    <a:pt x="21" y="28"/>
                    <a:pt x="21" y="28"/>
                  </a:cubicBezTo>
                  <a:cubicBezTo>
                    <a:pt x="21" y="29"/>
                    <a:pt x="21" y="29"/>
                    <a:pt x="21" y="30"/>
                  </a:cubicBezTo>
                  <a:cubicBezTo>
                    <a:pt x="25" y="36"/>
                    <a:pt x="25" y="36"/>
                    <a:pt x="25" y="36"/>
                  </a:cubicBezTo>
                  <a:cubicBezTo>
                    <a:pt x="23" y="38"/>
                    <a:pt x="20" y="40"/>
                    <a:pt x="17" y="42"/>
                  </a:cubicBezTo>
                  <a:cubicBezTo>
                    <a:pt x="14" y="39"/>
                    <a:pt x="10" y="36"/>
                    <a:pt x="5" y="34"/>
                  </a:cubicBezTo>
                  <a:cubicBezTo>
                    <a:pt x="5" y="33"/>
                    <a:pt x="5" y="33"/>
                    <a:pt x="5" y="33"/>
                  </a:cubicBezTo>
                  <a:lnTo>
                    <a:pt x="10" y="24"/>
                  </a:lnTo>
                  <a:close/>
                  <a:moveTo>
                    <a:pt x="5" y="40"/>
                  </a:moveTo>
                  <a:cubicBezTo>
                    <a:pt x="8" y="42"/>
                    <a:pt x="11" y="44"/>
                    <a:pt x="13" y="46"/>
                  </a:cubicBezTo>
                  <a:cubicBezTo>
                    <a:pt x="12" y="47"/>
                    <a:pt x="11" y="49"/>
                    <a:pt x="10" y="51"/>
                  </a:cubicBezTo>
                  <a:cubicBezTo>
                    <a:pt x="5" y="47"/>
                    <a:pt x="5" y="47"/>
                    <a:pt x="5" y="47"/>
                  </a:cubicBezTo>
                  <a:lnTo>
                    <a:pt x="5" y="40"/>
                  </a:lnTo>
                  <a:close/>
                  <a:moveTo>
                    <a:pt x="15" y="52"/>
                  </a:moveTo>
                  <a:cubicBezTo>
                    <a:pt x="16" y="52"/>
                    <a:pt x="17" y="51"/>
                    <a:pt x="17" y="50"/>
                  </a:cubicBezTo>
                  <a:cubicBezTo>
                    <a:pt x="18" y="51"/>
                    <a:pt x="19" y="52"/>
                    <a:pt x="20" y="52"/>
                  </a:cubicBezTo>
                  <a:lnTo>
                    <a:pt x="15" y="52"/>
                  </a:lnTo>
                  <a:close/>
                  <a:moveTo>
                    <a:pt x="24" y="49"/>
                  </a:moveTo>
                  <a:cubicBezTo>
                    <a:pt x="23" y="48"/>
                    <a:pt x="22" y="47"/>
                    <a:pt x="21" y="46"/>
                  </a:cubicBezTo>
                  <a:cubicBezTo>
                    <a:pt x="23" y="44"/>
                    <a:pt x="25" y="43"/>
                    <a:pt x="27" y="42"/>
                  </a:cubicBezTo>
                  <a:cubicBezTo>
                    <a:pt x="27" y="46"/>
                    <a:pt x="27" y="46"/>
                    <a:pt x="27" y="46"/>
                  </a:cubicBezTo>
                  <a:lnTo>
                    <a:pt x="24" y="49"/>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4" name="Google Shape;854;p48"/>
            <p:cNvSpPr/>
            <p:nvPr/>
          </p:nvSpPr>
          <p:spPr>
            <a:xfrm>
              <a:off x="2488415" y="2869787"/>
              <a:ext cx="13237" cy="16547"/>
            </a:xfrm>
            <a:custGeom>
              <a:avLst/>
              <a:gdLst/>
              <a:ahLst/>
              <a:cxnLst/>
              <a:rect l="l" t="t" r="r" b="b"/>
              <a:pathLst>
                <a:path w="5" h="6" extrusionOk="0">
                  <a:moveTo>
                    <a:pt x="2" y="0"/>
                  </a:moveTo>
                  <a:cubicBezTo>
                    <a:pt x="2" y="0"/>
                    <a:pt x="1" y="1"/>
                    <a:pt x="0" y="1"/>
                  </a:cubicBezTo>
                  <a:cubicBezTo>
                    <a:pt x="0" y="2"/>
                    <a:pt x="0" y="2"/>
                    <a:pt x="0" y="3"/>
                  </a:cubicBezTo>
                  <a:cubicBezTo>
                    <a:pt x="0" y="4"/>
                    <a:pt x="0" y="5"/>
                    <a:pt x="0" y="5"/>
                  </a:cubicBezTo>
                  <a:cubicBezTo>
                    <a:pt x="1" y="6"/>
                    <a:pt x="2" y="6"/>
                    <a:pt x="2" y="6"/>
                  </a:cubicBezTo>
                  <a:cubicBezTo>
                    <a:pt x="3" y="6"/>
                    <a:pt x="4" y="6"/>
                    <a:pt x="4" y="5"/>
                  </a:cubicBezTo>
                  <a:cubicBezTo>
                    <a:pt x="5" y="5"/>
                    <a:pt x="5" y="4"/>
                    <a:pt x="5" y="3"/>
                  </a:cubicBezTo>
                  <a:cubicBezTo>
                    <a:pt x="5" y="2"/>
                    <a:pt x="5" y="2"/>
                    <a:pt x="4" y="1"/>
                  </a:cubicBezTo>
                  <a:cubicBezTo>
                    <a:pt x="4" y="1"/>
                    <a:pt x="3" y="0"/>
                    <a:pt x="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5" name="Google Shape;855;p48"/>
            <p:cNvSpPr/>
            <p:nvPr/>
          </p:nvSpPr>
          <p:spPr>
            <a:xfrm>
              <a:off x="2413404" y="2791467"/>
              <a:ext cx="44124" cy="15443"/>
            </a:xfrm>
            <a:custGeom>
              <a:avLst/>
              <a:gdLst/>
              <a:ahLst/>
              <a:cxnLst/>
              <a:rect l="l" t="t" r="r" b="b"/>
              <a:pathLst>
                <a:path w="17" h="6" extrusionOk="0">
                  <a:moveTo>
                    <a:pt x="14" y="0"/>
                  </a:moveTo>
                  <a:cubicBezTo>
                    <a:pt x="3" y="0"/>
                    <a:pt x="3" y="0"/>
                    <a:pt x="3" y="0"/>
                  </a:cubicBezTo>
                  <a:cubicBezTo>
                    <a:pt x="2" y="0"/>
                    <a:pt x="0" y="1"/>
                    <a:pt x="0" y="3"/>
                  </a:cubicBezTo>
                  <a:cubicBezTo>
                    <a:pt x="0" y="4"/>
                    <a:pt x="1" y="6"/>
                    <a:pt x="3" y="6"/>
                  </a:cubicBezTo>
                  <a:cubicBezTo>
                    <a:pt x="14" y="6"/>
                    <a:pt x="14" y="6"/>
                    <a:pt x="14" y="6"/>
                  </a:cubicBezTo>
                  <a:cubicBezTo>
                    <a:pt x="15" y="6"/>
                    <a:pt x="17" y="5"/>
                    <a:pt x="17" y="4"/>
                  </a:cubicBezTo>
                  <a:cubicBezTo>
                    <a:pt x="17" y="2"/>
                    <a:pt x="16" y="0"/>
                    <a:pt x="1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56" name="Google Shape;856;p48"/>
          <p:cNvGrpSpPr/>
          <p:nvPr/>
        </p:nvGrpSpPr>
        <p:grpSpPr>
          <a:xfrm>
            <a:off x="3978693" y="2584086"/>
            <a:ext cx="324309" cy="378361"/>
            <a:chOff x="3957734" y="2584086"/>
            <a:chExt cx="324309" cy="378361"/>
          </a:xfrm>
        </p:grpSpPr>
        <p:sp>
          <p:nvSpPr>
            <p:cNvPr id="857" name="Google Shape;857;p48"/>
            <p:cNvSpPr/>
            <p:nvPr/>
          </p:nvSpPr>
          <p:spPr>
            <a:xfrm>
              <a:off x="3957734" y="2623797"/>
              <a:ext cx="151124" cy="338650"/>
            </a:xfrm>
            <a:custGeom>
              <a:avLst/>
              <a:gdLst/>
              <a:ahLst/>
              <a:cxnLst/>
              <a:rect l="l" t="t" r="r" b="b"/>
              <a:pathLst>
                <a:path w="58" h="129" extrusionOk="0">
                  <a:moveTo>
                    <a:pt x="55" y="27"/>
                  </a:moveTo>
                  <a:cubicBezTo>
                    <a:pt x="55" y="26"/>
                    <a:pt x="54" y="25"/>
                    <a:pt x="53" y="25"/>
                  </a:cubicBezTo>
                  <a:cubicBezTo>
                    <a:pt x="49" y="24"/>
                    <a:pt x="45" y="23"/>
                    <a:pt x="41" y="24"/>
                  </a:cubicBezTo>
                  <a:cubicBezTo>
                    <a:pt x="42" y="23"/>
                    <a:pt x="42" y="21"/>
                    <a:pt x="42" y="19"/>
                  </a:cubicBezTo>
                  <a:cubicBezTo>
                    <a:pt x="42" y="11"/>
                    <a:pt x="37" y="4"/>
                    <a:pt x="30" y="1"/>
                  </a:cubicBezTo>
                  <a:cubicBezTo>
                    <a:pt x="29" y="0"/>
                    <a:pt x="29" y="0"/>
                    <a:pt x="28" y="1"/>
                  </a:cubicBezTo>
                  <a:cubicBezTo>
                    <a:pt x="21" y="4"/>
                    <a:pt x="16" y="11"/>
                    <a:pt x="16" y="19"/>
                  </a:cubicBezTo>
                  <a:cubicBezTo>
                    <a:pt x="16" y="21"/>
                    <a:pt x="16" y="23"/>
                    <a:pt x="17" y="24"/>
                  </a:cubicBezTo>
                  <a:cubicBezTo>
                    <a:pt x="13" y="23"/>
                    <a:pt x="9" y="24"/>
                    <a:pt x="5" y="25"/>
                  </a:cubicBezTo>
                  <a:cubicBezTo>
                    <a:pt x="4" y="25"/>
                    <a:pt x="3" y="26"/>
                    <a:pt x="3" y="27"/>
                  </a:cubicBezTo>
                  <a:cubicBezTo>
                    <a:pt x="0" y="34"/>
                    <a:pt x="2" y="42"/>
                    <a:pt x="7" y="47"/>
                  </a:cubicBezTo>
                  <a:cubicBezTo>
                    <a:pt x="6" y="47"/>
                    <a:pt x="5" y="48"/>
                    <a:pt x="5" y="48"/>
                  </a:cubicBezTo>
                  <a:cubicBezTo>
                    <a:pt x="4" y="48"/>
                    <a:pt x="3" y="49"/>
                    <a:pt x="3" y="50"/>
                  </a:cubicBezTo>
                  <a:cubicBezTo>
                    <a:pt x="0" y="57"/>
                    <a:pt x="2" y="65"/>
                    <a:pt x="7" y="70"/>
                  </a:cubicBezTo>
                  <a:cubicBezTo>
                    <a:pt x="6" y="70"/>
                    <a:pt x="5" y="71"/>
                    <a:pt x="5" y="71"/>
                  </a:cubicBezTo>
                  <a:cubicBezTo>
                    <a:pt x="4" y="71"/>
                    <a:pt x="3" y="72"/>
                    <a:pt x="3" y="73"/>
                  </a:cubicBezTo>
                  <a:cubicBezTo>
                    <a:pt x="0" y="80"/>
                    <a:pt x="2" y="88"/>
                    <a:pt x="7" y="93"/>
                  </a:cubicBezTo>
                  <a:cubicBezTo>
                    <a:pt x="6" y="93"/>
                    <a:pt x="5" y="94"/>
                    <a:pt x="5" y="94"/>
                  </a:cubicBezTo>
                  <a:cubicBezTo>
                    <a:pt x="4" y="94"/>
                    <a:pt x="3" y="95"/>
                    <a:pt x="3" y="96"/>
                  </a:cubicBezTo>
                  <a:cubicBezTo>
                    <a:pt x="0" y="103"/>
                    <a:pt x="2" y="111"/>
                    <a:pt x="8" y="117"/>
                  </a:cubicBezTo>
                  <a:cubicBezTo>
                    <a:pt x="11" y="121"/>
                    <a:pt x="17" y="123"/>
                    <a:pt x="22" y="123"/>
                  </a:cubicBezTo>
                  <a:cubicBezTo>
                    <a:pt x="23" y="123"/>
                    <a:pt x="25" y="123"/>
                    <a:pt x="26" y="122"/>
                  </a:cubicBezTo>
                  <a:cubicBezTo>
                    <a:pt x="26" y="126"/>
                    <a:pt x="26" y="126"/>
                    <a:pt x="26" y="126"/>
                  </a:cubicBezTo>
                  <a:cubicBezTo>
                    <a:pt x="26" y="127"/>
                    <a:pt x="27" y="129"/>
                    <a:pt x="29" y="129"/>
                  </a:cubicBezTo>
                  <a:cubicBezTo>
                    <a:pt x="30" y="129"/>
                    <a:pt x="32" y="128"/>
                    <a:pt x="32" y="126"/>
                  </a:cubicBezTo>
                  <a:cubicBezTo>
                    <a:pt x="32" y="122"/>
                    <a:pt x="32" y="122"/>
                    <a:pt x="32" y="122"/>
                  </a:cubicBezTo>
                  <a:cubicBezTo>
                    <a:pt x="33" y="123"/>
                    <a:pt x="35" y="123"/>
                    <a:pt x="36" y="123"/>
                  </a:cubicBezTo>
                  <a:cubicBezTo>
                    <a:pt x="41" y="123"/>
                    <a:pt x="47" y="121"/>
                    <a:pt x="50" y="117"/>
                  </a:cubicBezTo>
                  <a:cubicBezTo>
                    <a:pt x="56" y="111"/>
                    <a:pt x="58" y="103"/>
                    <a:pt x="55" y="96"/>
                  </a:cubicBezTo>
                  <a:cubicBezTo>
                    <a:pt x="55" y="95"/>
                    <a:pt x="54" y="94"/>
                    <a:pt x="53" y="94"/>
                  </a:cubicBezTo>
                  <a:cubicBezTo>
                    <a:pt x="53" y="94"/>
                    <a:pt x="52" y="93"/>
                    <a:pt x="51" y="93"/>
                  </a:cubicBezTo>
                  <a:cubicBezTo>
                    <a:pt x="56" y="88"/>
                    <a:pt x="58" y="80"/>
                    <a:pt x="55" y="73"/>
                  </a:cubicBezTo>
                  <a:cubicBezTo>
                    <a:pt x="55" y="72"/>
                    <a:pt x="54" y="71"/>
                    <a:pt x="53" y="71"/>
                  </a:cubicBezTo>
                  <a:cubicBezTo>
                    <a:pt x="53" y="71"/>
                    <a:pt x="52" y="70"/>
                    <a:pt x="51" y="70"/>
                  </a:cubicBezTo>
                  <a:cubicBezTo>
                    <a:pt x="56" y="65"/>
                    <a:pt x="58" y="57"/>
                    <a:pt x="55" y="50"/>
                  </a:cubicBezTo>
                  <a:cubicBezTo>
                    <a:pt x="55" y="49"/>
                    <a:pt x="54" y="48"/>
                    <a:pt x="53" y="48"/>
                  </a:cubicBezTo>
                  <a:cubicBezTo>
                    <a:pt x="53" y="48"/>
                    <a:pt x="52" y="47"/>
                    <a:pt x="51" y="47"/>
                  </a:cubicBezTo>
                  <a:cubicBezTo>
                    <a:pt x="56" y="42"/>
                    <a:pt x="58" y="34"/>
                    <a:pt x="55" y="27"/>
                  </a:cubicBezTo>
                  <a:close/>
                  <a:moveTo>
                    <a:pt x="50" y="30"/>
                  </a:moveTo>
                  <a:cubicBezTo>
                    <a:pt x="52" y="35"/>
                    <a:pt x="50" y="40"/>
                    <a:pt x="47" y="44"/>
                  </a:cubicBezTo>
                  <a:cubicBezTo>
                    <a:pt x="45" y="46"/>
                    <a:pt x="43" y="47"/>
                    <a:pt x="41" y="47"/>
                  </a:cubicBezTo>
                  <a:cubicBezTo>
                    <a:pt x="41" y="48"/>
                    <a:pt x="40" y="48"/>
                    <a:pt x="40" y="48"/>
                  </a:cubicBezTo>
                  <a:cubicBezTo>
                    <a:pt x="37" y="48"/>
                    <a:pt x="35" y="48"/>
                    <a:pt x="32" y="48"/>
                  </a:cubicBezTo>
                  <a:cubicBezTo>
                    <a:pt x="31" y="43"/>
                    <a:pt x="32" y="37"/>
                    <a:pt x="36" y="34"/>
                  </a:cubicBezTo>
                  <a:cubicBezTo>
                    <a:pt x="40" y="30"/>
                    <a:pt x="45" y="28"/>
                    <a:pt x="50" y="30"/>
                  </a:cubicBezTo>
                  <a:close/>
                  <a:moveTo>
                    <a:pt x="43" y="53"/>
                  </a:moveTo>
                  <a:cubicBezTo>
                    <a:pt x="45" y="52"/>
                    <a:pt x="48" y="52"/>
                    <a:pt x="50" y="53"/>
                  </a:cubicBezTo>
                  <a:cubicBezTo>
                    <a:pt x="52" y="58"/>
                    <a:pt x="50" y="63"/>
                    <a:pt x="47" y="67"/>
                  </a:cubicBezTo>
                  <a:cubicBezTo>
                    <a:pt x="45" y="69"/>
                    <a:pt x="43" y="70"/>
                    <a:pt x="41" y="70"/>
                  </a:cubicBezTo>
                  <a:cubicBezTo>
                    <a:pt x="41" y="71"/>
                    <a:pt x="40" y="71"/>
                    <a:pt x="40" y="71"/>
                  </a:cubicBezTo>
                  <a:cubicBezTo>
                    <a:pt x="37" y="71"/>
                    <a:pt x="35" y="71"/>
                    <a:pt x="32" y="71"/>
                  </a:cubicBezTo>
                  <a:cubicBezTo>
                    <a:pt x="31" y="66"/>
                    <a:pt x="32" y="60"/>
                    <a:pt x="36" y="57"/>
                  </a:cubicBezTo>
                  <a:cubicBezTo>
                    <a:pt x="38" y="55"/>
                    <a:pt x="40" y="54"/>
                    <a:pt x="42" y="53"/>
                  </a:cubicBezTo>
                  <a:cubicBezTo>
                    <a:pt x="42" y="53"/>
                    <a:pt x="42" y="53"/>
                    <a:pt x="43" y="53"/>
                  </a:cubicBezTo>
                  <a:close/>
                  <a:moveTo>
                    <a:pt x="43" y="76"/>
                  </a:moveTo>
                  <a:cubicBezTo>
                    <a:pt x="45" y="75"/>
                    <a:pt x="48" y="75"/>
                    <a:pt x="50" y="76"/>
                  </a:cubicBezTo>
                  <a:cubicBezTo>
                    <a:pt x="52" y="81"/>
                    <a:pt x="50" y="86"/>
                    <a:pt x="47" y="90"/>
                  </a:cubicBezTo>
                  <a:cubicBezTo>
                    <a:pt x="45" y="92"/>
                    <a:pt x="43" y="93"/>
                    <a:pt x="41" y="93"/>
                  </a:cubicBezTo>
                  <a:cubicBezTo>
                    <a:pt x="41" y="94"/>
                    <a:pt x="40" y="94"/>
                    <a:pt x="40" y="94"/>
                  </a:cubicBezTo>
                  <a:cubicBezTo>
                    <a:pt x="37" y="94"/>
                    <a:pt x="35" y="94"/>
                    <a:pt x="32" y="94"/>
                  </a:cubicBezTo>
                  <a:cubicBezTo>
                    <a:pt x="31" y="89"/>
                    <a:pt x="32" y="83"/>
                    <a:pt x="36" y="80"/>
                  </a:cubicBezTo>
                  <a:cubicBezTo>
                    <a:pt x="38" y="78"/>
                    <a:pt x="40" y="77"/>
                    <a:pt x="42" y="76"/>
                  </a:cubicBezTo>
                  <a:cubicBezTo>
                    <a:pt x="42" y="76"/>
                    <a:pt x="42" y="76"/>
                    <a:pt x="43" y="76"/>
                  </a:cubicBezTo>
                  <a:close/>
                  <a:moveTo>
                    <a:pt x="17" y="93"/>
                  </a:moveTo>
                  <a:cubicBezTo>
                    <a:pt x="15" y="93"/>
                    <a:pt x="13" y="92"/>
                    <a:pt x="12" y="90"/>
                  </a:cubicBezTo>
                  <a:cubicBezTo>
                    <a:pt x="8" y="86"/>
                    <a:pt x="6" y="81"/>
                    <a:pt x="8" y="76"/>
                  </a:cubicBezTo>
                  <a:cubicBezTo>
                    <a:pt x="10" y="75"/>
                    <a:pt x="13" y="75"/>
                    <a:pt x="15" y="76"/>
                  </a:cubicBezTo>
                  <a:cubicBezTo>
                    <a:pt x="16" y="76"/>
                    <a:pt x="16" y="76"/>
                    <a:pt x="17" y="76"/>
                  </a:cubicBezTo>
                  <a:cubicBezTo>
                    <a:pt x="19" y="77"/>
                    <a:pt x="20" y="78"/>
                    <a:pt x="22" y="80"/>
                  </a:cubicBezTo>
                  <a:cubicBezTo>
                    <a:pt x="25" y="82"/>
                    <a:pt x="26" y="86"/>
                    <a:pt x="26" y="89"/>
                  </a:cubicBezTo>
                  <a:cubicBezTo>
                    <a:pt x="26" y="90"/>
                    <a:pt x="26" y="90"/>
                    <a:pt x="26" y="90"/>
                  </a:cubicBezTo>
                  <a:cubicBezTo>
                    <a:pt x="26" y="91"/>
                    <a:pt x="26" y="93"/>
                    <a:pt x="26" y="94"/>
                  </a:cubicBezTo>
                  <a:cubicBezTo>
                    <a:pt x="23" y="94"/>
                    <a:pt x="21" y="94"/>
                    <a:pt x="18" y="94"/>
                  </a:cubicBezTo>
                  <a:cubicBezTo>
                    <a:pt x="18" y="94"/>
                    <a:pt x="17" y="94"/>
                    <a:pt x="17" y="93"/>
                  </a:cubicBezTo>
                  <a:close/>
                  <a:moveTo>
                    <a:pt x="17" y="70"/>
                  </a:moveTo>
                  <a:cubicBezTo>
                    <a:pt x="15" y="70"/>
                    <a:pt x="13" y="69"/>
                    <a:pt x="12" y="67"/>
                  </a:cubicBezTo>
                  <a:cubicBezTo>
                    <a:pt x="8" y="63"/>
                    <a:pt x="6" y="58"/>
                    <a:pt x="8" y="53"/>
                  </a:cubicBezTo>
                  <a:cubicBezTo>
                    <a:pt x="10" y="52"/>
                    <a:pt x="13" y="52"/>
                    <a:pt x="15" y="53"/>
                  </a:cubicBezTo>
                  <a:cubicBezTo>
                    <a:pt x="16" y="53"/>
                    <a:pt x="16" y="53"/>
                    <a:pt x="17" y="53"/>
                  </a:cubicBezTo>
                  <a:cubicBezTo>
                    <a:pt x="19" y="54"/>
                    <a:pt x="20" y="55"/>
                    <a:pt x="22" y="57"/>
                  </a:cubicBezTo>
                  <a:cubicBezTo>
                    <a:pt x="25" y="59"/>
                    <a:pt x="26" y="63"/>
                    <a:pt x="26" y="66"/>
                  </a:cubicBezTo>
                  <a:cubicBezTo>
                    <a:pt x="26" y="67"/>
                    <a:pt x="26" y="67"/>
                    <a:pt x="26" y="67"/>
                  </a:cubicBezTo>
                  <a:cubicBezTo>
                    <a:pt x="26" y="68"/>
                    <a:pt x="26" y="70"/>
                    <a:pt x="26" y="71"/>
                  </a:cubicBezTo>
                  <a:cubicBezTo>
                    <a:pt x="23" y="71"/>
                    <a:pt x="21" y="71"/>
                    <a:pt x="18" y="71"/>
                  </a:cubicBezTo>
                  <a:cubicBezTo>
                    <a:pt x="18" y="71"/>
                    <a:pt x="17" y="71"/>
                    <a:pt x="17" y="70"/>
                  </a:cubicBezTo>
                  <a:close/>
                  <a:moveTo>
                    <a:pt x="22" y="19"/>
                  </a:moveTo>
                  <a:cubicBezTo>
                    <a:pt x="22" y="14"/>
                    <a:pt x="24" y="9"/>
                    <a:pt x="29" y="6"/>
                  </a:cubicBezTo>
                  <a:cubicBezTo>
                    <a:pt x="34" y="9"/>
                    <a:pt x="37" y="14"/>
                    <a:pt x="37" y="19"/>
                  </a:cubicBezTo>
                  <a:cubicBezTo>
                    <a:pt x="37" y="24"/>
                    <a:pt x="34" y="29"/>
                    <a:pt x="29" y="32"/>
                  </a:cubicBezTo>
                  <a:cubicBezTo>
                    <a:pt x="28" y="31"/>
                    <a:pt x="27" y="31"/>
                    <a:pt x="26" y="30"/>
                  </a:cubicBezTo>
                  <a:cubicBezTo>
                    <a:pt x="26" y="30"/>
                    <a:pt x="26" y="30"/>
                    <a:pt x="26" y="30"/>
                  </a:cubicBezTo>
                  <a:cubicBezTo>
                    <a:pt x="26" y="30"/>
                    <a:pt x="26" y="29"/>
                    <a:pt x="26" y="29"/>
                  </a:cubicBezTo>
                  <a:cubicBezTo>
                    <a:pt x="23" y="27"/>
                    <a:pt x="22" y="23"/>
                    <a:pt x="22" y="19"/>
                  </a:cubicBezTo>
                  <a:close/>
                  <a:moveTo>
                    <a:pt x="8" y="30"/>
                  </a:moveTo>
                  <a:cubicBezTo>
                    <a:pt x="13" y="28"/>
                    <a:pt x="18" y="30"/>
                    <a:pt x="22" y="33"/>
                  </a:cubicBezTo>
                  <a:cubicBezTo>
                    <a:pt x="22" y="33"/>
                    <a:pt x="22" y="34"/>
                    <a:pt x="22" y="34"/>
                  </a:cubicBezTo>
                  <a:cubicBezTo>
                    <a:pt x="25" y="36"/>
                    <a:pt x="26" y="40"/>
                    <a:pt x="26" y="43"/>
                  </a:cubicBezTo>
                  <a:cubicBezTo>
                    <a:pt x="26" y="44"/>
                    <a:pt x="26" y="44"/>
                    <a:pt x="26" y="44"/>
                  </a:cubicBezTo>
                  <a:cubicBezTo>
                    <a:pt x="26" y="45"/>
                    <a:pt x="26" y="47"/>
                    <a:pt x="26" y="48"/>
                  </a:cubicBezTo>
                  <a:cubicBezTo>
                    <a:pt x="23" y="48"/>
                    <a:pt x="21" y="48"/>
                    <a:pt x="18" y="48"/>
                  </a:cubicBezTo>
                  <a:cubicBezTo>
                    <a:pt x="18" y="48"/>
                    <a:pt x="17" y="48"/>
                    <a:pt x="17" y="47"/>
                  </a:cubicBezTo>
                  <a:cubicBezTo>
                    <a:pt x="15" y="47"/>
                    <a:pt x="13" y="46"/>
                    <a:pt x="12" y="44"/>
                  </a:cubicBezTo>
                  <a:cubicBezTo>
                    <a:pt x="8" y="40"/>
                    <a:pt x="6" y="35"/>
                    <a:pt x="8" y="30"/>
                  </a:cubicBezTo>
                  <a:close/>
                  <a:moveTo>
                    <a:pt x="26" y="117"/>
                  </a:moveTo>
                  <a:cubicBezTo>
                    <a:pt x="21" y="118"/>
                    <a:pt x="15" y="117"/>
                    <a:pt x="12" y="113"/>
                  </a:cubicBezTo>
                  <a:cubicBezTo>
                    <a:pt x="8" y="109"/>
                    <a:pt x="6" y="104"/>
                    <a:pt x="8" y="99"/>
                  </a:cubicBezTo>
                  <a:cubicBezTo>
                    <a:pt x="10" y="98"/>
                    <a:pt x="13" y="98"/>
                    <a:pt x="15" y="99"/>
                  </a:cubicBezTo>
                  <a:cubicBezTo>
                    <a:pt x="16" y="99"/>
                    <a:pt x="16" y="99"/>
                    <a:pt x="16" y="99"/>
                  </a:cubicBezTo>
                  <a:cubicBezTo>
                    <a:pt x="19" y="100"/>
                    <a:pt x="20" y="101"/>
                    <a:pt x="22" y="103"/>
                  </a:cubicBezTo>
                  <a:cubicBezTo>
                    <a:pt x="25" y="105"/>
                    <a:pt x="26" y="109"/>
                    <a:pt x="26" y="112"/>
                  </a:cubicBezTo>
                  <a:cubicBezTo>
                    <a:pt x="26" y="113"/>
                    <a:pt x="26" y="113"/>
                    <a:pt x="26" y="113"/>
                  </a:cubicBezTo>
                  <a:cubicBezTo>
                    <a:pt x="26" y="114"/>
                    <a:pt x="26" y="116"/>
                    <a:pt x="26" y="117"/>
                  </a:cubicBezTo>
                  <a:close/>
                  <a:moveTo>
                    <a:pt x="47" y="113"/>
                  </a:moveTo>
                  <a:cubicBezTo>
                    <a:pt x="43" y="117"/>
                    <a:pt x="37" y="118"/>
                    <a:pt x="32" y="117"/>
                  </a:cubicBezTo>
                  <a:cubicBezTo>
                    <a:pt x="31" y="112"/>
                    <a:pt x="32" y="106"/>
                    <a:pt x="36" y="103"/>
                  </a:cubicBezTo>
                  <a:cubicBezTo>
                    <a:pt x="38" y="101"/>
                    <a:pt x="40" y="100"/>
                    <a:pt x="42" y="99"/>
                  </a:cubicBezTo>
                  <a:cubicBezTo>
                    <a:pt x="42" y="99"/>
                    <a:pt x="42" y="99"/>
                    <a:pt x="43" y="99"/>
                  </a:cubicBezTo>
                  <a:cubicBezTo>
                    <a:pt x="45" y="98"/>
                    <a:pt x="48" y="98"/>
                    <a:pt x="50" y="99"/>
                  </a:cubicBezTo>
                  <a:cubicBezTo>
                    <a:pt x="52" y="104"/>
                    <a:pt x="50" y="109"/>
                    <a:pt x="47" y="11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8" name="Google Shape;858;p48"/>
            <p:cNvSpPr/>
            <p:nvPr/>
          </p:nvSpPr>
          <p:spPr>
            <a:xfrm>
              <a:off x="4133126" y="2623797"/>
              <a:ext cx="148918" cy="338650"/>
            </a:xfrm>
            <a:custGeom>
              <a:avLst/>
              <a:gdLst/>
              <a:ahLst/>
              <a:cxnLst/>
              <a:rect l="l" t="t" r="r" b="b"/>
              <a:pathLst>
                <a:path w="57" h="129" extrusionOk="0">
                  <a:moveTo>
                    <a:pt x="54" y="50"/>
                  </a:moveTo>
                  <a:cubicBezTo>
                    <a:pt x="54" y="49"/>
                    <a:pt x="54" y="48"/>
                    <a:pt x="53" y="48"/>
                  </a:cubicBezTo>
                  <a:cubicBezTo>
                    <a:pt x="52" y="48"/>
                    <a:pt x="51" y="47"/>
                    <a:pt x="50" y="47"/>
                  </a:cubicBezTo>
                  <a:cubicBezTo>
                    <a:pt x="56" y="42"/>
                    <a:pt x="57" y="34"/>
                    <a:pt x="54" y="27"/>
                  </a:cubicBezTo>
                  <a:cubicBezTo>
                    <a:pt x="54" y="26"/>
                    <a:pt x="54" y="25"/>
                    <a:pt x="53" y="25"/>
                  </a:cubicBezTo>
                  <a:cubicBezTo>
                    <a:pt x="49" y="24"/>
                    <a:pt x="45" y="23"/>
                    <a:pt x="41" y="24"/>
                  </a:cubicBezTo>
                  <a:cubicBezTo>
                    <a:pt x="41" y="23"/>
                    <a:pt x="41" y="21"/>
                    <a:pt x="41" y="19"/>
                  </a:cubicBezTo>
                  <a:cubicBezTo>
                    <a:pt x="41" y="11"/>
                    <a:pt x="37" y="4"/>
                    <a:pt x="30" y="1"/>
                  </a:cubicBezTo>
                  <a:cubicBezTo>
                    <a:pt x="29" y="0"/>
                    <a:pt x="28" y="0"/>
                    <a:pt x="27" y="1"/>
                  </a:cubicBezTo>
                  <a:cubicBezTo>
                    <a:pt x="20" y="4"/>
                    <a:pt x="15" y="11"/>
                    <a:pt x="15" y="19"/>
                  </a:cubicBezTo>
                  <a:cubicBezTo>
                    <a:pt x="15" y="21"/>
                    <a:pt x="16" y="23"/>
                    <a:pt x="16" y="24"/>
                  </a:cubicBezTo>
                  <a:cubicBezTo>
                    <a:pt x="12" y="23"/>
                    <a:pt x="8" y="24"/>
                    <a:pt x="4" y="25"/>
                  </a:cubicBezTo>
                  <a:cubicBezTo>
                    <a:pt x="3" y="25"/>
                    <a:pt x="3" y="26"/>
                    <a:pt x="2" y="27"/>
                  </a:cubicBezTo>
                  <a:cubicBezTo>
                    <a:pt x="0" y="34"/>
                    <a:pt x="1" y="42"/>
                    <a:pt x="6" y="47"/>
                  </a:cubicBezTo>
                  <a:cubicBezTo>
                    <a:pt x="6" y="47"/>
                    <a:pt x="5" y="48"/>
                    <a:pt x="4" y="48"/>
                  </a:cubicBezTo>
                  <a:cubicBezTo>
                    <a:pt x="3" y="48"/>
                    <a:pt x="3" y="49"/>
                    <a:pt x="2" y="50"/>
                  </a:cubicBezTo>
                  <a:cubicBezTo>
                    <a:pt x="0" y="57"/>
                    <a:pt x="1" y="65"/>
                    <a:pt x="6" y="70"/>
                  </a:cubicBezTo>
                  <a:cubicBezTo>
                    <a:pt x="6" y="70"/>
                    <a:pt x="5" y="71"/>
                    <a:pt x="4" y="71"/>
                  </a:cubicBezTo>
                  <a:cubicBezTo>
                    <a:pt x="3" y="71"/>
                    <a:pt x="3" y="72"/>
                    <a:pt x="2" y="73"/>
                  </a:cubicBezTo>
                  <a:cubicBezTo>
                    <a:pt x="0" y="80"/>
                    <a:pt x="1" y="88"/>
                    <a:pt x="6" y="93"/>
                  </a:cubicBezTo>
                  <a:cubicBezTo>
                    <a:pt x="6" y="93"/>
                    <a:pt x="5" y="94"/>
                    <a:pt x="4" y="94"/>
                  </a:cubicBezTo>
                  <a:cubicBezTo>
                    <a:pt x="3" y="94"/>
                    <a:pt x="3" y="95"/>
                    <a:pt x="2" y="96"/>
                  </a:cubicBezTo>
                  <a:cubicBezTo>
                    <a:pt x="0" y="103"/>
                    <a:pt x="1" y="111"/>
                    <a:pt x="7" y="117"/>
                  </a:cubicBezTo>
                  <a:cubicBezTo>
                    <a:pt x="11" y="121"/>
                    <a:pt x="16" y="123"/>
                    <a:pt x="21" y="123"/>
                  </a:cubicBezTo>
                  <a:cubicBezTo>
                    <a:pt x="23" y="123"/>
                    <a:pt x="24" y="123"/>
                    <a:pt x="26" y="122"/>
                  </a:cubicBezTo>
                  <a:cubicBezTo>
                    <a:pt x="26" y="126"/>
                    <a:pt x="26" y="126"/>
                    <a:pt x="26" y="126"/>
                  </a:cubicBezTo>
                  <a:cubicBezTo>
                    <a:pt x="26" y="127"/>
                    <a:pt x="27" y="129"/>
                    <a:pt x="28" y="129"/>
                  </a:cubicBezTo>
                  <a:cubicBezTo>
                    <a:pt x="30" y="129"/>
                    <a:pt x="31" y="128"/>
                    <a:pt x="31" y="126"/>
                  </a:cubicBezTo>
                  <a:cubicBezTo>
                    <a:pt x="31" y="122"/>
                    <a:pt x="31" y="122"/>
                    <a:pt x="31" y="122"/>
                  </a:cubicBezTo>
                  <a:cubicBezTo>
                    <a:pt x="33" y="123"/>
                    <a:pt x="34" y="123"/>
                    <a:pt x="36" y="123"/>
                  </a:cubicBezTo>
                  <a:cubicBezTo>
                    <a:pt x="41" y="123"/>
                    <a:pt x="46" y="121"/>
                    <a:pt x="50" y="117"/>
                  </a:cubicBezTo>
                  <a:cubicBezTo>
                    <a:pt x="55" y="111"/>
                    <a:pt x="57" y="103"/>
                    <a:pt x="54" y="96"/>
                  </a:cubicBezTo>
                  <a:cubicBezTo>
                    <a:pt x="54" y="95"/>
                    <a:pt x="54" y="94"/>
                    <a:pt x="53" y="94"/>
                  </a:cubicBezTo>
                  <a:cubicBezTo>
                    <a:pt x="52" y="94"/>
                    <a:pt x="51" y="93"/>
                    <a:pt x="50" y="93"/>
                  </a:cubicBezTo>
                  <a:cubicBezTo>
                    <a:pt x="56" y="88"/>
                    <a:pt x="57" y="80"/>
                    <a:pt x="54" y="73"/>
                  </a:cubicBezTo>
                  <a:cubicBezTo>
                    <a:pt x="54" y="72"/>
                    <a:pt x="54" y="71"/>
                    <a:pt x="53" y="71"/>
                  </a:cubicBezTo>
                  <a:cubicBezTo>
                    <a:pt x="52" y="71"/>
                    <a:pt x="51" y="70"/>
                    <a:pt x="50" y="70"/>
                  </a:cubicBezTo>
                  <a:cubicBezTo>
                    <a:pt x="56" y="65"/>
                    <a:pt x="57" y="57"/>
                    <a:pt x="54" y="50"/>
                  </a:cubicBezTo>
                  <a:close/>
                  <a:moveTo>
                    <a:pt x="39" y="71"/>
                  </a:moveTo>
                  <a:cubicBezTo>
                    <a:pt x="37" y="71"/>
                    <a:pt x="34" y="71"/>
                    <a:pt x="32" y="71"/>
                  </a:cubicBezTo>
                  <a:cubicBezTo>
                    <a:pt x="30" y="66"/>
                    <a:pt x="32" y="60"/>
                    <a:pt x="36" y="57"/>
                  </a:cubicBezTo>
                  <a:cubicBezTo>
                    <a:pt x="37" y="55"/>
                    <a:pt x="39" y="54"/>
                    <a:pt x="41" y="53"/>
                  </a:cubicBezTo>
                  <a:cubicBezTo>
                    <a:pt x="41" y="53"/>
                    <a:pt x="42" y="53"/>
                    <a:pt x="42" y="53"/>
                  </a:cubicBezTo>
                  <a:cubicBezTo>
                    <a:pt x="45" y="52"/>
                    <a:pt x="47" y="52"/>
                    <a:pt x="50" y="53"/>
                  </a:cubicBezTo>
                  <a:cubicBezTo>
                    <a:pt x="51" y="58"/>
                    <a:pt x="50" y="63"/>
                    <a:pt x="46" y="67"/>
                  </a:cubicBezTo>
                  <a:cubicBezTo>
                    <a:pt x="44" y="69"/>
                    <a:pt x="43" y="70"/>
                    <a:pt x="41" y="70"/>
                  </a:cubicBezTo>
                  <a:cubicBezTo>
                    <a:pt x="40" y="71"/>
                    <a:pt x="40" y="71"/>
                    <a:pt x="39" y="71"/>
                  </a:cubicBezTo>
                  <a:close/>
                  <a:moveTo>
                    <a:pt x="42" y="76"/>
                  </a:moveTo>
                  <a:cubicBezTo>
                    <a:pt x="45" y="75"/>
                    <a:pt x="47" y="75"/>
                    <a:pt x="50" y="76"/>
                  </a:cubicBezTo>
                  <a:cubicBezTo>
                    <a:pt x="51" y="81"/>
                    <a:pt x="50" y="86"/>
                    <a:pt x="46" y="90"/>
                  </a:cubicBezTo>
                  <a:cubicBezTo>
                    <a:pt x="44" y="92"/>
                    <a:pt x="43" y="93"/>
                    <a:pt x="41" y="93"/>
                  </a:cubicBezTo>
                  <a:cubicBezTo>
                    <a:pt x="40" y="94"/>
                    <a:pt x="40" y="94"/>
                    <a:pt x="39" y="94"/>
                  </a:cubicBezTo>
                  <a:cubicBezTo>
                    <a:pt x="37" y="94"/>
                    <a:pt x="34" y="94"/>
                    <a:pt x="32" y="94"/>
                  </a:cubicBezTo>
                  <a:cubicBezTo>
                    <a:pt x="30" y="89"/>
                    <a:pt x="32" y="83"/>
                    <a:pt x="36" y="80"/>
                  </a:cubicBezTo>
                  <a:cubicBezTo>
                    <a:pt x="37" y="78"/>
                    <a:pt x="39" y="77"/>
                    <a:pt x="41" y="76"/>
                  </a:cubicBezTo>
                  <a:cubicBezTo>
                    <a:pt x="41" y="76"/>
                    <a:pt x="42" y="76"/>
                    <a:pt x="42" y="76"/>
                  </a:cubicBezTo>
                  <a:close/>
                  <a:moveTo>
                    <a:pt x="16" y="93"/>
                  </a:moveTo>
                  <a:cubicBezTo>
                    <a:pt x="14" y="93"/>
                    <a:pt x="12" y="92"/>
                    <a:pt x="11" y="90"/>
                  </a:cubicBezTo>
                  <a:cubicBezTo>
                    <a:pt x="7" y="86"/>
                    <a:pt x="6" y="81"/>
                    <a:pt x="7" y="76"/>
                  </a:cubicBezTo>
                  <a:cubicBezTo>
                    <a:pt x="10" y="75"/>
                    <a:pt x="12" y="75"/>
                    <a:pt x="15" y="76"/>
                  </a:cubicBezTo>
                  <a:cubicBezTo>
                    <a:pt x="15" y="76"/>
                    <a:pt x="15" y="76"/>
                    <a:pt x="16" y="76"/>
                  </a:cubicBezTo>
                  <a:cubicBezTo>
                    <a:pt x="18" y="77"/>
                    <a:pt x="20" y="78"/>
                    <a:pt x="21" y="80"/>
                  </a:cubicBezTo>
                  <a:cubicBezTo>
                    <a:pt x="24" y="82"/>
                    <a:pt x="25" y="86"/>
                    <a:pt x="26" y="89"/>
                  </a:cubicBezTo>
                  <a:cubicBezTo>
                    <a:pt x="26" y="90"/>
                    <a:pt x="26" y="90"/>
                    <a:pt x="26" y="90"/>
                  </a:cubicBezTo>
                  <a:cubicBezTo>
                    <a:pt x="26" y="91"/>
                    <a:pt x="25" y="93"/>
                    <a:pt x="25" y="94"/>
                  </a:cubicBezTo>
                  <a:cubicBezTo>
                    <a:pt x="23" y="94"/>
                    <a:pt x="20" y="94"/>
                    <a:pt x="18" y="94"/>
                  </a:cubicBezTo>
                  <a:cubicBezTo>
                    <a:pt x="17" y="94"/>
                    <a:pt x="17" y="94"/>
                    <a:pt x="16" y="93"/>
                  </a:cubicBezTo>
                  <a:close/>
                  <a:moveTo>
                    <a:pt x="16" y="70"/>
                  </a:moveTo>
                  <a:cubicBezTo>
                    <a:pt x="14" y="70"/>
                    <a:pt x="12" y="69"/>
                    <a:pt x="11" y="67"/>
                  </a:cubicBezTo>
                  <a:cubicBezTo>
                    <a:pt x="7" y="63"/>
                    <a:pt x="6" y="58"/>
                    <a:pt x="7" y="53"/>
                  </a:cubicBezTo>
                  <a:cubicBezTo>
                    <a:pt x="10" y="52"/>
                    <a:pt x="12" y="52"/>
                    <a:pt x="15" y="53"/>
                  </a:cubicBezTo>
                  <a:cubicBezTo>
                    <a:pt x="15" y="53"/>
                    <a:pt x="15" y="53"/>
                    <a:pt x="16" y="53"/>
                  </a:cubicBezTo>
                  <a:cubicBezTo>
                    <a:pt x="18" y="54"/>
                    <a:pt x="20" y="55"/>
                    <a:pt x="21" y="57"/>
                  </a:cubicBezTo>
                  <a:cubicBezTo>
                    <a:pt x="24" y="59"/>
                    <a:pt x="25" y="63"/>
                    <a:pt x="26" y="66"/>
                  </a:cubicBezTo>
                  <a:cubicBezTo>
                    <a:pt x="26" y="67"/>
                    <a:pt x="26" y="67"/>
                    <a:pt x="26" y="67"/>
                  </a:cubicBezTo>
                  <a:cubicBezTo>
                    <a:pt x="26" y="68"/>
                    <a:pt x="25" y="70"/>
                    <a:pt x="25" y="71"/>
                  </a:cubicBezTo>
                  <a:cubicBezTo>
                    <a:pt x="23" y="71"/>
                    <a:pt x="20" y="71"/>
                    <a:pt x="18" y="71"/>
                  </a:cubicBezTo>
                  <a:cubicBezTo>
                    <a:pt x="17" y="71"/>
                    <a:pt x="17" y="71"/>
                    <a:pt x="16" y="70"/>
                  </a:cubicBezTo>
                  <a:close/>
                  <a:moveTo>
                    <a:pt x="50" y="30"/>
                  </a:moveTo>
                  <a:cubicBezTo>
                    <a:pt x="51" y="35"/>
                    <a:pt x="50" y="40"/>
                    <a:pt x="46" y="44"/>
                  </a:cubicBezTo>
                  <a:cubicBezTo>
                    <a:pt x="44" y="46"/>
                    <a:pt x="43" y="47"/>
                    <a:pt x="41" y="47"/>
                  </a:cubicBezTo>
                  <a:cubicBezTo>
                    <a:pt x="40" y="48"/>
                    <a:pt x="40" y="48"/>
                    <a:pt x="39" y="48"/>
                  </a:cubicBezTo>
                  <a:cubicBezTo>
                    <a:pt x="37" y="48"/>
                    <a:pt x="34" y="48"/>
                    <a:pt x="32" y="48"/>
                  </a:cubicBezTo>
                  <a:cubicBezTo>
                    <a:pt x="30" y="43"/>
                    <a:pt x="32" y="37"/>
                    <a:pt x="36" y="34"/>
                  </a:cubicBezTo>
                  <a:cubicBezTo>
                    <a:pt x="39" y="30"/>
                    <a:pt x="45" y="28"/>
                    <a:pt x="50" y="30"/>
                  </a:cubicBezTo>
                  <a:close/>
                  <a:moveTo>
                    <a:pt x="21" y="19"/>
                  </a:moveTo>
                  <a:cubicBezTo>
                    <a:pt x="21" y="14"/>
                    <a:pt x="24" y="9"/>
                    <a:pt x="28" y="6"/>
                  </a:cubicBezTo>
                  <a:cubicBezTo>
                    <a:pt x="33" y="9"/>
                    <a:pt x="36" y="14"/>
                    <a:pt x="36" y="19"/>
                  </a:cubicBezTo>
                  <a:cubicBezTo>
                    <a:pt x="36" y="24"/>
                    <a:pt x="33" y="29"/>
                    <a:pt x="28" y="32"/>
                  </a:cubicBezTo>
                  <a:cubicBezTo>
                    <a:pt x="27" y="31"/>
                    <a:pt x="26" y="31"/>
                    <a:pt x="26" y="30"/>
                  </a:cubicBezTo>
                  <a:cubicBezTo>
                    <a:pt x="26" y="30"/>
                    <a:pt x="25" y="30"/>
                    <a:pt x="25" y="30"/>
                  </a:cubicBezTo>
                  <a:cubicBezTo>
                    <a:pt x="25" y="30"/>
                    <a:pt x="25" y="29"/>
                    <a:pt x="25" y="29"/>
                  </a:cubicBezTo>
                  <a:cubicBezTo>
                    <a:pt x="23" y="27"/>
                    <a:pt x="21" y="23"/>
                    <a:pt x="21" y="19"/>
                  </a:cubicBezTo>
                  <a:close/>
                  <a:moveTo>
                    <a:pt x="7" y="30"/>
                  </a:moveTo>
                  <a:cubicBezTo>
                    <a:pt x="12" y="28"/>
                    <a:pt x="17" y="30"/>
                    <a:pt x="21" y="33"/>
                  </a:cubicBezTo>
                  <a:cubicBezTo>
                    <a:pt x="21" y="33"/>
                    <a:pt x="21" y="34"/>
                    <a:pt x="21" y="34"/>
                  </a:cubicBezTo>
                  <a:cubicBezTo>
                    <a:pt x="24" y="36"/>
                    <a:pt x="25" y="40"/>
                    <a:pt x="26" y="43"/>
                  </a:cubicBezTo>
                  <a:cubicBezTo>
                    <a:pt x="26" y="44"/>
                    <a:pt x="26" y="44"/>
                    <a:pt x="26" y="44"/>
                  </a:cubicBezTo>
                  <a:cubicBezTo>
                    <a:pt x="26" y="45"/>
                    <a:pt x="25" y="47"/>
                    <a:pt x="25" y="48"/>
                  </a:cubicBezTo>
                  <a:cubicBezTo>
                    <a:pt x="23" y="48"/>
                    <a:pt x="20" y="48"/>
                    <a:pt x="18" y="48"/>
                  </a:cubicBezTo>
                  <a:cubicBezTo>
                    <a:pt x="17" y="48"/>
                    <a:pt x="17" y="48"/>
                    <a:pt x="16" y="47"/>
                  </a:cubicBezTo>
                  <a:cubicBezTo>
                    <a:pt x="14" y="47"/>
                    <a:pt x="12" y="46"/>
                    <a:pt x="11" y="44"/>
                  </a:cubicBezTo>
                  <a:cubicBezTo>
                    <a:pt x="7" y="40"/>
                    <a:pt x="6" y="35"/>
                    <a:pt x="7" y="30"/>
                  </a:cubicBezTo>
                  <a:close/>
                  <a:moveTo>
                    <a:pt x="25" y="117"/>
                  </a:moveTo>
                  <a:cubicBezTo>
                    <a:pt x="20" y="118"/>
                    <a:pt x="15" y="117"/>
                    <a:pt x="11" y="113"/>
                  </a:cubicBezTo>
                  <a:cubicBezTo>
                    <a:pt x="7" y="109"/>
                    <a:pt x="6" y="104"/>
                    <a:pt x="7" y="99"/>
                  </a:cubicBezTo>
                  <a:cubicBezTo>
                    <a:pt x="10" y="98"/>
                    <a:pt x="12" y="98"/>
                    <a:pt x="15" y="99"/>
                  </a:cubicBezTo>
                  <a:cubicBezTo>
                    <a:pt x="15" y="99"/>
                    <a:pt x="15" y="99"/>
                    <a:pt x="16" y="99"/>
                  </a:cubicBezTo>
                  <a:cubicBezTo>
                    <a:pt x="18" y="100"/>
                    <a:pt x="20" y="101"/>
                    <a:pt x="21" y="103"/>
                  </a:cubicBezTo>
                  <a:cubicBezTo>
                    <a:pt x="24" y="105"/>
                    <a:pt x="25" y="109"/>
                    <a:pt x="26" y="112"/>
                  </a:cubicBezTo>
                  <a:cubicBezTo>
                    <a:pt x="26" y="113"/>
                    <a:pt x="26" y="113"/>
                    <a:pt x="26" y="113"/>
                  </a:cubicBezTo>
                  <a:cubicBezTo>
                    <a:pt x="26" y="114"/>
                    <a:pt x="25" y="116"/>
                    <a:pt x="25" y="117"/>
                  </a:cubicBezTo>
                  <a:close/>
                  <a:moveTo>
                    <a:pt x="46" y="113"/>
                  </a:moveTo>
                  <a:cubicBezTo>
                    <a:pt x="42" y="117"/>
                    <a:pt x="37" y="118"/>
                    <a:pt x="32" y="117"/>
                  </a:cubicBezTo>
                  <a:cubicBezTo>
                    <a:pt x="30" y="112"/>
                    <a:pt x="32" y="106"/>
                    <a:pt x="36" y="103"/>
                  </a:cubicBezTo>
                  <a:cubicBezTo>
                    <a:pt x="37" y="101"/>
                    <a:pt x="39" y="100"/>
                    <a:pt x="41" y="99"/>
                  </a:cubicBezTo>
                  <a:cubicBezTo>
                    <a:pt x="41" y="99"/>
                    <a:pt x="42" y="99"/>
                    <a:pt x="42" y="99"/>
                  </a:cubicBezTo>
                  <a:cubicBezTo>
                    <a:pt x="45" y="98"/>
                    <a:pt x="47" y="98"/>
                    <a:pt x="50" y="99"/>
                  </a:cubicBezTo>
                  <a:cubicBezTo>
                    <a:pt x="51" y="104"/>
                    <a:pt x="50" y="109"/>
                    <a:pt x="46" y="11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9" name="Google Shape;859;p48"/>
            <p:cNvSpPr/>
            <p:nvPr/>
          </p:nvSpPr>
          <p:spPr>
            <a:xfrm>
              <a:off x="4066940" y="2584086"/>
              <a:ext cx="13237" cy="36402"/>
            </a:xfrm>
            <a:custGeom>
              <a:avLst/>
              <a:gdLst/>
              <a:ahLst/>
              <a:cxnLst/>
              <a:rect l="l" t="t" r="r" b="b"/>
              <a:pathLst>
                <a:path w="5" h="14" extrusionOk="0">
                  <a:moveTo>
                    <a:pt x="5" y="11"/>
                  </a:moveTo>
                  <a:cubicBezTo>
                    <a:pt x="5" y="3"/>
                    <a:pt x="5" y="3"/>
                    <a:pt x="5" y="3"/>
                  </a:cubicBezTo>
                  <a:cubicBezTo>
                    <a:pt x="5" y="2"/>
                    <a:pt x="4" y="1"/>
                    <a:pt x="3" y="0"/>
                  </a:cubicBezTo>
                  <a:cubicBezTo>
                    <a:pt x="1" y="0"/>
                    <a:pt x="0" y="1"/>
                    <a:pt x="0" y="3"/>
                  </a:cubicBezTo>
                  <a:cubicBezTo>
                    <a:pt x="0" y="11"/>
                    <a:pt x="0" y="11"/>
                    <a:pt x="0" y="11"/>
                  </a:cubicBezTo>
                  <a:cubicBezTo>
                    <a:pt x="0" y="12"/>
                    <a:pt x="1" y="14"/>
                    <a:pt x="3" y="13"/>
                  </a:cubicBezTo>
                  <a:cubicBezTo>
                    <a:pt x="4" y="13"/>
                    <a:pt x="5" y="12"/>
                    <a:pt x="5"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0" name="Google Shape;860;p48"/>
            <p:cNvSpPr/>
            <p:nvPr/>
          </p:nvSpPr>
          <p:spPr>
            <a:xfrm>
              <a:off x="4066940" y="2629313"/>
              <a:ext cx="16547"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3" y="6"/>
                    <a:pt x="4" y="5"/>
                    <a:pt x="5" y="5"/>
                  </a:cubicBezTo>
                  <a:cubicBezTo>
                    <a:pt x="5" y="4"/>
                    <a:pt x="6" y="4"/>
                    <a:pt x="6" y="3"/>
                  </a:cubicBezTo>
                  <a:cubicBezTo>
                    <a:pt x="6" y="2"/>
                    <a:pt x="5" y="1"/>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1" name="Google Shape;861;p48"/>
            <p:cNvSpPr/>
            <p:nvPr/>
          </p:nvSpPr>
          <p:spPr>
            <a:xfrm>
              <a:off x="3986415" y="2584086"/>
              <a:ext cx="13237" cy="55155"/>
            </a:xfrm>
            <a:custGeom>
              <a:avLst/>
              <a:gdLst/>
              <a:ahLst/>
              <a:cxnLst/>
              <a:rect l="l" t="t" r="r" b="b"/>
              <a:pathLst>
                <a:path w="5" h="21" extrusionOk="0">
                  <a:moveTo>
                    <a:pt x="5" y="18"/>
                  </a:moveTo>
                  <a:cubicBezTo>
                    <a:pt x="5" y="3"/>
                    <a:pt x="5" y="3"/>
                    <a:pt x="5" y="3"/>
                  </a:cubicBezTo>
                  <a:cubicBezTo>
                    <a:pt x="5" y="2"/>
                    <a:pt x="4" y="1"/>
                    <a:pt x="3" y="0"/>
                  </a:cubicBezTo>
                  <a:cubicBezTo>
                    <a:pt x="1" y="0"/>
                    <a:pt x="0" y="1"/>
                    <a:pt x="0" y="3"/>
                  </a:cubicBezTo>
                  <a:cubicBezTo>
                    <a:pt x="0" y="18"/>
                    <a:pt x="0" y="18"/>
                    <a:pt x="0" y="18"/>
                  </a:cubicBezTo>
                  <a:cubicBezTo>
                    <a:pt x="0" y="20"/>
                    <a:pt x="1" y="21"/>
                    <a:pt x="3" y="21"/>
                  </a:cubicBezTo>
                  <a:cubicBezTo>
                    <a:pt x="4" y="21"/>
                    <a:pt x="5" y="20"/>
                    <a:pt x="5"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2" name="Google Shape;862;p48"/>
            <p:cNvSpPr/>
            <p:nvPr/>
          </p:nvSpPr>
          <p:spPr>
            <a:xfrm>
              <a:off x="4240126" y="2584086"/>
              <a:ext cx="15443" cy="55155"/>
            </a:xfrm>
            <a:custGeom>
              <a:avLst/>
              <a:gdLst/>
              <a:ahLst/>
              <a:cxnLst/>
              <a:rect l="l" t="t" r="r" b="b"/>
              <a:pathLst>
                <a:path w="6" h="21" extrusionOk="0">
                  <a:moveTo>
                    <a:pt x="6" y="18"/>
                  </a:moveTo>
                  <a:cubicBezTo>
                    <a:pt x="6" y="3"/>
                    <a:pt x="6" y="3"/>
                    <a:pt x="6" y="3"/>
                  </a:cubicBezTo>
                  <a:cubicBezTo>
                    <a:pt x="6" y="2"/>
                    <a:pt x="5" y="1"/>
                    <a:pt x="3" y="0"/>
                  </a:cubicBezTo>
                  <a:cubicBezTo>
                    <a:pt x="2" y="0"/>
                    <a:pt x="0" y="1"/>
                    <a:pt x="0" y="3"/>
                  </a:cubicBezTo>
                  <a:cubicBezTo>
                    <a:pt x="0" y="18"/>
                    <a:pt x="0" y="18"/>
                    <a:pt x="0" y="18"/>
                  </a:cubicBezTo>
                  <a:cubicBezTo>
                    <a:pt x="0" y="20"/>
                    <a:pt x="2" y="21"/>
                    <a:pt x="3" y="21"/>
                  </a:cubicBezTo>
                  <a:cubicBezTo>
                    <a:pt x="5" y="21"/>
                    <a:pt x="6" y="20"/>
                    <a:pt x="6"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3" name="Google Shape;863;p48"/>
            <p:cNvSpPr/>
            <p:nvPr/>
          </p:nvSpPr>
          <p:spPr>
            <a:xfrm>
              <a:off x="4158497" y="2584086"/>
              <a:ext cx="13237" cy="55155"/>
            </a:xfrm>
            <a:custGeom>
              <a:avLst/>
              <a:gdLst/>
              <a:ahLst/>
              <a:cxnLst/>
              <a:rect l="l" t="t" r="r" b="b"/>
              <a:pathLst>
                <a:path w="5" h="21" extrusionOk="0">
                  <a:moveTo>
                    <a:pt x="5" y="18"/>
                  </a:moveTo>
                  <a:cubicBezTo>
                    <a:pt x="5" y="3"/>
                    <a:pt x="5" y="3"/>
                    <a:pt x="5" y="3"/>
                  </a:cubicBezTo>
                  <a:cubicBezTo>
                    <a:pt x="5" y="2"/>
                    <a:pt x="5" y="1"/>
                    <a:pt x="3" y="0"/>
                  </a:cubicBezTo>
                  <a:cubicBezTo>
                    <a:pt x="1" y="0"/>
                    <a:pt x="0" y="1"/>
                    <a:pt x="0" y="3"/>
                  </a:cubicBezTo>
                  <a:cubicBezTo>
                    <a:pt x="0" y="18"/>
                    <a:pt x="0" y="18"/>
                    <a:pt x="0" y="18"/>
                  </a:cubicBezTo>
                  <a:cubicBezTo>
                    <a:pt x="0" y="20"/>
                    <a:pt x="1" y="21"/>
                    <a:pt x="3" y="21"/>
                  </a:cubicBezTo>
                  <a:cubicBezTo>
                    <a:pt x="5" y="21"/>
                    <a:pt x="5" y="20"/>
                    <a:pt x="5"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4" name="Google Shape;864;p48"/>
            <p:cNvSpPr/>
            <p:nvPr/>
          </p:nvSpPr>
          <p:spPr>
            <a:xfrm>
              <a:off x="4025022" y="2584086"/>
              <a:ext cx="16547" cy="31990"/>
            </a:xfrm>
            <a:custGeom>
              <a:avLst/>
              <a:gdLst/>
              <a:ahLst/>
              <a:cxnLst/>
              <a:rect l="l" t="t" r="r" b="b"/>
              <a:pathLst>
                <a:path w="6" h="12" extrusionOk="0">
                  <a:moveTo>
                    <a:pt x="6" y="9"/>
                  </a:moveTo>
                  <a:cubicBezTo>
                    <a:pt x="6" y="3"/>
                    <a:pt x="6" y="3"/>
                    <a:pt x="6" y="3"/>
                  </a:cubicBezTo>
                  <a:cubicBezTo>
                    <a:pt x="6" y="2"/>
                    <a:pt x="5" y="1"/>
                    <a:pt x="3" y="0"/>
                  </a:cubicBezTo>
                  <a:cubicBezTo>
                    <a:pt x="2" y="0"/>
                    <a:pt x="0" y="1"/>
                    <a:pt x="0" y="3"/>
                  </a:cubicBezTo>
                  <a:cubicBezTo>
                    <a:pt x="0" y="9"/>
                    <a:pt x="0" y="9"/>
                    <a:pt x="0" y="9"/>
                  </a:cubicBezTo>
                  <a:cubicBezTo>
                    <a:pt x="0" y="11"/>
                    <a:pt x="2" y="12"/>
                    <a:pt x="3" y="12"/>
                  </a:cubicBezTo>
                  <a:cubicBezTo>
                    <a:pt x="5" y="11"/>
                    <a:pt x="6" y="10"/>
                    <a:pt x="6"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5" name="Google Shape;865;p48"/>
            <p:cNvSpPr/>
            <p:nvPr/>
          </p:nvSpPr>
          <p:spPr>
            <a:xfrm>
              <a:off x="4200415" y="2584086"/>
              <a:ext cx="13237" cy="31990"/>
            </a:xfrm>
            <a:custGeom>
              <a:avLst/>
              <a:gdLst/>
              <a:ahLst/>
              <a:cxnLst/>
              <a:rect l="l" t="t" r="r" b="b"/>
              <a:pathLst>
                <a:path w="5" h="12" extrusionOk="0">
                  <a:moveTo>
                    <a:pt x="5" y="9"/>
                  </a:moveTo>
                  <a:cubicBezTo>
                    <a:pt x="5" y="3"/>
                    <a:pt x="5" y="3"/>
                    <a:pt x="5" y="3"/>
                  </a:cubicBezTo>
                  <a:cubicBezTo>
                    <a:pt x="5" y="2"/>
                    <a:pt x="4" y="1"/>
                    <a:pt x="3" y="0"/>
                  </a:cubicBezTo>
                  <a:cubicBezTo>
                    <a:pt x="1" y="0"/>
                    <a:pt x="0" y="1"/>
                    <a:pt x="0" y="3"/>
                  </a:cubicBezTo>
                  <a:cubicBezTo>
                    <a:pt x="0" y="9"/>
                    <a:pt x="0" y="9"/>
                    <a:pt x="0" y="9"/>
                  </a:cubicBezTo>
                  <a:cubicBezTo>
                    <a:pt x="0" y="11"/>
                    <a:pt x="1" y="12"/>
                    <a:pt x="3" y="12"/>
                  </a:cubicBezTo>
                  <a:cubicBezTo>
                    <a:pt x="4" y="11"/>
                    <a:pt x="5" y="10"/>
                    <a:pt x="5"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66" name="Google Shape;866;p48"/>
          <p:cNvGrpSpPr/>
          <p:nvPr/>
        </p:nvGrpSpPr>
        <p:grpSpPr>
          <a:xfrm>
            <a:off x="728430" y="2022612"/>
            <a:ext cx="377258" cy="286804"/>
            <a:chOff x="726775" y="2022612"/>
            <a:chExt cx="377258" cy="286804"/>
          </a:xfrm>
        </p:grpSpPr>
        <p:sp>
          <p:nvSpPr>
            <p:cNvPr id="867" name="Google Shape;867;p48"/>
            <p:cNvSpPr/>
            <p:nvPr/>
          </p:nvSpPr>
          <p:spPr>
            <a:xfrm>
              <a:off x="758765" y="2046880"/>
              <a:ext cx="13237" cy="17649"/>
            </a:xfrm>
            <a:custGeom>
              <a:avLst/>
              <a:gdLst/>
              <a:ahLst/>
              <a:cxnLst/>
              <a:rect l="l" t="t" r="r" b="b"/>
              <a:pathLst>
                <a:path w="5" h="7" extrusionOk="0">
                  <a:moveTo>
                    <a:pt x="5" y="4"/>
                  </a:moveTo>
                  <a:cubicBezTo>
                    <a:pt x="5" y="3"/>
                    <a:pt x="5" y="3"/>
                    <a:pt x="5" y="3"/>
                  </a:cubicBezTo>
                  <a:cubicBezTo>
                    <a:pt x="5" y="1"/>
                    <a:pt x="4" y="0"/>
                    <a:pt x="3" y="0"/>
                  </a:cubicBezTo>
                  <a:cubicBezTo>
                    <a:pt x="1" y="0"/>
                    <a:pt x="0" y="1"/>
                    <a:pt x="0" y="3"/>
                  </a:cubicBezTo>
                  <a:cubicBezTo>
                    <a:pt x="0" y="4"/>
                    <a:pt x="0" y="4"/>
                    <a:pt x="0" y="4"/>
                  </a:cubicBezTo>
                  <a:cubicBezTo>
                    <a:pt x="0" y="6"/>
                    <a:pt x="1" y="7"/>
                    <a:pt x="3" y="7"/>
                  </a:cubicBezTo>
                  <a:cubicBezTo>
                    <a:pt x="4" y="7"/>
                    <a:pt x="5" y="6"/>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8" name="Google Shape;868;p48"/>
            <p:cNvSpPr/>
            <p:nvPr/>
          </p:nvSpPr>
          <p:spPr>
            <a:xfrm>
              <a:off x="792961" y="2046880"/>
              <a:ext cx="15443" cy="17649"/>
            </a:xfrm>
            <a:custGeom>
              <a:avLst/>
              <a:gdLst/>
              <a:ahLst/>
              <a:cxnLst/>
              <a:rect l="l" t="t" r="r" b="b"/>
              <a:pathLst>
                <a:path w="6" h="7" extrusionOk="0">
                  <a:moveTo>
                    <a:pt x="6" y="4"/>
                  </a:moveTo>
                  <a:cubicBezTo>
                    <a:pt x="6" y="3"/>
                    <a:pt x="6" y="3"/>
                    <a:pt x="6" y="3"/>
                  </a:cubicBezTo>
                  <a:cubicBezTo>
                    <a:pt x="6" y="1"/>
                    <a:pt x="5" y="0"/>
                    <a:pt x="3" y="0"/>
                  </a:cubicBezTo>
                  <a:cubicBezTo>
                    <a:pt x="2" y="0"/>
                    <a:pt x="0" y="1"/>
                    <a:pt x="0" y="3"/>
                  </a:cubicBezTo>
                  <a:cubicBezTo>
                    <a:pt x="0" y="4"/>
                    <a:pt x="0" y="4"/>
                    <a:pt x="0" y="4"/>
                  </a:cubicBezTo>
                  <a:cubicBezTo>
                    <a:pt x="0" y="6"/>
                    <a:pt x="2" y="7"/>
                    <a:pt x="3" y="7"/>
                  </a:cubicBezTo>
                  <a:cubicBezTo>
                    <a:pt x="5" y="7"/>
                    <a:pt x="6" y="6"/>
                    <a:pt x="6"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9" name="Google Shape;869;p48"/>
            <p:cNvSpPr/>
            <p:nvPr/>
          </p:nvSpPr>
          <p:spPr>
            <a:xfrm>
              <a:off x="829363" y="2046880"/>
              <a:ext cx="13237" cy="17649"/>
            </a:xfrm>
            <a:custGeom>
              <a:avLst/>
              <a:gdLst/>
              <a:ahLst/>
              <a:cxnLst/>
              <a:rect l="l" t="t" r="r" b="b"/>
              <a:pathLst>
                <a:path w="5" h="7" extrusionOk="0">
                  <a:moveTo>
                    <a:pt x="5" y="4"/>
                  </a:moveTo>
                  <a:cubicBezTo>
                    <a:pt x="5" y="3"/>
                    <a:pt x="5" y="3"/>
                    <a:pt x="5" y="3"/>
                  </a:cubicBezTo>
                  <a:cubicBezTo>
                    <a:pt x="5" y="1"/>
                    <a:pt x="4" y="0"/>
                    <a:pt x="3" y="0"/>
                  </a:cubicBezTo>
                  <a:cubicBezTo>
                    <a:pt x="1" y="0"/>
                    <a:pt x="0" y="1"/>
                    <a:pt x="0" y="3"/>
                  </a:cubicBezTo>
                  <a:cubicBezTo>
                    <a:pt x="0" y="4"/>
                    <a:pt x="0" y="4"/>
                    <a:pt x="0" y="4"/>
                  </a:cubicBezTo>
                  <a:cubicBezTo>
                    <a:pt x="0" y="6"/>
                    <a:pt x="1" y="7"/>
                    <a:pt x="3" y="7"/>
                  </a:cubicBezTo>
                  <a:cubicBezTo>
                    <a:pt x="4" y="7"/>
                    <a:pt x="5" y="6"/>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0" name="Google Shape;870;p48"/>
            <p:cNvSpPr/>
            <p:nvPr/>
          </p:nvSpPr>
          <p:spPr>
            <a:xfrm>
              <a:off x="1010270" y="2088798"/>
              <a:ext cx="15443" cy="13237"/>
            </a:xfrm>
            <a:custGeom>
              <a:avLst/>
              <a:gdLst/>
              <a:ahLst/>
              <a:cxnLst/>
              <a:rect l="l" t="t" r="r" b="b"/>
              <a:pathLst>
                <a:path w="6" h="5" extrusionOk="0">
                  <a:moveTo>
                    <a:pt x="3" y="5"/>
                  </a:moveTo>
                  <a:cubicBezTo>
                    <a:pt x="4" y="5"/>
                    <a:pt x="5" y="5"/>
                    <a:pt x="5" y="5"/>
                  </a:cubicBezTo>
                  <a:cubicBezTo>
                    <a:pt x="6" y="4"/>
                    <a:pt x="6" y="3"/>
                    <a:pt x="6" y="3"/>
                  </a:cubicBezTo>
                  <a:cubicBezTo>
                    <a:pt x="6" y="2"/>
                    <a:pt x="6" y="1"/>
                    <a:pt x="5" y="1"/>
                  </a:cubicBezTo>
                  <a:cubicBezTo>
                    <a:pt x="5" y="0"/>
                    <a:pt x="4" y="0"/>
                    <a:pt x="3" y="0"/>
                  </a:cubicBezTo>
                  <a:cubicBezTo>
                    <a:pt x="2" y="0"/>
                    <a:pt x="2" y="0"/>
                    <a:pt x="1" y="1"/>
                  </a:cubicBezTo>
                  <a:cubicBezTo>
                    <a:pt x="1" y="1"/>
                    <a:pt x="0" y="2"/>
                    <a:pt x="0" y="3"/>
                  </a:cubicBezTo>
                  <a:cubicBezTo>
                    <a:pt x="0" y="3"/>
                    <a:pt x="1" y="4"/>
                    <a:pt x="1" y="5"/>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1" name="Google Shape;871;p48"/>
            <p:cNvSpPr/>
            <p:nvPr/>
          </p:nvSpPr>
          <p:spPr>
            <a:xfrm>
              <a:off x="726775" y="2022612"/>
              <a:ext cx="377258" cy="286804"/>
            </a:xfrm>
            <a:custGeom>
              <a:avLst/>
              <a:gdLst/>
              <a:ahLst/>
              <a:cxnLst/>
              <a:rect l="l" t="t" r="r" b="b"/>
              <a:pathLst>
                <a:path w="144" h="109" extrusionOk="0">
                  <a:moveTo>
                    <a:pt x="141" y="25"/>
                  </a:moveTo>
                  <a:cubicBezTo>
                    <a:pt x="123" y="25"/>
                    <a:pt x="123" y="25"/>
                    <a:pt x="123" y="25"/>
                  </a:cubicBezTo>
                  <a:cubicBezTo>
                    <a:pt x="122" y="25"/>
                    <a:pt x="121" y="26"/>
                    <a:pt x="121" y="27"/>
                  </a:cubicBezTo>
                  <a:cubicBezTo>
                    <a:pt x="120" y="29"/>
                    <a:pt x="122" y="30"/>
                    <a:pt x="123" y="30"/>
                  </a:cubicBezTo>
                  <a:cubicBezTo>
                    <a:pt x="138" y="30"/>
                    <a:pt x="138" y="30"/>
                    <a:pt x="138" y="30"/>
                  </a:cubicBezTo>
                  <a:cubicBezTo>
                    <a:pt x="138" y="45"/>
                    <a:pt x="138" y="45"/>
                    <a:pt x="138" y="45"/>
                  </a:cubicBezTo>
                  <a:cubicBezTo>
                    <a:pt x="83" y="45"/>
                    <a:pt x="83" y="45"/>
                    <a:pt x="83" y="45"/>
                  </a:cubicBezTo>
                  <a:cubicBezTo>
                    <a:pt x="83" y="38"/>
                    <a:pt x="83" y="38"/>
                    <a:pt x="83" y="38"/>
                  </a:cubicBezTo>
                  <a:cubicBezTo>
                    <a:pt x="85" y="35"/>
                    <a:pt x="85" y="35"/>
                    <a:pt x="85" y="35"/>
                  </a:cubicBezTo>
                  <a:cubicBezTo>
                    <a:pt x="85" y="34"/>
                    <a:pt x="85" y="34"/>
                    <a:pt x="85" y="33"/>
                  </a:cubicBezTo>
                  <a:cubicBezTo>
                    <a:pt x="85" y="30"/>
                    <a:pt x="85" y="30"/>
                    <a:pt x="85" y="30"/>
                  </a:cubicBezTo>
                  <a:cubicBezTo>
                    <a:pt x="100" y="30"/>
                    <a:pt x="100" y="30"/>
                    <a:pt x="100" y="30"/>
                  </a:cubicBezTo>
                  <a:cubicBezTo>
                    <a:pt x="101" y="30"/>
                    <a:pt x="103" y="29"/>
                    <a:pt x="103" y="28"/>
                  </a:cubicBezTo>
                  <a:cubicBezTo>
                    <a:pt x="103" y="26"/>
                    <a:pt x="102" y="25"/>
                    <a:pt x="100" y="25"/>
                  </a:cubicBezTo>
                  <a:cubicBezTo>
                    <a:pt x="83" y="25"/>
                    <a:pt x="83" y="25"/>
                    <a:pt x="83" y="25"/>
                  </a:cubicBezTo>
                  <a:cubicBezTo>
                    <a:pt x="81" y="25"/>
                    <a:pt x="80" y="26"/>
                    <a:pt x="80" y="28"/>
                  </a:cubicBezTo>
                  <a:cubicBezTo>
                    <a:pt x="80" y="32"/>
                    <a:pt x="80" y="32"/>
                    <a:pt x="80" y="32"/>
                  </a:cubicBezTo>
                  <a:cubicBezTo>
                    <a:pt x="78" y="35"/>
                    <a:pt x="78" y="35"/>
                    <a:pt x="78" y="35"/>
                  </a:cubicBezTo>
                  <a:cubicBezTo>
                    <a:pt x="77" y="35"/>
                    <a:pt x="77" y="36"/>
                    <a:pt x="77" y="37"/>
                  </a:cubicBezTo>
                  <a:cubicBezTo>
                    <a:pt x="77" y="45"/>
                    <a:pt x="77" y="45"/>
                    <a:pt x="77" y="45"/>
                  </a:cubicBezTo>
                  <a:cubicBezTo>
                    <a:pt x="72" y="45"/>
                    <a:pt x="72" y="45"/>
                    <a:pt x="72" y="45"/>
                  </a:cubicBezTo>
                  <a:cubicBezTo>
                    <a:pt x="66" y="32"/>
                    <a:pt x="66" y="32"/>
                    <a:pt x="66" y="32"/>
                  </a:cubicBezTo>
                  <a:cubicBezTo>
                    <a:pt x="66" y="32"/>
                    <a:pt x="66" y="32"/>
                    <a:pt x="66" y="32"/>
                  </a:cubicBezTo>
                  <a:cubicBezTo>
                    <a:pt x="63" y="28"/>
                    <a:pt x="63" y="28"/>
                    <a:pt x="63" y="28"/>
                  </a:cubicBezTo>
                  <a:cubicBezTo>
                    <a:pt x="63" y="23"/>
                    <a:pt x="63" y="23"/>
                    <a:pt x="63" y="23"/>
                  </a:cubicBezTo>
                  <a:cubicBezTo>
                    <a:pt x="63" y="21"/>
                    <a:pt x="61" y="20"/>
                    <a:pt x="60" y="20"/>
                  </a:cubicBezTo>
                  <a:cubicBezTo>
                    <a:pt x="54" y="20"/>
                    <a:pt x="54" y="20"/>
                    <a:pt x="54" y="20"/>
                  </a:cubicBezTo>
                  <a:cubicBezTo>
                    <a:pt x="54" y="11"/>
                    <a:pt x="54" y="11"/>
                    <a:pt x="54" y="11"/>
                  </a:cubicBezTo>
                  <a:cubicBezTo>
                    <a:pt x="54" y="11"/>
                    <a:pt x="54" y="10"/>
                    <a:pt x="53" y="10"/>
                  </a:cubicBezTo>
                  <a:cubicBezTo>
                    <a:pt x="51" y="7"/>
                    <a:pt x="51" y="7"/>
                    <a:pt x="51" y="7"/>
                  </a:cubicBezTo>
                  <a:cubicBezTo>
                    <a:pt x="51" y="2"/>
                    <a:pt x="51" y="2"/>
                    <a:pt x="51" y="2"/>
                  </a:cubicBezTo>
                  <a:cubicBezTo>
                    <a:pt x="51" y="1"/>
                    <a:pt x="50" y="0"/>
                    <a:pt x="48" y="0"/>
                  </a:cubicBezTo>
                  <a:cubicBezTo>
                    <a:pt x="3" y="0"/>
                    <a:pt x="3" y="0"/>
                    <a:pt x="3" y="0"/>
                  </a:cubicBezTo>
                  <a:cubicBezTo>
                    <a:pt x="2" y="0"/>
                    <a:pt x="0" y="1"/>
                    <a:pt x="0" y="2"/>
                  </a:cubicBezTo>
                  <a:cubicBezTo>
                    <a:pt x="0" y="23"/>
                    <a:pt x="0" y="23"/>
                    <a:pt x="0" y="23"/>
                  </a:cubicBezTo>
                  <a:cubicBezTo>
                    <a:pt x="0" y="23"/>
                    <a:pt x="0" y="23"/>
                    <a:pt x="0" y="23"/>
                  </a:cubicBezTo>
                  <a:cubicBezTo>
                    <a:pt x="0" y="106"/>
                    <a:pt x="0" y="106"/>
                    <a:pt x="0" y="106"/>
                  </a:cubicBezTo>
                  <a:cubicBezTo>
                    <a:pt x="0" y="107"/>
                    <a:pt x="2" y="109"/>
                    <a:pt x="3" y="109"/>
                  </a:cubicBezTo>
                  <a:cubicBezTo>
                    <a:pt x="141" y="109"/>
                    <a:pt x="141" y="109"/>
                    <a:pt x="141" y="109"/>
                  </a:cubicBezTo>
                  <a:cubicBezTo>
                    <a:pt x="143" y="109"/>
                    <a:pt x="144" y="107"/>
                    <a:pt x="144" y="106"/>
                  </a:cubicBezTo>
                  <a:cubicBezTo>
                    <a:pt x="144" y="28"/>
                    <a:pt x="144" y="28"/>
                    <a:pt x="144" y="28"/>
                  </a:cubicBezTo>
                  <a:cubicBezTo>
                    <a:pt x="144" y="26"/>
                    <a:pt x="143" y="25"/>
                    <a:pt x="141" y="25"/>
                  </a:cubicBezTo>
                  <a:close/>
                  <a:moveTo>
                    <a:pt x="138" y="51"/>
                  </a:moveTo>
                  <a:cubicBezTo>
                    <a:pt x="138" y="68"/>
                    <a:pt x="138" y="68"/>
                    <a:pt x="138" y="68"/>
                  </a:cubicBezTo>
                  <a:cubicBezTo>
                    <a:pt x="133" y="68"/>
                    <a:pt x="133" y="68"/>
                    <a:pt x="133" y="68"/>
                  </a:cubicBezTo>
                  <a:cubicBezTo>
                    <a:pt x="133" y="64"/>
                    <a:pt x="133" y="64"/>
                    <a:pt x="133" y="64"/>
                  </a:cubicBezTo>
                  <a:cubicBezTo>
                    <a:pt x="133" y="60"/>
                    <a:pt x="129" y="55"/>
                    <a:pt x="124" y="55"/>
                  </a:cubicBezTo>
                  <a:cubicBezTo>
                    <a:pt x="118" y="54"/>
                    <a:pt x="114" y="59"/>
                    <a:pt x="114" y="64"/>
                  </a:cubicBezTo>
                  <a:cubicBezTo>
                    <a:pt x="114" y="68"/>
                    <a:pt x="114" y="68"/>
                    <a:pt x="114" y="68"/>
                  </a:cubicBezTo>
                  <a:cubicBezTo>
                    <a:pt x="109" y="68"/>
                    <a:pt x="109" y="68"/>
                    <a:pt x="109" y="68"/>
                  </a:cubicBezTo>
                  <a:cubicBezTo>
                    <a:pt x="109" y="64"/>
                    <a:pt x="109" y="64"/>
                    <a:pt x="109" y="64"/>
                  </a:cubicBezTo>
                  <a:cubicBezTo>
                    <a:pt x="109" y="60"/>
                    <a:pt x="105" y="55"/>
                    <a:pt x="100" y="55"/>
                  </a:cubicBezTo>
                  <a:cubicBezTo>
                    <a:pt x="95" y="54"/>
                    <a:pt x="90" y="59"/>
                    <a:pt x="90" y="64"/>
                  </a:cubicBezTo>
                  <a:cubicBezTo>
                    <a:pt x="90" y="68"/>
                    <a:pt x="90" y="68"/>
                    <a:pt x="90" y="68"/>
                  </a:cubicBezTo>
                  <a:cubicBezTo>
                    <a:pt x="84" y="68"/>
                    <a:pt x="84" y="68"/>
                    <a:pt x="84" y="68"/>
                  </a:cubicBezTo>
                  <a:cubicBezTo>
                    <a:pt x="75" y="51"/>
                    <a:pt x="75" y="51"/>
                    <a:pt x="75" y="51"/>
                  </a:cubicBezTo>
                  <a:lnTo>
                    <a:pt x="138" y="51"/>
                  </a:lnTo>
                  <a:close/>
                  <a:moveTo>
                    <a:pt x="127" y="68"/>
                  </a:moveTo>
                  <a:cubicBezTo>
                    <a:pt x="119" y="68"/>
                    <a:pt x="119" y="68"/>
                    <a:pt x="119" y="68"/>
                  </a:cubicBezTo>
                  <a:cubicBezTo>
                    <a:pt x="119" y="64"/>
                    <a:pt x="119" y="64"/>
                    <a:pt x="119" y="64"/>
                  </a:cubicBezTo>
                  <a:cubicBezTo>
                    <a:pt x="119" y="62"/>
                    <a:pt x="121" y="61"/>
                    <a:pt x="123" y="60"/>
                  </a:cubicBezTo>
                  <a:cubicBezTo>
                    <a:pt x="125" y="60"/>
                    <a:pt x="127" y="62"/>
                    <a:pt x="127" y="64"/>
                  </a:cubicBezTo>
                  <a:lnTo>
                    <a:pt x="127" y="68"/>
                  </a:lnTo>
                  <a:close/>
                  <a:moveTo>
                    <a:pt x="104" y="68"/>
                  </a:moveTo>
                  <a:cubicBezTo>
                    <a:pt x="96" y="68"/>
                    <a:pt x="96" y="68"/>
                    <a:pt x="96" y="68"/>
                  </a:cubicBezTo>
                  <a:cubicBezTo>
                    <a:pt x="96" y="64"/>
                    <a:pt x="96" y="64"/>
                    <a:pt x="96" y="64"/>
                  </a:cubicBezTo>
                  <a:cubicBezTo>
                    <a:pt x="96" y="62"/>
                    <a:pt x="97" y="61"/>
                    <a:pt x="99" y="60"/>
                  </a:cubicBezTo>
                  <a:cubicBezTo>
                    <a:pt x="102" y="60"/>
                    <a:pt x="104" y="62"/>
                    <a:pt x="104" y="64"/>
                  </a:cubicBezTo>
                  <a:lnTo>
                    <a:pt x="104" y="68"/>
                  </a:lnTo>
                  <a:close/>
                  <a:moveTo>
                    <a:pt x="69" y="81"/>
                  </a:moveTo>
                  <a:cubicBezTo>
                    <a:pt x="63" y="81"/>
                    <a:pt x="59" y="85"/>
                    <a:pt x="59" y="90"/>
                  </a:cubicBezTo>
                  <a:cubicBezTo>
                    <a:pt x="59" y="103"/>
                    <a:pt x="59" y="103"/>
                    <a:pt x="59" y="103"/>
                  </a:cubicBezTo>
                  <a:cubicBezTo>
                    <a:pt x="54" y="103"/>
                    <a:pt x="54" y="103"/>
                    <a:pt x="54" y="103"/>
                  </a:cubicBezTo>
                  <a:cubicBezTo>
                    <a:pt x="54" y="91"/>
                    <a:pt x="54" y="91"/>
                    <a:pt x="54" y="91"/>
                  </a:cubicBezTo>
                  <a:cubicBezTo>
                    <a:pt x="54" y="86"/>
                    <a:pt x="50" y="81"/>
                    <a:pt x="45" y="81"/>
                  </a:cubicBezTo>
                  <a:cubicBezTo>
                    <a:pt x="40" y="81"/>
                    <a:pt x="35" y="85"/>
                    <a:pt x="35" y="90"/>
                  </a:cubicBezTo>
                  <a:cubicBezTo>
                    <a:pt x="35" y="103"/>
                    <a:pt x="35" y="103"/>
                    <a:pt x="35" y="103"/>
                  </a:cubicBezTo>
                  <a:cubicBezTo>
                    <a:pt x="31" y="103"/>
                    <a:pt x="31" y="103"/>
                    <a:pt x="31" y="103"/>
                  </a:cubicBezTo>
                  <a:cubicBezTo>
                    <a:pt x="31" y="91"/>
                    <a:pt x="31" y="91"/>
                    <a:pt x="31" y="91"/>
                  </a:cubicBezTo>
                  <a:cubicBezTo>
                    <a:pt x="31" y="86"/>
                    <a:pt x="27" y="81"/>
                    <a:pt x="22" y="81"/>
                  </a:cubicBezTo>
                  <a:cubicBezTo>
                    <a:pt x="16" y="81"/>
                    <a:pt x="12" y="85"/>
                    <a:pt x="12" y="90"/>
                  </a:cubicBezTo>
                  <a:cubicBezTo>
                    <a:pt x="12" y="103"/>
                    <a:pt x="12" y="103"/>
                    <a:pt x="12" y="103"/>
                  </a:cubicBezTo>
                  <a:cubicBezTo>
                    <a:pt x="6" y="103"/>
                    <a:pt x="6" y="103"/>
                    <a:pt x="6" y="103"/>
                  </a:cubicBezTo>
                  <a:cubicBezTo>
                    <a:pt x="6" y="74"/>
                    <a:pt x="6" y="74"/>
                    <a:pt x="6" y="74"/>
                  </a:cubicBezTo>
                  <a:cubicBezTo>
                    <a:pt x="80" y="74"/>
                    <a:pt x="80" y="74"/>
                    <a:pt x="80" y="74"/>
                  </a:cubicBezTo>
                  <a:cubicBezTo>
                    <a:pt x="80" y="81"/>
                    <a:pt x="80" y="81"/>
                    <a:pt x="80" y="81"/>
                  </a:cubicBezTo>
                  <a:cubicBezTo>
                    <a:pt x="80" y="82"/>
                    <a:pt x="80" y="82"/>
                    <a:pt x="80" y="82"/>
                  </a:cubicBezTo>
                  <a:cubicBezTo>
                    <a:pt x="88" y="103"/>
                    <a:pt x="88" y="103"/>
                    <a:pt x="88" y="103"/>
                  </a:cubicBezTo>
                  <a:cubicBezTo>
                    <a:pt x="78" y="103"/>
                    <a:pt x="78" y="103"/>
                    <a:pt x="78" y="103"/>
                  </a:cubicBezTo>
                  <a:cubicBezTo>
                    <a:pt x="78" y="91"/>
                    <a:pt x="78" y="91"/>
                    <a:pt x="78" y="91"/>
                  </a:cubicBezTo>
                  <a:cubicBezTo>
                    <a:pt x="78" y="86"/>
                    <a:pt x="74" y="81"/>
                    <a:pt x="69" y="81"/>
                  </a:cubicBezTo>
                  <a:close/>
                  <a:moveTo>
                    <a:pt x="25" y="45"/>
                  </a:moveTo>
                  <a:cubicBezTo>
                    <a:pt x="17" y="45"/>
                    <a:pt x="17" y="45"/>
                    <a:pt x="17" y="45"/>
                  </a:cubicBezTo>
                  <a:cubicBezTo>
                    <a:pt x="17" y="41"/>
                    <a:pt x="17" y="41"/>
                    <a:pt x="17" y="41"/>
                  </a:cubicBezTo>
                  <a:cubicBezTo>
                    <a:pt x="17" y="39"/>
                    <a:pt x="19" y="37"/>
                    <a:pt x="21" y="37"/>
                  </a:cubicBezTo>
                  <a:cubicBezTo>
                    <a:pt x="23" y="37"/>
                    <a:pt x="25" y="39"/>
                    <a:pt x="25" y="41"/>
                  </a:cubicBezTo>
                  <a:lnTo>
                    <a:pt x="25" y="45"/>
                  </a:lnTo>
                  <a:close/>
                  <a:moveTo>
                    <a:pt x="69" y="51"/>
                  </a:moveTo>
                  <a:cubicBezTo>
                    <a:pt x="71" y="55"/>
                    <a:pt x="71" y="55"/>
                    <a:pt x="71" y="55"/>
                  </a:cubicBezTo>
                  <a:cubicBezTo>
                    <a:pt x="70" y="55"/>
                    <a:pt x="69" y="55"/>
                    <a:pt x="67" y="55"/>
                  </a:cubicBezTo>
                  <a:cubicBezTo>
                    <a:pt x="63" y="55"/>
                    <a:pt x="59" y="60"/>
                    <a:pt x="59" y="64"/>
                  </a:cubicBezTo>
                  <a:cubicBezTo>
                    <a:pt x="59" y="68"/>
                    <a:pt x="59" y="68"/>
                    <a:pt x="59" y="68"/>
                  </a:cubicBezTo>
                  <a:cubicBezTo>
                    <a:pt x="54" y="68"/>
                    <a:pt x="54" y="68"/>
                    <a:pt x="54" y="68"/>
                  </a:cubicBezTo>
                  <a:cubicBezTo>
                    <a:pt x="54" y="64"/>
                    <a:pt x="54" y="64"/>
                    <a:pt x="54" y="64"/>
                  </a:cubicBezTo>
                  <a:cubicBezTo>
                    <a:pt x="54" y="60"/>
                    <a:pt x="50" y="55"/>
                    <a:pt x="45" y="55"/>
                  </a:cubicBezTo>
                  <a:cubicBezTo>
                    <a:pt x="40" y="54"/>
                    <a:pt x="35" y="59"/>
                    <a:pt x="35" y="64"/>
                  </a:cubicBezTo>
                  <a:cubicBezTo>
                    <a:pt x="35" y="68"/>
                    <a:pt x="35" y="68"/>
                    <a:pt x="35" y="68"/>
                  </a:cubicBezTo>
                  <a:cubicBezTo>
                    <a:pt x="31" y="68"/>
                    <a:pt x="31" y="68"/>
                    <a:pt x="31" y="68"/>
                  </a:cubicBezTo>
                  <a:cubicBezTo>
                    <a:pt x="31" y="64"/>
                    <a:pt x="31" y="64"/>
                    <a:pt x="31" y="64"/>
                  </a:cubicBezTo>
                  <a:cubicBezTo>
                    <a:pt x="31" y="60"/>
                    <a:pt x="27" y="55"/>
                    <a:pt x="22" y="55"/>
                  </a:cubicBezTo>
                  <a:cubicBezTo>
                    <a:pt x="16" y="54"/>
                    <a:pt x="12" y="59"/>
                    <a:pt x="12" y="64"/>
                  </a:cubicBezTo>
                  <a:cubicBezTo>
                    <a:pt x="12" y="68"/>
                    <a:pt x="12" y="68"/>
                    <a:pt x="12" y="68"/>
                  </a:cubicBezTo>
                  <a:cubicBezTo>
                    <a:pt x="6" y="68"/>
                    <a:pt x="6" y="68"/>
                    <a:pt x="6" y="68"/>
                  </a:cubicBezTo>
                  <a:cubicBezTo>
                    <a:pt x="6" y="51"/>
                    <a:pt x="6" y="51"/>
                    <a:pt x="6" y="51"/>
                  </a:cubicBezTo>
                  <a:cubicBezTo>
                    <a:pt x="69" y="51"/>
                    <a:pt x="69" y="51"/>
                    <a:pt x="69" y="51"/>
                  </a:cubicBezTo>
                  <a:close/>
                  <a:moveTo>
                    <a:pt x="49" y="45"/>
                  </a:moveTo>
                  <a:cubicBezTo>
                    <a:pt x="41" y="45"/>
                    <a:pt x="41" y="45"/>
                    <a:pt x="41" y="45"/>
                  </a:cubicBezTo>
                  <a:cubicBezTo>
                    <a:pt x="41" y="41"/>
                    <a:pt x="41" y="41"/>
                    <a:pt x="41" y="41"/>
                  </a:cubicBezTo>
                  <a:cubicBezTo>
                    <a:pt x="41" y="39"/>
                    <a:pt x="42" y="37"/>
                    <a:pt x="44" y="37"/>
                  </a:cubicBezTo>
                  <a:cubicBezTo>
                    <a:pt x="47" y="37"/>
                    <a:pt x="49" y="39"/>
                    <a:pt x="49" y="41"/>
                  </a:cubicBezTo>
                  <a:lnTo>
                    <a:pt x="49" y="45"/>
                  </a:lnTo>
                  <a:close/>
                  <a:moveTo>
                    <a:pt x="72" y="68"/>
                  </a:moveTo>
                  <a:cubicBezTo>
                    <a:pt x="64" y="68"/>
                    <a:pt x="64" y="68"/>
                    <a:pt x="64" y="68"/>
                  </a:cubicBezTo>
                  <a:cubicBezTo>
                    <a:pt x="64" y="64"/>
                    <a:pt x="64" y="64"/>
                    <a:pt x="64" y="64"/>
                  </a:cubicBezTo>
                  <a:cubicBezTo>
                    <a:pt x="64" y="62"/>
                    <a:pt x="66" y="61"/>
                    <a:pt x="68" y="60"/>
                  </a:cubicBezTo>
                  <a:cubicBezTo>
                    <a:pt x="70" y="60"/>
                    <a:pt x="72" y="62"/>
                    <a:pt x="72" y="64"/>
                  </a:cubicBezTo>
                  <a:lnTo>
                    <a:pt x="72" y="68"/>
                  </a:lnTo>
                  <a:close/>
                  <a:moveTo>
                    <a:pt x="78" y="68"/>
                  </a:moveTo>
                  <a:cubicBezTo>
                    <a:pt x="78" y="68"/>
                    <a:pt x="78" y="68"/>
                    <a:pt x="78" y="68"/>
                  </a:cubicBezTo>
                  <a:cubicBezTo>
                    <a:pt x="78" y="68"/>
                    <a:pt x="78" y="68"/>
                    <a:pt x="78" y="68"/>
                  </a:cubicBezTo>
                  <a:close/>
                  <a:moveTo>
                    <a:pt x="49" y="68"/>
                  </a:moveTo>
                  <a:cubicBezTo>
                    <a:pt x="41" y="68"/>
                    <a:pt x="41" y="68"/>
                    <a:pt x="41" y="68"/>
                  </a:cubicBezTo>
                  <a:cubicBezTo>
                    <a:pt x="41" y="64"/>
                    <a:pt x="41" y="64"/>
                    <a:pt x="41" y="64"/>
                  </a:cubicBezTo>
                  <a:cubicBezTo>
                    <a:pt x="41" y="62"/>
                    <a:pt x="42" y="61"/>
                    <a:pt x="44" y="60"/>
                  </a:cubicBezTo>
                  <a:cubicBezTo>
                    <a:pt x="47" y="60"/>
                    <a:pt x="49" y="62"/>
                    <a:pt x="49" y="64"/>
                  </a:cubicBezTo>
                  <a:lnTo>
                    <a:pt x="49" y="68"/>
                  </a:lnTo>
                  <a:close/>
                  <a:moveTo>
                    <a:pt x="25" y="68"/>
                  </a:moveTo>
                  <a:cubicBezTo>
                    <a:pt x="17" y="68"/>
                    <a:pt x="17" y="68"/>
                    <a:pt x="17" y="68"/>
                  </a:cubicBezTo>
                  <a:cubicBezTo>
                    <a:pt x="17" y="64"/>
                    <a:pt x="17" y="64"/>
                    <a:pt x="17" y="64"/>
                  </a:cubicBezTo>
                  <a:cubicBezTo>
                    <a:pt x="17" y="62"/>
                    <a:pt x="19" y="61"/>
                    <a:pt x="21" y="60"/>
                  </a:cubicBezTo>
                  <a:cubicBezTo>
                    <a:pt x="23" y="60"/>
                    <a:pt x="25" y="62"/>
                    <a:pt x="25" y="64"/>
                  </a:cubicBezTo>
                  <a:lnTo>
                    <a:pt x="25" y="68"/>
                  </a:lnTo>
                  <a:close/>
                  <a:moveTo>
                    <a:pt x="58" y="31"/>
                  </a:moveTo>
                  <a:cubicBezTo>
                    <a:pt x="61" y="35"/>
                    <a:pt x="61" y="35"/>
                    <a:pt x="61" y="35"/>
                  </a:cubicBezTo>
                  <a:cubicBezTo>
                    <a:pt x="66" y="45"/>
                    <a:pt x="66" y="45"/>
                    <a:pt x="66" y="45"/>
                  </a:cubicBezTo>
                  <a:cubicBezTo>
                    <a:pt x="54" y="45"/>
                    <a:pt x="54" y="45"/>
                    <a:pt x="54" y="45"/>
                  </a:cubicBezTo>
                  <a:cubicBezTo>
                    <a:pt x="54" y="41"/>
                    <a:pt x="54" y="41"/>
                    <a:pt x="54" y="41"/>
                  </a:cubicBezTo>
                  <a:cubicBezTo>
                    <a:pt x="54" y="36"/>
                    <a:pt x="50" y="32"/>
                    <a:pt x="45" y="31"/>
                  </a:cubicBezTo>
                  <a:cubicBezTo>
                    <a:pt x="40" y="31"/>
                    <a:pt x="35" y="36"/>
                    <a:pt x="35" y="41"/>
                  </a:cubicBezTo>
                  <a:cubicBezTo>
                    <a:pt x="35" y="45"/>
                    <a:pt x="35" y="45"/>
                    <a:pt x="35" y="45"/>
                  </a:cubicBezTo>
                  <a:cubicBezTo>
                    <a:pt x="31" y="45"/>
                    <a:pt x="31" y="45"/>
                    <a:pt x="31" y="45"/>
                  </a:cubicBezTo>
                  <a:cubicBezTo>
                    <a:pt x="31" y="41"/>
                    <a:pt x="31" y="41"/>
                    <a:pt x="31" y="41"/>
                  </a:cubicBezTo>
                  <a:cubicBezTo>
                    <a:pt x="31" y="36"/>
                    <a:pt x="27" y="32"/>
                    <a:pt x="22" y="31"/>
                  </a:cubicBezTo>
                  <a:cubicBezTo>
                    <a:pt x="16" y="31"/>
                    <a:pt x="12" y="36"/>
                    <a:pt x="12" y="41"/>
                  </a:cubicBezTo>
                  <a:cubicBezTo>
                    <a:pt x="12" y="45"/>
                    <a:pt x="12" y="45"/>
                    <a:pt x="12" y="45"/>
                  </a:cubicBezTo>
                  <a:cubicBezTo>
                    <a:pt x="6" y="45"/>
                    <a:pt x="6" y="45"/>
                    <a:pt x="6" y="45"/>
                  </a:cubicBezTo>
                  <a:cubicBezTo>
                    <a:pt x="6" y="25"/>
                    <a:pt x="6" y="25"/>
                    <a:pt x="6" y="25"/>
                  </a:cubicBezTo>
                  <a:cubicBezTo>
                    <a:pt x="57" y="25"/>
                    <a:pt x="57" y="25"/>
                    <a:pt x="57" y="25"/>
                  </a:cubicBezTo>
                  <a:cubicBezTo>
                    <a:pt x="57" y="29"/>
                    <a:pt x="57" y="29"/>
                    <a:pt x="57" y="29"/>
                  </a:cubicBezTo>
                  <a:cubicBezTo>
                    <a:pt x="57" y="30"/>
                    <a:pt x="57" y="31"/>
                    <a:pt x="58" y="31"/>
                  </a:cubicBezTo>
                  <a:close/>
                  <a:moveTo>
                    <a:pt x="46" y="5"/>
                  </a:moveTo>
                  <a:cubicBezTo>
                    <a:pt x="46" y="8"/>
                    <a:pt x="46" y="8"/>
                    <a:pt x="46" y="8"/>
                  </a:cubicBezTo>
                  <a:cubicBezTo>
                    <a:pt x="46" y="8"/>
                    <a:pt x="46" y="9"/>
                    <a:pt x="46" y="9"/>
                  </a:cubicBezTo>
                  <a:cubicBezTo>
                    <a:pt x="48" y="12"/>
                    <a:pt x="48" y="12"/>
                    <a:pt x="48" y="12"/>
                  </a:cubicBezTo>
                  <a:cubicBezTo>
                    <a:pt x="48" y="20"/>
                    <a:pt x="48" y="20"/>
                    <a:pt x="48" y="20"/>
                  </a:cubicBezTo>
                  <a:cubicBezTo>
                    <a:pt x="6" y="20"/>
                    <a:pt x="6" y="20"/>
                    <a:pt x="6" y="20"/>
                  </a:cubicBezTo>
                  <a:cubicBezTo>
                    <a:pt x="6" y="5"/>
                    <a:pt x="6" y="5"/>
                    <a:pt x="6" y="5"/>
                  </a:cubicBezTo>
                  <a:lnTo>
                    <a:pt x="46" y="5"/>
                  </a:lnTo>
                  <a:close/>
                  <a:moveTo>
                    <a:pt x="17" y="103"/>
                  </a:moveTo>
                  <a:cubicBezTo>
                    <a:pt x="17" y="90"/>
                    <a:pt x="17" y="90"/>
                    <a:pt x="17" y="90"/>
                  </a:cubicBezTo>
                  <a:cubicBezTo>
                    <a:pt x="17" y="88"/>
                    <a:pt x="19" y="87"/>
                    <a:pt x="21" y="86"/>
                  </a:cubicBezTo>
                  <a:cubicBezTo>
                    <a:pt x="23" y="86"/>
                    <a:pt x="25" y="88"/>
                    <a:pt x="25" y="90"/>
                  </a:cubicBezTo>
                  <a:cubicBezTo>
                    <a:pt x="25" y="103"/>
                    <a:pt x="25" y="103"/>
                    <a:pt x="25" y="103"/>
                  </a:cubicBezTo>
                  <a:lnTo>
                    <a:pt x="17" y="103"/>
                  </a:lnTo>
                  <a:close/>
                  <a:moveTo>
                    <a:pt x="41" y="103"/>
                  </a:moveTo>
                  <a:cubicBezTo>
                    <a:pt x="41" y="90"/>
                    <a:pt x="41" y="90"/>
                    <a:pt x="41" y="90"/>
                  </a:cubicBezTo>
                  <a:cubicBezTo>
                    <a:pt x="41" y="88"/>
                    <a:pt x="42" y="87"/>
                    <a:pt x="44" y="86"/>
                  </a:cubicBezTo>
                  <a:cubicBezTo>
                    <a:pt x="47" y="86"/>
                    <a:pt x="49" y="88"/>
                    <a:pt x="49" y="90"/>
                  </a:cubicBezTo>
                  <a:cubicBezTo>
                    <a:pt x="49" y="103"/>
                    <a:pt x="49" y="103"/>
                    <a:pt x="49" y="103"/>
                  </a:cubicBezTo>
                  <a:lnTo>
                    <a:pt x="41" y="103"/>
                  </a:lnTo>
                  <a:close/>
                  <a:moveTo>
                    <a:pt x="64" y="103"/>
                  </a:moveTo>
                  <a:cubicBezTo>
                    <a:pt x="64" y="90"/>
                    <a:pt x="64" y="90"/>
                    <a:pt x="64" y="90"/>
                  </a:cubicBezTo>
                  <a:cubicBezTo>
                    <a:pt x="64" y="88"/>
                    <a:pt x="66" y="87"/>
                    <a:pt x="68" y="86"/>
                  </a:cubicBezTo>
                  <a:cubicBezTo>
                    <a:pt x="70" y="86"/>
                    <a:pt x="72" y="88"/>
                    <a:pt x="72" y="90"/>
                  </a:cubicBezTo>
                  <a:cubicBezTo>
                    <a:pt x="72" y="103"/>
                    <a:pt x="72" y="103"/>
                    <a:pt x="72" y="103"/>
                  </a:cubicBezTo>
                  <a:lnTo>
                    <a:pt x="64" y="103"/>
                  </a:lnTo>
                  <a:close/>
                  <a:moveTo>
                    <a:pt x="96" y="103"/>
                  </a:moveTo>
                  <a:cubicBezTo>
                    <a:pt x="96" y="90"/>
                    <a:pt x="96" y="90"/>
                    <a:pt x="96" y="90"/>
                  </a:cubicBezTo>
                  <a:cubicBezTo>
                    <a:pt x="96" y="88"/>
                    <a:pt x="97" y="87"/>
                    <a:pt x="99" y="86"/>
                  </a:cubicBezTo>
                  <a:cubicBezTo>
                    <a:pt x="102" y="86"/>
                    <a:pt x="104" y="88"/>
                    <a:pt x="104" y="90"/>
                  </a:cubicBezTo>
                  <a:cubicBezTo>
                    <a:pt x="104" y="103"/>
                    <a:pt x="104" y="103"/>
                    <a:pt x="104" y="103"/>
                  </a:cubicBezTo>
                  <a:lnTo>
                    <a:pt x="96" y="103"/>
                  </a:lnTo>
                  <a:close/>
                  <a:moveTo>
                    <a:pt x="119" y="103"/>
                  </a:moveTo>
                  <a:cubicBezTo>
                    <a:pt x="119" y="90"/>
                    <a:pt x="119" y="90"/>
                    <a:pt x="119" y="90"/>
                  </a:cubicBezTo>
                  <a:cubicBezTo>
                    <a:pt x="119" y="88"/>
                    <a:pt x="121" y="87"/>
                    <a:pt x="123" y="86"/>
                  </a:cubicBezTo>
                  <a:cubicBezTo>
                    <a:pt x="125" y="86"/>
                    <a:pt x="127" y="88"/>
                    <a:pt x="127" y="90"/>
                  </a:cubicBezTo>
                  <a:cubicBezTo>
                    <a:pt x="127" y="103"/>
                    <a:pt x="127" y="103"/>
                    <a:pt x="127" y="103"/>
                  </a:cubicBezTo>
                  <a:lnTo>
                    <a:pt x="119" y="103"/>
                  </a:lnTo>
                  <a:close/>
                  <a:moveTo>
                    <a:pt x="133" y="103"/>
                  </a:moveTo>
                  <a:cubicBezTo>
                    <a:pt x="133" y="91"/>
                    <a:pt x="133" y="91"/>
                    <a:pt x="133" y="91"/>
                  </a:cubicBezTo>
                  <a:cubicBezTo>
                    <a:pt x="133" y="86"/>
                    <a:pt x="129" y="81"/>
                    <a:pt x="124" y="81"/>
                  </a:cubicBezTo>
                  <a:cubicBezTo>
                    <a:pt x="118" y="81"/>
                    <a:pt x="114" y="85"/>
                    <a:pt x="114" y="90"/>
                  </a:cubicBezTo>
                  <a:cubicBezTo>
                    <a:pt x="114" y="103"/>
                    <a:pt x="114" y="103"/>
                    <a:pt x="114" y="103"/>
                  </a:cubicBezTo>
                  <a:cubicBezTo>
                    <a:pt x="109" y="103"/>
                    <a:pt x="109" y="103"/>
                    <a:pt x="109" y="103"/>
                  </a:cubicBezTo>
                  <a:cubicBezTo>
                    <a:pt x="109" y="91"/>
                    <a:pt x="109" y="91"/>
                    <a:pt x="109" y="91"/>
                  </a:cubicBezTo>
                  <a:cubicBezTo>
                    <a:pt x="109" y="86"/>
                    <a:pt x="105" y="81"/>
                    <a:pt x="100" y="81"/>
                  </a:cubicBezTo>
                  <a:cubicBezTo>
                    <a:pt x="95" y="81"/>
                    <a:pt x="90" y="85"/>
                    <a:pt x="90" y="90"/>
                  </a:cubicBezTo>
                  <a:cubicBezTo>
                    <a:pt x="90" y="93"/>
                    <a:pt x="90" y="93"/>
                    <a:pt x="90" y="93"/>
                  </a:cubicBezTo>
                  <a:cubicBezTo>
                    <a:pt x="85" y="81"/>
                    <a:pt x="85" y="81"/>
                    <a:pt x="85" y="81"/>
                  </a:cubicBezTo>
                  <a:cubicBezTo>
                    <a:pt x="85" y="74"/>
                    <a:pt x="85" y="74"/>
                    <a:pt x="85" y="74"/>
                  </a:cubicBezTo>
                  <a:cubicBezTo>
                    <a:pt x="138" y="74"/>
                    <a:pt x="138" y="74"/>
                    <a:pt x="138" y="74"/>
                  </a:cubicBezTo>
                  <a:cubicBezTo>
                    <a:pt x="138" y="103"/>
                    <a:pt x="138" y="103"/>
                    <a:pt x="138" y="103"/>
                  </a:cubicBezTo>
                  <a:lnTo>
                    <a:pt x="133" y="10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2" name="Google Shape;872;p48"/>
            <p:cNvSpPr/>
            <p:nvPr/>
          </p:nvSpPr>
          <p:spPr>
            <a:xfrm>
              <a:off x="1059909" y="2111962"/>
              <a:ext cx="15443" cy="20959"/>
            </a:xfrm>
            <a:custGeom>
              <a:avLst/>
              <a:gdLst/>
              <a:ahLst/>
              <a:cxnLst/>
              <a:rect l="l" t="t" r="r" b="b"/>
              <a:pathLst>
                <a:path w="6" h="8" extrusionOk="0">
                  <a:moveTo>
                    <a:pt x="6" y="5"/>
                  </a:moveTo>
                  <a:cubicBezTo>
                    <a:pt x="6" y="3"/>
                    <a:pt x="6" y="3"/>
                    <a:pt x="6" y="3"/>
                  </a:cubicBezTo>
                  <a:cubicBezTo>
                    <a:pt x="6" y="1"/>
                    <a:pt x="5" y="0"/>
                    <a:pt x="3" y="0"/>
                  </a:cubicBezTo>
                  <a:cubicBezTo>
                    <a:pt x="2" y="0"/>
                    <a:pt x="0" y="1"/>
                    <a:pt x="0" y="3"/>
                  </a:cubicBezTo>
                  <a:cubicBezTo>
                    <a:pt x="0" y="5"/>
                    <a:pt x="0" y="5"/>
                    <a:pt x="0" y="5"/>
                  </a:cubicBezTo>
                  <a:cubicBezTo>
                    <a:pt x="0" y="6"/>
                    <a:pt x="1" y="7"/>
                    <a:pt x="2" y="7"/>
                  </a:cubicBezTo>
                  <a:cubicBezTo>
                    <a:pt x="4" y="8"/>
                    <a:pt x="6" y="6"/>
                    <a:pt x="6"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3" name="Google Shape;873;p48"/>
            <p:cNvSpPr/>
            <p:nvPr/>
          </p:nvSpPr>
          <p:spPr>
            <a:xfrm>
              <a:off x="1025713" y="2111962"/>
              <a:ext cx="13237" cy="20959"/>
            </a:xfrm>
            <a:custGeom>
              <a:avLst/>
              <a:gdLst/>
              <a:ahLst/>
              <a:cxnLst/>
              <a:rect l="l" t="t" r="r" b="b"/>
              <a:pathLst>
                <a:path w="5" h="8" extrusionOk="0">
                  <a:moveTo>
                    <a:pt x="0" y="5"/>
                  </a:moveTo>
                  <a:cubicBezTo>
                    <a:pt x="0" y="6"/>
                    <a:pt x="1" y="8"/>
                    <a:pt x="3" y="7"/>
                  </a:cubicBezTo>
                  <a:cubicBezTo>
                    <a:pt x="4" y="7"/>
                    <a:pt x="5" y="6"/>
                    <a:pt x="5" y="5"/>
                  </a:cubicBezTo>
                  <a:cubicBezTo>
                    <a:pt x="5" y="3"/>
                    <a:pt x="5" y="3"/>
                    <a:pt x="5" y="3"/>
                  </a:cubicBezTo>
                  <a:cubicBezTo>
                    <a:pt x="5" y="1"/>
                    <a:pt x="4" y="0"/>
                    <a:pt x="3" y="0"/>
                  </a:cubicBezTo>
                  <a:cubicBezTo>
                    <a:pt x="1" y="0"/>
                    <a:pt x="0" y="1"/>
                    <a:pt x="0" y="3"/>
                  </a:cubicBezTo>
                  <a:lnTo>
                    <a:pt x="0" y="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4" name="Google Shape;874;p48"/>
            <p:cNvSpPr/>
            <p:nvPr/>
          </p:nvSpPr>
          <p:spPr>
            <a:xfrm>
              <a:off x="989311" y="2111962"/>
              <a:ext cx="15443" cy="20959"/>
            </a:xfrm>
            <a:custGeom>
              <a:avLst/>
              <a:gdLst/>
              <a:ahLst/>
              <a:cxnLst/>
              <a:rect l="l" t="t" r="r" b="b"/>
              <a:pathLst>
                <a:path w="6" h="8" extrusionOk="0">
                  <a:moveTo>
                    <a:pt x="0" y="3"/>
                  </a:moveTo>
                  <a:cubicBezTo>
                    <a:pt x="0" y="5"/>
                    <a:pt x="0" y="5"/>
                    <a:pt x="0" y="5"/>
                  </a:cubicBezTo>
                  <a:cubicBezTo>
                    <a:pt x="0" y="6"/>
                    <a:pt x="1" y="7"/>
                    <a:pt x="3" y="7"/>
                  </a:cubicBezTo>
                  <a:cubicBezTo>
                    <a:pt x="4" y="8"/>
                    <a:pt x="6" y="6"/>
                    <a:pt x="6" y="5"/>
                  </a:cubicBezTo>
                  <a:cubicBezTo>
                    <a:pt x="6" y="3"/>
                    <a:pt x="6" y="3"/>
                    <a:pt x="6" y="3"/>
                  </a:cubicBezTo>
                  <a:cubicBezTo>
                    <a:pt x="6" y="1"/>
                    <a:pt x="5" y="0"/>
                    <a:pt x="3" y="0"/>
                  </a:cubicBezTo>
                  <a:cubicBezTo>
                    <a:pt x="2"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5" name="Google Shape;875;p48"/>
            <p:cNvSpPr/>
            <p:nvPr/>
          </p:nvSpPr>
          <p:spPr>
            <a:xfrm>
              <a:off x="955116" y="2111962"/>
              <a:ext cx="13237" cy="20959"/>
            </a:xfrm>
            <a:custGeom>
              <a:avLst/>
              <a:gdLst/>
              <a:ahLst/>
              <a:cxnLst/>
              <a:rect l="l" t="t" r="r" b="b"/>
              <a:pathLst>
                <a:path w="5" h="8" extrusionOk="0">
                  <a:moveTo>
                    <a:pt x="0" y="3"/>
                  </a:moveTo>
                  <a:cubicBezTo>
                    <a:pt x="0" y="5"/>
                    <a:pt x="0" y="5"/>
                    <a:pt x="0" y="5"/>
                  </a:cubicBezTo>
                  <a:cubicBezTo>
                    <a:pt x="0" y="6"/>
                    <a:pt x="1" y="7"/>
                    <a:pt x="2" y="7"/>
                  </a:cubicBezTo>
                  <a:cubicBezTo>
                    <a:pt x="4" y="8"/>
                    <a:pt x="5" y="6"/>
                    <a:pt x="5" y="5"/>
                  </a:cubicBezTo>
                  <a:cubicBezTo>
                    <a:pt x="5" y="3"/>
                    <a:pt x="5" y="3"/>
                    <a:pt x="5" y="3"/>
                  </a:cubicBezTo>
                  <a:cubicBezTo>
                    <a:pt x="5" y="1"/>
                    <a:pt x="4" y="0"/>
                    <a:pt x="3"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76" name="Google Shape;876;p48"/>
          <p:cNvGrpSpPr/>
          <p:nvPr/>
        </p:nvGrpSpPr>
        <p:grpSpPr>
          <a:xfrm>
            <a:off x="8068409" y="1955323"/>
            <a:ext cx="329825" cy="377258"/>
            <a:chOff x="8079991" y="1955323"/>
            <a:chExt cx="329825" cy="377258"/>
          </a:xfrm>
        </p:grpSpPr>
        <p:sp>
          <p:nvSpPr>
            <p:cNvPr id="877" name="Google Shape;877;p48"/>
            <p:cNvSpPr/>
            <p:nvPr/>
          </p:nvSpPr>
          <p:spPr>
            <a:xfrm>
              <a:off x="8079991" y="1955323"/>
              <a:ext cx="329825" cy="377258"/>
            </a:xfrm>
            <a:custGeom>
              <a:avLst/>
              <a:gdLst/>
              <a:ahLst/>
              <a:cxnLst/>
              <a:rect l="l" t="t" r="r" b="b"/>
              <a:pathLst>
                <a:path w="126" h="144" extrusionOk="0">
                  <a:moveTo>
                    <a:pt x="115" y="97"/>
                  </a:moveTo>
                  <a:cubicBezTo>
                    <a:pt x="118" y="95"/>
                    <a:pt x="118" y="95"/>
                    <a:pt x="118" y="95"/>
                  </a:cubicBezTo>
                  <a:cubicBezTo>
                    <a:pt x="123" y="92"/>
                    <a:pt x="124" y="87"/>
                    <a:pt x="123" y="82"/>
                  </a:cubicBezTo>
                  <a:cubicBezTo>
                    <a:pt x="108" y="39"/>
                    <a:pt x="108" y="39"/>
                    <a:pt x="108" y="39"/>
                  </a:cubicBezTo>
                  <a:cubicBezTo>
                    <a:pt x="108" y="39"/>
                    <a:pt x="108" y="39"/>
                    <a:pt x="108" y="39"/>
                  </a:cubicBezTo>
                  <a:cubicBezTo>
                    <a:pt x="108" y="37"/>
                    <a:pt x="108" y="37"/>
                    <a:pt x="108" y="37"/>
                  </a:cubicBezTo>
                  <a:cubicBezTo>
                    <a:pt x="106" y="32"/>
                    <a:pt x="103" y="27"/>
                    <a:pt x="100" y="23"/>
                  </a:cubicBezTo>
                  <a:cubicBezTo>
                    <a:pt x="100" y="23"/>
                    <a:pt x="100" y="22"/>
                    <a:pt x="99" y="22"/>
                  </a:cubicBezTo>
                  <a:cubicBezTo>
                    <a:pt x="92" y="15"/>
                    <a:pt x="84" y="10"/>
                    <a:pt x="74" y="8"/>
                  </a:cubicBezTo>
                  <a:cubicBezTo>
                    <a:pt x="73" y="6"/>
                    <a:pt x="72" y="4"/>
                    <a:pt x="70" y="3"/>
                  </a:cubicBezTo>
                  <a:cubicBezTo>
                    <a:pt x="66" y="0"/>
                    <a:pt x="60" y="0"/>
                    <a:pt x="56" y="3"/>
                  </a:cubicBezTo>
                  <a:cubicBezTo>
                    <a:pt x="54" y="4"/>
                    <a:pt x="53" y="6"/>
                    <a:pt x="52" y="8"/>
                  </a:cubicBezTo>
                  <a:cubicBezTo>
                    <a:pt x="43" y="10"/>
                    <a:pt x="34" y="15"/>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3" y="27"/>
                    <a:pt x="21" y="32"/>
                    <a:pt x="19" y="37"/>
                  </a:cubicBezTo>
                  <a:cubicBezTo>
                    <a:pt x="4" y="82"/>
                    <a:pt x="4" y="82"/>
                    <a:pt x="4" y="82"/>
                  </a:cubicBezTo>
                  <a:cubicBezTo>
                    <a:pt x="2" y="87"/>
                    <a:pt x="4" y="92"/>
                    <a:pt x="8" y="95"/>
                  </a:cubicBezTo>
                  <a:cubicBezTo>
                    <a:pt x="11" y="97"/>
                    <a:pt x="11" y="97"/>
                    <a:pt x="11" y="97"/>
                  </a:cubicBezTo>
                  <a:cubicBezTo>
                    <a:pt x="5" y="101"/>
                    <a:pt x="0" y="108"/>
                    <a:pt x="0" y="116"/>
                  </a:cubicBezTo>
                  <a:cubicBezTo>
                    <a:pt x="0" y="141"/>
                    <a:pt x="0" y="141"/>
                    <a:pt x="0" y="141"/>
                  </a:cubicBezTo>
                  <a:cubicBezTo>
                    <a:pt x="0" y="142"/>
                    <a:pt x="1" y="143"/>
                    <a:pt x="3" y="144"/>
                  </a:cubicBezTo>
                  <a:cubicBezTo>
                    <a:pt x="5" y="144"/>
                    <a:pt x="6" y="143"/>
                    <a:pt x="6" y="141"/>
                  </a:cubicBezTo>
                  <a:cubicBezTo>
                    <a:pt x="6" y="116"/>
                    <a:pt x="6" y="116"/>
                    <a:pt x="6" y="116"/>
                  </a:cubicBezTo>
                  <a:cubicBezTo>
                    <a:pt x="6" y="109"/>
                    <a:pt x="10" y="103"/>
                    <a:pt x="17" y="101"/>
                  </a:cubicBezTo>
                  <a:cubicBezTo>
                    <a:pt x="19" y="103"/>
                    <a:pt x="19" y="103"/>
                    <a:pt x="19" y="103"/>
                  </a:cubicBezTo>
                  <a:cubicBezTo>
                    <a:pt x="21" y="104"/>
                    <a:pt x="22" y="105"/>
                    <a:pt x="22" y="107"/>
                  </a:cubicBezTo>
                  <a:cubicBezTo>
                    <a:pt x="22" y="130"/>
                    <a:pt x="22" y="130"/>
                    <a:pt x="22" y="130"/>
                  </a:cubicBezTo>
                  <a:cubicBezTo>
                    <a:pt x="22" y="138"/>
                    <a:pt x="28" y="144"/>
                    <a:pt x="35" y="144"/>
                  </a:cubicBezTo>
                  <a:cubicBezTo>
                    <a:pt x="42" y="144"/>
                    <a:pt x="48" y="138"/>
                    <a:pt x="48" y="130"/>
                  </a:cubicBezTo>
                  <a:cubicBezTo>
                    <a:pt x="48" y="103"/>
                    <a:pt x="48" y="103"/>
                    <a:pt x="48" y="103"/>
                  </a:cubicBezTo>
                  <a:cubicBezTo>
                    <a:pt x="53" y="103"/>
                    <a:pt x="53" y="103"/>
                    <a:pt x="53" y="103"/>
                  </a:cubicBezTo>
                  <a:cubicBezTo>
                    <a:pt x="53" y="121"/>
                    <a:pt x="53" y="121"/>
                    <a:pt x="53" y="121"/>
                  </a:cubicBezTo>
                  <a:cubicBezTo>
                    <a:pt x="53" y="127"/>
                    <a:pt x="57" y="131"/>
                    <a:pt x="63" y="131"/>
                  </a:cubicBezTo>
                  <a:cubicBezTo>
                    <a:pt x="69" y="132"/>
                    <a:pt x="73" y="127"/>
                    <a:pt x="73" y="121"/>
                  </a:cubicBezTo>
                  <a:cubicBezTo>
                    <a:pt x="73" y="103"/>
                    <a:pt x="73" y="103"/>
                    <a:pt x="73" y="103"/>
                  </a:cubicBezTo>
                  <a:cubicBezTo>
                    <a:pt x="78" y="103"/>
                    <a:pt x="78" y="103"/>
                    <a:pt x="78" y="103"/>
                  </a:cubicBezTo>
                  <a:cubicBezTo>
                    <a:pt x="78" y="130"/>
                    <a:pt x="78" y="130"/>
                    <a:pt x="78" y="130"/>
                  </a:cubicBezTo>
                  <a:cubicBezTo>
                    <a:pt x="78" y="138"/>
                    <a:pt x="84" y="144"/>
                    <a:pt x="91" y="144"/>
                  </a:cubicBezTo>
                  <a:cubicBezTo>
                    <a:pt x="98" y="144"/>
                    <a:pt x="104" y="138"/>
                    <a:pt x="104" y="130"/>
                  </a:cubicBezTo>
                  <a:cubicBezTo>
                    <a:pt x="104" y="107"/>
                    <a:pt x="104" y="107"/>
                    <a:pt x="104" y="107"/>
                  </a:cubicBezTo>
                  <a:cubicBezTo>
                    <a:pt x="104" y="105"/>
                    <a:pt x="105" y="103"/>
                    <a:pt x="107" y="102"/>
                  </a:cubicBezTo>
                  <a:cubicBezTo>
                    <a:pt x="110" y="101"/>
                    <a:pt x="110" y="101"/>
                    <a:pt x="110" y="101"/>
                  </a:cubicBezTo>
                  <a:cubicBezTo>
                    <a:pt x="116" y="103"/>
                    <a:pt x="120" y="109"/>
                    <a:pt x="120" y="116"/>
                  </a:cubicBezTo>
                  <a:cubicBezTo>
                    <a:pt x="120" y="141"/>
                    <a:pt x="120" y="141"/>
                    <a:pt x="120" y="141"/>
                  </a:cubicBezTo>
                  <a:cubicBezTo>
                    <a:pt x="120" y="142"/>
                    <a:pt x="121" y="143"/>
                    <a:pt x="123" y="144"/>
                  </a:cubicBezTo>
                  <a:cubicBezTo>
                    <a:pt x="124" y="144"/>
                    <a:pt x="126" y="143"/>
                    <a:pt x="126" y="141"/>
                  </a:cubicBezTo>
                  <a:cubicBezTo>
                    <a:pt x="126" y="116"/>
                    <a:pt x="126" y="116"/>
                    <a:pt x="126" y="116"/>
                  </a:cubicBezTo>
                  <a:cubicBezTo>
                    <a:pt x="126" y="108"/>
                    <a:pt x="122" y="101"/>
                    <a:pt x="115" y="97"/>
                  </a:cubicBezTo>
                  <a:close/>
                  <a:moveTo>
                    <a:pt x="115" y="90"/>
                  </a:moveTo>
                  <a:cubicBezTo>
                    <a:pt x="108" y="95"/>
                    <a:pt x="108" y="95"/>
                    <a:pt x="108" y="95"/>
                  </a:cubicBezTo>
                  <a:cubicBezTo>
                    <a:pt x="108" y="95"/>
                    <a:pt x="108" y="95"/>
                    <a:pt x="108" y="95"/>
                  </a:cubicBezTo>
                  <a:cubicBezTo>
                    <a:pt x="104" y="98"/>
                    <a:pt x="104" y="98"/>
                    <a:pt x="104" y="98"/>
                  </a:cubicBezTo>
                  <a:cubicBezTo>
                    <a:pt x="83" y="98"/>
                    <a:pt x="83" y="98"/>
                    <a:pt x="83" y="98"/>
                  </a:cubicBezTo>
                  <a:cubicBezTo>
                    <a:pt x="83" y="80"/>
                    <a:pt x="83" y="80"/>
                    <a:pt x="83" y="80"/>
                  </a:cubicBezTo>
                  <a:cubicBezTo>
                    <a:pt x="85" y="78"/>
                    <a:pt x="86" y="75"/>
                    <a:pt x="86" y="73"/>
                  </a:cubicBezTo>
                  <a:cubicBezTo>
                    <a:pt x="114" y="73"/>
                    <a:pt x="114" y="73"/>
                    <a:pt x="114" y="73"/>
                  </a:cubicBezTo>
                  <a:cubicBezTo>
                    <a:pt x="117" y="82"/>
                    <a:pt x="117" y="82"/>
                    <a:pt x="117" y="82"/>
                  </a:cubicBezTo>
                  <a:cubicBezTo>
                    <a:pt x="101" y="82"/>
                    <a:pt x="101" y="82"/>
                    <a:pt x="101" y="82"/>
                  </a:cubicBezTo>
                  <a:cubicBezTo>
                    <a:pt x="99" y="82"/>
                    <a:pt x="98" y="83"/>
                    <a:pt x="98" y="85"/>
                  </a:cubicBezTo>
                  <a:cubicBezTo>
                    <a:pt x="98" y="86"/>
                    <a:pt x="99" y="88"/>
                    <a:pt x="101" y="88"/>
                  </a:cubicBezTo>
                  <a:cubicBezTo>
                    <a:pt x="117" y="88"/>
                    <a:pt x="117" y="88"/>
                    <a:pt x="117" y="88"/>
                  </a:cubicBezTo>
                  <a:cubicBezTo>
                    <a:pt x="117" y="89"/>
                    <a:pt x="116" y="90"/>
                    <a:pt x="115" y="90"/>
                  </a:cubicBezTo>
                  <a:close/>
                  <a:moveTo>
                    <a:pt x="84" y="128"/>
                  </a:moveTo>
                  <a:cubicBezTo>
                    <a:pt x="84" y="118"/>
                    <a:pt x="84" y="118"/>
                    <a:pt x="84" y="118"/>
                  </a:cubicBezTo>
                  <a:cubicBezTo>
                    <a:pt x="99" y="118"/>
                    <a:pt x="99" y="118"/>
                    <a:pt x="99" y="118"/>
                  </a:cubicBezTo>
                  <a:cubicBezTo>
                    <a:pt x="99" y="128"/>
                    <a:pt x="99" y="128"/>
                    <a:pt x="99" y="128"/>
                  </a:cubicBezTo>
                  <a:lnTo>
                    <a:pt x="84" y="128"/>
                  </a:lnTo>
                  <a:close/>
                  <a:moveTo>
                    <a:pt x="71" y="88"/>
                  </a:moveTo>
                  <a:cubicBezTo>
                    <a:pt x="56" y="88"/>
                    <a:pt x="56" y="88"/>
                    <a:pt x="56" y="88"/>
                  </a:cubicBezTo>
                  <a:cubicBezTo>
                    <a:pt x="51" y="83"/>
                    <a:pt x="47" y="77"/>
                    <a:pt x="45" y="70"/>
                  </a:cubicBezTo>
                  <a:cubicBezTo>
                    <a:pt x="45" y="70"/>
                    <a:pt x="45" y="69"/>
                    <a:pt x="45" y="69"/>
                  </a:cubicBezTo>
                  <a:cubicBezTo>
                    <a:pt x="44" y="66"/>
                    <a:pt x="43" y="62"/>
                    <a:pt x="43" y="58"/>
                  </a:cubicBezTo>
                  <a:cubicBezTo>
                    <a:pt x="43" y="48"/>
                    <a:pt x="43" y="48"/>
                    <a:pt x="43" y="48"/>
                  </a:cubicBezTo>
                  <a:cubicBezTo>
                    <a:pt x="83" y="48"/>
                    <a:pt x="83" y="48"/>
                    <a:pt x="83" y="48"/>
                  </a:cubicBezTo>
                  <a:cubicBezTo>
                    <a:pt x="83" y="58"/>
                    <a:pt x="83" y="58"/>
                    <a:pt x="83" y="58"/>
                  </a:cubicBezTo>
                  <a:cubicBezTo>
                    <a:pt x="83" y="62"/>
                    <a:pt x="83" y="66"/>
                    <a:pt x="82" y="69"/>
                  </a:cubicBezTo>
                  <a:cubicBezTo>
                    <a:pt x="82" y="69"/>
                    <a:pt x="81" y="70"/>
                    <a:pt x="81" y="70"/>
                  </a:cubicBezTo>
                  <a:cubicBezTo>
                    <a:pt x="79" y="77"/>
                    <a:pt x="76" y="83"/>
                    <a:pt x="71" y="88"/>
                  </a:cubicBezTo>
                  <a:close/>
                  <a:moveTo>
                    <a:pt x="27" y="128"/>
                  </a:moveTo>
                  <a:cubicBezTo>
                    <a:pt x="27" y="118"/>
                    <a:pt x="27" y="118"/>
                    <a:pt x="27" y="118"/>
                  </a:cubicBezTo>
                  <a:cubicBezTo>
                    <a:pt x="43" y="118"/>
                    <a:pt x="43" y="118"/>
                    <a:pt x="43" y="118"/>
                  </a:cubicBezTo>
                  <a:cubicBezTo>
                    <a:pt x="43" y="128"/>
                    <a:pt x="43" y="128"/>
                    <a:pt x="43" y="128"/>
                  </a:cubicBezTo>
                  <a:lnTo>
                    <a:pt x="27" y="128"/>
                  </a:lnTo>
                  <a:close/>
                  <a:moveTo>
                    <a:pt x="13" y="73"/>
                  </a:moveTo>
                  <a:cubicBezTo>
                    <a:pt x="40" y="73"/>
                    <a:pt x="40" y="73"/>
                    <a:pt x="40" y="73"/>
                  </a:cubicBezTo>
                  <a:cubicBezTo>
                    <a:pt x="41" y="75"/>
                    <a:pt x="42" y="77"/>
                    <a:pt x="43" y="80"/>
                  </a:cubicBezTo>
                  <a:cubicBezTo>
                    <a:pt x="43" y="82"/>
                    <a:pt x="43" y="82"/>
                    <a:pt x="43" y="82"/>
                  </a:cubicBezTo>
                  <a:cubicBezTo>
                    <a:pt x="10" y="82"/>
                    <a:pt x="10" y="82"/>
                    <a:pt x="10" y="82"/>
                  </a:cubicBezTo>
                  <a:lnTo>
                    <a:pt x="13" y="73"/>
                  </a:lnTo>
                  <a:close/>
                  <a:moveTo>
                    <a:pt x="18" y="58"/>
                  </a:moveTo>
                  <a:cubicBezTo>
                    <a:pt x="38" y="58"/>
                    <a:pt x="38" y="58"/>
                    <a:pt x="38" y="58"/>
                  </a:cubicBezTo>
                  <a:cubicBezTo>
                    <a:pt x="38" y="58"/>
                    <a:pt x="38" y="58"/>
                    <a:pt x="38" y="58"/>
                  </a:cubicBezTo>
                  <a:cubicBezTo>
                    <a:pt x="38" y="61"/>
                    <a:pt x="38" y="64"/>
                    <a:pt x="39" y="67"/>
                  </a:cubicBezTo>
                  <a:cubicBezTo>
                    <a:pt x="15" y="67"/>
                    <a:pt x="15" y="67"/>
                    <a:pt x="15" y="67"/>
                  </a:cubicBezTo>
                  <a:lnTo>
                    <a:pt x="18" y="58"/>
                  </a:lnTo>
                  <a:close/>
                  <a:moveTo>
                    <a:pt x="23" y="43"/>
                  </a:moveTo>
                  <a:cubicBezTo>
                    <a:pt x="36" y="43"/>
                    <a:pt x="36" y="43"/>
                    <a:pt x="36" y="43"/>
                  </a:cubicBezTo>
                  <a:cubicBezTo>
                    <a:pt x="38" y="46"/>
                    <a:pt x="38" y="46"/>
                    <a:pt x="38" y="46"/>
                  </a:cubicBezTo>
                  <a:cubicBezTo>
                    <a:pt x="38" y="52"/>
                    <a:pt x="38" y="52"/>
                    <a:pt x="38" y="52"/>
                  </a:cubicBezTo>
                  <a:cubicBezTo>
                    <a:pt x="20" y="52"/>
                    <a:pt x="20" y="52"/>
                    <a:pt x="20" y="52"/>
                  </a:cubicBezTo>
                  <a:lnTo>
                    <a:pt x="23" y="43"/>
                  </a:lnTo>
                  <a:close/>
                  <a:moveTo>
                    <a:pt x="29" y="29"/>
                  </a:moveTo>
                  <a:cubicBezTo>
                    <a:pt x="33" y="37"/>
                    <a:pt x="33" y="37"/>
                    <a:pt x="33" y="37"/>
                  </a:cubicBezTo>
                  <a:cubicBezTo>
                    <a:pt x="25" y="37"/>
                    <a:pt x="25" y="37"/>
                    <a:pt x="25" y="37"/>
                  </a:cubicBezTo>
                  <a:cubicBezTo>
                    <a:pt x="26" y="34"/>
                    <a:pt x="27" y="32"/>
                    <a:pt x="29" y="29"/>
                  </a:cubicBezTo>
                  <a:close/>
                  <a:moveTo>
                    <a:pt x="98" y="29"/>
                  </a:moveTo>
                  <a:cubicBezTo>
                    <a:pt x="99" y="32"/>
                    <a:pt x="101" y="34"/>
                    <a:pt x="102" y="37"/>
                  </a:cubicBezTo>
                  <a:cubicBezTo>
                    <a:pt x="94" y="37"/>
                    <a:pt x="94" y="37"/>
                    <a:pt x="94" y="37"/>
                  </a:cubicBezTo>
                  <a:lnTo>
                    <a:pt x="98" y="29"/>
                  </a:lnTo>
                  <a:close/>
                  <a:moveTo>
                    <a:pt x="89" y="58"/>
                  </a:moveTo>
                  <a:cubicBezTo>
                    <a:pt x="89" y="58"/>
                    <a:pt x="89" y="58"/>
                    <a:pt x="89" y="58"/>
                  </a:cubicBezTo>
                  <a:cubicBezTo>
                    <a:pt x="109" y="58"/>
                    <a:pt x="109" y="58"/>
                    <a:pt x="109" y="58"/>
                  </a:cubicBezTo>
                  <a:cubicBezTo>
                    <a:pt x="112" y="67"/>
                    <a:pt x="112" y="67"/>
                    <a:pt x="112" y="67"/>
                  </a:cubicBezTo>
                  <a:cubicBezTo>
                    <a:pt x="88" y="67"/>
                    <a:pt x="88" y="67"/>
                    <a:pt x="88" y="67"/>
                  </a:cubicBezTo>
                  <a:cubicBezTo>
                    <a:pt x="88" y="64"/>
                    <a:pt x="89" y="61"/>
                    <a:pt x="89" y="58"/>
                  </a:cubicBezTo>
                  <a:close/>
                  <a:moveTo>
                    <a:pt x="89" y="52"/>
                  </a:moveTo>
                  <a:cubicBezTo>
                    <a:pt x="89" y="46"/>
                    <a:pt x="89" y="46"/>
                    <a:pt x="89" y="46"/>
                  </a:cubicBezTo>
                  <a:cubicBezTo>
                    <a:pt x="91" y="43"/>
                    <a:pt x="91" y="43"/>
                    <a:pt x="91" y="43"/>
                  </a:cubicBezTo>
                  <a:cubicBezTo>
                    <a:pt x="103" y="43"/>
                    <a:pt x="103" y="43"/>
                    <a:pt x="103" y="43"/>
                  </a:cubicBezTo>
                  <a:cubicBezTo>
                    <a:pt x="107" y="52"/>
                    <a:pt x="107" y="52"/>
                    <a:pt x="107" y="52"/>
                  </a:cubicBezTo>
                  <a:lnTo>
                    <a:pt x="89" y="52"/>
                  </a:lnTo>
                  <a:close/>
                  <a:moveTo>
                    <a:pt x="83" y="43"/>
                  </a:moveTo>
                  <a:cubicBezTo>
                    <a:pt x="74" y="43"/>
                    <a:pt x="74" y="43"/>
                    <a:pt x="74" y="43"/>
                  </a:cubicBezTo>
                  <a:cubicBezTo>
                    <a:pt x="74" y="18"/>
                    <a:pt x="74" y="18"/>
                    <a:pt x="74" y="18"/>
                  </a:cubicBezTo>
                  <a:cubicBezTo>
                    <a:pt x="74" y="18"/>
                    <a:pt x="74" y="18"/>
                    <a:pt x="74" y="18"/>
                  </a:cubicBezTo>
                  <a:cubicBezTo>
                    <a:pt x="74" y="15"/>
                    <a:pt x="74" y="15"/>
                    <a:pt x="74" y="15"/>
                  </a:cubicBezTo>
                  <a:cubicBezTo>
                    <a:pt x="74" y="15"/>
                    <a:pt x="74" y="15"/>
                    <a:pt x="75" y="14"/>
                  </a:cubicBezTo>
                  <a:cubicBezTo>
                    <a:pt x="78" y="15"/>
                    <a:pt x="80" y="16"/>
                    <a:pt x="83" y="17"/>
                  </a:cubicBezTo>
                  <a:cubicBezTo>
                    <a:pt x="83" y="43"/>
                    <a:pt x="83" y="43"/>
                    <a:pt x="83" y="43"/>
                  </a:cubicBezTo>
                  <a:close/>
                  <a:moveTo>
                    <a:pt x="68" y="43"/>
                  </a:moveTo>
                  <a:cubicBezTo>
                    <a:pt x="58" y="43"/>
                    <a:pt x="58" y="43"/>
                    <a:pt x="58" y="43"/>
                  </a:cubicBezTo>
                  <a:cubicBezTo>
                    <a:pt x="58" y="33"/>
                    <a:pt x="58" y="33"/>
                    <a:pt x="58" y="33"/>
                  </a:cubicBezTo>
                  <a:cubicBezTo>
                    <a:pt x="59" y="33"/>
                    <a:pt x="59" y="33"/>
                    <a:pt x="60" y="33"/>
                  </a:cubicBezTo>
                  <a:cubicBezTo>
                    <a:pt x="67" y="33"/>
                    <a:pt x="67" y="33"/>
                    <a:pt x="67" y="33"/>
                  </a:cubicBezTo>
                  <a:cubicBezTo>
                    <a:pt x="67" y="33"/>
                    <a:pt x="68" y="33"/>
                    <a:pt x="68" y="33"/>
                  </a:cubicBezTo>
                  <a:cubicBezTo>
                    <a:pt x="68" y="43"/>
                    <a:pt x="68" y="43"/>
                    <a:pt x="68" y="43"/>
                  </a:cubicBezTo>
                  <a:close/>
                  <a:moveTo>
                    <a:pt x="52" y="15"/>
                  </a:moveTo>
                  <a:cubicBezTo>
                    <a:pt x="53" y="18"/>
                    <a:pt x="53" y="18"/>
                    <a:pt x="53" y="18"/>
                  </a:cubicBezTo>
                  <a:cubicBezTo>
                    <a:pt x="53" y="18"/>
                    <a:pt x="53" y="18"/>
                    <a:pt x="53" y="18"/>
                  </a:cubicBezTo>
                  <a:cubicBezTo>
                    <a:pt x="53" y="43"/>
                    <a:pt x="53" y="43"/>
                    <a:pt x="53" y="43"/>
                  </a:cubicBezTo>
                  <a:cubicBezTo>
                    <a:pt x="43" y="43"/>
                    <a:pt x="43" y="43"/>
                    <a:pt x="43" y="43"/>
                  </a:cubicBezTo>
                  <a:cubicBezTo>
                    <a:pt x="43" y="17"/>
                    <a:pt x="43" y="17"/>
                    <a:pt x="43" y="17"/>
                  </a:cubicBezTo>
                  <a:cubicBezTo>
                    <a:pt x="46" y="16"/>
                    <a:pt x="49" y="15"/>
                    <a:pt x="52" y="14"/>
                  </a:cubicBezTo>
                  <a:cubicBezTo>
                    <a:pt x="52" y="15"/>
                    <a:pt x="52" y="15"/>
                    <a:pt x="52" y="15"/>
                  </a:cubicBezTo>
                  <a:close/>
                  <a:moveTo>
                    <a:pt x="27" y="103"/>
                  </a:moveTo>
                  <a:cubicBezTo>
                    <a:pt x="43" y="103"/>
                    <a:pt x="43" y="103"/>
                    <a:pt x="43" y="103"/>
                  </a:cubicBezTo>
                  <a:cubicBezTo>
                    <a:pt x="43" y="113"/>
                    <a:pt x="43" y="113"/>
                    <a:pt x="43" y="113"/>
                  </a:cubicBezTo>
                  <a:cubicBezTo>
                    <a:pt x="27" y="113"/>
                    <a:pt x="27" y="113"/>
                    <a:pt x="27" y="113"/>
                  </a:cubicBezTo>
                  <a:cubicBezTo>
                    <a:pt x="27" y="107"/>
                    <a:pt x="27" y="107"/>
                    <a:pt x="27" y="107"/>
                  </a:cubicBezTo>
                  <a:cubicBezTo>
                    <a:pt x="27" y="106"/>
                    <a:pt x="27" y="104"/>
                    <a:pt x="27" y="103"/>
                  </a:cubicBezTo>
                  <a:close/>
                  <a:moveTo>
                    <a:pt x="99" y="107"/>
                  </a:moveTo>
                  <a:cubicBezTo>
                    <a:pt x="99" y="113"/>
                    <a:pt x="99" y="113"/>
                    <a:pt x="99" y="113"/>
                  </a:cubicBezTo>
                  <a:cubicBezTo>
                    <a:pt x="83" y="113"/>
                    <a:pt x="83" y="113"/>
                    <a:pt x="83" y="113"/>
                  </a:cubicBezTo>
                  <a:cubicBezTo>
                    <a:pt x="83" y="103"/>
                    <a:pt x="83" y="103"/>
                    <a:pt x="83" y="103"/>
                  </a:cubicBezTo>
                  <a:cubicBezTo>
                    <a:pt x="99" y="103"/>
                    <a:pt x="99" y="103"/>
                    <a:pt x="99" y="103"/>
                  </a:cubicBezTo>
                  <a:cubicBezTo>
                    <a:pt x="99" y="104"/>
                    <a:pt x="99" y="106"/>
                    <a:pt x="99" y="107"/>
                  </a:cubicBezTo>
                  <a:close/>
                  <a:moveTo>
                    <a:pt x="89" y="34"/>
                  </a:moveTo>
                  <a:cubicBezTo>
                    <a:pt x="89" y="20"/>
                    <a:pt x="89" y="20"/>
                    <a:pt x="89" y="20"/>
                  </a:cubicBezTo>
                  <a:cubicBezTo>
                    <a:pt x="91" y="22"/>
                    <a:pt x="92" y="23"/>
                    <a:pt x="94" y="25"/>
                  </a:cubicBezTo>
                  <a:lnTo>
                    <a:pt x="89" y="34"/>
                  </a:lnTo>
                  <a:close/>
                  <a:moveTo>
                    <a:pt x="60" y="7"/>
                  </a:moveTo>
                  <a:cubicBezTo>
                    <a:pt x="62" y="6"/>
                    <a:pt x="65" y="6"/>
                    <a:pt x="67" y="7"/>
                  </a:cubicBezTo>
                  <a:cubicBezTo>
                    <a:pt x="69" y="9"/>
                    <a:pt x="70" y="11"/>
                    <a:pt x="69" y="14"/>
                  </a:cubicBezTo>
                  <a:cubicBezTo>
                    <a:pt x="65" y="27"/>
                    <a:pt x="65" y="27"/>
                    <a:pt x="65" y="27"/>
                  </a:cubicBezTo>
                  <a:cubicBezTo>
                    <a:pt x="62" y="27"/>
                    <a:pt x="62" y="27"/>
                    <a:pt x="62" y="27"/>
                  </a:cubicBezTo>
                  <a:cubicBezTo>
                    <a:pt x="57" y="14"/>
                    <a:pt x="57" y="14"/>
                    <a:pt x="57" y="14"/>
                  </a:cubicBezTo>
                  <a:cubicBezTo>
                    <a:pt x="57" y="11"/>
                    <a:pt x="58" y="9"/>
                    <a:pt x="60" y="7"/>
                  </a:cubicBezTo>
                  <a:close/>
                  <a:moveTo>
                    <a:pt x="38" y="21"/>
                  </a:moveTo>
                  <a:cubicBezTo>
                    <a:pt x="38" y="34"/>
                    <a:pt x="38" y="34"/>
                    <a:pt x="38" y="34"/>
                  </a:cubicBezTo>
                  <a:cubicBezTo>
                    <a:pt x="33" y="25"/>
                    <a:pt x="33" y="25"/>
                    <a:pt x="33" y="25"/>
                  </a:cubicBezTo>
                  <a:cubicBezTo>
                    <a:pt x="34" y="23"/>
                    <a:pt x="36" y="22"/>
                    <a:pt x="38" y="21"/>
                  </a:cubicBezTo>
                  <a:close/>
                  <a:moveTo>
                    <a:pt x="9" y="88"/>
                  </a:moveTo>
                  <a:cubicBezTo>
                    <a:pt x="43" y="88"/>
                    <a:pt x="43" y="88"/>
                    <a:pt x="43" y="88"/>
                  </a:cubicBezTo>
                  <a:cubicBezTo>
                    <a:pt x="43" y="98"/>
                    <a:pt x="43" y="98"/>
                    <a:pt x="43" y="98"/>
                  </a:cubicBezTo>
                  <a:cubicBezTo>
                    <a:pt x="22" y="98"/>
                    <a:pt x="22" y="98"/>
                    <a:pt x="22" y="98"/>
                  </a:cubicBezTo>
                  <a:cubicBezTo>
                    <a:pt x="11" y="90"/>
                    <a:pt x="11" y="90"/>
                    <a:pt x="11" y="90"/>
                  </a:cubicBezTo>
                  <a:cubicBezTo>
                    <a:pt x="10" y="90"/>
                    <a:pt x="10" y="89"/>
                    <a:pt x="9" y="88"/>
                  </a:cubicBezTo>
                  <a:close/>
                  <a:moveTo>
                    <a:pt x="35" y="138"/>
                  </a:moveTo>
                  <a:cubicBezTo>
                    <a:pt x="32" y="138"/>
                    <a:pt x="29" y="136"/>
                    <a:pt x="28" y="133"/>
                  </a:cubicBezTo>
                  <a:cubicBezTo>
                    <a:pt x="42" y="133"/>
                    <a:pt x="42" y="133"/>
                    <a:pt x="42" y="133"/>
                  </a:cubicBezTo>
                  <a:cubicBezTo>
                    <a:pt x="41" y="136"/>
                    <a:pt x="38" y="138"/>
                    <a:pt x="35" y="138"/>
                  </a:cubicBezTo>
                  <a:close/>
                  <a:moveTo>
                    <a:pt x="49" y="98"/>
                  </a:moveTo>
                  <a:cubicBezTo>
                    <a:pt x="49" y="88"/>
                    <a:pt x="49" y="88"/>
                    <a:pt x="49" y="88"/>
                  </a:cubicBezTo>
                  <a:cubicBezTo>
                    <a:pt x="50" y="90"/>
                    <a:pt x="51" y="91"/>
                    <a:pt x="53" y="93"/>
                  </a:cubicBezTo>
                  <a:cubicBezTo>
                    <a:pt x="53" y="93"/>
                    <a:pt x="53" y="93"/>
                    <a:pt x="53" y="93"/>
                  </a:cubicBezTo>
                  <a:cubicBezTo>
                    <a:pt x="53" y="98"/>
                    <a:pt x="53" y="98"/>
                    <a:pt x="53" y="98"/>
                  </a:cubicBezTo>
                  <a:lnTo>
                    <a:pt x="49" y="98"/>
                  </a:lnTo>
                  <a:close/>
                  <a:moveTo>
                    <a:pt x="68" y="121"/>
                  </a:moveTo>
                  <a:cubicBezTo>
                    <a:pt x="68" y="124"/>
                    <a:pt x="65" y="126"/>
                    <a:pt x="63" y="126"/>
                  </a:cubicBezTo>
                  <a:cubicBezTo>
                    <a:pt x="60" y="125"/>
                    <a:pt x="59" y="123"/>
                    <a:pt x="59" y="121"/>
                  </a:cubicBezTo>
                  <a:cubicBezTo>
                    <a:pt x="59" y="93"/>
                    <a:pt x="59" y="93"/>
                    <a:pt x="59" y="93"/>
                  </a:cubicBezTo>
                  <a:cubicBezTo>
                    <a:pt x="68" y="93"/>
                    <a:pt x="68" y="93"/>
                    <a:pt x="68" y="93"/>
                  </a:cubicBezTo>
                  <a:lnTo>
                    <a:pt x="68" y="121"/>
                  </a:lnTo>
                  <a:close/>
                  <a:moveTo>
                    <a:pt x="73" y="98"/>
                  </a:moveTo>
                  <a:cubicBezTo>
                    <a:pt x="73" y="93"/>
                    <a:pt x="73" y="93"/>
                    <a:pt x="73" y="93"/>
                  </a:cubicBezTo>
                  <a:cubicBezTo>
                    <a:pt x="73" y="93"/>
                    <a:pt x="74" y="93"/>
                    <a:pt x="74" y="93"/>
                  </a:cubicBezTo>
                  <a:cubicBezTo>
                    <a:pt x="75" y="91"/>
                    <a:pt x="76" y="90"/>
                    <a:pt x="78" y="88"/>
                  </a:cubicBezTo>
                  <a:cubicBezTo>
                    <a:pt x="78" y="98"/>
                    <a:pt x="78" y="98"/>
                    <a:pt x="78" y="98"/>
                  </a:cubicBezTo>
                  <a:lnTo>
                    <a:pt x="73" y="98"/>
                  </a:lnTo>
                  <a:close/>
                  <a:moveTo>
                    <a:pt x="91" y="138"/>
                  </a:moveTo>
                  <a:cubicBezTo>
                    <a:pt x="88" y="138"/>
                    <a:pt x="85" y="136"/>
                    <a:pt x="84" y="133"/>
                  </a:cubicBezTo>
                  <a:cubicBezTo>
                    <a:pt x="98" y="133"/>
                    <a:pt x="98" y="133"/>
                    <a:pt x="98" y="133"/>
                  </a:cubicBezTo>
                  <a:cubicBezTo>
                    <a:pt x="97" y="136"/>
                    <a:pt x="94" y="138"/>
                    <a:pt x="91"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8" name="Google Shape;878;p48"/>
            <p:cNvSpPr/>
            <p:nvPr/>
          </p:nvSpPr>
          <p:spPr>
            <a:xfrm>
              <a:off x="8308332" y="2170427"/>
              <a:ext cx="15443" cy="15443"/>
            </a:xfrm>
            <a:custGeom>
              <a:avLst/>
              <a:gdLst/>
              <a:ahLst/>
              <a:cxnLst/>
              <a:rect l="l" t="t" r="r" b="b"/>
              <a:pathLst>
                <a:path w="6" h="6" extrusionOk="0">
                  <a:moveTo>
                    <a:pt x="3" y="0"/>
                  </a:moveTo>
                  <a:cubicBezTo>
                    <a:pt x="3" y="0"/>
                    <a:pt x="2" y="1"/>
                    <a:pt x="1" y="1"/>
                  </a:cubicBezTo>
                  <a:cubicBezTo>
                    <a:pt x="1" y="2"/>
                    <a:pt x="0" y="2"/>
                    <a:pt x="0" y="3"/>
                  </a:cubicBezTo>
                  <a:cubicBezTo>
                    <a:pt x="0" y="4"/>
                    <a:pt x="1" y="5"/>
                    <a:pt x="1" y="5"/>
                  </a:cubicBezTo>
                  <a:cubicBezTo>
                    <a:pt x="2" y="6"/>
                    <a:pt x="3" y="6"/>
                    <a:pt x="3" y="6"/>
                  </a:cubicBezTo>
                  <a:cubicBezTo>
                    <a:pt x="4" y="6"/>
                    <a:pt x="5" y="6"/>
                    <a:pt x="5" y="5"/>
                  </a:cubicBezTo>
                  <a:cubicBezTo>
                    <a:pt x="6" y="5"/>
                    <a:pt x="6" y="4"/>
                    <a:pt x="6" y="3"/>
                  </a:cubicBezTo>
                  <a:cubicBezTo>
                    <a:pt x="6" y="2"/>
                    <a:pt x="6" y="2"/>
                    <a:pt x="5" y="1"/>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79" name="Google Shape;879;p48"/>
          <p:cNvGrpSpPr/>
          <p:nvPr/>
        </p:nvGrpSpPr>
        <p:grpSpPr>
          <a:xfrm>
            <a:off x="3135930" y="2610560"/>
            <a:ext cx="376155" cy="322103"/>
            <a:chOff x="3135930" y="2610560"/>
            <a:chExt cx="376155" cy="322103"/>
          </a:xfrm>
        </p:grpSpPr>
        <p:sp>
          <p:nvSpPr>
            <p:cNvPr id="880" name="Google Shape;880;p48"/>
            <p:cNvSpPr/>
            <p:nvPr/>
          </p:nvSpPr>
          <p:spPr>
            <a:xfrm>
              <a:off x="3177847" y="2846622"/>
              <a:ext cx="15443" cy="15443"/>
            </a:xfrm>
            <a:custGeom>
              <a:avLst/>
              <a:gdLst/>
              <a:ahLst/>
              <a:cxnLst/>
              <a:rect l="l" t="t" r="r" b="b"/>
              <a:pathLst>
                <a:path w="6" h="6" extrusionOk="0">
                  <a:moveTo>
                    <a:pt x="3" y="6"/>
                  </a:moveTo>
                  <a:cubicBezTo>
                    <a:pt x="4" y="6"/>
                    <a:pt x="4" y="5"/>
                    <a:pt x="5" y="5"/>
                  </a:cubicBezTo>
                  <a:cubicBezTo>
                    <a:pt x="5" y="4"/>
                    <a:pt x="6" y="4"/>
                    <a:pt x="6" y="3"/>
                  </a:cubicBezTo>
                  <a:cubicBezTo>
                    <a:pt x="6" y="2"/>
                    <a:pt x="5" y="1"/>
                    <a:pt x="5" y="1"/>
                  </a:cubicBezTo>
                  <a:cubicBezTo>
                    <a:pt x="4" y="0"/>
                    <a:pt x="4"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1" name="Google Shape;881;p48"/>
            <p:cNvSpPr/>
            <p:nvPr/>
          </p:nvSpPr>
          <p:spPr>
            <a:xfrm>
              <a:off x="3135930" y="2610560"/>
              <a:ext cx="376155" cy="322103"/>
            </a:xfrm>
            <a:custGeom>
              <a:avLst/>
              <a:gdLst/>
              <a:ahLst/>
              <a:cxnLst/>
              <a:rect l="l" t="t" r="r" b="b"/>
              <a:pathLst>
                <a:path w="144" h="123" extrusionOk="0">
                  <a:moveTo>
                    <a:pt x="141" y="48"/>
                  </a:moveTo>
                  <a:cubicBezTo>
                    <a:pt x="117" y="23"/>
                    <a:pt x="117" y="23"/>
                    <a:pt x="117" y="23"/>
                  </a:cubicBezTo>
                  <a:cubicBezTo>
                    <a:pt x="121" y="19"/>
                    <a:pt x="121" y="19"/>
                    <a:pt x="121" y="19"/>
                  </a:cubicBezTo>
                  <a:cubicBezTo>
                    <a:pt x="123" y="16"/>
                    <a:pt x="123" y="13"/>
                    <a:pt x="121" y="11"/>
                  </a:cubicBezTo>
                  <a:cubicBezTo>
                    <a:pt x="113" y="3"/>
                    <a:pt x="113" y="3"/>
                    <a:pt x="113" y="3"/>
                  </a:cubicBezTo>
                  <a:cubicBezTo>
                    <a:pt x="111" y="0"/>
                    <a:pt x="107" y="0"/>
                    <a:pt x="105" y="3"/>
                  </a:cubicBezTo>
                  <a:cubicBezTo>
                    <a:pt x="100" y="7"/>
                    <a:pt x="100" y="7"/>
                    <a:pt x="100" y="7"/>
                  </a:cubicBezTo>
                  <a:cubicBezTo>
                    <a:pt x="97" y="4"/>
                    <a:pt x="97" y="4"/>
                    <a:pt x="97" y="4"/>
                  </a:cubicBezTo>
                  <a:cubicBezTo>
                    <a:pt x="96" y="3"/>
                    <a:pt x="94" y="3"/>
                    <a:pt x="93" y="4"/>
                  </a:cubicBezTo>
                  <a:cubicBezTo>
                    <a:pt x="67" y="30"/>
                    <a:pt x="67" y="30"/>
                    <a:pt x="67" y="30"/>
                  </a:cubicBezTo>
                  <a:cubicBezTo>
                    <a:pt x="67" y="31"/>
                    <a:pt x="66" y="31"/>
                    <a:pt x="66" y="32"/>
                  </a:cubicBezTo>
                  <a:cubicBezTo>
                    <a:pt x="66" y="33"/>
                    <a:pt x="67" y="34"/>
                    <a:pt x="67" y="34"/>
                  </a:cubicBezTo>
                  <a:cubicBezTo>
                    <a:pt x="70" y="37"/>
                    <a:pt x="70" y="37"/>
                    <a:pt x="70" y="37"/>
                  </a:cubicBezTo>
                  <a:cubicBezTo>
                    <a:pt x="31" y="77"/>
                    <a:pt x="31" y="77"/>
                    <a:pt x="31" y="77"/>
                  </a:cubicBezTo>
                  <a:cubicBezTo>
                    <a:pt x="31" y="77"/>
                    <a:pt x="31" y="77"/>
                    <a:pt x="31" y="77"/>
                  </a:cubicBezTo>
                  <a:cubicBezTo>
                    <a:pt x="31" y="77"/>
                    <a:pt x="31" y="77"/>
                    <a:pt x="31" y="77"/>
                  </a:cubicBezTo>
                  <a:cubicBezTo>
                    <a:pt x="24" y="84"/>
                    <a:pt x="24" y="84"/>
                    <a:pt x="24" y="84"/>
                  </a:cubicBezTo>
                  <a:cubicBezTo>
                    <a:pt x="23" y="85"/>
                    <a:pt x="23" y="86"/>
                    <a:pt x="24" y="88"/>
                  </a:cubicBezTo>
                  <a:cubicBezTo>
                    <a:pt x="25" y="89"/>
                    <a:pt x="27" y="89"/>
                    <a:pt x="28" y="88"/>
                  </a:cubicBezTo>
                  <a:cubicBezTo>
                    <a:pt x="33" y="83"/>
                    <a:pt x="33" y="83"/>
                    <a:pt x="33" y="83"/>
                  </a:cubicBezTo>
                  <a:cubicBezTo>
                    <a:pt x="35" y="85"/>
                    <a:pt x="35" y="85"/>
                    <a:pt x="35" y="85"/>
                  </a:cubicBezTo>
                  <a:cubicBezTo>
                    <a:pt x="35" y="85"/>
                    <a:pt x="36" y="86"/>
                    <a:pt x="37" y="86"/>
                  </a:cubicBezTo>
                  <a:cubicBezTo>
                    <a:pt x="38" y="86"/>
                    <a:pt x="38" y="85"/>
                    <a:pt x="39" y="85"/>
                  </a:cubicBezTo>
                  <a:cubicBezTo>
                    <a:pt x="40" y="84"/>
                    <a:pt x="40" y="82"/>
                    <a:pt x="39" y="81"/>
                  </a:cubicBezTo>
                  <a:cubicBezTo>
                    <a:pt x="37" y="79"/>
                    <a:pt x="37" y="79"/>
                    <a:pt x="37" y="79"/>
                  </a:cubicBezTo>
                  <a:cubicBezTo>
                    <a:pt x="61" y="55"/>
                    <a:pt x="61" y="55"/>
                    <a:pt x="61" y="55"/>
                  </a:cubicBezTo>
                  <a:cubicBezTo>
                    <a:pt x="64" y="58"/>
                    <a:pt x="64" y="58"/>
                    <a:pt x="64" y="58"/>
                  </a:cubicBezTo>
                  <a:cubicBezTo>
                    <a:pt x="65" y="58"/>
                    <a:pt x="65" y="59"/>
                    <a:pt x="66" y="59"/>
                  </a:cubicBezTo>
                  <a:cubicBezTo>
                    <a:pt x="67" y="59"/>
                    <a:pt x="68" y="58"/>
                    <a:pt x="68" y="58"/>
                  </a:cubicBezTo>
                  <a:cubicBezTo>
                    <a:pt x="69" y="57"/>
                    <a:pt x="69" y="55"/>
                    <a:pt x="68" y="54"/>
                  </a:cubicBezTo>
                  <a:cubicBezTo>
                    <a:pt x="65" y="51"/>
                    <a:pt x="65" y="51"/>
                    <a:pt x="65" y="51"/>
                  </a:cubicBezTo>
                  <a:cubicBezTo>
                    <a:pt x="74" y="41"/>
                    <a:pt x="74" y="41"/>
                    <a:pt x="74" y="41"/>
                  </a:cubicBezTo>
                  <a:cubicBezTo>
                    <a:pt x="83" y="49"/>
                    <a:pt x="83" y="49"/>
                    <a:pt x="83" y="49"/>
                  </a:cubicBezTo>
                  <a:cubicBezTo>
                    <a:pt x="59" y="73"/>
                    <a:pt x="59" y="73"/>
                    <a:pt x="59" y="73"/>
                  </a:cubicBezTo>
                  <a:cubicBezTo>
                    <a:pt x="56" y="69"/>
                    <a:pt x="56" y="69"/>
                    <a:pt x="56" y="69"/>
                  </a:cubicBezTo>
                  <a:cubicBezTo>
                    <a:pt x="55" y="68"/>
                    <a:pt x="53" y="68"/>
                    <a:pt x="52" y="69"/>
                  </a:cubicBezTo>
                  <a:cubicBezTo>
                    <a:pt x="51" y="70"/>
                    <a:pt x="51" y="72"/>
                    <a:pt x="52" y="73"/>
                  </a:cubicBezTo>
                  <a:cubicBezTo>
                    <a:pt x="55" y="77"/>
                    <a:pt x="55" y="77"/>
                    <a:pt x="55" y="77"/>
                  </a:cubicBezTo>
                  <a:cubicBezTo>
                    <a:pt x="30" y="102"/>
                    <a:pt x="30" y="102"/>
                    <a:pt x="30" y="102"/>
                  </a:cubicBezTo>
                  <a:cubicBezTo>
                    <a:pt x="27" y="99"/>
                    <a:pt x="27" y="99"/>
                    <a:pt x="27" y="99"/>
                  </a:cubicBezTo>
                  <a:cubicBezTo>
                    <a:pt x="26" y="98"/>
                    <a:pt x="25" y="98"/>
                    <a:pt x="24" y="99"/>
                  </a:cubicBezTo>
                  <a:cubicBezTo>
                    <a:pt x="22" y="100"/>
                    <a:pt x="22" y="102"/>
                    <a:pt x="24" y="103"/>
                  </a:cubicBezTo>
                  <a:cubicBezTo>
                    <a:pt x="26" y="106"/>
                    <a:pt x="26" y="106"/>
                    <a:pt x="26" y="106"/>
                  </a:cubicBezTo>
                  <a:cubicBezTo>
                    <a:pt x="14" y="118"/>
                    <a:pt x="14" y="118"/>
                    <a:pt x="14" y="118"/>
                  </a:cubicBezTo>
                  <a:cubicBezTo>
                    <a:pt x="14" y="118"/>
                    <a:pt x="14" y="118"/>
                    <a:pt x="14" y="118"/>
                  </a:cubicBezTo>
                  <a:cubicBezTo>
                    <a:pt x="6" y="109"/>
                    <a:pt x="6" y="109"/>
                    <a:pt x="6" y="109"/>
                  </a:cubicBezTo>
                  <a:cubicBezTo>
                    <a:pt x="6" y="109"/>
                    <a:pt x="6" y="109"/>
                    <a:pt x="6" y="109"/>
                  </a:cubicBezTo>
                  <a:cubicBezTo>
                    <a:pt x="13" y="103"/>
                    <a:pt x="13" y="103"/>
                    <a:pt x="13" y="103"/>
                  </a:cubicBezTo>
                  <a:cubicBezTo>
                    <a:pt x="14" y="101"/>
                    <a:pt x="14" y="100"/>
                    <a:pt x="13" y="99"/>
                  </a:cubicBezTo>
                  <a:cubicBezTo>
                    <a:pt x="12" y="98"/>
                    <a:pt x="10" y="98"/>
                    <a:pt x="9" y="99"/>
                  </a:cubicBezTo>
                  <a:cubicBezTo>
                    <a:pt x="2" y="105"/>
                    <a:pt x="2" y="105"/>
                    <a:pt x="2" y="105"/>
                  </a:cubicBezTo>
                  <a:cubicBezTo>
                    <a:pt x="0" y="108"/>
                    <a:pt x="0" y="111"/>
                    <a:pt x="2" y="113"/>
                  </a:cubicBezTo>
                  <a:cubicBezTo>
                    <a:pt x="10" y="122"/>
                    <a:pt x="10" y="122"/>
                    <a:pt x="10" y="122"/>
                  </a:cubicBezTo>
                  <a:cubicBezTo>
                    <a:pt x="12" y="123"/>
                    <a:pt x="13" y="123"/>
                    <a:pt x="14" y="123"/>
                  </a:cubicBezTo>
                  <a:cubicBezTo>
                    <a:pt x="16" y="123"/>
                    <a:pt x="17" y="123"/>
                    <a:pt x="18" y="122"/>
                  </a:cubicBezTo>
                  <a:cubicBezTo>
                    <a:pt x="87" y="53"/>
                    <a:pt x="87" y="53"/>
                    <a:pt x="87" y="53"/>
                  </a:cubicBezTo>
                  <a:cubicBezTo>
                    <a:pt x="88" y="55"/>
                    <a:pt x="88" y="57"/>
                    <a:pt x="88" y="59"/>
                  </a:cubicBezTo>
                  <a:cubicBezTo>
                    <a:pt x="88" y="62"/>
                    <a:pt x="87" y="65"/>
                    <a:pt x="86" y="68"/>
                  </a:cubicBezTo>
                  <a:cubicBezTo>
                    <a:pt x="86" y="68"/>
                    <a:pt x="86" y="68"/>
                    <a:pt x="86" y="68"/>
                  </a:cubicBezTo>
                  <a:cubicBezTo>
                    <a:pt x="84" y="71"/>
                    <a:pt x="83" y="73"/>
                    <a:pt x="81" y="76"/>
                  </a:cubicBezTo>
                  <a:cubicBezTo>
                    <a:pt x="78" y="78"/>
                    <a:pt x="78" y="78"/>
                    <a:pt x="78" y="78"/>
                  </a:cubicBezTo>
                  <a:cubicBezTo>
                    <a:pt x="77" y="79"/>
                    <a:pt x="77" y="80"/>
                    <a:pt x="77" y="81"/>
                  </a:cubicBezTo>
                  <a:cubicBezTo>
                    <a:pt x="78" y="82"/>
                    <a:pt x="78" y="83"/>
                    <a:pt x="80" y="83"/>
                  </a:cubicBezTo>
                  <a:cubicBezTo>
                    <a:pt x="83" y="83"/>
                    <a:pt x="86" y="83"/>
                    <a:pt x="89" y="83"/>
                  </a:cubicBezTo>
                  <a:cubicBezTo>
                    <a:pt x="113" y="83"/>
                    <a:pt x="129" y="72"/>
                    <a:pt x="141" y="61"/>
                  </a:cubicBezTo>
                  <a:cubicBezTo>
                    <a:pt x="143" y="59"/>
                    <a:pt x="144" y="57"/>
                    <a:pt x="144" y="55"/>
                  </a:cubicBezTo>
                  <a:cubicBezTo>
                    <a:pt x="144" y="52"/>
                    <a:pt x="143" y="50"/>
                    <a:pt x="141" y="48"/>
                  </a:cubicBezTo>
                  <a:close/>
                  <a:moveTo>
                    <a:pt x="109" y="6"/>
                  </a:moveTo>
                  <a:cubicBezTo>
                    <a:pt x="109" y="6"/>
                    <a:pt x="109" y="6"/>
                    <a:pt x="109" y="6"/>
                  </a:cubicBezTo>
                  <a:cubicBezTo>
                    <a:pt x="117" y="15"/>
                    <a:pt x="117" y="15"/>
                    <a:pt x="117" y="15"/>
                  </a:cubicBezTo>
                  <a:cubicBezTo>
                    <a:pt x="117" y="15"/>
                    <a:pt x="117" y="15"/>
                    <a:pt x="117" y="15"/>
                  </a:cubicBezTo>
                  <a:cubicBezTo>
                    <a:pt x="113" y="19"/>
                    <a:pt x="113" y="19"/>
                    <a:pt x="113" y="19"/>
                  </a:cubicBezTo>
                  <a:cubicBezTo>
                    <a:pt x="104" y="11"/>
                    <a:pt x="104" y="11"/>
                    <a:pt x="104" y="11"/>
                  </a:cubicBezTo>
                  <a:lnTo>
                    <a:pt x="109" y="6"/>
                  </a:lnTo>
                  <a:close/>
                  <a:moveTo>
                    <a:pt x="95" y="10"/>
                  </a:moveTo>
                  <a:cubicBezTo>
                    <a:pt x="98" y="13"/>
                    <a:pt x="98" y="13"/>
                    <a:pt x="98" y="13"/>
                  </a:cubicBezTo>
                  <a:cubicBezTo>
                    <a:pt x="98" y="13"/>
                    <a:pt x="98" y="13"/>
                    <a:pt x="98" y="13"/>
                  </a:cubicBezTo>
                  <a:cubicBezTo>
                    <a:pt x="109" y="23"/>
                    <a:pt x="109" y="23"/>
                    <a:pt x="109" y="23"/>
                  </a:cubicBezTo>
                  <a:cubicBezTo>
                    <a:pt x="87" y="45"/>
                    <a:pt x="87" y="45"/>
                    <a:pt x="87" y="45"/>
                  </a:cubicBezTo>
                  <a:cubicBezTo>
                    <a:pt x="73" y="32"/>
                    <a:pt x="73" y="32"/>
                    <a:pt x="73" y="32"/>
                  </a:cubicBezTo>
                  <a:lnTo>
                    <a:pt x="95" y="10"/>
                  </a:lnTo>
                  <a:close/>
                  <a:moveTo>
                    <a:pt x="137" y="57"/>
                  </a:moveTo>
                  <a:cubicBezTo>
                    <a:pt x="126" y="67"/>
                    <a:pt x="111" y="78"/>
                    <a:pt x="88" y="78"/>
                  </a:cubicBezTo>
                  <a:cubicBezTo>
                    <a:pt x="88" y="78"/>
                    <a:pt x="87" y="78"/>
                    <a:pt x="86" y="78"/>
                  </a:cubicBezTo>
                  <a:cubicBezTo>
                    <a:pt x="88" y="76"/>
                    <a:pt x="89" y="74"/>
                    <a:pt x="90" y="72"/>
                  </a:cubicBezTo>
                  <a:cubicBezTo>
                    <a:pt x="101" y="71"/>
                    <a:pt x="111" y="68"/>
                    <a:pt x="120" y="62"/>
                  </a:cubicBezTo>
                  <a:cubicBezTo>
                    <a:pt x="121" y="62"/>
                    <a:pt x="122" y="60"/>
                    <a:pt x="121" y="58"/>
                  </a:cubicBezTo>
                  <a:cubicBezTo>
                    <a:pt x="120" y="57"/>
                    <a:pt x="119" y="57"/>
                    <a:pt x="117" y="58"/>
                  </a:cubicBezTo>
                  <a:cubicBezTo>
                    <a:pt x="109" y="62"/>
                    <a:pt x="101" y="65"/>
                    <a:pt x="93" y="66"/>
                  </a:cubicBezTo>
                  <a:cubicBezTo>
                    <a:pt x="93" y="64"/>
                    <a:pt x="94" y="62"/>
                    <a:pt x="94" y="59"/>
                  </a:cubicBezTo>
                  <a:cubicBezTo>
                    <a:pt x="94" y="56"/>
                    <a:pt x="93" y="52"/>
                    <a:pt x="90" y="49"/>
                  </a:cubicBezTo>
                  <a:cubicBezTo>
                    <a:pt x="113" y="27"/>
                    <a:pt x="113" y="27"/>
                    <a:pt x="113" y="27"/>
                  </a:cubicBezTo>
                  <a:cubicBezTo>
                    <a:pt x="137" y="52"/>
                    <a:pt x="137" y="52"/>
                    <a:pt x="137" y="52"/>
                  </a:cubicBezTo>
                  <a:cubicBezTo>
                    <a:pt x="138" y="53"/>
                    <a:pt x="138" y="53"/>
                    <a:pt x="138" y="54"/>
                  </a:cubicBezTo>
                  <a:cubicBezTo>
                    <a:pt x="138" y="55"/>
                    <a:pt x="138" y="56"/>
                    <a:pt x="137" y="5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2" name="Google Shape;882;p48"/>
            <p:cNvSpPr/>
            <p:nvPr/>
          </p:nvSpPr>
          <p:spPr>
            <a:xfrm>
              <a:off x="3462445" y="2741829"/>
              <a:ext cx="16547" cy="15443"/>
            </a:xfrm>
            <a:custGeom>
              <a:avLst/>
              <a:gdLst/>
              <a:ahLst/>
              <a:cxnLst/>
              <a:rect l="l" t="t" r="r" b="b"/>
              <a:pathLst>
                <a:path w="6" h="6" extrusionOk="0">
                  <a:moveTo>
                    <a:pt x="1" y="1"/>
                  </a:moveTo>
                  <a:cubicBezTo>
                    <a:pt x="1" y="1"/>
                    <a:pt x="1" y="1"/>
                    <a:pt x="1" y="1"/>
                  </a:cubicBezTo>
                  <a:cubicBezTo>
                    <a:pt x="0" y="2"/>
                    <a:pt x="0" y="4"/>
                    <a:pt x="1" y="5"/>
                  </a:cubicBezTo>
                  <a:cubicBezTo>
                    <a:pt x="1" y="6"/>
                    <a:pt x="2" y="6"/>
                    <a:pt x="3" y="6"/>
                  </a:cubicBezTo>
                  <a:cubicBezTo>
                    <a:pt x="3" y="6"/>
                    <a:pt x="4" y="6"/>
                    <a:pt x="4" y="6"/>
                  </a:cubicBezTo>
                  <a:cubicBezTo>
                    <a:pt x="4" y="6"/>
                    <a:pt x="4" y="6"/>
                    <a:pt x="4" y="6"/>
                  </a:cubicBezTo>
                  <a:cubicBezTo>
                    <a:pt x="6" y="5"/>
                    <a:pt x="6" y="3"/>
                    <a:pt x="5" y="2"/>
                  </a:cubicBezTo>
                  <a:cubicBezTo>
                    <a:pt x="4" y="1"/>
                    <a:pt x="2" y="0"/>
                    <a:pt x="1"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83" name="Google Shape;883;p48"/>
          <p:cNvGrpSpPr/>
          <p:nvPr/>
        </p:nvGrpSpPr>
        <p:grpSpPr>
          <a:xfrm>
            <a:off x="7212961" y="1955323"/>
            <a:ext cx="376155" cy="377258"/>
            <a:chOff x="7240538" y="1955323"/>
            <a:chExt cx="376155" cy="377258"/>
          </a:xfrm>
        </p:grpSpPr>
        <p:sp>
          <p:nvSpPr>
            <p:cNvPr id="884" name="Google Shape;884;p48"/>
            <p:cNvSpPr/>
            <p:nvPr/>
          </p:nvSpPr>
          <p:spPr>
            <a:xfrm>
              <a:off x="7240538" y="1955323"/>
              <a:ext cx="376155" cy="377258"/>
            </a:xfrm>
            <a:custGeom>
              <a:avLst/>
              <a:gdLst/>
              <a:ahLst/>
              <a:cxnLst/>
              <a:rect l="l" t="t" r="r" b="b"/>
              <a:pathLst>
                <a:path w="144" h="144" extrusionOk="0">
                  <a:moveTo>
                    <a:pt x="126" y="123"/>
                  </a:moveTo>
                  <a:cubicBezTo>
                    <a:pt x="121" y="123"/>
                    <a:pt x="116" y="126"/>
                    <a:pt x="113" y="130"/>
                  </a:cubicBezTo>
                  <a:cubicBezTo>
                    <a:pt x="111" y="129"/>
                    <a:pt x="110" y="129"/>
                    <a:pt x="108" y="129"/>
                  </a:cubicBezTo>
                  <a:cubicBezTo>
                    <a:pt x="104" y="129"/>
                    <a:pt x="100" y="130"/>
                    <a:pt x="97" y="133"/>
                  </a:cubicBezTo>
                  <a:cubicBezTo>
                    <a:pt x="94" y="130"/>
                    <a:pt x="91" y="129"/>
                    <a:pt x="88" y="129"/>
                  </a:cubicBezTo>
                  <a:cubicBezTo>
                    <a:pt x="87" y="129"/>
                    <a:pt x="87" y="129"/>
                    <a:pt x="87" y="129"/>
                  </a:cubicBezTo>
                  <a:cubicBezTo>
                    <a:pt x="81" y="104"/>
                    <a:pt x="81" y="104"/>
                    <a:pt x="81" y="104"/>
                  </a:cubicBezTo>
                  <a:cubicBezTo>
                    <a:pt x="94" y="104"/>
                    <a:pt x="94" y="104"/>
                    <a:pt x="94" y="104"/>
                  </a:cubicBezTo>
                  <a:cubicBezTo>
                    <a:pt x="94" y="112"/>
                    <a:pt x="94" y="112"/>
                    <a:pt x="94" y="112"/>
                  </a:cubicBezTo>
                  <a:cubicBezTo>
                    <a:pt x="94" y="114"/>
                    <a:pt x="95" y="115"/>
                    <a:pt x="97" y="115"/>
                  </a:cubicBezTo>
                  <a:cubicBezTo>
                    <a:pt x="98" y="115"/>
                    <a:pt x="100" y="114"/>
                    <a:pt x="100" y="112"/>
                  </a:cubicBezTo>
                  <a:cubicBezTo>
                    <a:pt x="100" y="104"/>
                    <a:pt x="100" y="104"/>
                    <a:pt x="100" y="104"/>
                  </a:cubicBezTo>
                  <a:cubicBezTo>
                    <a:pt x="113" y="104"/>
                    <a:pt x="113" y="104"/>
                    <a:pt x="113" y="104"/>
                  </a:cubicBezTo>
                  <a:cubicBezTo>
                    <a:pt x="114" y="104"/>
                    <a:pt x="114" y="103"/>
                    <a:pt x="114" y="103"/>
                  </a:cubicBezTo>
                  <a:cubicBezTo>
                    <a:pt x="114" y="96"/>
                    <a:pt x="113" y="90"/>
                    <a:pt x="110" y="84"/>
                  </a:cubicBezTo>
                  <a:cubicBezTo>
                    <a:pt x="108" y="81"/>
                    <a:pt x="105" y="77"/>
                    <a:pt x="102" y="75"/>
                  </a:cubicBezTo>
                  <a:cubicBezTo>
                    <a:pt x="102" y="54"/>
                    <a:pt x="102" y="54"/>
                    <a:pt x="102" y="54"/>
                  </a:cubicBezTo>
                  <a:cubicBezTo>
                    <a:pt x="102" y="47"/>
                    <a:pt x="100" y="40"/>
                    <a:pt x="96" y="34"/>
                  </a:cubicBezTo>
                  <a:cubicBezTo>
                    <a:pt x="95" y="33"/>
                    <a:pt x="93" y="32"/>
                    <a:pt x="92" y="33"/>
                  </a:cubicBezTo>
                  <a:cubicBezTo>
                    <a:pt x="92" y="33"/>
                    <a:pt x="92" y="34"/>
                    <a:pt x="92" y="34"/>
                  </a:cubicBezTo>
                  <a:cubicBezTo>
                    <a:pt x="91" y="34"/>
                    <a:pt x="91" y="35"/>
                    <a:pt x="90" y="36"/>
                  </a:cubicBezTo>
                  <a:cubicBezTo>
                    <a:pt x="89" y="24"/>
                    <a:pt x="85" y="13"/>
                    <a:pt x="79" y="4"/>
                  </a:cubicBezTo>
                  <a:cubicBezTo>
                    <a:pt x="77" y="2"/>
                    <a:pt x="75" y="0"/>
                    <a:pt x="72" y="0"/>
                  </a:cubicBezTo>
                  <a:cubicBezTo>
                    <a:pt x="70" y="0"/>
                    <a:pt x="67" y="2"/>
                    <a:pt x="66" y="4"/>
                  </a:cubicBezTo>
                  <a:cubicBezTo>
                    <a:pt x="60" y="13"/>
                    <a:pt x="56" y="24"/>
                    <a:pt x="54" y="36"/>
                  </a:cubicBezTo>
                  <a:cubicBezTo>
                    <a:pt x="54" y="35"/>
                    <a:pt x="54" y="34"/>
                    <a:pt x="53" y="34"/>
                  </a:cubicBezTo>
                  <a:cubicBezTo>
                    <a:pt x="53" y="34"/>
                    <a:pt x="53" y="33"/>
                    <a:pt x="53" y="33"/>
                  </a:cubicBezTo>
                  <a:cubicBezTo>
                    <a:pt x="51" y="32"/>
                    <a:pt x="50" y="33"/>
                    <a:pt x="49" y="34"/>
                  </a:cubicBezTo>
                  <a:cubicBezTo>
                    <a:pt x="45" y="40"/>
                    <a:pt x="43" y="47"/>
                    <a:pt x="43" y="54"/>
                  </a:cubicBezTo>
                  <a:cubicBezTo>
                    <a:pt x="43" y="75"/>
                    <a:pt x="43" y="75"/>
                    <a:pt x="43" y="75"/>
                  </a:cubicBezTo>
                  <a:cubicBezTo>
                    <a:pt x="40" y="77"/>
                    <a:pt x="37" y="81"/>
                    <a:pt x="35" y="84"/>
                  </a:cubicBezTo>
                  <a:cubicBezTo>
                    <a:pt x="32" y="90"/>
                    <a:pt x="30" y="96"/>
                    <a:pt x="31" y="103"/>
                  </a:cubicBezTo>
                  <a:cubicBezTo>
                    <a:pt x="31" y="103"/>
                    <a:pt x="31" y="104"/>
                    <a:pt x="31" y="104"/>
                  </a:cubicBezTo>
                  <a:cubicBezTo>
                    <a:pt x="47" y="104"/>
                    <a:pt x="47" y="104"/>
                    <a:pt x="47" y="104"/>
                  </a:cubicBezTo>
                  <a:cubicBezTo>
                    <a:pt x="47" y="121"/>
                    <a:pt x="47" y="121"/>
                    <a:pt x="47" y="121"/>
                  </a:cubicBezTo>
                  <a:cubicBezTo>
                    <a:pt x="47" y="122"/>
                    <a:pt x="48" y="123"/>
                    <a:pt x="50" y="124"/>
                  </a:cubicBezTo>
                  <a:cubicBezTo>
                    <a:pt x="51" y="124"/>
                    <a:pt x="53" y="123"/>
                    <a:pt x="53" y="121"/>
                  </a:cubicBezTo>
                  <a:cubicBezTo>
                    <a:pt x="53" y="104"/>
                    <a:pt x="53" y="104"/>
                    <a:pt x="53" y="104"/>
                  </a:cubicBezTo>
                  <a:cubicBezTo>
                    <a:pt x="63" y="104"/>
                    <a:pt x="63" y="104"/>
                    <a:pt x="63" y="104"/>
                  </a:cubicBezTo>
                  <a:cubicBezTo>
                    <a:pt x="60" y="122"/>
                    <a:pt x="60" y="122"/>
                    <a:pt x="60" y="122"/>
                  </a:cubicBezTo>
                  <a:cubicBezTo>
                    <a:pt x="56" y="124"/>
                    <a:pt x="53" y="126"/>
                    <a:pt x="51" y="130"/>
                  </a:cubicBezTo>
                  <a:cubicBezTo>
                    <a:pt x="49" y="127"/>
                    <a:pt x="45" y="126"/>
                    <a:pt x="42" y="126"/>
                  </a:cubicBezTo>
                  <a:cubicBezTo>
                    <a:pt x="40" y="126"/>
                    <a:pt x="38" y="127"/>
                    <a:pt x="36" y="127"/>
                  </a:cubicBezTo>
                  <a:cubicBezTo>
                    <a:pt x="32" y="123"/>
                    <a:pt x="27" y="121"/>
                    <a:pt x="21" y="121"/>
                  </a:cubicBezTo>
                  <a:cubicBezTo>
                    <a:pt x="10" y="121"/>
                    <a:pt x="1" y="130"/>
                    <a:pt x="0" y="141"/>
                  </a:cubicBezTo>
                  <a:cubicBezTo>
                    <a:pt x="0" y="142"/>
                    <a:pt x="2" y="144"/>
                    <a:pt x="3" y="144"/>
                  </a:cubicBezTo>
                  <a:cubicBezTo>
                    <a:pt x="5" y="144"/>
                    <a:pt x="6" y="143"/>
                    <a:pt x="6" y="141"/>
                  </a:cubicBezTo>
                  <a:cubicBezTo>
                    <a:pt x="6" y="133"/>
                    <a:pt x="13" y="126"/>
                    <a:pt x="21" y="126"/>
                  </a:cubicBezTo>
                  <a:cubicBezTo>
                    <a:pt x="26" y="126"/>
                    <a:pt x="30" y="129"/>
                    <a:pt x="33" y="133"/>
                  </a:cubicBezTo>
                  <a:cubicBezTo>
                    <a:pt x="34" y="134"/>
                    <a:pt x="36" y="134"/>
                    <a:pt x="37" y="133"/>
                  </a:cubicBezTo>
                  <a:cubicBezTo>
                    <a:pt x="38" y="132"/>
                    <a:pt x="40" y="132"/>
                    <a:pt x="42" y="132"/>
                  </a:cubicBezTo>
                  <a:cubicBezTo>
                    <a:pt x="45" y="132"/>
                    <a:pt x="48" y="133"/>
                    <a:pt x="49" y="136"/>
                  </a:cubicBezTo>
                  <a:cubicBezTo>
                    <a:pt x="50" y="137"/>
                    <a:pt x="51" y="137"/>
                    <a:pt x="52" y="137"/>
                  </a:cubicBezTo>
                  <a:cubicBezTo>
                    <a:pt x="53" y="137"/>
                    <a:pt x="54" y="136"/>
                    <a:pt x="54" y="135"/>
                  </a:cubicBezTo>
                  <a:cubicBezTo>
                    <a:pt x="57" y="130"/>
                    <a:pt x="62" y="126"/>
                    <a:pt x="68" y="126"/>
                  </a:cubicBezTo>
                  <a:cubicBezTo>
                    <a:pt x="74" y="126"/>
                    <a:pt x="79" y="129"/>
                    <a:pt x="81" y="134"/>
                  </a:cubicBezTo>
                  <a:cubicBezTo>
                    <a:pt x="82" y="135"/>
                    <a:pt x="83" y="136"/>
                    <a:pt x="85" y="135"/>
                  </a:cubicBezTo>
                  <a:cubicBezTo>
                    <a:pt x="86" y="135"/>
                    <a:pt x="87" y="135"/>
                    <a:pt x="88" y="135"/>
                  </a:cubicBezTo>
                  <a:cubicBezTo>
                    <a:pt x="90" y="135"/>
                    <a:pt x="93" y="136"/>
                    <a:pt x="95" y="138"/>
                  </a:cubicBezTo>
                  <a:cubicBezTo>
                    <a:pt x="95" y="139"/>
                    <a:pt x="96" y="139"/>
                    <a:pt x="96" y="139"/>
                  </a:cubicBezTo>
                  <a:cubicBezTo>
                    <a:pt x="97" y="139"/>
                    <a:pt x="98" y="139"/>
                    <a:pt x="99" y="138"/>
                  </a:cubicBezTo>
                  <a:cubicBezTo>
                    <a:pt x="101" y="136"/>
                    <a:pt x="105" y="135"/>
                    <a:pt x="108" y="135"/>
                  </a:cubicBezTo>
                  <a:cubicBezTo>
                    <a:pt x="110" y="135"/>
                    <a:pt x="111" y="135"/>
                    <a:pt x="113" y="136"/>
                  </a:cubicBezTo>
                  <a:cubicBezTo>
                    <a:pt x="114" y="136"/>
                    <a:pt x="116" y="136"/>
                    <a:pt x="116" y="135"/>
                  </a:cubicBezTo>
                  <a:cubicBezTo>
                    <a:pt x="119" y="131"/>
                    <a:pt x="122" y="129"/>
                    <a:pt x="126" y="129"/>
                  </a:cubicBezTo>
                  <a:cubicBezTo>
                    <a:pt x="133" y="129"/>
                    <a:pt x="138" y="134"/>
                    <a:pt x="138" y="141"/>
                  </a:cubicBezTo>
                  <a:cubicBezTo>
                    <a:pt x="138" y="142"/>
                    <a:pt x="139" y="143"/>
                    <a:pt x="140" y="144"/>
                  </a:cubicBezTo>
                  <a:cubicBezTo>
                    <a:pt x="142" y="144"/>
                    <a:pt x="144" y="143"/>
                    <a:pt x="144" y="141"/>
                  </a:cubicBezTo>
                  <a:cubicBezTo>
                    <a:pt x="144" y="131"/>
                    <a:pt x="136" y="123"/>
                    <a:pt x="126" y="123"/>
                  </a:cubicBezTo>
                  <a:close/>
                  <a:moveTo>
                    <a:pt x="70" y="98"/>
                  </a:moveTo>
                  <a:cubicBezTo>
                    <a:pt x="70" y="46"/>
                    <a:pt x="70" y="46"/>
                    <a:pt x="70" y="46"/>
                  </a:cubicBezTo>
                  <a:cubicBezTo>
                    <a:pt x="70" y="45"/>
                    <a:pt x="70" y="45"/>
                    <a:pt x="70" y="45"/>
                  </a:cubicBezTo>
                  <a:cubicBezTo>
                    <a:pt x="70" y="44"/>
                    <a:pt x="71" y="43"/>
                    <a:pt x="72" y="43"/>
                  </a:cubicBezTo>
                  <a:cubicBezTo>
                    <a:pt x="73" y="43"/>
                    <a:pt x="74" y="43"/>
                    <a:pt x="75" y="44"/>
                  </a:cubicBezTo>
                  <a:cubicBezTo>
                    <a:pt x="75" y="44"/>
                    <a:pt x="75" y="44"/>
                    <a:pt x="75" y="44"/>
                  </a:cubicBezTo>
                  <a:cubicBezTo>
                    <a:pt x="75" y="44"/>
                    <a:pt x="75" y="45"/>
                    <a:pt x="75" y="46"/>
                  </a:cubicBezTo>
                  <a:cubicBezTo>
                    <a:pt x="75" y="98"/>
                    <a:pt x="75" y="98"/>
                    <a:pt x="75" y="98"/>
                  </a:cubicBezTo>
                  <a:lnTo>
                    <a:pt x="70" y="98"/>
                  </a:lnTo>
                  <a:close/>
                  <a:moveTo>
                    <a:pt x="108" y="98"/>
                  </a:moveTo>
                  <a:cubicBezTo>
                    <a:pt x="81" y="98"/>
                    <a:pt x="81" y="98"/>
                    <a:pt x="81" y="98"/>
                  </a:cubicBezTo>
                  <a:cubicBezTo>
                    <a:pt x="81" y="64"/>
                    <a:pt x="81" y="64"/>
                    <a:pt x="81" y="64"/>
                  </a:cubicBezTo>
                  <a:cubicBezTo>
                    <a:pt x="83" y="68"/>
                    <a:pt x="87" y="72"/>
                    <a:pt x="91" y="74"/>
                  </a:cubicBezTo>
                  <a:cubicBezTo>
                    <a:pt x="95" y="76"/>
                    <a:pt x="95" y="76"/>
                    <a:pt x="95" y="76"/>
                  </a:cubicBezTo>
                  <a:cubicBezTo>
                    <a:pt x="102" y="81"/>
                    <a:pt x="107" y="89"/>
                    <a:pt x="108" y="98"/>
                  </a:cubicBezTo>
                  <a:close/>
                  <a:moveTo>
                    <a:pt x="94" y="41"/>
                  </a:moveTo>
                  <a:cubicBezTo>
                    <a:pt x="95" y="45"/>
                    <a:pt x="96" y="50"/>
                    <a:pt x="96" y="54"/>
                  </a:cubicBezTo>
                  <a:cubicBezTo>
                    <a:pt x="96" y="71"/>
                    <a:pt x="96" y="71"/>
                    <a:pt x="96" y="71"/>
                  </a:cubicBezTo>
                  <a:cubicBezTo>
                    <a:pt x="94" y="69"/>
                    <a:pt x="94" y="69"/>
                    <a:pt x="94" y="69"/>
                  </a:cubicBezTo>
                  <a:cubicBezTo>
                    <a:pt x="93" y="69"/>
                    <a:pt x="92" y="68"/>
                    <a:pt x="91" y="67"/>
                  </a:cubicBezTo>
                  <a:cubicBezTo>
                    <a:pt x="91" y="54"/>
                    <a:pt x="91" y="54"/>
                    <a:pt x="91" y="54"/>
                  </a:cubicBezTo>
                  <a:cubicBezTo>
                    <a:pt x="91" y="50"/>
                    <a:pt x="92" y="45"/>
                    <a:pt x="94" y="41"/>
                  </a:cubicBezTo>
                  <a:close/>
                  <a:moveTo>
                    <a:pt x="70" y="7"/>
                  </a:moveTo>
                  <a:cubicBezTo>
                    <a:pt x="71" y="6"/>
                    <a:pt x="72" y="6"/>
                    <a:pt x="72" y="6"/>
                  </a:cubicBezTo>
                  <a:cubicBezTo>
                    <a:pt x="73" y="6"/>
                    <a:pt x="73" y="6"/>
                    <a:pt x="74" y="7"/>
                  </a:cubicBezTo>
                  <a:cubicBezTo>
                    <a:pt x="77" y="11"/>
                    <a:pt x="80" y="17"/>
                    <a:pt x="81" y="22"/>
                  </a:cubicBezTo>
                  <a:cubicBezTo>
                    <a:pt x="63" y="22"/>
                    <a:pt x="63" y="22"/>
                    <a:pt x="63" y="22"/>
                  </a:cubicBezTo>
                  <a:cubicBezTo>
                    <a:pt x="65" y="17"/>
                    <a:pt x="67" y="11"/>
                    <a:pt x="70" y="7"/>
                  </a:cubicBezTo>
                  <a:close/>
                  <a:moveTo>
                    <a:pt x="59" y="44"/>
                  </a:moveTo>
                  <a:cubicBezTo>
                    <a:pt x="59" y="39"/>
                    <a:pt x="60" y="33"/>
                    <a:pt x="62" y="27"/>
                  </a:cubicBezTo>
                  <a:cubicBezTo>
                    <a:pt x="83" y="27"/>
                    <a:pt x="83" y="27"/>
                    <a:pt x="83" y="27"/>
                  </a:cubicBezTo>
                  <a:cubicBezTo>
                    <a:pt x="85" y="33"/>
                    <a:pt x="85" y="39"/>
                    <a:pt x="85" y="44"/>
                  </a:cubicBezTo>
                  <a:cubicBezTo>
                    <a:pt x="85" y="60"/>
                    <a:pt x="85" y="60"/>
                    <a:pt x="85" y="60"/>
                  </a:cubicBezTo>
                  <a:cubicBezTo>
                    <a:pt x="82" y="56"/>
                    <a:pt x="81" y="51"/>
                    <a:pt x="81" y="45"/>
                  </a:cubicBezTo>
                  <a:cubicBezTo>
                    <a:pt x="81" y="45"/>
                    <a:pt x="81" y="45"/>
                    <a:pt x="81" y="45"/>
                  </a:cubicBezTo>
                  <a:cubicBezTo>
                    <a:pt x="81" y="45"/>
                    <a:pt x="81" y="45"/>
                    <a:pt x="81" y="44"/>
                  </a:cubicBezTo>
                  <a:cubicBezTo>
                    <a:pt x="80" y="43"/>
                    <a:pt x="80" y="42"/>
                    <a:pt x="79" y="41"/>
                  </a:cubicBezTo>
                  <a:cubicBezTo>
                    <a:pt x="78" y="39"/>
                    <a:pt x="75" y="37"/>
                    <a:pt x="72" y="37"/>
                  </a:cubicBezTo>
                  <a:cubicBezTo>
                    <a:pt x="69" y="37"/>
                    <a:pt x="67" y="39"/>
                    <a:pt x="65" y="41"/>
                  </a:cubicBezTo>
                  <a:cubicBezTo>
                    <a:pt x="65" y="42"/>
                    <a:pt x="64" y="43"/>
                    <a:pt x="64" y="44"/>
                  </a:cubicBezTo>
                  <a:cubicBezTo>
                    <a:pt x="64" y="45"/>
                    <a:pt x="64" y="45"/>
                    <a:pt x="64" y="45"/>
                  </a:cubicBezTo>
                  <a:cubicBezTo>
                    <a:pt x="64" y="45"/>
                    <a:pt x="64" y="45"/>
                    <a:pt x="64" y="45"/>
                  </a:cubicBezTo>
                  <a:cubicBezTo>
                    <a:pt x="64" y="51"/>
                    <a:pt x="62" y="56"/>
                    <a:pt x="59" y="60"/>
                  </a:cubicBezTo>
                  <a:lnTo>
                    <a:pt x="59" y="44"/>
                  </a:lnTo>
                  <a:close/>
                  <a:moveTo>
                    <a:pt x="51" y="41"/>
                  </a:moveTo>
                  <a:cubicBezTo>
                    <a:pt x="53" y="45"/>
                    <a:pt x="54" y="50"/>
                    <a:pt x="54" y="54"/>
                  </a:cubicBezTo>
                  <a:cubicBezTo>
                    <a:pt x="54" y="67"/>
                    <a:pt x="54" y="67"/>
                    <a:pt x="54" y="67"/>
                  </a:cubicBezTo>
                  <a:cubicBezTo>
                    <a:pt x="53" y="68"/>
                    <a:pt x="52" y="69"/>
                    <a:pt x="50" y="69"/>
                  </a:cubicBezTo>
                  <a:cubicBezTo>
                    <a:pt x="48" y="71"/>
                    <a:pt x="48" y="71"/>
                    <a:pt x="48" y="71"/>
                  </a:cubicBezTo>
                  <a:cubicBezTo>
                    <a:pt x="48" y="54"/>
                    <a:pt x="48" y="54"/>
                    <a:pt x="48" y="54"/>
                  </a:cubicBezTo>
                  <a:cubicBezTo>
                    <a:pt x="48" y="50"/>
                    <a:pt x="49" y="45"/>
                    <a:pt x="51" y="41"/>
                  </a:cubicBezTo>
                  <a:close/>
                  <a:moveTo>
                    <a:pt x="50" y="76"/>
                  </a:moveTo>
                  <a:cubicBezTo>
                    <a:pt x="53" y="74"/>
                    <a:pt x="53" y="74"/>
                    <a:pt x="53" y="74"/>
                  </a:cubicBezTo>
                  <a:cubicBezTo>
                    <a:pt x="58" y="72"/>
                    <a:pt x="61" y="68"/>
                    <a:pt x="64" y="64"/>
                  </a:cubicBezTo>
                  <a:cubicBezTo>
                    <a:pt x="64" y="98"/>
                    <a:pt x="64" y="98"/>
                    <a:pt x="64" y="98"/>
                  </a:cubicBezTo>
                  <a:cubicBezTo>
                    <a:pt x="36" y="98"/>
                    <a:pt x="36" y="98"/>
                    <a:pt x="36" y="98"/>
                  </a:cubicBezTo>
                  <a:cubicBezTo>
                    <a:pt x="37" y="89"/>
                    <a:pt x="42" y="81"/>
                    <a:pt x="50" y="76"/>
                  </a:cubicBezTo>
                  <a:close/>
                  <a:moveTo>
                    <a:pt x="68" y="121"/>
                  </a:moveTo>
                  <a:cubicBezTo>
                    <a:pt x="67" y="121"/>
                    <a:pt x="66" y="121"/>
                    <a:pt x="66" y="121"/>
                  </a:cubicBezTo>
                  <a:cubicBezTo>
                    <a:pt x="69" y="104"/>
                    <a:pt x="69" y="104"/>
                    <a:pt x="69" y="104"/>
                  </a:cubicBezTo>
                  <a:cubicBezTo>
                    <a:pt x="76" y="104"/>
                    <a:pt x="76" y="104"/>
                    <a:pt x="76" y="104"/>
                  </a:cubicBezTo>
                  <a:cubicBezTo>
                    <a:pt x="80" y="124"/>
                    <a:pt x="80" y="124"/>
                    <a:pt x="80" y="124"/>
                  </a:cubicBezTo>
                  <a:cubicBezTo>
                    <a:pt x="77" y="122"/>
                    <a:pt x="72" y="121"/>
                    <a:pt x="68" y="12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5" name="Google Shape;885;p48"/>
            <p:cNvSpPr/>
            <p:nvPr/>
          </p:nvSpPr>
          <p:spPr>
            <a:xfrm>
              <a:off x="7486528" y="2269705"/>
              <a:ext cx="15443" cy="13237"/>
            </a:xfrm>
            <a:custGeom>
              <a:avLst/>
              <a:gdLst/>
              <a:ahLst/>
              <a:cxnLst/>
              <a:rect l="l" t="t" r="r" b="b"/>
              <a:pathLst>
                <a:path w="6" h="5" extrusionOk="0">
                  <a:moveTo>
                    <a:pt x="3" y="0"/>
                  </a:moveTo>
                  <a:cubicBezTo>
                    <a:pt x="2" y="0"/>
                    <a:pt x="1" y="0"/>
                    <a:pt x="1" y="1"/>
                  </a:cubicBezTo>
                  <a:cubicBezTo>
                    <a:pt x="0" y="1"/>
                    <a:pt x="0" y="2"/>
                    <a:pt x="0" y="3"/>
                  </a:cubicBezTo>
                  <a:cubicBezTo>
                    <a:pt x="0" y="3"/>
                    <a:pt x="0" y="4"/>
                    <a:pt x="1" y="5"/>
                  </a:cubicBezTo>
                  <a:cubicBezTo>
                    <a:pt x="1" y="5"/>
                    <a:pt x="2" y="5"/>
                    <a:pt x="3" y="5"/>
                  </a:cubicBezTo>
                  <a:cubicBezTo>
                    <a:pt x="4" y="5"/>
                    <a:pt x="4" y="5"/>
                    <a:pt x="5" y="5"/>
                  </a:cubicBezTo>
                  <a:cubicBezTo>
                    <a:pt x="5" y="4"/>
                    <a:pt x="6" y="3"/>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6" name="Google Shape;886;p48"/>
            <p:cNvSpPr/>
            <p:nvPr/>
          </p:nvSpPr>
          <p:spPr>
            <a:xfrm>
              <a:off x="7313342" y="2039158"/>
              <a:ext cx="15443" cy="68392"/>
            </a:xfrm>
            <a:custGeom>
              <a:avLst/>
              <a:gdLst/>
              <a:ahLst/>
              <a:cxnLst/>
              <a:rect l="l" t="t" r="r" b="b"/>
              <a:pathLst>
                <a:path w="6" h="26" extrusionOk="0">
                  <a:moveTo>
                    <a:pt x="6" y="23"/>
                  </a:moveTo>
                  <a:cubicBezTo>
                    <a:pt x="6" y="3"/>
                    <a:pt x="6" y="3"/>
                    <a:pt x="6" y="3"/>
                  </a:cubicBezTo>
                  <a:cubicBezTo>
                    <a:pt x="6" y="2"/>
                    <a:pt x="5" y="0"/>
                    <a:pt x="4" y="0"/>
                  </a:cubicBezTo>
                  <a:cubicBezTo>
                    <a:pt x="2" y="0"/>
                    <a:pt x="0" y="1"/>
                    <a:pt x="0" y="3"/>
                  </a:cubicBezTo>
                  <a:cubicBezTo>
                    <a:pt x="0" y="23"/>
                    <a:pt x="0" y="23"/>
                    <a:pt x="0" y="23"/>
                  </a:cubicBezTo>
                  <a:cubicBezTo>
                    <a:pt x="0" y="25"/>
                    <a:pt x="2" y="26"/>
                    <a:pt x="4" y="26"/>
                  </a:cubicBezTo>
                  <a:cubicBezTo>
                    <a:pt x="5" y="26"/>
                    <a:pt x="6" y="24"/>
                    <a:pt x="6" y="2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7" name="Google Shape;887;p48"/>
            <p:cNvSpPr/>
            <p:nvPr/>
          </p:nvSpPr>
          <p:spPr>
            <a:xfrm>
              <a:off x="7313342" y="2125199"/>
              <a:ext cx="15443" cy="18753"/>
            </a:xfrm>
            <a:custGeom>
              <a:avLst/>
              <a:gdLst/>
              <a:ahLst/>
              <a:cxnLst/>
              <a:rect l="l" t="t" r="r" b="b"/>
              <a:pathLst>
                <a:path w="6" h="7" extrusionOk="0">
                  <a:moveTo>
                    <a:pt x="6" y="3"/>
                  </a:moveTo>
                  <a:cubicBezTo>
                    <a:pt x="6" y="3"/>
                    <a:pt x="6" y="3"/>
                    <a:pt x="6" y="3"/>
                  </a:cubicBezTo>
                  <a:cubicBezTo>
                    <a:pt x="6" y="1"/>
                    <a:pt x="5" y="0"/>
                    <a:pt x="4" y="0"/>
                  </a:cubicBezTo>
                  <a:cubicBezTo>
                    <a:pt x="2" y="0"/>
                    <a:pt x="0" y="1"/>
                    <a:pt x="0" y="3"/>
                  </a:cubicBezTo>
                  <a:cubicBezTo>
                    <a:pt x="0" y="4"/>
                    <a:pt x="0" y="4"/>
                    <a:pt x="0" y="4"/>
                  </a:cubicBezTo>
                  <a:cubicBezTo>
                    <a:pt x="0" y="5"/>
                    <a:pt x="2" y="7"/>
                    <a:pt x="4" y="6"/>
                  </a:cubicBezTo>
                  <a:cubicBezTo>
                    <a:pt x="5" y="6"/>
                    <a:pt x="6" y="5"/>
                    <a:pt x="6"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88" name="Google Shape;888;p48"/>
          <p:cNvGrpSpPr/>
          <p:nvPr/>
        </p:nvGrpSpPr>
        <p:grpSpPr>
          <a:xfrm>
            <a:off x="6428662" y="1955323"/>
            <a:ext cx="377258" cy="377258"/>
            <a:chOff x="6465064" y="1955323"/>
            <a:chExt cx="377258" cy="377258"/>
          </a:xfrm>
        </p:grpSpPr>
        <p:sp>
          <p:nvSpPr>
            <p:cNvPr id="889" name="Google Shape;889;p48"/>
            <p:cNvSpPr/>
            <p:nvPr/>
          </p:nvSpPr>
          <p:spPr>
            <a:xfrm>
              <a:off x="6465064" y="1955323"/>
              <a:ext cx="377258" cy="377258"/>
            </a:xfrm>
            <a:custGeom>
              <a:avLst/>
              <a:gdLst/>
              <a:ahLst/>
              <a:cxnLst/>
              <a:rect l="l" t="t" r="r" b="b"/>
              <a:pathLst>
                <a:path w="144" h="144" extrusionOk="0">
                  <a:moveTo>
                    <a:pt x="143" y="72"/>
                  </a:moveTo>
                  <a:cubicBezTo>
                    <a:pt x="138" y="65"/>
                    <a:pt x="130" y="61"/>
                    <a:pt x="120" y="60"/>
                  </a:cubicBezTo>
                  <a:cubicBezTo>
                    <a:pt x="121" y="59"/>
                    <a:pt x="121" y="59"/>
                    <a:pt x="122" y="58"/>
                  </a:cubicBezTo>
                  <a:cubicBezTo>
                    <a:pt x="133" y="50"/>
                    <a:pt x="139" y="40"/>
                    <a:pt x="140" y="27"/>
                  </a:cubicBezTo>
                  <a:cubicBezTo>
                    <a:pt x="140" y="26"/>
                    <a:pt x="140" y="25"/>
                    <a:pt x="138" y="24"/>
                  </a:cubicBezTo>
                  <a:cubicBezTo>
                    <a:pt x="138" y="24"/>
                    <a:pt x="138" y="24"/>
                    <a:pt x="137" y="24"/>
                  </a:cubicBezTo>
                  <a:cubicBezTo>
                    <a:pt x="137" y="24"/>
                    <a:pt x="137" y="24"/>
                    <a:pt x="137" y="24"/>
                  </a:cubicBezTo>
                  <a:cubicBezTo>
                    <a:pt x="129" y="24"/>
                    <a:pt x="121" y="27"/>
                    <a:pt x="113" y="32"/>
                  </a:cubicBezTo>
                  <a:cubicBezTo>
                    <a:pt x="113" y="32"/>
                    <a:pt x="113" y="32"/>
                    <a:pt x="113" y="32"/>
                  </a:cubicBezTo>
                  <a:cubicBezTo>
                    <a:pt x="112" y="33"/>
                    <a:pt x="110" y="34"/>
                    <a:pt x="109" y="36"/>
                  </a:cubicBezTo>
                  <a:cubicBezTo>
                    <a:pt x="112" y="29"/>
                    <a:pt x="115" y="20"/>
                    <a:pt x="116" y="11"/>
                  </a:cubicBezTo>
                  <a:cubicBezTo>
                    <a:pt x="116" y="10"/>
                    <a:pt x="116" y="9"/>
                    <a:pt x="115" y="9"/>
                  </a:cubicBezTo>
                  <a:cubicBezTo>
                    <a:pt x="114" y="8"/>
                    <a:pt x="113" y="8"/>
                    <a:pt x="113" y="8"/>
                  </a:cubicBezTo>
                  <a:cubicBezTo>
                    <a:pt x="105" y="9"/>
                    <a:pt x="97" y="13"/>
                    <a:pt x="91" y="21"/>
                  </a:cubicBezTo>
                  <a:cubicBezTo>
                    <a:pt x="91" y="21"/>
                    <a:pt x="91" y="21"/>
                    <a:pt x="91" y="21"/>
                  </a:cubicBezTo>
                  <a:cubicBezTo>
                    <a:pt x="89" y="23"/>
                    <a:pt x="87" y="25"/>
                    <a:pt x="86" y="28"/>
                  </a:cubicBezTo>
                  <a:cubicBezTo>
                    <a:pt x="86" y="25"/>
                    <a:pt x="85" y="23"/>
                    <a:pt x="85" y="21"/>
                  </a:cubicBezTo>
                  <a:cubicBezTo>
                    <a:pt x="82" y="7"/>
                    <a:pt x="74" y="1"/>
                    <a:pt x="74" y="1"/>
                  </a:cubicBezTo>
                  <a:cubicBezTo>
                    <a:pt x="73" y="0"/>
                    <a:pt x="71" y="0"/>
                    <a:pt x="70" y="1"/>
                  </a:cubicBezTo>
                  <a:cubicBezTo>
                    <a:pt x="70" y="1"/>
                    <a:pt x="63" y="7"/>
                    <a:pt x="60" y="21"/>
                  </a:cubicBezTo>
                  <a:cubicBezTo>
                    <a:pt x="59" y="23"/>
                    <a:pt x="59" y="25"/>
                    <a:pt x="59" y="28"/>
                  </a:cubicBezTo>
                  <a:cubicBezTo>
                    <a:pt x="57" y="25"/>
                    <a:pt x="55" y="23"/>
                    <a:pt x="54" y="21"/>
                  </a:cubicBezTo>
                  <a:cubicBezTo>
                    <a:pt x="54" y="21"/>
                    <a:pt x="53" y="21"/>
                    <a:pt x="53" y="21"/>
                  </a:cubicBezTo>
                  <a:cubicBezTo>
                    <a:pt x="47" y="13"/>
                    <a:pt x="40" y="9"/>
                    <a:pt x="32" y="8"/>
                  </a:cubicBezTo>
                  <a:cubicBezTo>
                    <a:pt x="31" y="8"/>
                    <a:pt x="30" y="8"/>
                    <a:pt x="29" y="9"/>
                  </a:cubicBezTo>
                  <a:cubicBezTo>
                    <a:pt x="29" y="9"/>
                    <a:pt x="28" y="10"/>
                    <a:pt x="29" y="11"/>
                  </a:cubicBezTo>
                  <a:cubicBezTo>
                    <a:pt x="29" y="20"/>
                    <a:pt x="32" y="29"/>
                    <a:pt x="36" y="36"/>
                  </a:cubicBezTo>
                  <a:cubicBezTo>
                    <a:pt x="34" y="34"/>
                    <a:pt x="33" y="33"/>
                    <a:pt x="31" y="32"/>
                  </a:cubicBezTo>
                  <a:cubicBezTo>
                    <a:pt x="31" y="32"/>
                    <a:pt x="31" y="32"/>
                    <a:pt x="31" y="32"/>
                  </a:cubicBezTo>
                  <a:cubicBezTo>
                    <a:pt x="23" y="27"/>
                    <a:pt x="15" y="24"/>
                    <a:pt x="7" y="24"/>
                  </a:cubicBezTo>
                  <a:cubicBezTo>
                    <a:pt x="6" y="24"/>
                    <a:pt x="6" y="24"/>
                    <a:pt x="5" y="25"/>
                  </a:cubicBezTo>
                  <a:cubicBezTo>
                    <a:pt x="5" y="26"/>
                    <a:pt x="4" y="26"/>
                    <a:pt x="4" y="27"/>
                  </a:cubicBezTo>
                  <a:cubicBezTo>
                    <a:pt x="6" y="40"/>
                    <a:pt x="12" y="50"/>
                    <a:pt x="22" y="58"/>
                  </a:cubicBezTo>
                  <a:cubicBezTo>
                    <a:pt x="23" y="59"/>
                    <a:pt x="24" y="59"/>
                    <a:pt x="24" y="60"/>
                  </a:cubicBezTo>
                  <a:cubicBezTo>
                    <a:pt x="14" y="61"/>
                    <a:pt x="6" y="65"/>
                    <a:pt x="1" y="72"/>
                  </a:cubicBezTo>
                  <a:cubicBezTo>
                    <a:pt x="0" y="73"/>
                    <a:pt x="0" y="74"/>
                    <a:pt x="1" y="75"/>
                  </a:cubicBezTo>
                  <a:cubicBezTo>
                    <a:pt x="10" y="83"/>
                    <a:pt x="20" y="85"/>
                    <a:pt x="28" y="85"/>
                  </a:cubicBezTo>
                  <a:cubicBezTo>
                    <a:pt x="31" y="85"/>
                    <a:pt x="34" y="85"/>
                    <a:pt x="36" y="85"/>
                  </a:cubicBezTo>
                  <a:cubicBezTo>
                    <a:pt x="36" y="141"/>
                    <a:pt x="36" y="141"/>
                    <a:pt x="36" y="141"/>
                  </a:cubicBezTo>
                  <a:cubicBezTo>
                    <a:pt x="36" y="142"/>
                    <a:pt x="37" y="144"/>
                    <a:pt x="38" y="144"/>
                  </a:cubicBezTo>
                  <a:cubicBezTo>
                    <a:pt x="106" y="144"/>
                    <a:pt x="106" y="144"/>
                    <a:pt x="106" y="144"/>
                  </a:cubicBezTo>
                  <a:cubicBezTo>
                    <a:pt x="106" y="144"/>
                    <a:pt x="109" y="143"/>
                    <a:pt x="109" y="141"/>
                  </a:cubicBezTo>
                  <a:cubicBezTo>
                    <a:pt x="109" y="108"/>
                    <a:pt x="109" y="108"/>
                    <a:pt x="109" y="108"/>
                  </a:cubicBezTo>
                  <a:cubicBezTo>
                    <a:pt x="109" y="106"/>
                    <a:pt x="108" y="105"/>
                    <a:pt x="106" y="105"/>
                  </a:cubicBezTo>
                  <a:cubicBezTo>
                    <a:pt x="104" y="105"/>
                    <a:pt x="103" y="106"/>
                    <a:pt x="103" y="108"/>
                  </a:cubicBezTo>
                  <a:cubicBezTo>
                    <a:pt x="103" y="114"/>
                    <a:pt x="103" y="114"/>
                    <a:pt x="103" y="114"/>
                  </a:cubicBezTo>
                  <a:cubicBezTo>
                    <a:pt x="94" y="112"/>
                    <a:pt x="84" y="115"/>
                    <a:pt x="83" y="115"/>
                  </a:cubicBezTo>
                  <a:cubicBezTo>
                    <a:pt x="82" y="115"/>
                    <a:pt x="81" y="116"/>
                    <a:pt x="81" y="117"/>
                  </a:cubicBezTo>
                  <a:cubicBezTo>
                    <a:pt x="81" y="118"/>
                    <a:pt x="82" y="119"/>
                    <a:pt x="83" y="120"/>
                  </a:cubicBezTo>
                  <a:cubicBezTo>
                    <a:pt x="83" y="120"/>
                    <a:pt x="103" y="138"/>
                    <a:pt x="103" y="138"/>
                  </a:cubicBezTo>
                  <a:cubicBezTo>
                    <a:pt x="89" y="138"/>
                    <a:pt x="89" y="138"/>
                    <a:pt x="89" y="138"/>
                  </a:cubicBezTo>
                  <a:cubicBezTo>
                    <a:pt x="89" y="130"/>
                    <a:pt x="89" y="130"/>
                    <a:pt x="89" y="130"/>
                  </a:cubicBezTo>
                  <a:cubicBezTo>
                    <a:pt x="89" y="128"/>
                    <a:pt x="88" y="127"/>
                    <a:pt x="86" y="127"/>
                  </a:cubicBezTo>
                  <a:cubicBezTo>
                    <a:pt x="59" y="127"/>
                    <a:pt x="59" y="127"/>
                    <a:pt x="59" y="127"/>
                  </a:cubicBezTo>
                  <a:cubicBezTo>
                    <a:pt x="57" y="127"/>
                    <a:pt x="56" y="128"/>
                    <a:pt x="56" y="130"/>
                  </a:cubicBezTo>
                  <a:cubicBezTo>
                    <a:pt x="56" y="138"/>
                    <a:pt x="56" y="138"/>
                    <a:pt x="56" y="138"/>
                  </a:cubicBezTo>
                  <a:cubicBezTo>
                    <a:pt x="42" y="138"/>
                    <a:pt x="42" y="138"/>
                    <a:pt x="42" y="138"/>
                  </a:cubicBezTo>
                  <a:cubicBezTo>
                    <a:pt x="48" y="127"/>
                    <a:pt x="62" y="120"/>
                    <a:pt x="62" y="120"/>
                  </a:cubicBezTo>
                  <a:cubicBezTo>
                    <a:pt x="63" y="119"/>
                    <a:pt x="63" y="118"/>
                    <a:pt x="63" y="117"/>
                  </a:cubicBezTo>
                  <a:cubicBezTo>
                    <a:pt x="63" y="116"/>
                    <a:pt x="62" y="115"/>
                    <a:pt x="61" y="115"/>
                  </a:cubicBezTo>
                  <a:cubicBezTo>
                    <a:pt x="61" y="114"/>
                    <a:pt x="51" y="112"/>
                    <a:pt x="41" y="114"/>
                  </a:cubicBezTo>
                  <a:cubicBezTo>
                    <a:pt x="41" y="72"/>
                    <a:pt x="41" y="72"/>
                    <a:pt x="41" y="72"/>
                  </a:cubicBezTo>
                  <a:cubicBezTo>
                    <a:pt x="61" y="72"/>
                    <a:pt x="61" y="72"/>
                    <a:pt x="61" y="72"/>
                  </a:cubicBezTo>
                  <a:cubicBezTo>
                    <a:pt x="64" y="75"/>
                    <a:pt x="68" y="76"/>
                    <a:pt x="72" y="76"/>
                  </a:cubicBezTo>
                  <a:cubicBezTo>
                    <a:pt x="76" y="76"/>
                    <a:pt x="80" y="75"/>
                    <a:pt x="83" y="72"/>
                  </a:cubicBezTo>
                  <a:cubicBezTo>
                    <a:pt x="83" y="72"/>
                    <a:pt x="83" y="72"/>
                    <a:pt x="83" y="72"/>
                  </a:cubicBezTo>
                  <a:cubicBezTo>
                    <a:pt x="103" y="72"/>
                    <a:pt x="103" y="72"/>
                    <a:pt x="103" y="72"/>
                  </a:cubicBezTo>
                  <a:cubicBezTo>
                    <a:pt x="103" y="87"/>
                    <a:pt x="103" y="87"/>
                    <a:pt x="103" y="87"/>
                  </a:cubicBezTo>
                  <a:cubicBezTo>
                    <a:pt x="103" y="88"/>
                    <a:pt x="104" y="89"/>
                    <a:pt x="106" y="90"/>
                  </a:cubicBezTo>
                  <a:cubicBezTo>
                    <a:pt x="107" y="90"/>
                    <a:pt x="109" y="89"/>
                    <a:pt x="109" y="87"/>
                  </a:cubicBezTo>
                  <a:cubicBezTo>
                    <a:pt x="109" y="85"/>
                    <a:pt x="109" y="85"/>
                    <a:pt x="109" y="85"/>
                  </a:cubicBezTo>
                  <a:cubicBezTo>
                    <a:pt x="111" y="85"/>
                    <a:pt x="113" y="85"/>
                    <a:pt x="116" y="85"/>
                  </a:cubicBezTo>
                  <a:cubicBezTo>
                    <a:pt x="124" y="85"/>
                    <a:pt x="135" y="84"/>
                    <a:pt x="143" y="75"/>
                  </a:cubicBezTo>
                  <a:cubicBezTo>
                    <a:pt x="144" y="75"/>
                    <a:pt x="144" y="73"/>
                    <a:pt x="143" y="72"/>
                  </a:cubicBezTo>
                  <a:close/>
                  <a:moveTo>
                    <a:pt x="62" y="48"/>
                  </a:moveTo>
                  <a:cubicBezTo>
                    <a:pt x="62" y="48"/>
                    <a:pt x="61" y="49"/>
                    <a:pt x="61" y="49"/>
                  </a:cubicBezTo>
                  <a:cubicBezTo>
                    <a:pt x="54" y="39"/>
                    <a:pt x="54" y="39"/>
                    <a:pt x="54" y="39"/>
                  </a:cubicBezTo>
                  <a:cubicBezTo>
                    <a:pt x="54" y="31"/>
                    <a:pt x="54" y="31"/>
                    <a:pt x="54" y="31"/>
                  </a:cubicBezTo>
                  <a:cubicBezTo>
                    <a:pt x="58" y="37"/>
                    <a:pt x="60" y="42"/>
                    <a:pt x="62" y="46"/>
                  </a:cubicBezTo>
                  <a:cubicBezTo>
                    <a:pt x="62" y="47"/>
                    <a:pt x="62" y="47"/>
                    <a:pt x="62" y="48"/>
                  </a:cubicBezTo>
                  <a:close/>
                  <a:moveTo>
                    <a:pt x="36" y="22"/>
                  </a:moveTo>
                  <a:cubicBezTo>
                    <a:pt x="41" y="29"/>
                    <a:pt x="41" y="29"/>
                    <a:pt x="41" y="29"/>
                  </a:cubicBezTo>
                  <a:cubicBezTo>
                    <a:pt x="38" y="28"/>
                    <a:pt x="38" y="28"/>
                    <a:pt x="38" y="28"/>
                  </a:cubicBezTo>
                  <a:cubicBezTo>
                    <a:pt x="38" y="26"/>
                    <a:pt x="37" y="24"/>
                    <a:pt x="36" y="22"/>
                  </a:cubicBezTo>
                  <a:close/>
                  <a:moveTo>
                    <a:pt x="46" y="37"/>
                  </a:moveTo>
                  <a:cubicBezTo>
                    <a:pt x="56" y="53"/>
                    <a:pt x="56" y="53"/>
                    <a:pt x="56" y="53"/>
                  </a:cubicBezTo>
                  <a:cubicBezTo>
                    <a:pt x="53" y="53"/>
                    <a:pt x="53" y="53"/>
                    <a:pt x="53" y="53"/>
                  </a:cubicBezTo>
                  <a:cubicBezTo>
                    <a:pt x="51" y="50"/>
                    <a:pt x="46" y="44"/>
                    <a:pt x="42" y="35"/>
                  </a:cubicBezTo>
                  <a:lnTo>
                    <a:pt x="46" y="37"/>
                  </a:lnTo>
                  <a:close/>
                  <a:moveTo>
                    <a:pt x="40" y="53"/>
                  </a:moveTo>
                  <a:cubicBezTo>
                    <a:pt x="32" y="46"/>
                    <a:pt x="32" y="46"/>
                    <a:pt x="32" y="46"/>
                  </a:cubicBezTo>
                  <a:cubicBezTo>
                    <a:pt x="32" y="40"/>
                    <a:pt x="32" y="40"/>
                    <a:pt x="32" y="40"/>
                  </a:cubicBezTo>
                  <a:cubicBezTo>
                    <a:pt x="38" y="45"/>
                    <a:pt x="41" y="50"/>
                    <a:pt x="44" y="53"/>
                  </a:cubicBezTo>
                  <a:lnTo>
                    <a:pt x="40" y="53"/>
                  </a:lnTo>
                  <a:close/>
                  <a:moveTo>
                    <a:pt x="27" y="41"/>
                  </a:moveTo>
                  <a:cubicBezTo>
                    <a:pt x="16" y="31"/>
                    <a:pt x="16" y="31"/>
                    <a:pt x="16" y="31"/>
                  </a:cubicBezTo>
                  <a:cubicBezTo>
                    <a:pt x="20" y="32"/>
                    <a:pt x="23" y="34"/>
                    <a:pt x="27" y="36"/>
                  </a:cubicBezTo>
                  <a:lnTo>
                    <a:pt x="27" y="41"/>
                  </a:lnTo>
                  <a:close/>
                  <a:moveTo>
                    <a:pt x="26" y="48"/>
                  </a:moveTo>
                  <a:cubicBezTo>
                    <a:pt x="19" y="48"/>
                    <a:pt x="19" y="48"/>
                    <a:pt x="19" y="48"/>
                  </a:cubicBezTo>
                  <a:cubicBezTo>
                    <a:pt x="16" y="44"/>
                    <a:pt x="13" y="40"/>
                    <a:pt x="12" y="35"/>
                  </a:cubicBezTo>
                  <a:lnTo>
                    <a:pt x="26" y="48"/>
                  </a:lnTo>
                  <a:close/>
                  <a:moveTo>
                    <a:pt x="32" y="53"/>
                  </a:moveTo>
                  <a:cubicBezTo>
                    <a:pt x="36" y="57"/>
                    <a:pt x="36" y="57"/>
                    <a:pt x="36" y="57"/>
                  </a:cubicBezTo>
                  <a:cubicBezTo>
                    <a:pt x="36" y="60"/>
                    <a:pt x="36" y="60"/>
                    <a:pt x="36" y="60"/>
                  </a:cubicBezTo>
                  <a:cubicBezTo>
                    <a:pt x="33" y="59"/>
                    <a:pt x="29" y="57"/>
                    <a:pt x="25" y="53"/>
                  </a:cubicBezTo>
                  <a:lnTo>
                    <a:pt x="32" y="53"/>
                  </a:lnTo>
                  <a:close/>
                  <a:moveTo>
                    <a:pt x="36" y="71"/>
                  </a:moveTo>
                  <a:cubicBezTo>
                    <a:pt x="36" y="71"/>
                    <a:pt x="36" y="71"/>
                    <a:pt x="36" y="71"/>
                  </a:cubicBezTo>
                  <a:cubicBezTo>
                    <a:pt x="10" y="71"/>
                    <a:pt x="10" y="71"/>
                    <a:pt x="10" y="71"/>
                  </a:cubicBezTo>
                  <a:cubicBezTo>
                    <a:pt x="18" y="64"/>
                    <a:pt x="31" y="66"/>
                    <a:pt x="36" y="67"/>
                  </a:cubicBezTo>
                  <a:lnTo>
                    <a:pt x="36" y="71"/>
                  </a:lnTo>
                  <a:close/>
                  <a:moveTo>
                    <a:pt x="41" y="64"/>
                  </a:moveTo>
                  <a:cubicBezTo>
                    <a:pt x="41" y="64"/>
                    <a:pt x="41" y="64"/>
                    <a:pt x="41" y="64"/>
                  </a:cubicBezTo>
                  <a:cubicBezTo>
                    <a:pt x="41" y="58"/>
                    <a:pt x="41" y="58"/>
                    <a:pt x="41" y="58"/>
                  </a:cubicBezTo>
                  <a:cubicBezTo>
                    <a:pt x="56" y="58"/>
                    <a:pt x="56" y="58"/>
                    <a:pt x="56" y="58"/>
                  </a:cubicBezTo>
                  <a:cubicBezTo>
                    <a:pt x="56" y="59"/>
                    <a:pt x="56" y="59"/>
                    <a:pt x="56" y="60"/>
                  </a:cubicBezTo>
                  <a:cubicBezTo>
                    <a:pt x="56" y="62"/>
                    <a:pt x="57" y="64"/>
                    <a:pt x="58" y="66"/>
                  </a:cubicBezTo>
                  <a:cubicBezTo>
                    <a:pt x="41" y="66"/>
                    <a:pt x="41" y="66"/>
                    <a:pt x="41" y="66"/>
                  </a:cubicBezTo>
                  <a:lnTo>
                    <a:pt x="41" y="64"/>
                  </a:lnTo>
                  <a:close/>
                  <a:moveTo>
                    <a:pt x="67" y="45"/>
                  </a:moveTo>
                  <a:cubicBezTo>
                    <a:pt x="67" y="45"/>
                    <a:pt x="67" y="44"/>
                    <a:pt x="67" y="44"/>
                  </a:cubicBezTo>
                  <a:cubicBezTo>
                    <a:pt x="66" y="40"/>
                    <a:pt x="64" y="33"/>
                    <a:pt x="65" y="25"/>
                  </a:cubicBezTo>
                  <a:cubicBezTo>
                    <a:pt x="70" y="30"/>
                    <a:pt x="70" y="30"/>
                    <a:pt x="70" y="30"/>
                  </a:cubicBezTo>
                  <a:cubicBezTo>
                    <a:pt x="70" y="37"/>
                    <a:pt x="70" y="37"/>
                    <a:pt x="70" y="37"/>
                  </a:cubicBezTo>
                  <a:cubicBezTo>
                    <a:pt x="70" y="37"/>
                    <a:pt x="70" y="37"/>
                    <a:pt x="70" y="37"/>
                  </a:cubicBezTo>
                  <a:cubicBezTo>
                    <a:pt x="70" y="44"/>
                    <a:pt x="70" y="44"/>
                    <a:pt x="70" y="44"/>
                  </a:cubicBezTo>
                  <a:cubicBezTo>
                    <a:pt x="69" y="45"/>
                    <a:pt x="68" y="45"/>
                    <a:pt x="67" y="45"/>
                  </a:cubicBezTo>
                  <a:close/>
                  <a:moveTo>
                    <a:pt x="75" y="38"/>
                  </a:moveTo>
                  <a:cubicBezTo>
                    <a:pt x="80" y="33"/>
                    <a:pt x="80" y="33"/>
                    <a:pt x="80" y="33"/>
                  </a:cubicBezTo>
                  <a:cubicBezTo>
                    <a:pt x="80" y="38"/>
                    <a:pt x="79" y="42"/>
                    <a:pt x="78" y="44"/>
                  </a:cubicBezTo>
                  <a:cubicBezTo>
                    <a:pt x="78" y="44"/>
                    <a:pt x="77" y="45"/>
                    <a:pt x="77" y="45"/>
                  </a:cubicBezTo>
                  <a:cubicBezTo>
                    <a:pt x="77" y="45"/>
                    <a:pt x="76" y="45"/>
                    <a:pt x="75" y="44"/>
                  </a:cubicBezTo>
                  <a:lnTo>
                    <a:pt x="75" y="38"/>
                  </a:lnTo>
                  <a:close/>
                  <a:moveTo>
                    <a:pt x="126" y="48"/>
                  </a:moveTo>
                  <a:cubicBezTo>
                    <a:pt x="119" y="48"/>
                    <a:pt x="119" y="48"/>
                    <a:pt x="119" y="48"/>
                  </a:cubicBezTo>
                  <a:cubicBezTo>
                    <a:pt x="133" y="35"/>
                    <a:pt x="133" y="35"/>
                    <a:pt x="133" y="35"/>
                  </a:cubicBezTo>
                  <a:cubicBezTo>
                    <a:pt x="131" y="40"/>
                    <a:pt x="129" y="44"/>
                    <a:pt x="126" y="48"/>
                  </a:cubicBezTo>
                  <a:close/>
                  <a:moveTo>
                    <a:pt x="109" y="60"/>
                  </a:moveTo>
                  <a:cubicBezTo>
                    <a:pt x="109" y="57"/>
                    <a:pt x="109" y="57"/>
                    <a:pt x="109" y="57"/>
                  </a:cubicBezTo>
                  <a:cubicBezTo>
                    <a:pt x="113" y="53"/>
                    <a:pt x="113" y="53"/>
                    <a:pt x="113" y="53"/>
                  </a:cubicBezTo>
                  <a:cubicBezTo>
                    <a:pt x="120" y="53"/>
                    <a:pt x="120" y="53"/>
                    <a:pt x="120" y="53"/>
                  </a:cubicBezTo>
                  <a:cubicBezTo>
                    <a:pt x="120" y="53"/>
                    <a:pt x="119" y="54"/>
                    <a:pt x="119" y="54"/>
                  </a:cubicBezTo>
                  <a:cubicBezTo>
                    <a:pt x="115" y="57"/>
                    <a:pt x="111" y="59"/>
                    <a:pt x="109" y="60"/>
                  </a:cubicBezTo>
                  <a:close/>
                  <a:moveTo>
                    <a:pt x="118" y="41"/>
                  </a:moveTo>
                  <a:cubicBezTo>
                    <a:pt x="118" y="36"/>
                    <a:pt x="118" y="36"/>
                    <a:pt x="118" y="36"/>
                  </a:cubicBezTo>
                  <a:cubicBezTo>
                    <a:pt x="121" y="34"/>
                    <a:pt x="125" y="32"/>
                    <a:pt x="129" y="31"/>
                  </a:cubicBezTo>
                  <a:lnTo>
                    <a:pt x="118" y="41"/>
                  </a:lnTo>
                  <a:close/>
                  <a:moveTo>
                    <a:pt x="112" y="46"/>
                  </a:moveTo>
                  <a:cubicBezTo>
                    <a:pt x="105" y="52"/>
                    <a:pt x="105" y="52"/>
                    <a:pt x="105" y="52"/>
                  </a:cubicBezTo>
                  <a:cubicBezTo>
                    <a:pt x="101" y="52"/>
                    <a:pt x="101" y="52"/>
                    <a:pt x="101" y="52"/>
                  </a:cubicBezTo>
                  <a:cubicBezTo>
                    <a:pt x="103" y="49"/>
                    <a:pt x="107" y="45"/>
                    <a:pt x="112" y="40"/>
                  </a:cubicBezTo>
                  <a:cubicBezTo>
                    <a:pt x="112" y="46"/>
                    <a:pt x="112" y="46"/>
                    <a:pt x="112" y="46"/>
                  </a:cubicBezTo>
                  <a:close/>
                  <a:moveTo>
                    <a:pt x="91" y="53"/>
                  </a:moveTo>
                  <a:cubicBezTo>
                    <a:pt x="88" y="53"/>
                    <a:pt x="88" y="53"/>
                    <a:pt x="88" y="53"/>
                  </a:cubicBezTo>
                  <a:cubicBezTo>
                    <a:pt x="99" y="37"/>
                    <a:pt x="99" y="37"/>
                    <a:pt x="99" y="37"/>
                  </a:cubicBezTo>
                  <a:cubicBezTo>
                    <a:pt x="103" y="35"/>
                    <a:pt x="103" y="35"/>
                    <a:pt x="103" y="35"/>
                  </a:cubicBezTo>
                  <a:cubicBezTo>
                    <a:pt x="98" y="44"/>
                    <a:pt x="93" y="50"/>
                    <a:pt x="91" y="53"/>
                  </a:cubicBezTo>
                  <a:close/>
                  <a:moveTo>
                    <a:pt x="106" y="28"/>
                  </a:moveTo>
                  <a:cubicBezTo>
                    <a:pt x="104" y="29"/>
                    <a:pt x="104" y="29"/>
                    <a:pt x="104" y="29"/>
                  </a:cubicBezTo>
                  <a:cubicBezTo>
                    <a:pt x="108" y="22"/>
                    <a:pt x="108" y="22"/>
                    <a:pt x="108" y="22"/>
                  </a:cubicBezTo>
                  <a:cubicBezTo>
                    <a:pt x="108" y="24"/>
                    <a:pt x="107" y="26"/>
                    <a:pt x="106" y="28"/>
                  </a:cubicBezTo>
                  <a:close/>
                  <a:moveTo>
                    <a:pt x="84" y="49"/>
                  </a:moveTo>
                  <a:cubicBezTo>
                    <a:pt x="83" y="49"/>
                    <a:pt x="83" y="48"/>
                    <a:pt x="82" y="48"/>
                  </a:cubicBezTo>
                  <a:cubicBezTo>
                    <a:pt x="83" y="47"/>
                    <a:pt x="83" y="47"/>
                    <a:pt x="83" y="46"/>
                  </a:cubicBezTo>
                  <a:cubicBezTo>
                    <a:pt x="84" y="42"/>
                    <a:pt x="87" y="37"/>
                    <a:pt x="90" y="31"/>
                  </a:cubicBezTo>
                  <a:cubicBezTo>
                    <a:pt x="90" y="39"/>
                    <a:pt x="90" y="39"/>
                    <a:pt x="90" y="39"/>
                  </a:cubicBezTo>
                  <a:lnTo>
                    <a:pt x="84" y="49"/>
                  </a:lnTo>
                  <a:close/>
                  <a:moveTo>
                    <a:pt x="88" y="58"/>
                  </a:moveTo>
                  <a:cubicBezTo>
                    <a:pt x="103" y="58"/>
                    <a:pt x="103" y="58"/>
                    <a:pt x="103" y="58"/>
                  </a:cubicBezTo>
                  <a:cubicBezTo>
                    <a:pt x="103" y="64"/>
                    <a:pt x="103" y="64"/>
                    <a:pt x="103" y="64"/>
                  </a:cubicBezTo>
                  <a:cubicBezTo>
                    <a:pt x="103" y="64"/>
                    <a:pt x="103" y="64"/>
                    <a:pt x="103" y="64"/>
                  </a:cubicBezTo>
                  <a:cubicBezTo>
                    <a:pt x="103" y="66"/>
                    <a:pt x="103" y="66"/>
                    <a:pt x="103" y="66"/>
                  </a:cubicBezTo>
                  <a:cubicBezTo>
                    <a:pt x="87" y="66"/>
                    <a:pt x="87" y="66"/>
                    <a:pt x="87" y="66"/>
                  </a:cubicBezTo>
                  <a:cubicBezTo>
                    <a:pt x="88" y="64"/>
                    <a:pt x="88" y="62"/>
                    <a:pt x="88" y="60"/>
                  </a:cubicBezTo>
                  <a:cubicBezTo>
                    <a:pt x="88" y="59"/>
                    <a:pt x="88" y="59"/>
                    <a:pt x="88" y="58"/>
                  </a:cubicBezTo>
                  <a:close/>
                  <a:moveTo>
                    <a:pt x="109" y="71"/>
                  </a:moveTo>
                  <a:cubicBezTo>
                    <a:pt x="109" y="67"/>
                    <a:pt x="109" y="67"/>
                    <a:pt x="109" y="67"/>
                  </a:cubicBezTo>
                  <a:cubicBezTo>
                    <a:pt x="114" y="66"/>
                    <a:pt x="126" y="64"/>
                    <a:pt x="135" y="71"/>
                  </a:cubicBezTo>
                  <a:cubicBezTo>
                    <a:pt x="109" y="71"/>
                    <a:pt x="109" y="71"/>
                    <a:pt x="109" y="71"/>
                  </a:cubicBezTo>
                  <a:close/>
                  <a:moveTo>
                    <a:pt x="105" y="16"/>
                  </a:moveTo>
                  <a:cubicBezTo>
                    <a:pt x="96" y="30"/>
                    <a:pt x="96" y="30"/>
                    <a:pt x="96" y="30"/>
                  </a:cubicBezTo>
                  <a:cubicBezTo>
                    <a:pt x="96" y="24"/>
                    <a:pt x="96" y="24"/>
                    <a:pt x="96" y="24"/>
                  </a:cubicBezTo>
                  <a:cubicBezTo>
                    <a:pt x="98" y="21"/>
                    <a:pt x="102" y="18"/>
                    <a:pt x="105" y="16"/>
                  </a:cubicBezTo>
                  <a:close/>
                  <a:moveTo>
                    <a:pt x="80" y="22"/>
                  </a:moveTo>
                  <a:cubicBezTo>
                    <a:pt x="80" y="23"/>
                    <a:pt x="80" y="24"/>
                    <a:pt x="80" y="25"/>
                  </a:cubicBezTo>
                  <a:cubicBezTo>
                    <a:pt x="75" y="30"/>
                    <a:pt x="75" y="30"/>
                    <a:pt x="75" y="30"/>
                  </a:cubicBezTo>
                  <a:cubicBezTo>
                    <a:pt x="75" y="29"/>
                    <a:pt x="75" y="29"/>
                    <a:pt x="75" y="29"/>
                  </a:cubicBezTo>
                  <a:cubicBezTo>
                    <a:pt x="75" y="29"/>
                    <a:pt x="75" y="29"/>
                    <a:pt x="75" y="29"/>
                  </a:cubicBezTo>
                  <a:cubicBezTo>
                    <a:pt x="75" y="11"/>
                    <a:pt x="75" y="11"/>
                    <a:pt x="75" y="11"/>
                  </a:cubicBezTo>
                  <a:cubicBezTo>
                    <a:pt x="77" y="14"/>
                    <a:pt x="78" y="17"/>
                    <a:pt x="80" y="22"/>
                  </a:cubicBezTo>
                  <a:close/>
                  <a:moveTo>
                    <a:pt x="70" y="11"/>
                  </a:moveTo>
                  <a:cubicBezTo>
                    <a:pt x="70" y="22"/>
                    <a:pt x="70" y="22"/>
                    <a:pt x="70" y="22"/>
                  </a:cubicBezTo>
                  <a:cubicBezTo>
                    <a:pt x="66" y="19"/>
                    <a:pt x="66" y="19"/>
                    <a:pt x="66" y="19"/>
                  </a:cubicBezTo>
                  <a:cubicBezTo>
                    <a:pt x="67" y="16"/>
                    <a:pt x="68" y="13"/>
                    <a:pt x="70" y="11"/>
                  </a:cubicBezTo>
                  <a:close/>
                  <a:moveTo>
                    <a:pt x="49" y="24"/>
                  </a:moveTo>
                  <a:cubicBezTo>
                    <a:pt x="49" y="30"/>
                    <a:pt x="49" y="30"/>
                    <a:pt x="49" y="30"/>
                  </a:cubicBezTo>
                  <a:cubicBezTo>
                    <a:pt x="40" y="16"/>
                    <a:pt x="40" y="16"/>
                    <a:pt x="40" y="16"/>
                  </a:cubicBezTo>
                  <a:cubicBezTo>
                    <a:pt x="43" y="18"/>
                    <a:pt x="46" y="21"/>
                    <a:pt x="49" y="24"/>
                  </a:cubicBezTo>
                  <a:close/>
                  <a:moveTo>
                    <a:pt x="12" y="76"/>
                  </a:moveTo>
                  <a:cubicBezTo>
                    <a:pt x="36" y="76"/>
                    <a:pt x="36" y="76"/>
                    <a:pt x="36" y="76"/>
                  </a:cubicBezTo>
                  <a:cubicBezTo>
                    <a:pt x="36" y="79"/>
                    <a:pt x="36" y="79"/>
                    <a:pt x="36" y="79"/>
                  </a:cubicBezTo>
                  <a:cubicBezTo>
                    <a:pt x="31" y="80"/>
                    <a:pt x="21" y="81"/>
                    <a:pt x="12" y="76"/>
                  </a:cubicBezTo>
                  <a:close/>
                  <a:moveTo>
                    <a:pt x="92" y="119"/>
                  </a:moveTo>
                  <a:cubicBezTo>
                    <a:pt x="95" y="119"/>
                    <a:pt x="99" y="119"/>
                    <a:pt x="103" y="120"/>
                  </a:cubicBezTo>
                  <a:cubicBezTo>
                    <a:pt x="103" y="129"/>
                    <a:pt x="103" y="129"/>
                    <a:pt x="103" y="129"/>
                  </a:cubicBezTo>
                  <a:cubicBezTo>
                    <a:pt x="100" y="125"/>
                    <a:pt x="95" y="122"/>
                    <a:pt x="92" y="119"/>
                  </a:cubicBezTo>
                  <a:close/>
                  <a:moveTo>
                    <a:pt x="62" y="133"/>
                  </a:moveTo>
                  <a:cubicBezTo>
                    <a:pt x="83" y="133"/>
                    <a:pt x="83" y="133"/>
                    <a:pt x="83" y="133"/>
                  </a:cubicBezTo>
                  <a:cubicBezTo>
                    <a:pt x="83" y="138"/>
                    <a:pt x="83" y="138"/>
                    <a:pt x="83" y="138"/>
                  </a:cubicBezTo>
                  <a:cubicBezTo>
                    <a:pt x="62" y="138"/>
                    <a:pt x="62" y="138"/>
                    <a:pt x="62" y="138"/>
                  </a:cubicBezTo>
                  <a:lnTo>
                    <a:pt x="62" y="133"/>
                  </a:lnTo>
                  <a:close/>
                  <a:moveTo>
                    <a:pt x="52" y="119"/>
                  </a:moveTo>
                  <a:cubicBezTo>
                    <a:pt x="49" y="122"/>
                    <a:pt x="45" y="125"/>
                    <a:pt x="41" y="129"/>
                  </a:cubicBezTo>
                  <a:cubicBezTo>
                    <a:pt x="41" y="120"/>
                    <a:pt x="41" y="120"/>
                    <a:pt x="41" y="120"/>
                  </a:cubicBezTo>
                  <a:cubicBezTo>
                    <a:pt x="45" y="119"/>
                    <a:pt x="49" y="119"/>
                    <a:pt x="52" y="119"/>
                  </a:cubicBezTo>
                  <a:close/>
                  <a:moveTo>
                    <a:pt x="72" y="71"/>
                  </a:moveTo>
                  <a:cubicBezTo>
                    <a:pt x="66" y="71"/>
                    <a:pt x="62" y="66"/>
                    <a:pt x="62" y="60"/>
                  </a:cubicBezTo>
                  <a:cubicBezTo>
                    <a:pt x="62" y="54"/>
                    <a:pt x="66" y="50"/>
                    <a:pt x="72" y="50"/>
                  </a:cubicBezTo>
                  <a:cubicBezTo>
                    <a:pt x="78" y="50"/>
                    <a:pt x="83" y="54"/>
                    <a:pt x="83" y="60"/>
                  </a:cubicBezTo>
                  <a:cubicBezTo>
                    <a:pt x="83" y="66"/>
                    <a:pt x="78" y="71"/>
                    <a:pt x="72" y="71"/>
                  </a:cubicBezTo>
                  <a:close/>
                  <a:moveTo>
                    <a:pt x="109" y="79"/>
                  </a:moveTo>
                  <a:cubicBezTo>
                    <a:pt x="109" y="76"/>
                    <a:pt x="109" y="76"/>
                    <a:pt x="109" y="76"/>
                  </a:cubicBezTo>
                  <a:cubicBezTo>
                    <a:pt x="132" y="76"/>
                    <a:pt x="132" y="76"/>
                    <a:pt x="132" y="76"/>
                  </a:cubicBezTo>
                  <a:cubicBezTo>
                    <a:pt x="123" y="81"/>
                    <a:pt x="113" y="80"/>
                    <a:pt x="109" y="7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0" name="Google Shape;890;p48"/>
            <p:cNvSpPr/>
            <p:nvPr/>
          </p:nvSpPr>
          <p:spPr>
            <a:xfrm>
              <a:off x="6735322" y="2203519"/>
              <a:ext cx="15443" cy="13237"/>
            </a:xfrm>
            <a:custGeom>
              <a:avLst/>
              <a:gdLst/>
              <a:ahLst/>
              <a:cxnLst/>
              <a:rect l="l" t="t" r="r" b="b"/>
              <a:pathLst>
                <a:path w="6" h="5" extrusionOk="0">
                  <a:moveTo>
                    <a:pt x="3" y="0"/>
                  </a:moveTo>
                  <a:cubicBezTo>
                    <a:pt x="2" y="0"/>
                    <a:pt x="2" y="0"/>
                    <a:pt x="1" y="0"/>
                  </a:cubicBezTo>
                  <a:cubicBezTo>
                    <a:pt x="0" y="1"/>
                    <a:pt x="0" y="2"/>
                    <a:pt x="0" y="2"/>
                  </a:cubicBezTo>
                  <a:cubicBezTo>
                    <a:pt x="0" y="3"/>
                    <a:pt x="0" y="4"/>
                    <a:pt x="1" y="4"/>
                  </a:cubicBezTo>
                  <a:cubicBezTo>
                    <a:pt x="2" y="5"/>
                    <a:pt x="2" y="5"/>
                    <a:pt x="3" y="5"/>
                  </a:cubicBezTo>
                  <a:cubicBezTo>
                    <a:pt x="4" y="5"/>
                    <a:pt x="4" y="5"/>
                    <a:pt x="5" y="4"/>
                  </a:cubicBezTo>
                  <a:cubicBezTo>
                    <a:pt x="5" y="4"/>
                    <a:pt x="6" y="3"/>
                    <a:pt x="6" y="2"/>
                  </a:cubicBezTo>
                  <a:cubicBezTo>
                    <a:pt x="6" y="2"/>
                    <a:pt x="5" y="1"/>
                    <a:pt x="5" y="0"/>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1" name="Google Shape;891;p48"/>
            <p:cNvSpPr/>
            <p:nvPr/>
          </p:nvSpPr>
          <p:spPr>
            <a:xfrm>
              <a:off x="6590816" y="2170427"/>
              <a:ext cx="127959" cy="99278"/>
            </a:xfrm>
            <a:custGeom>
              <a:avLst/>
              <a:gdLst/>
              <a:ahLst/>
              <a:cxnLst/>
              <a:rect l="l" t="t" r="r" b="b"/>
              <a:pathLst>
                <a:path w="49" h="38" extrusionOk="0">
                  <a:moveTo>
                    <a:pt x="16" y="31"/>
                  </a:moveTo>
                  <a:cubicBezTo>
                    <a:pt x="22" y="37"/>
                    <a:pt x="22" y="37"/>
                    <a:pt x="22" y="37"/>
                  </a:cubicBezTo>
                  <a:cubicBezTo>
                    <a:pt x="23" y="38"/>
                    <a:pt x="24" y="38"/>
                    <a:pt x="24" y="38"/>
                  </a:cubicBezTo>
                  <a:cubicBezTo>
                    <a:pt x="25" y="38"/>
                    <a:pt x="26" y="38"/>
                    <a:pt x="26" y="37"/>
                  </a:cubicBezTo>
                  <a:cubicBezTo>
                    <a:pt x="33" y="31"/>
                    <a:pt x="33" y="31"/>
                    <a:pt x="33" y="31"/>
                  </a:cubicBezTo>
                  <a:cubicBezTo>
                    <a:pt x="34" y="30"/>
                    <a:pt x="34" y="29"/>
                    <a:pt x="34" y="29"/>
                  </a:cubicBezTo>
                  <a:cubicBezTo>
                    <a:pt x="34" y="20"/>
                    <a:pt x="34" y="20"/>
                    <a:pt x="34" y="20"/>
                  </a:cubicBezTo>
                  <a:cubicBezTo>
                    <a:pt x="35" y="20"/>
                    <a:pt x="37" y="21"/>
                    <a:pt x="39" y="21"/>
                  </a:cubicBezTo>
                  <a:cubicBezTo>
                    <a:pt x="44" y="20"/>
                    <a:pt x="48" y="16"/>
                    <a:pt x="48" y="11"/>
                  </a:cubicBezTo>
                  <a:cubicBezTo>
                    <a:pt x="49" y="5"/>
                    <a:pt x="44" y="0"/>
                    <a:pt x="38" y="0"/>
                  </a:cubicBezTo>
                  <a:cubicBezTo>
                    <a:pt x="33" y="0"/>
                    <a:pt x="28" y="5"/>
                    <a:pt x="28" y="11"/>
                  </a:cubicBezTo>
                  <a:cubicBezTo>
                    <a:pt x="28" y="11"/>
                    <a:pt x="28" y="11"/>
                    <a:pt x="28" y="11"/>
                  </a:cubicBezTo>
                  <a:cubicBezTo>
                    <a:pt x="28" y="11"/>
                    <a:pt x="28" y="11"/>
                    <a:pt x="28" y="11"/>
                  </a:cubicBezTo>
                  <a:cubicBezTo>
                    <a:pt x="28" y="28"/>
                    <a:pt x="28" y="28"/>
                    <a:pt x="28" y="28"/>
                  </a:cubicBezTo>
                  <a:cubicBezTo>
                    <a:pt x="24" y="31"/>
                    <a:pt x="24" y="31"/>
                    <a:pt x="24" y="31"/>
                  </a:cubicBezTo>
                  <a:cubicBezTo>
                    <a:pt x="20" y="28"/>
                    <a:pt x="20" y="28"/>
                    <a:pt x="20" y="28"/>
                  </a:cubicBezTo>
                  <a:cubicBezTo>
                    <a:pt x="20" y="11"/>
                    <a:pt x="20" y="11"/>
                    <a:pt x="20" y="11"/>
                  </a:cubicBezTo>
                  <a:cubicBezTo>
                    <a:pt x="20" y="11"/>
                    <a:pt x="20" y="11"/>
                    <a:pt x="20" y="11"/>
                  </a:cubicBezTo>
                  <a:cubicBezTo>
                    <a:pt x="20" y="11"/>
                    <a:pt x="20" y="11"/>
                    <a:pt x="20" y="11"/>
                  </a:cubicBezTo>
                  <a:cubicBezTo>
                    <a:pt x="20" y="5"/>
                    <a:pt x="15" y="0"/>
                    <a:pt x="10" y="1"/>
                  </a:cubicBezTo>
                  <a:cubicBezTo>
                    <a:pt x="5" y="1"/>
                    <a:pt x="1" y="5"/>
                    <a:pt x="0" y="10"/>
                  </a:cubicBezTo>
                  <a:cubicBezTo>
                    <a:pt x="0" y="16"/>
                    <a:pt x="5" y="21"/>
                    <a:pt x="10" y="21"/>
                  </a:cubicBezTo>
                  <a:cubicBezTo>
                    <a:pt x="12" y="21"/>
                    <a:pt x="13" y="20"/>
                    <a:pt x="15" y="20"/>
                  </a:cubicBezTo>
                  <a:cubicBezTo>
                    <a:pt x="15" y="29"/>
                    <a:pt x="15" y="29"/>
                    <a:pt x="15" y="29"/>
                  </a:cubicBezTo>
                  <a:cubicBezTo>
                    <a:pt x="15" y="29"/>
                    <a:pt x="15" y="30"/>
                    <a:pt x="16" y="31"/>
                  </a:cubicBezTo>
                  <a:close/>
                  <a:moveTo>
                    <a:pt x="38" y="6"/>
                  </a:moveTo>
                  <a:cubicBezTo>
                    <a:pt x="41" y="6"/>
                    <a:pt x="43" y="8"/>
                    <a:pt x="43" y="11"/>
                  </a:cubicBezTo>
                  <a:cubicBezTo>
                    <a:pt x="43" y="13"/>
                    <a:pt x="41" y="15"/>
                    <a:pt x="38" y="15"/>
                  </a:cubicBezTo>
                  <a:cubicBezTo>
                    <a:pt x="36" y="15"/>
                    <a:pt x="34" y="13"/>
                    <a:pt x="34" y="11"/>
                  </a:cubicBezTo>
                  <a:cubicBezTo>
                    <a:pt x="34" y="8"/>
                    <a:pt x="36" y="6"/>
                    <a:pt x="38" y="6"/>
                  </a:cubicBezTo>
                  <a:close/>
                  <a:moveTo>
                    <a:pt x="10" y="15"/>
                  </a:moveTo>
                  <a:cubicBezTo>
                    <a:pt x="8" y="15"/>
                    <a:pt x="6" y="13"/>
                    <a:pt x="6" y="11"/>
                  </a:cubicBezTo>
                  <a:cubicBezTo>
                    <a:pt x="6" y="8"/>
                    <a:pt x="8" y="6"/>
                    <a:pt x="10" y="6"/>
                  </a:cubicBezTo>
                  <a:cubicBezTo>
                    <a:pt x="13" y="6"/>
                    <a:pt x="15" y="8"/>
                    <a:pt x="15" y="11"/>
                  </a:cubicBezTo>
                  <a:cubicBezTo>
                    <a:pt x="15" y="13"/>
                    <a:pt x="13" y="15"/>
                    <a:pt x="10"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2" name="Google Shape;892;p48"/>
            <p:cNvSpPr/>
            <p:nvPr/>
          </p:nvSpPr>
          <p:spPr>
            <a:xfrm>
              <a:off x="6634940" y="2096519"/>
              <a:ext cx="37505" cy="34196"/>
            </a:xfrm>
            <a:custGeom>
              <a:avLst/>
              <a:gdLst/>
              <a:ahLst/>
              <a:cxnLst/>
              <a:rect l="l" t="t" r="r" b="b"/>
              <a:pathLst>
                <a:path w="14" h="13" extrusionOk="0">
                  <a:moveTo>
                    <a:pt x="7" y="0"/>
                  </a:moveTo>
                  <a:cubicBezTo>
                    <a:pt x="4" y="0"/>
                    <a:pt x="0" y="3"/>
                    <a:pt x="0" y="6"/>
                  </a:cubicBezTo>
                  <a:cubicBezTo>
                    <a:pt x="0" y="10"/>
                    <a:pt x="4" y="13"/>
                    <a:pt x="7" y="13"/>
                  </a:cubicBezTo>
                  <a:cubicBezTo>
                    <a:pt x="11" y="13"/>
                    <a:pt x="14" y="10"/>
                    <a:pt x="14" y="6"/>
                  </a:cubicBezTo>
                  <a:cubicBezTo>
                    <a:pt x="14" y="3"/>
                    <a:pt x="11" y="0"/>
                    <a:pt x="7" y="0"/>
                  </a:cubicBezTo>
                  <a:close/>
                  <a:moveTo>
                    <a:pt x="7" y="7"/>
                  </a:moveTo>
                  <a:cubicBezTo>
                    <a:pt x="7" y="7"/>
                    <a:pt x="6" y="7"/>
                    <a:pt x="6" y="6"/>
                  </a:cubicBezTo>
                  <a:cubicBezTo>
                    <a:pt x="6" y="6"/>
                    <a:pt x="7" y="5"/>
                    <a:pt x="7" y="5"/>
                  </a:cubicBezTo>
                  <a:cubicBezTo>
                    <a:pt x="8" y="5"/>
                    <a:pt x="8" y="6"/>
                    <a:pt x="8" y="6"/>
                  </a:cubicBezTo>
                  <a:cubicBezTo>
                    <a:pt x="8" y="7"/>
                    <a:pt x="8" y="7"/>
                    <a:pt x="7"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93" name="Google Shape;893;p48"/>
          <p:cNvGrpSpPr/>
          <p:nvPr/>
        </p:nvGrpSpPr>
        <p:grpSpPr>
          <a:xfrm>
            <a:off x="5583141" y="1955323"/>
            <a:ext cx="377258" cy="377258"/>
            <a:chOff x="5616786" y="1955323"/>
            <a:chExt cx="377258" cy="377258"/>
          </a:xfrm>
        </p:grpSpPr>
        <p:sp>
          <p:nvSpPr>
            <p:cNvPr id="894" name="Google Shape;894;p48"/>
            <p:cNvSpPr/>
            <p:nvPr/>
          </p:nvSpPr>
          <p:spPr>
            <a:xfrm>
              <a:off x="5797693" y="2041364"/>
              <a:ext cx="15443" cy="15443"/>
            </a:xfrm>
            <a:custGeom>
              <a:avLst/>
              <a:gdLst/>
              <a:ahLst/>
              <a:cxnLst/>
              <a:rect l="l" t="t" r="r" b="b"/>
              <a:pathLst>
                <a:path w="6" h="6" extrusionOk="0">
                  <a:moveTo>
                    <a:pt x="3" y="6"/>
                  </a:moveTo>
                  <a:cubicBezTo>
                    <a:pt x="4" y="6"/>
                    <a:pt x="5" y="6"/>
                    <a:pt x="5" y="5"/>
                  </a:cubicBezTo>
                  <a:cubicBezTo>
                    <a:pt x="6" y="5"/>
                    <a:pt x="6" y="4"/>
                    <a:pt x="6" y="3"/>
                  </a:cubicBezTo>
                  <a:cubicBezTo>
                    <a:pt x="6" y="2"/>
                    <a:pt x="6" y="2"/>
                    <a:pt x="5" y="1"/>
                  </a:cubicBezTo>
                  <a:cubicBezTo>
                    <a:pt x="5" y="1"/>
                    <a:pt x="4" y="0"/>
                    <a:pt x="3" y="0"/>
                  </a:cubicBezTo>
                  <a:cubicBezTo>
                    <a:pt x="2" y="0"/>
                    <a:pt x="2" y="1"/>
                    <a:pt x="1" y="1"/>
                  </a:cubicBezTo>
                  <a:cubicBezTo>
                    <a:pt x="1" y="2"/>
                    <a:pt x="0" y="2"/>
                    <a:pt x="0" y="3"/>
                  </a:cubicBezTo>
                  <a:cubicBezTo>
                    <a:pt x="0" y="4"/>
                    <a:pt x="1" y="5"/>
                    <a:pt x="1" y="5"/>
                  </a:cubicBezTo>
                  <a:cubicBezTo>
                    <a:pt x="2" y="6"/>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5" name="Google Shape;895;p48"/>
            <p:cNvSpPr/>
            <p:nvPr/>
          </p:nvSpPr>
          <p:spPr>
            <a:xfrm>
              <a:off x="5616786" y="1955323"/>
              <a:ext cx="377258" cy="377258"/>
            </a:xfrm>
            <a:custGeom>
              <a:avLst/>
              <a:gdLst/>
              <a:ahLst/>
              <a:cxnLst/>
              <a:rect l="l" t="t" r="r" b="b"/>
              <a:pathLst>
                <a:path w="144" h="144" extrusionOk="0">
                  <a:moveTo>
                    <a:pt x="141" y="127"/>
                  </a:moveTo>
                  <a:cubicBezTo>
                    <a:pt x="138" y="127"/>
                    <a:pt x="138" y="127"/>
                    <a:pt x="138" y="127"/>
                  </a:cubicBezTo>
                  <a:cubicBezTo>
                    <a:pt x="138" y="119"/>
                    <a:pt x="138" y="119"/>
                    <a:pt x="138" y="119"/>
                  </a:cubicBezTo>
                  <a:cubicBezTo>
                    <a:pt x="138" y="117"/>
                    <a:pt x="136" y="116"/>
                    <a:pt x="135" y="116"/>
                  </a:cubicBezTo>
                  <a:cubicBezTo>
                    <a:pt x="133" y="116"/>
                    <a:pt x="133" y="116"/>
                    <a:pt x="133" y="116"/>
                  </a:cubicBezTo>
                  <a:cubicBezTo>
                    <a:pt x="133" y="111"/>
                    <a:pt x="133" y="111"/>
                    <a:pt x="133" y="111"/>
                  </a:cubicBezTo>
                  <a:cubicBezTo>
                    <a:pt x="133" y="108"/>
                    <a:pt x="131" y="106"/>
                    <a:pt x="129" y="105"/>
                  </a:cubicBezTo>
                  <a:cubicBezTo>
                    <a:pt x="129" y="95"/>
                    <a:pt x="129" y="95"/>
                    <a:pt x="129" y="95"/>
                  </a:cubicBezTo>
                  <a:cubicBezTo>
                    <a:pt x="129" y="94"/>
                    <a:pt x="128" y="93"/>
                    <a:pt x="126" y="92"/>
                  </a:cubicBezTo>
                  <a:cubicBezTo>
                    <a:pt x="125" y="92"/>
                    <a:pt x="123" y="93"/>
                    <a:pt x="123" y="95"/>
                  </a:cubicBezTo>
                  <a:cubicBezTo>
                    <a:pt x="123" y="104"/>
                    <a:pt x="123" y="104"/>
                    <a:pt x="123" y="104"/>
                  </a:cubicBezTo>
                  <a:cubicBezTo>
                    <a:pt x="118" y="104"/>
                    <a:pt x="118" y="104"/>
                    <a:pt x="118" y="104"/>
                  </a:cubicBezTo>
                  <a:cubicBezTo>
                    <a:pt x="118" y="64"/>
                    <a:pt x="118" y="64"/>
                    <a:pt x="118" y="64"/>
                  </a:cubicBezTo>
                  <a:cubicBezTo>
                    <a:pt x="123" y="64"/>
                    <a:pt x="123" y="64"/>
                    <a:pt x="123" y="64"/>
                  </a:cubicBezTo>
                  <a:cubicBezTo>
                    <a:pt x="123" y="73"/>
                    <a:pt x="123" y="73"/>
                    <a:pt x="123" y="73"/>
                  </a:cubicBezTo>
                  <a:cubicBezTo>
                    <a:pt x="123" y="75"/>
                    <a:pt x="124" y="76"/>
                    <a:pt x="126" y="76"/>
                  </a:cubicBezTo>
                  <a:cubicBezTo>
                    <a:pt x="127" y="76"/>
                    <a:pt x="129" y="75"/>
                    <a:pt x="129" y="73"/>
                  </a:cubicBezTo>
                  <a:cubicBezTo>
                    <a:pt x="129" y="64"/>
                    <a:pt x="129" y="64"/>
                    <a:pt x="129" y="64"/>
                  </a:cubicBezTo>
                  <a:cubicBezTo>
                    <a:pt x="131" y="62"/>
                    <a:pt x="133" y="60"/>
                    <a:pt x="133" y="57"/>
                  </a:cubicBezTo>
                  <a:cubicBezTo>
                    <a:pt x="133" y="52"/>
                    <a:pt x="133" y="52"/>
                    <a:pt x="133" y="52"/>
                  </a:cubicBezTo>
                  <a:cubicBezTo>
                    <a:pt x="137" y="52"/>
                    <a:pt x="137" y="52"/>
                    <a:pt x="137" y="52"/>
                  </a:cubicBezTo>
                  <a:cubicBezTo>
                    <a:pt x="137" y="52"/>
                    <a:pt x="138" y="52"/>
                    <a:pt x="138" y="51"/>
                  </a:cubicBezTo>
                  <a:cubicBezTo>
                    <a:pt x="138" y="39"/>
                    <a:pt x="138" y="39"/>
                    <a:pt x="138" y="39"/>
                  </a:cubicBezTo>
                  <a:cubicBezTo>
                    <a:pt x="139" y="39"/>
                    <a:pt x="139" y="39"/>
                    <a:pt x="139" y="39"/>
                  </a:cubicBezTo>
                  <a:cubicBezTo>
                    <a:pt x="139" y="39"/>
                    <a:pt x="139" y="39"/>
                    <a:pt x="139" y="39"/>
                  </a:cubicBezTo>
                  <a:cubicBezTo>
                    <a:pt x="142" y="37"/>
                    <a:pt x="141" y="35"/>
                    <a:pt x="139" y="34"/>
                  </a:cubicBezTo>
                  <a:cubicBezTo>
                    <a:pt x="73" y="1"/>
                    <a:pt x="73" y="1"/>
                    <a:pt x="73" y="1"/>
                  </a:cubicBezTo>
                  <a:cubicBezTo>
                    <a:pt x="73" y="0"/>
                    <a:pt x="72" y="0"/>
                    <a:pt x="71" y="1"/>
                  </a:cubicBezTo>
                  <a:cubicBezTo>
                    <a:pt x="5" y="34"/>
                    <a:pt x="5" y="34"/>
                    <a:pt x="5" y="34"/>
                  </a:cubicBezTo>
                  <a:cubicBezTo>
                    <a:pt x="3" y="35"/>
                    <a:pt x="3" y="37"/>
                    <a:pt x="5" y="39"/>
                  </a:cubicBezTo>
                  <a:cubicBezTo>
                    <a:pt x="5" y="39"/>
                    <a:pt x="5" y="39"/>
                    <a:pt x="6" y="39"/>
                  </a:cubicBezTo>
                  <a:cubicBezTo>
                    <a:pt x="7" y="39"/>
                    <a:pt x="7" y="39"/>
                    <a:pt x="7" y="39"/>
                  </a:cubicBezTo>
                  <a:cubicBezTo>
                    <a:pt x="7" y="51"/>
                    <a:pt x="7" y="51"/>
                    <a:pt x="7" y="51"/>
                  </a:cubicBezTo>
                  <a:cubicBezTo>
                    <a:pt x="7" y="52"/>
                    <a:pt x="7" y="52"/>
                    <a:pt x="8" y="52"/>
                  </a:cubicBezTo>
                  <a:cubicBezTo>
                    <a:pt x="11" y="52"/>
                    <a:pt x="11" y="52"/>
                    <a:pt x="11" y="52"/>
                  </a:cubicBezTo>
                  <a:cubicBezTo>
                    <a:pt x="11" y="57"/>
                    <a:pt x="11" y="57"/>
                    <a:pt x="11" y="57"/>
                  </a:cubicBezTo>
                  <a:cubicBezTo>
                    <a:pt x="11" y="60"/>
                    <a:pt x="13" y="62"/>
                    <a:pt x="16" y="64"/>
                  </a:cubicBezTo>
                  <a:cubicBezTo>
                    <a:pt x="16" y="105"/>
                    <a:pt x="16" y="105"/>
                    <a:pt x="16" y="105"/>
                  </a:cubicBezTo>
                  <a:cubicBezTo>
                    <a:pt x="13" y="106"/>
                    <a:pt x="11" y="108"/>
                    <a:pt x="11" y="111"/>
                  </a:cubicBezTo>
                  <a:cubicBezTo>
                    <a:pt x="11" y="116"/>
                    <a:pt x="11" y="116"/>
                    <a:pt x="11" y="116"/>
                  </a:cubicBezTo>
                  <a:cubicBezTo>
                    <a:pt x="9" y="116"/>
                    <a:pt x="9" y="116"/>
                    <a:pt x="9" y="116"/>
                  </a:cubicBezTo>
                  <a:cubicBezTo>
                    <a:pt x="8" y="116"/>
                    <a:pt x="7" y="117"/>
                    <a:pt x="7" y="119"/>
                  </a:cubicBezTo>
                  <a:cubicBezTo>
                    <a:pt x="7" y="127"/>
                    <a:pt x="7" y="127"/>
                    <a:pt x="7" y="127"/>
                  </a:cubicBezTo>
                  <a:cubicBezTo>
                    <a:pt x="3" y="127"/>
                    <a:pt x="3" y="127"/>
                    <a:pt x="3" y="127"/>
                  </a:cubicBezTo>
                  <a:cubicBezTo>
                    <a:pt x="2" y="127"/>
                    <a:pt x="0" y="128"/>
                    <a:pt x="0" y="130"/>
                  </a:cubicBezTo>
                  <a:cubicBezTo>
                    <a:pt x="0" y="141"/>
                    <a:pt x="0" y="141"/>
                    <a:pt x="0" y="141"/>
                  </a:cubicBezTo>
                  <a:cubicBezTo>
                    <a:pt x="0" y="142"/>
                    <a:pt x="2" y="144"/>
                    <a:pt x="3" y="144"/>
                  </a:cubicBezTo>
                  <a:cubicBezTo>
                    <a:pt x="141" y="144"/>
                    <a:pt x="141" y="144"/>
                    <a:pt x="141" y="144"/>
                  </a:cubicBezTo>
                  <a:cubicBezTo>
                    <a:pt x="143" y="144"/>
                    <a:pt x="144" y="142"/>
                    <a:pt x="144" y="141"/>
                  </a:cubicBezTo>
                  <a:cubicBezTo>
                    <a:pt x="144" y="130"/>
                    <a:pt x="144" y="130"/>
                    <a:pt x="144" y="130"/>
                  </a:cubicBezTo>
                  <a:cubicBezTo>
                    <a:pt x="144" y="128"/>
                    <a:pt x="143" y="127"/>
                    <a:pt x="141" y="127"/>
                  </a:cubicBezTo>
                  <a:close/>
                  <a:moveTo>
                    <a:pt x="128" y="111"/>
                  </a:moveTo>
                  <a:cubicBezTo>
                    <a:pt x="128" y="116"/>
                    <a:pt x="128" y="116"/>
                    <a:pt x="128" y="116"/>
                  </a:cubicBezTo>
                  <a:cubicBezTo>
                    <a:pt x="113" y="116"/>
                    <a:pt x="113" y="116"/>
                    <a:pt x="113" y="116"/>
                  </a:cubicBezTo>
                  <a:cubicBezTo>
                    <a:pt x="113" y="111"/>
                    <a:pt x="113" y="111"/>
                    <a:pt x="113" y="111"/>
                  </a:cubicBezTo>
                  <a:cubicBezTo>
                    <a:pt x="113" y="110"/>
                    <a:pt x="114" y="110"/>
                    <a:pt x="115" y="110"/>
                  </a:cubicBezTo>
                  <a:cubicBezTo>
                    <a:pt x="126" y="110"/>
                    <a:pt x="126" y="110"/>
                    <a:pt x="126" y="110"/>
                  </a:cubicBezTo>
                  <a:cubicBezTo>
                    <a:pt x="127" y="110"/>
                    <a:pt x="128" y="110"/>
                    <a:pt x="128" y="111"/>
                  </a:cubicBezTo>
                  <a:close/>
                  <a:moveTo>
                    <a:pt x="101" y="116"/>
                  </a:moveTo>
                  <a:cubicBezTo>
                    <a:pt x="101" y="111"/>
                    <a:pt x="101" y="111"/>
                    <a:pt x="101" y="111"/>
                  </a:cubicBezTo>
                  <a:cubicBezTo>
                    <a:pt x="101" y="108"/>
                    <a:pt x="99" y="106"/>
                    <a:pt x="97" y="105"/>
                  </a:cubicBezTo>
                  <a:cubicBezTo>
                    <a:pt x="97" y="64"/>
                    <a:pt x="97" y="64"/>
                    <a:pt x="97" y="64"/>
                  </a:cubicBezTo>
                  <a:cubicBezTo>
                    <a:pt x="99" y="62"/>
                    <a:pt x="101" y="60"/>
                    <a:pt x="101" y="57"/>
                  </a:cubicBezTo>
                  <a:cubicBezTo>
                    <a:pt x="101" y="52"/>
                    <a:pt x="101" y="52"/>
                    <a:pt x="101" y="52"/>
                  </a:cubicBezTo>
                  <a:cubicBezTo>
                    <a:pt x="107" y="52"/>
                    <a:pt x="107" y="52"/>
                    <a:pt x="107" y="52"/>
                  </a:cubicBezTo>
                  <a:cubicBezTo>
                    <a:pt x="107" y="57"/>
                    <a:pt x="107" y="57"/>
                    <a:pt x="107" y="57"/>
                  </a:cubicBezTo>
                  <a:cubicBezTo>
                    <a:pt x="107" y="60"/>
                    <a:pt x="109" y="62"/>
                    <a:pt x="112" y="64"/>
                  </a:cubicBezTo>
                  <a:cubicBezTo>
                    <a:pt x="112" y="105"/>
                    <a:pt x="112" y="105"/>
                    <a:pt x="112" y="105"/>
                  </a:cubicBezTo>
                  <a:cubicBezTo>
                    <a:pt x="109" y="106"/>
                    <a:pt x="107" y="108"/>
                    <a:pt x="107" y="111"/>
                  </a:cubicBezTo>
                  <a:cubicBezTo>
                    <a:pt x="107" y="116"/>
                    <a:pt x="107" y="116"/>
                    <a:pt x="107" y="116"/>
                  </a:cubicBezTo>
                  <a:lnTo>
                    <a:pt x="101" y="116"/>
                  </a:lnTo>
                  <a:close/>
                  <a:moveTo>
                    <a:pt x="69" y="116"/>
                  </a:moveTo>
                  <a:cubicBezTo>
                    <a:pt x="69" y="111"/>
                    <a:pt x="69" y="111"/>
                    <a:pt x="69" y="111"/>
                  </a:cubicBezTo>
                  <a:cubicBezTo>
                    <a:pt x="69" y="108"/>
                    <a:pt x="67" y="106"/>
                    <a:pt x="65" y="105"/>
                  </a:cubicBezTo>
                  <a:cubicBezTo>
                    <a:pt x="65" y="64"/>
                    <a:pt x="65" y="64"/>
                    <a:pt x="65" y="64"/>
                  </a:cubicBezTo>
                  <a:cubicBezTo>
                    <a:pt x="67" y="62"/>
                    <a:pt x="69" y="60"/>
                    <a:pt x="69" y="57"/>
                  </a:cubicBezTo>
                  <a:cubicBezTo>
                    <a:pt x="69" y="52"/>
                    <a:pt x="69" y="52"/>
                    <a:pt x="69" y="52"/>
                  </a:cubicBezTo>
                  <a:cubicBezTo>
                    <a:pt x="75" y="52"/>
                    <a:pt x="75" y="52"/>
                    <a:pt x="75" y="52"/>
                  </a:cubicBezTo>
                  <a:cubicBezTo>
                    <a:pt x="75" y="57"/>
                    <a:pt x="75" y="57"/>
                    <a:pt x="75" y="57"/>
                  </a:cubicBezTo>
                  <a:cubicBezTo>
                    <a:pt x="75" y="60"/>
                    <a:pt x="77" y="62"/>
                    <a:pt x="80" y="64"/>
                  </a:cubicBezTo>
                  <a:cubicBezTo>
                    <a:pt x="80" y="105"/>
                    <a:pt x="80" y="105"/>
                    <a:pt x="80" y="105"/>
                  </a:cubicBezTo>
                  <a:cubicBezTo>
                    <a:pt x="77" y="106"/>
                    <a:pt x="75" y="108"/>
                    <a:pt x="75" y="111"/>
                  </a:cubicBezTo>
                  <a:cubicBezTo>
                    <a:pt x="75" y="116"/>
                    <a:pt x="75" y="116"/>
                    <a:pt x="75" y="116"/>
                  </a:cubicBezTo>
                  <a:lnTo>
                    <a:pt x="69" y="116"/>
                  </a:lnTo>
                  <a:close/>
                  <a:moveTo>
                    <a:pt x="37" y="116"/>
                  </a:moveTo>
                  <a:cubicBezTo>
                    <a:pt x="37" y="111"/>
                    <a:pt x="37" y="111"/>
                    <a:pt x="37" y="111"/>
                  </a:cubicBezTo>
                  <a:cubicBezTo>
                    <a:pt x="37" y="108"/>
                    <a:pt x="35" y="106"/>
                    <a:pt x="32" y="105"/>
                  </a:cubicBezTo>
                  <a:cubicBezTo>
                    <a:pt x="32" y="64"/>
                    <a:pt x="32" y="64"/>
                    <a:pt x="32" y="64"/>
                  </a:cubicBezTo>
                  <a:cubicBezTo>
                    <a:pt x="35" y="62"/>
                    <a:pt x="37" y="60"/>
                    <a:pt x="37" y="57"/>
                  </a:cubicBezTo>
                  <a:cubicBezTo>
                    <a:pt x="37" y="52"/>
                    <a:pt x="37" y="52"/>
                    <a:pt x="37" y="52"/>
                  </a:cubicBezTo>
                  <a:cubicBezTo>
                    <a:pt x="43" y="52"/>
                    <a:pt x="43" y="52"/>
                    <a:pt x="43" y="52"/>
                  </a:cubicBezTo>
                  <a:cubicBezTo>
                    <a:pt x="43" y="57"/>
                    <a:pt x="43" y="57"/>
                    <a:pt x="43" y="57"/>
                  </a:cubicBezTo>
                  <a:cubicBezTo>
                    <a:pt x="43" y="60"/>
                    <a:pt x="45" y="62"/>
                    <a:pt x="48" y="64"/>
                  </a:cubicBezTo>
                  <a:cubicBezTo>
                    <a:pt x="48" y="105"/>
                    <a:pt x="48" y="105"/>
                    <a:pt x="48" y="105"/>
                  </a:cubicBezTo>
                  <a:cubicBezTo>
                    <a:pt x="45" y="106"/>
                    <a:pt x="43" y="108"/>
                    <a:pt x="43" y="111"/>
                  </a:cubicBezTo>
                  <a:cubicBezTo>
                    <a:pt x="43" y="116"/>
                    <a:pt x="43" y="116"/>
                    <a:pt x="43" y="116"/>
                  </a:cubicBezTo>
                  <a:lnTo>
                    <a:pt x="37" y="116"/>
                  </a:lnTo>
                  <a:close/>
                  <a:moveTo>
                    <a:pt x="21" y="64"/>
                  </a:moveTo>
                  <a:cubicBezTo>
                    <a:pt x="27" y="64"/>
                    <a:pt x="27" y="64"/>
                    <a:pt x="27" y="64"/>
                  </a:cubicBezTo>
                  <a:cubicBezTo>
                    <a:pt x="27" y="104"/>
                    <a:pt x="27" y="104"/>
                    <a:pt x="27" y="104"/>
                  </a:cubicBezTo>
                  <a:cubicBezTo>
                    <a:pt x="21" y="104"/>
                    <a:pt x="21" y="104"/>
                    <a:pt x="21" y="104"/>
                  </a:cubicBezTo>
                  <a:lnTo>
                    <a:pt x="21" y="64"/>
                  </a:lnTo>
                  <a:close/>
                  <a:moveTo>
                    <a:pt x="53" y="64"/>
                  </a:moveTo>
                  <a:cubicBezTo>
                    <a:pt x="59" y="64"/>
                    <a:pt x="59" y="64"/>
                    <a:pt x="59" y="64"/>
                  </a:cubicBezTo>
                  <a:cubicBezTo>
                    <a:pt x="59" y="104"/>
                    <a:pt x="59" y="104"/>
                    <a:pt x="59" y="104"/>
                  </a:cubicBezTo>
                  <a:cubicBezTo>
                    <a:pt x="53" y="104"/>
                    <a:pt x="53" y="104"/>
                    <a:pt x="53" y="104"/>
                  </a:cubicBezTo>
                  <a:lnTo>
                    <a:pt x="53" y="64"/>
                  </a:lnTo>
                  <a:close/>
                  <a:moveTo>
                    <a:pt x="64" y="57"/>
                  </a:moveTo>
                  <a:cubicBezTo>
                    <a:pt x="64" y="58"/>
                    <a:pt x="63" y="59"/>
                    <a:pt x="62" y="59"/>
                  </a:cubicBezTo>
                  <a:cubicBezTo>
                    <a:pt x="51" y="59"/>
                    <a:pt x="51" y="59"/>
                    <a:pt x="51" y="59"/>
                  </a:cubicBezTo>
                  <a:cubicBezTo>
                    <a:pt x="50" y="59"/>
                    <a:pt x="49" y="58"/>
                    <a:pt x="49" y="57"/>
                  </a:cubicBezTo>
                  <a:cubicBezTo>
                    <a:pt x="49" y="52"/>
                    <a:pt x="49" y="52"/>
                    <a:pt x="49" y="52"/>
                  </a:cubicBezTo>
                  <a:cubicBezTo>
                    <a:pt x="64" y="52"/>
                    <a:pt x="64" y="52"/>
                    <a:pt x="64" y="52"/>
                  </a:cubicBezTo>
                  <a:cubicBezTo>
                    <a:pt x="64" y="57"/>
                    <a:pt x="64" y="57"/>
                    <a:pt x="64" y="57"/>
                  </a:cubicBezTo>
                  <a:close/>
                  <a:moveTo>
                    <a:pt x="51" y="110"/>
                  </a:moveTo>
                  <a:cubicBezTo>
                    <a:pt x="62" y="110"/>
                    <a:pt x="62" y="110"/>
                    <a:pt x="62" y="110"/>
                  </a:cubicBezTo>
                  <a:cubicBezTo>
                    <a:pt x="63" y="110"/>
                    <a:pt x="64" y="110"/>
                    <a:pt x="64" y="111"/>
                  </a:cubicBezTo>
                  <a:cubicBezTo>
                    <a:pt x="64" y="116"/>
                    <a:pt x="64" y="116"/>
                    <a:pt x="64" y="116"/>
                  </a:cubicBezTo>
                  <a:cubicBezTo>
                    <a:pt x="49" y="116"/>
                    <a:pt x="49" y="116"/>
                    <a:pt x="49" y="116"/>
                  </a:cubicBezTo>
                  <a:cubicBezTo>
                    <a:pt x="49" y="111"/>
                    <a:pt x="49" y="111"/>
                    <a:pt x="49" y="111"/>
                  </a:cubicBezTo>
                  <a:cubicBezTo>
                    <a:pt x="49" y="110"/>
                    <a:pt x="50" y="110"/>
                    <a:pt x="51" y="110"/>
                  </a:cubicBezTo>
                  <a:close/>
                  <a:moveTo>
                    <a:pt x="85" y="64"/>
                  </a:moveTo>
                  <a:cubicBezTo>
                    <a:pt x="91" y="64"/>
                    <a:pt x="91" y="64"/>
                    <a:pt x="91" y="64"/>
                  </a:cubicBezTo>
                  <a:cubicBezTo>
                    <a:pt x="91" y="104"/>
                    <a:pt x="91" y="104"/>
                    <a:pt x="91" y="104"/>
                  </a:cubicBezTo>
                  <a:cubicBezTo>
                    <a:pt x="85" y="104"/>
                    <a:pt x="85" y="104"/>
                    <a:pt x="85" y="104"/>
                  </a:cubicBezTo>
                  <a:lnTo>
                    <a:pt x="85" y="64"/>
                  </a:lnTo>
                  <a:close/>
                  <a:moveTo>
                    <a:pt x="94" y="59"/>
                  </a:moveTo>
                  <a:cubicBezTo>
                    <a:pt x="83" y="59"/>
                    <a:pt x="83" y="59"/>
                    <a:pt x="83" y="59"/>
                  </a:cubicBezTo>
                  <a:cubicBezTo>
                    <a:pt x="82" y="59"/>
                    <a:pt x="81" y="58"/>
                    <a:pt x="81" y="57"/>
                  </a:cubicBezTo>
                  <a:cubicBezTo>
                    <a:pt x="81" y="52"/>
                    <a:pt x="81" y="52"/>
                    <a:pt x="81" y="52"/>
                  </a:cubicBezTo>
                  <a:cubicBezTo>
                    <a:pt x="95" y="52"/>
                    <a:pt x="95" y="52"/>
                    <a:pt x="95" y="52"/>
                  </a:cubicBezTo>
                  <a:cubicBezTo>
                    <a:pt x="95" y="57"/>
                    <a:pt x="95" y="57"/>
                    <a:pt x="95" y="57"/>
                  </a:cubicBezTo>
                  <a:cubicBezTo>
                    <a:pt x="95" y="58"/>
                    <a:pt x="95" y="59"/>
                    <a:pt x="94" y="59"/>
                  </a:cubicBezTo>
                  <a:close/>
                  <a:moveTo>
                    <a:pt x="81" y="111"/>
                  </a:moveTo>
                  <a:cubicBezTo>
                    <a:pt x="81" y="110"/>
                    <a:pt x="82" y="110"/>
                    <a:pt x="83" y="110"/>
                  </a:cubicBezTo>
                  <a:cubicBezTo>
                    <a:pt x="94" y="110"/>
                    <a:pt x="94" y="110"/>
                    <a:pt x="94" y="110"/>
                  </a:cubicBezTo>
                  <a:cubicBezTo>
                    <a:pt x="95" y="110"/>
                    <a:pt x="95" y="110"/>
                    <a:pt x="95" y="111"/>
                  </a:cubicBezTo>
                  <a:cubicBezTo>
                    <a:pt x="95" y="116"/>
                    <a:pt x="95" y="116"/>
                    <a:pt x="95" y="116"/>
                  </a:cubicBezTo>
                  <a:cubicBezTo>
                    <a:pt x="81" y="116"/>
                    <a:pt x="81" y="116"/>
                    <a:pt x="81" y="116"/>
                  </a:cubicBezTo>
                  <a:cubicBezTo>
                    <a:pt x="81" y="111"/>
                    <a:pt x="81" y="111"/>
                    <a:pt x="81" y="111"/>
                  </a:cubicBezTo>
                  <a:close/>
                  <a:moveTo>
                    <a:pt x="126" y="59"/>
                  </a:moveTo>
                  <a:cubicBezTo>
                    <a:pt x="115" y="59"/>
                    <a:pt x="115" y="59"/>
                    <a:pt x="115" y="59"/>
                  </a:cubicBezTo>
                  <a:cubicBezTo>
                    <a:pt x="114" y="59"/>
                    <a:pt x="113" y="58"/>
                    <a:pt x="113" y="57"/>
                  </a:cubicBezTo>
                  <a:cubicBezTo>
                    <a:pt x="113" y="52"/>
                    <a:pt x="113" y="52"/>
                    <a:pt x="113" y="52"/>
                  </a:cubicBezTo>
                  <a:cubicBezTo>
                    <a:pt x="128" y="52"/>
                    <a:pt x="128" y="52"/>
                    <a:pt x="128" y="52"/>
                  </a:cubicBezTo>
                  <a:cubicBezTo>
                    <a:pt x="128" y="57"/>
                    <a:pt x="128" y="57"/>
                    <a:pt x="128" y="57"/>
                  </a:cubicBezTo>
                  <a:cubicBezTo>
                    <a:pt x="128" y="58"/>
                    <a:pt x="127" y="59"/>
                    <a:pt x="126" y="59"/>
                  </a:cubicBezTo>
                  <a:close/>
                  <a:moveTo>
                    <a:pt x="58" y="39"/>
                  </a:moveTo>
                  <a:cubicBezTo>
                    <a:pt x="60" y="39"/>
                    <a:pt x="61" y="38"/>
                    <a:pt x="61" y="37"/>
                  </a:cubicBezTo>
                  <a:cubicBezTo>
                    <a:pt x="61" y="35"/>
                    <a:pt x="60" y="33"/>
                    <a:pt x="58" y="33"/>
                  </a:cubicBezTo>
                  <a:cubicBezTo>
                    <a:pt x="18" y="33"/>
                    <a:pt x="18" y="33"/>
                    <a:pt x="18" y="33"/>
                  </a:cubicBezTo>
                  <a:cubicBezTo>
                    <a:pt x="72" y="6"/>
                    <a:pt x="72" y="6"/>
                    <a:pt x="72" y="6"/>
                  </a:cubicBezTo>
                  <a:cubicBezTo>
                    <a:pt x="126" y="33"/>
                    <a:pt x="126" y="33"/>
                    <a:pt x="126" y="33"/>
                  </a:cubicBezTo>
                  <a:cubicBezTo>
                    <a:pt x="87" y="33"/>
                    <a:pt x="87" y="33"/>
                    <a:pt x="87" y="33"/>
                  </a:cubicBezTo>
                  <a:cubicBezTo>
                    <a:pt x="86" y="33"/>
                    <a:pt x="84" y="34"/>
                    <a:pt x="84" y="36"/>
                  </a:cubicBezTo>
                  <a:cubicBezTo>
                    <a:pt x="84" y="37"/>
                    <a:pt x="85" y="39"/>
                    <a:pt x="87" y="39"/>
                  </a:cubicBezTo>
                  <a:cubicBezTo>
                    <a:pt x="132" y="39"/>
                    <a:pt x="132" y="39"/>
                    <a:pt x="132" y="39"/>
                  </a:cubicBezTo>
                  <a:cubicBezTo>
                    <a:pt x="132" y="47"/>
                    <a:pt x="132" y="47"/>
                    <a:pt x="132" y="47"/>
                  </a:cubicBezTo>
                  <a:cubicBezTo>
                    <a:pt x="12" y="47"/>
                    <a:pt x="12" y="47"/>
                    <a:pt x="12" y="47"/>
                  </a:cubicBezTo>
                  <a:cubicBezTo>
                    <a:pt x="12" y="39"/>
                    <a:pt x="12" y="39"/>
                    <a:pt x="12" y="39"/>
                  </a:cubicBezTo>
                  <a:lnTo>
                    <a:pt x="58" y="39"/>
                  </a:lnTo>
                  <a:close/>
                  <a:moveTo>
                    <a:pt x="31" y="52"/>
                  </a:moveTo>
                  <a:cubicBezTo>
                    <a:pt x="31" y="57"/>
                    <a:pt x="31" y="57"/>
                    <a:pt x="31" y="57"/>
                  </a:cubicBezTo>
                  <a:cubicBezTo>
                    <a:pt x="31" y="58"/>
                    <a:pt x="31" y="59"/>
                    <a:pt x="30" y="59"/>
                  </a:cubicBezTo>
                  <a:cubicBezTo>
                    <a:pt x="18" y="59"/>
                    <a:pt x="18" y="59"/>
                    <a:pt x="18" y="59"/>
                  </a:cubicBezTo>
                  <a:cubicBezTo>
                    <a:pt x="18" y="59"/>
                    <a:pt x="17" y="58"/>
                    <a:pt x="17" y="57"/>
                  </a:cubicBezTo>
                  <a:cubicBezTo>
                    <a:pt x="17" y="52"/>
                    <a:pt x="17" y="52"/>
                    <a:pt x="17" y="52"/>
                  </a:cubicBezTo>
                  <a:lnTo>
                    <a:pt x="31" y="52"/>
                  </a:lnTo>
                  <a:close/>
                  <a:moveTo>
                    <a:pt x="18" y="110"/>
                  </a:moveTo>
                  <a:cubicBezTo>
                    <a:pt x="30" y="110"/>
                    <a:pt x="30" y="110"/>
                    <a:pt x="30" y="110"/>
                  </a:cubicBezTo>
                  <a:cubicBezTo>
                    <a:pt x="31" y="110"/>
                    <a:pt x="31" y="110"/>
                    <a:pt x="31" y="111"/>
                  </a:cubicBezTo>
                  <a:cubicBezTo>
                    <a:pt x="31" y="116"/>
                    <a:pt x="31" y="116"/>
                    <a:pt x="31" y="116"/>
                  </a:cubicBezTo>
                  <a:cubicBezTo>
                    <a:pt x="17" y="116"/>
                    <a:pt x="17" y="116"/>
                    <a:pt x="17" y="116"/>
                  </a:cubicBezTo>
                  <a:cubicBezTo>
                    <a:pt x="17" y="111"/>
                    <a:pt x="17" y="111"/>
                    <a:pt x="17" y="111"/>
                  </a:cubicBezTo>
                  <a:cubicBezTo>
                    <a:pt x="17" y="110"/>
                    <a:pt x="18" y="110"/>
                    <a:pt x="18" y="110"/>
                  </a:cubicBezTo>
                  <a:close/>
                  <a:moveTo>
                    <a:pt x="12" y="121"/>
                  </a:moveTo>
                  <a:cubicBezTo>
                    <a:pt x="132" y="121"/>
                    <a:pt x="132" y="121"/>
                    <a:pt x="132" y="121"/>
                  </a:cubicBezTo>
                  <a:cubicBezTo>
                    <a:pt x="132" y="127"/>
                    <a:pt x="132" y="127"/>
                    <a:pt x="132" y="127"/>
                  </a:cubicBezTo>
                  <a:cubicBezTo>
                    <a:pt x="12" y="127"/>
                    <a:pt x="12" y="127"/>
                    <a:pt x="12" y="127"/>
                  </a:cubicBezTo>
                  <a:lnTo>
                    <a:pt x="12" y="121"/>
                  </a:lnTo>
                  <a:close/>
                  <a:moveTo>
                    <a:pt x="138" y="138"/>
                  </a:moveTo>
                  <a:cubicBezTo>
                    <a:pt x="6" y="138"/>
                    <a:pt x="6" y="138"/>
                    <a:pt x="6" y="138"/>
                  </a:cubicBezTo>
                  <a:cubicBezTo>
                    <a:pt x="6" y="133"/>
                    <a:pt x="6" y="133"/>
                    <a:pt x="6" y="133"/>
                  </a:cubicBezTo>
                  <a:cubicBezTo>
                    <a:pt x="138" y="133"/>
                    <a:pt x="138" y="133"/>
                    <a:pt x="138" y="133"/>
                  </a:cubicBezTo>
                  <a:lnTo>
                    <a:pt x="138" y="1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6" name="Google Shape;896;p48"/>
            <p:cNvSpPr/>
            <p:nvPr/>
          </p:nvSpPr>
          <p:spPr>
            <a:xfrm>
              <a:off x="5938889" y="2167117"/>
              <a:ext cx="15443" cy="15443"/>
            </a:xfrm>
            <a:custGeom>
              <a:avLst/>
              <a:gdLst/>
              <a:ahLst/>
              <a:cxnLst/>
              <a:rect l="l" t="t" r="r" b="b"/>
              <a:pathLst>
                <a:path w="6" h="6" extrusionOk="0">
                  <a:moveTo>
                    <a:pt x="3" y="0"/>
                  </a:moveTo>
                  <a:cubicBezTo>
                    <a:pt x="2" y="0"/>
                    <a:pt x="2" y="1"/>
                    <a:pt x="1" y="1"/>
                  </a:cubicBezTo>
                  <a:cubicBezTo>
                    <a:pt x="0" y="2"/>
                    <a:pt x="0" y="2"/>
                    <a:pt x="0" y="3"/>
                  </a:cubicBezTo>
                  <a:cubicBezTo>
                    <a:pt x="0" y="4"/>
                    <a:pt x="0" y="5"/>
                    <a:pt x="1" y="5"/>
                  </a:cubicBezTo>
                  <a:cubicBezTo>
                    <a:pt x="2" y="6"/>
                    <a:pt x="2" y="6"/>
                    <a:pt x="3" y="6"/>
                  </a:cubicBezTo>
                  <a:cubicBezTo>
                    <a:pt x="4" y="6"/>
                    <a:pt x="4" y="6"/>
                    <a:pt x="5" y="5"/>
                  </a:cubicBezTo>
                  <a:cubicBezTo>
                    <a:pt x="5" y="5"/>
                    <a:pt x="6" y="4"/>
                    <a:pt x="6" y="3"/>
                  </a:cubicBezTo>
                  <a:cubicBezTo>
                    <a:pt x="6" y="2"/>
                    <a:pt x="5" y="2"/>
                    <a:pt x="5" y="1"/>
                  </a:cubicBezTo>
                  <a:cubicBezTo>
                    <a:pt x="4"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97" name="Google Shape;897;p48"/>
          <p:cNvGrpSpPr/>
          <p:nvPr/>
        </p:nvGrpSpPr>
        <p:grpSpPr>
          <a:xfrm>
            <a:off x="3975935" y="1955323"/>
            <a:ext cx="329825" cy="377258"/>
            <a:chOff x="3965455" y="1955323"/>
            <a:chExt cx="329825" cy="377258"/>
          </a:xfrm>
        </p:grpSpPr>
        <p:sp>
          <p:nvSpPr>
            <p:cNvPr id="898" name="Google Shape;898;p48"/>
            <p:cNvSpPr/>
            <p:nvPr/>
          </p:nvSpPr>
          <p:spPr>
            <a:xfrm>
              <a:off x="3965455" y="1955323"/>
              <a:ext cx="329825" cy="377258"/>
            </a:xfrm>
            <a:custGeom>
              <a:avLst/>
              <a:gdLst/>
              <a:ahLst/>
              <a:cxnLst/>
              <a:rect l="l" t="t" r="r" b="b"/>
              <a:pathLst>
                <a:path w="126" h="144" extrusionOk="0">
                  <a:moveTo>
                    <a:pt x="122" y="68"/>
                  </a:moveTo>
                  <a:cubicBezTo>
                    <a:pt x="116" y="53"/>
                    <a:pt x="109" y="32"/>
                    <a:pt x="106" y="25"/>
                  </a:cubicBezTo>
                  <a:cubicBezTo>
                    <a:pt x="112" y="23"/>
                    <a:pt x="115" y="18"/>
                    <a:pt x="115" y="12"/>
                  </a:cubicBezTo>
                  <a:cubicBezTo>
                    <a:pt x="114" y="6"/>
                    <a:pt x="109" y="1"/>
                    <a:pt x="103" y="0"/>
                  </a:cubicBezTo>
                  <a:cubicBezTo>
                    <a:pt x="96" y="0"/>
                    <a:pt x="90" y="6"/>
                    <a:pt x="90" y="13"/>
                  </a:cubicBezTo>
                  <a:cubicBezTo>
                    <a:pt x="90" y="13"/>
                    <a:pt x="90" y="13"/>
                    <a:pt x="90" y="13"/>
                  </a:cubicBezTo>
                  <a:cubicBezTo>
                    <a:pt x="37" y="13"/>
                    <a:pt x="37" y="13"/>
                    <a:pt x="37" y="13"/>
                  </a:cubicBezTo>
                  <a:cubicBezTo>
                    <a:pt x="37" y="13"/>
                    <a:pt x="37" y="13"/>
                    <a:pt x="37" y="13"/>
                  </a:cubicBezTo>
                  <a:cubicBezTo>
                    <a:pt x="37" y="6"/>
                    <a:pt x="31" y="0"/>
                    <a:pt x="23" y="0"/>
                  </a:cubicBezTo>
                  <a:cubicBezTo>
                    <a:pt x="17" y="1"/>
                    <a:pt x="12" y="6"/>
                    <a:pt x="12" y="12"/>
                  </a:cubicBezTo>
                  <a:cubicBezTo>
                    <a:pt x="11" y="18"/>
                    <a:pt x="15" y="23"/>
                    <a:pt x="21" y="25"/>
                  </a:cubicBezTo>
                  <a:cubicBezTo>
                    <a:pt x="18" y="32"/>
                    <a:pt x="10" y="53"/>
                    <a:pt x="4" y="68"/>
                  </a:cubicBezTo>
                  <a:cubicBezTo>
                    <a:pt x="2" y="74"/>
                    <a:pt x="0" y="81"/>
                    <a:pt x="0" y="88"/>
                  </a:cubicBezTo>
                  <a:cubicBezTo>
                    <a:pt x="0" y="97"/>
                    <a:pt x="2" y="105"/>
                    <a:pt x="7" y="112"/>
                  </a:cubicBezTo>
                  <a:cubicBezTo>
                    <a:pt x="12" y="120"/>
                    <a:pt x="20" y="125"/>
                    <a:pt x="30" y="129"/>
                  </a:cubicBezTo>
                  <a:cubicBezTo>
                    <a:pt x="30" y="129"/>
                    <a:pt x="30" y="129"/>
                    <a:pt x="30" y="130"/>
                  </a:cubicBezTo>
                  <a:cubicBezTo>
                    <a:pt x="30" y="141"/>
                    <a:pt x="30" y="141"/>
                    <a:pt x="30" y="141"/>
                  </a:cubicBezTo>
                  <a:cubicBezTo>
                    <a:pt x="30" y="142"/>
                    <a:pt x="31" y="144"/>
                    <a:pt x="33" y="144"/>
                  </a:cubicBezTo>
                  <a:cubicBezTo>
                    <a:pt x="99" y="144"/>
                    <a:pt x="99" y="144"/>
                    <a:pt x="99" y="144"/>
                  </a:cubicBezTo>
                  <a:cubicBezTo>
                    <a:pt x="100" y="144"/>
                    <a:pt x="101" y="142"/>
                    <a:pt x="101" y="141"/>
                  </a:cubicBezTo>
                  <a:cubicBezTo>
                    <a:pt x="101" y="130"/>
                    <a:pt x="101" y="130"/>
                    <a:pt x="101" y="130"/>
                  </a:cubicBezTo>
                  <a:cubicBezTo>
                    <a:pt x="101" y="129"/>
                    <a:pt x="101" y="128"/>
                    <a:pt x="100" y="127"/>
                  </a:cubicBezTo>
                  <a:cubicBezTo>
                    <a:pt x="109" y="124"/>
                    <a:pt x="115" y="119"/>
                    <a:pt x="120" y="112"/>
                  </a:cubicBezTo>
                  <a:cubicBezTo>
                    <a:pt x="124" y="105"/>
                    <a:pt x="126" y="97"/>
                    <a:pt x="126" y="88"/>
                  </a:cubicBezTo>
                  <a:cubicBezTo>
                    <a:pt x="126" y="81"/>
                    <a:pt x="125" y="74"/>
                    <a:pt x="122" y="68"/>
                  </a:cubicBezTo>
                  <a:close/>
                  <a:moveTo>
                    <a:pt x="103" y="6"/>
                  </a:moveTo>
                  <a:cubicBezTo>
                    <a:pt x="106" y="6"/>
                    <a:pt x="109" y="9"/>
                    <a:pt x="109" y="13"/>
                  </a:cubicBezTo>
                  <a:cubicBezTo>
                    <a:pt x="109" y="17"/>
                    <a:pt x="106" y="20"/>
                    <a:pt x="103" y="20"/>
                  </a:cubicBezTo>
                  <a:cubicBezTo>
                    <a:pt x="99" y="20"/>
                    <a:pt x="96" y="17"/>
                    <a:pt x="96" y="13"/>
                  </a:cubicBezTo>
                  <a:cubicBezTo>
                    <a:pt x="96" y="9"/>
                    <a:pt x="99" y="6"/>
                    <a:pt x="103" y="6"/>
                  </a:cubicBezTo>
                  <a:close/>
                  <a:moveTo>
                    <a:pt x="98" y="53"/>
                  </a:moveTo>
                  <a:cubicBezTo>
                    <a:pt x="102" y="66"/>
                    <a:pt x="106" y="78"/>
                    <a:pt x="101" y="88"/>
                  </a:cubicBezTo>
                  <a:cubicBezTo>
                    <a:pt x="98" y="97"/>
                    <a:pt x="93" y="102"/>
                    <a:pt x="85" y="105"/>
                  </a:cubicBezTo>
                  <a:cubicBezTo>
                    <a:pt x="85" y="19"/>
                    <a:pt x="85" y="19"/>
                    <a:pt x="85" y="19"/>
                  </a:cubicBezTo>
                  <a:cubicBezTo>
                    <a:pt x="90" y="19"/>
                    <a:pt x="90" y="19"/>
                    <a:pt x="90" y="19"/>
                  </a:cubicBezTo>
                  <a:cubicBezTo>
                    <a:pt x="91" y="32"/>
                    <a:pt x="95" y="43"/>
                    <a:pt x="98" y="53"/>
                  </a:cubicBezTo>
                  <a:close/>
                  <a:moveTo>
                    <a:pt x="70" y="35"/>
                  </a:moveTo>
                  <a:cubicBezTo>
                    <a:pt x="68" y="35"/>
                    <a:pt x="67" y="36"/>
                    <a:pt x="67" y="38"/>
                  </a:cubicBezTo>
                  <a:cubicBezTo>
                    <a:pt x="67" y="106"/>
                    <a:pt x="67" y="106"/>
                    <a:pt x="67" y="106"/>
                  </a:cubicBezTo>
                  <a:cubicBezTo>
                    <a:pt x="67" y="106"/>
                    <a:pt x="67" y="107"/>
                    <a:pt x="67" y="107"/>
                  </a:cubicBezTo>
                  <a:cubicBezTo>
                    <a:pt x="60" y="107"/>
                    <a:pt x="60" y="107"/>
                    <a:pt x="60" y="107"/>
                  </a:cubicBezTo>
                  <a:cubicBezTo>
                    <a:pt x="60" y="19"/>
                    <a:pt x="60" y="19"/>
                    <a:pt x="60" y="19"/>
                  </a:cubicBezTo>
                  <a:cubicBezTo>
                    <a:pt x="79" y="19"/>
                    <a:pt x="79" y="19"/>
                    <a:pt x="79" y="19"/>
                  </a:cubicBezTo>
                  <a:cubicBezTo>
                    <a:pt x="79" y="106"/>
                    <a:pt x="79" y="106"/>
                    <a:pt x="79" y="106"/>
                  </a:cubicBezTo>
                  <a:cubicBezTo>
                    <a:pt x="77" y="106"/>
                    <a:pt x="75" y="106"/>
                    <a:pt x="73" y="107"/>
                  </a:cubicBezTo>
                  <a:cubicBezTo>
                    <a:pt x="73" y="106"/>
                    <a:pt x="73" y="106"/>
                    <a:pt x="73" y="106"/>
                  </a:cubicBezTo>
                  <a:cubicBezTo>
                    <a:pt x="73" y="38"/>
                    <a:pt x="73" y="38"/>
                    <a:pt x="73" y="38"/>
                  </a:cubicBezTo>
                  <a:cubicBezTo>
                    <a:pt x="73" y="36"/>
                    <a:pt x="72" y="35"/>
                    <a:pt x="70" y="35"/>
                  </a:cubicBezTo>
                  <a:close/>
                  <a:moveTo>
                    <a:pt x="55" y="19"/>
                  </a:moveTo>
                  <a:cubicBezTo>
                    <a:pt x="55" y="107"/>
                    <a:pt x="55" y="107"/>
                    <a:pt x="55" y="107"/>
                  </a:cubicBezTo>
                  <a:cubicBezTo>
                    <a:pt x="52" y="106"/>
                    <a:pt x="50" y="106"/>
                    <a:pt x="48" y="106"/>
                  </a:cubicBezTo>
                  <a:cubicBezTo>
                    <a:pt x="48" y="38"/>
                    <a:pt x="48" y="38"/>
                    <a:pt x="48" y="38"/>
                  </a:cubicBezTo>
                  <a:cubicBezTo>
                    <a:pt x="48" y="36"/>
                    <a:pt x="47" y="35"/>
                    <a:pt x="45" y="35"/>
                  </a:cubicBezTo>
                  <a:cubicBezTo>
                    <a:pt x="44" y="35"/>
                    <a:pt x="42" y="36"/>
                    <a:pt x="42" y="38"/>
                  </a:cubicBezTo>
                  <a:cubicBezTo>
                    <a:pt x="42" y="105"/>
                    <a:pt x="42" y="105"/>
                    <a:pt x="42" y="105"/>
                  </a:cubicBezTo>
                  <a:cubicBezTo>
                    <a:pt x="34" y="102"/>
                    <a:pt x="29" y="97"/>
                    <a:pt x="26" y="88"/>
                  </a:cubicBezTo>
                  <a:cubicBezTo>
                    <a:pt x="22" y="78"/>
                    <a:pt x="25" y="66"/>
                    <a:pt x="29" y="53"/>
                  </a:cubicBezTo>
                  <a:cubicBezTo>
                    <a:pt x="33" y="43"/>
                    <a:pt x="36" y="32"/>
                    <a:pt x="37" y="19"/>
                  </a:cubicBezTo>
                  <a:cubicBezTo>
                    <a:pt x="55" y="19"/>
                    <a:pt x="55" y="19"/>
                    <a:pt x="55" y="19"/>
                  </a:cubicBezTo>
                  <a:close/>
                  <a:moveTo>
                    <a:pt x="18" y="13"/>
                  </a:moveTo>
                  <a:cubicBezTo>
                    <a:pt x="18" y="9"/>
                    <a:pt x="21" y="6"/>
                    <a:pt x="25" y="6"/>
                  </a:cubicBezTo>
                  <a:cubicBezTo>
                    <a:pt x="28" y="6"/>
                    <a:pt x="32" y="9"/>
                    <a:pt x="32" y="13"/>
                  </a:cubicBezTo>
                  <a:cubicBezTo>
                    <a:pt x="32" y="17"/>
                    <a:pt x="28" y="20"/>
                    <a:pt x="25" y="20"/>
                  </a:cubicBezTo>
                  <a:cubicBezTo>
                    <a:pt x="21" y="20"/>
                    <a:pt x="18" y="17"/>
                    <a:pt x="18" y="13"/>
                  </a:cubicBezTo>
                  <a:close/>
                  <a:moveTo>
                    <a:pt x="96" y="133"/>
                  </a:moveTo>
                  <a:cubicBezTo>
                    <a:pt x="96" y="138"/>
                    <a:pt x="96" y="138"/>
                    <a:pt x="96" y="138"/>
                  </a:cubicBezTo>
                  <a:cubicBezTo>
                    <a:pt x="36" y="138"/>
                    <a:pt x="36" y="138"/>
                    <a:pt x="36" y="138"/>
                  </a:cubicBezTo>
                  <a:cubicBezTo>
                    <a:pt x="36" y="133"/>
                    <a:pt x="36" y="133"/>
                    <a:pt x="36" y="133"/>
                  </a:cubicBezTo>
                  <a:lnTo>
                    <a:pt x="96" y="133"/>
                  </a:lnTo>
                  <a:close/>
                  <a:moveTo>
                    <a:pt x="115" y="109"/>
                  </a:moveTo>
                  <a:cubicBezTo>
                    <a:pt x="107" y="121"/>
                    <a:pt x="91" y="127"/>
                    <a:pt x="68" y="127"/>
                  </a:cubicBezTo>
                  <a:cubicBezTo>
                    <a:pt x="59" y="127"/>
                    <a:pt x="59" y="127"/>
                    <a:pt x="59" y="127"/>
                  </a:cubicBezTo>
                  <a:cubicBezTo>
                    <a:pt x="36" y="127"/>
                    <a:pt x="20" y="121"/>
                    <a:pt x="12" y="109"/>
                  </a:cubicBezTo>
                  <a:cubicBezTo>
                    <a:pt x="3" y="96"/>
                    <a:pt x="7" y="78"/>
                    <a:pt x="10" y="70"/>
                  </a:cubicBezTo>
                  <a:cubicBezTo>
                    <a:pt x="17" y="54"/>
                    <a:pt x="25" y="32"/>
                    <a:pt x="27" y="26"/>
                  </a:cubicBezTo>
                  <a:cubicBezTo>
                    <a:pt x="28" y="26"/>
                    <a:pt x="30" y="25"/>
                    <a:pt x="31" y="24"/>
                  </a:cubicBezTo>
                  <a:cubicBezTo>
                    <a:pt x="30" y="35"/>
                    <a:pt x="27" y="44"/>
                    <a:pt x="24" y="52"/>
                  </a:cubicBezTo>
                  <a:cubicBezTo>
                    <a:pt x="20" y="66"/>
                    <a:pt x="16" y="78"/>
                    <a:pt x="21" y="91"/>
                  </a:cubicBezTo>
                  <a:cubicBezTo>
                    <a:pt x="24" y="99"/>
                    <a:pt x="28" y="104"/>
                    <a:pt x="35" y="108"/>
                  </a:cubicBezTo>
                  <a:cubicBezTo>
                    <a:pt x="41" y="111"/>
                    <a:pt x="49" y="112"/>
                    <a:pt x="59" y="112"/>
                  </a:cubicBezTo>
                  <a:cubicBezTo>
                    <a:pt x="68" y="112"/>
                    <a:pt x="68" y="112"/>
                    <a:pt x="68" y="112"/>
                  </a:cubicBezTo>
                  <a:cubicBezTo>
                    <a:pt x="79" y="112"/>
                    <a:pt x="86" y="111"/>
                    <a:pt x="92" y="108"/>
                  </a:cubicBezTo>
                  <a:cubicBezTo>
                    <a:pt x="99" y="104"/>
                    <a:pt x="103" y="99"/>
                    <a:pt x="106" y="91"/>
                  </a:cubicBezTo>
                  <a:cubicBezTo>
                    <a:pt x="111" y="78"/>
                    <a:pt x="107" y="66"/>
                    <a:pt x="103" y="52"/>
                  </a:cubicBezTo>
                  <a:cubicBezTo>
                    <a:pt x="100" y="44"/>
                    <a:pt x="97" y="35"/>
                    <a:pt x="96" y="24"/>
                  </a:cubicBezTo>
                  <a:cubicBezTo>
                    <a:pt x="97" y="25"/>
                    <a:pt x="99" y="26"/>
                    <a:pt x="100" y="26"/>
                  </a:cubicBezTo>
                  <a:cubicBezTo>
                    <a:pt x="103" y="32"/>
                    <a:pt x="111" y="54"/>
                    <a:pt x="117" y="70"/>
                  </a:cubicBezTo>
                  <a:cubicBezTo>
                    <a:pt x="121" y="78"/>
                    <a:pt x="124" y="96"/>
                    <a:pt x="115" y="10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9" name="Google Shape;899;p48"/>
            <p:cNvSpPr/>
            <p:nvPr/>
          </p:nvSpPr>
          <p:spPr>
            <a:xfrm>
              <a:off x="4075765" y="2018200"/>
              <a:ext cx="15443" cy="13237"/>
            </a:xfrm>
            <a:custGeom>
              <a:avLst/>
              <a:gdLst/>
              <a:ahLst/>
              <a:cxnLst/>
              <a:rect l="l" t="t" r="r" b="b"/>
              <a:pathLst>
                <a:path w="6" h="5" extrusionOk="0">
                  <a:moveTo>
                    <a:pt x="3" y="5"/>
                  </a:moveTo>
                  <a:cubicBezTo>
                    <a:pt x="4" y="5"/>
                    <a:pt x="5" y="5"/>
                    <a:pt x="5" y="4"/>
                  </a:cubicBezTo>
                  <a:cubicBezTo>
                    <a:pt x="6" y="4"/>
                    <a:pt x="6" y="3"/>
                    <a:pt x="6" y="2"/>
                  </a:cubicBezTo>
                  <a:cubicBezTo>
                    <a:pt x="6" y="2"/>
                    <a:pt x="6" y="1"/>
                    <a:pt x="5" y="0"/>
                  </a:cubicBezTo>
                  <a:cubicBezTo>
                    <a:pt x="5" y="0"/>
                    <a:pt x="4" y="0"/>
                    <a:pt x="3" y="0"/>
                  </a:cubicBezTo>
                  <a:cubicBezTo>
                    <a:pt x="2" y="0"/>
                    <a:pt x="2" y="0"/>
                    <a:pt x="1" y="0"/>
                  </a:cubicBezTo>
                  <a:cubicBezTo>
                    <a:pt x="1" y="1"/>
                    <a:pt x="0" y="2"/>
                    <a:pt x="0" y="2"/>
                  </a:cubicBezTo>
                  <a:cubicBezTo>
                    <a:pt x="0" y="3"/>
                    <a:pt x="1" y="4"/>
                    <a:pt x="1" y="4"/>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0" name="Google Shape;900;p48"/>
            <p:cNvSpPr/>
            <p:nvPr/>
          </p:nvSpPr>
          <p:spPr>
            <a:xfrm>
              <a:off x="4140848" y="2018200"/>
              <a:ext cx="15443" cy="13237"/>
            </a:xfrm>
            <a:custGeom>
              <a:avLst/>
              <a:gdLst/>
              <a:ahLst/>
              <a:cxnLst/>
              <a:rect l="l" t="t" r="r" b="b"/>
              <a:pathLst>
                <a:path w="6" h="5" extrusionOk="0">
                  <a:moveTo>
                    <a:pt x="5" y="0"/>
                  </a:moveTo>
                  <a:cubicBezTo>
                    <a:pt x="4" y="0"/>
                    <a:pt x="4" y="0"/>
                    <a:pt x="3" y="0"/>
                  </a:cubicBezTo>
                  <a:cubicBezTo>
                    <a:pt x="2" y="0"/>
                    <a:pt x="1" y="0"/>
                    <a:pt x="1" y="0"/>
                  </a:cubicBezTo>
                  <a:cubicBezTo>
                    <a:pt x="0" y="1"/>
                    <a:pt x="0" y="2"/>
                    <a:pt x="0" y="2"/>
                  </a:cubicBezTo>
                  <a:cubicBezTo>
                    <a:pt x="0" y="3"/>
                    <a:pt x="0" y="4"/>
                    <a:pt x="1" y="4"/>
                  </a:cubicBezTo>
                  <a:cubicBezTo>
                    <a:pt x="1" y="5"/>
                    <a:pt x="2" y="5"/>
                    <a:pt x="3" y="5"/>
                  </a:cubicBezTo>
                  <a:cubicBezTo>
                    <a:pt x="4" y="5"/>
                    <a:pt x="4" y="5"/>
                    <a:pt x="5" y="4"/>
                  </a:cubicBezTo>
                  <a:cubicBezTo>
                    <a:pt x="5" y="4"/>
                    <a:pt x="6" y="3"/>
                    <a:pt x="6" y="2"/>
                  </a:cubicBezTo>
                  <a:cubicBezTo>
                    <a:pt x="6" y="2"/>
                    <a:pt x="5" y="1"/>
                    <a:pt x="5"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01" name="Google Shape;901;p48"/>
          <p:cNvGrpSpPr/>
          <p:nvPr/>
        </p:nvGrpSpPr>
        <p:grpSpPr>
          <a:xfrm>
            <a:off x="3135930" y="1955323"/>
            <a:ext cx="376155" cy="377258"/>
            <a:chOff x="3114971" y="1955323"/>
            <a:chExt cx="376155" cy="377258"/>
          </a:xfrm>
        </p:grpSpPr>
        <p:sp>
          <p:nvSpPr>
            <p:cNvPr id="902" name="Google Shape;902;p48"/>
            <p:cNvSpPr/>
            <p:nvPr/>
          </p:nvSpPr>
          <p:spPr>
            <a:xfrm>
              <a:off x="3114971" y="1955323"/>
              <a:ext cx="376155" cy="377258"/>
            </a:xfrm>
            <a:custGeom>
              <a:avLst/>
              <a:gdLst/>
              <a:ahLst/>
              <a:cxnLst/>
              <a:rect l="l" t="t" r="r" b="b"/>
              <a:pathLst>
                <a:path w="144" h="144" extrusionOk="0">
                  <a:moveTo>
                    <a:pt x="136" y="0"/>
                  </a:moveTo>
                  <a:cubicBezTo>
                    <a:pt x="9" y="0"/>
                    <a:pt x="9" y="0"/>
                    <a:pt x="9" y="0"/>
                  </a:cubicBezTo>
                  <a:cubicBezTo>
                    <a:pt x="4" y="0"/>
                    <a:pt x="0" y="4"/>
                    <a:pt x="0" y="9"/>
                  </a:cubicBezTo>
                  <a:cubicBezTo>
                    <a:pt x="0" y="135"/>
                    <a:pt x="0" y="135"/>
                    <a:pt x="0" y="135"/>
                  </a:cubicBezTo>
                  <a:cubicBezTo>
                    <a:pt x="0" y="140"/>
                    <a:pt x="4" y="144"/>
                    <a:pt x="9" y="144"/>
                  </a:cubicBezTo>
                  <a:cubicBezTo>
                    <a:pt x="136" y="144"/>
                    <a:pt x="136" y="144"/>
                    <a:pt x="136" y="144"/>
                  </a:cubicBezTo>
                  <a:cubicBezTo>
                    <a:pt x="140" y="144"/>
                    <a:pt x="144" y="140"/>
                    <a:pt x="144" y="135"/>
                  </a:cubicBezTo>
                  <a:cubicBezTo>
                    <a:pt x="144" y="9"/>
                    <a:pt x="144" y="9"/>
                    <a:pt x="144" y="9"/>
                  </a:cubicBezTo>
                  <a:cubicBezTo>
                    <a:pt x="144" y="4"/>
                    <a:pt x="140" y="0"/>
                    <a:pt x="136" y="0"/>
                  </a:cubicBezTo>
                  <a:close/>
                  <a:moveTo>
                    <a:pt x="6" y="135"/>
                  </a:moveTo>
                  <a:cubicBezTo>
                    <a:pt x="6" y="9"/>
                    <a:pt x="6" y="9"/>
                    <a:pt x="6" y="9"/>
                  </a:cubicBezTo>
                  <a:cubicBezTo>
                    <a:pt x="6" y="7"/>
                    <a:pt x="7" y="6"/>
                    <a:pt x="9" y="6"/>
                  </a:cubicBezTo>
                  <a:cubicBezTo>
                    <a:pt x="69" y="6"/>
                    <a:pt x="69" y="6"/>
                    <a:pt x="69" y="6"/>
                  </a:cubicBezTo>
                  <a:cubicBezTo>
                    <a:pt x="69" y="69"/>
                    <a:pt x="69" y="69"/>
                    <a:pt x="69" y="69"/>
                  </a:cubicBezTo>
                  <a:cubicBezTo>
                    <a:pt x="26" y="69"/>
                    <a:pt x="26" y="69"/>
                    <a:pt x="26" y="69"/>
                  </a:cubicBezTo>
                  <a:cubicBezTo>
                    <a:pt x="24" y="69"/>
                    <a:pt x="23" y="70"/>
                    <a:pt x="23" y="72"/>
                  </a:cubicBezTo>
                  <a:cubicBezTo>
                    <a:pt x="22" y="73"/>
                    <a:pt x="24" y="75"/>
                    <a:pt x="26" y="75"/>
                  </a:cubicBezTo>
                  <a:cubicBezTo>
                    <a:pt x="69" y="75"/>
                    <a:pt x="69" y="75"/>
                    <a:pt x="69" y="75"/>
                  </a:cubicBezTo>
                  <a:cubicBezTo>
                    <a:pt x="69" y="138"/>
                    <a:pt x="69" y="138"/>
                    <a:pt x="69" y="138"/>
                  </a:cubicBezTo>
                  <a:cubicBezTo>
                    <a:pt x="9" y="138"/>
                    <a:pt x="9" y="138"/>
                    <a:pt x="9" y="138"/>
                  </a:cubicBezTo>
                  <a:cubicBezTo>
                    <a:pt x="7" y="138"/>
                    <a:pt x="6" y="137"/>
                    <a:pt x="6" y="135"/>
                  </a:cubicBezTo>
                  <a:close/>
                  <a:moveTo>
                    <a:pt x="138" y="135"/>
                  </a:moveTo>
                  <a:cubicBezTo>
                    <a:pt x="138" y="137"/>
                    <a:pt x="137" y="138"/>
                    <a:pt x="136" y="138"/>
                  </a:cubicBezTo>
                  <a:cubicBezTo>
                    <a:pt x="75" y="138"/>
                    <a:pt x="75" y="138"/>
                    <a:pt x="75" y="138"/>
                  </a:cubicBezTo>
                  <a:cubicBezTo>
                    <a:pt x="75" y="75"/>
                    <a:pt x="75" y="75"/>
                    <a:pt x="75" y="75"/>
                  </a:cubicBezTo>
                  <a:cubicBezTo>
                    <a:pt x="133" y="75"/>
                    <a:pt x="133" y="75"/>
                    <a:pt x="133" y="75"/>
                  </a:cubicBezTo>
                  <a:cubicBezTo>
                    <a:pt x="135" y="75"/>
                    <a:pt x="136" y="74"/>
                    <a:pt x="136" y="72"/>
                  </a:cubicBezTo>
                  <a:cubicBezTo>
                    <a:pt x="136" y="71"/>
                    <a:pt x="135" y="69"/>
                    <a:pt x="133" y="69"/>
                  </a:cubicBezTo>
                  <a:cubicBezTo>
                    <a:pt x="75" y="69"/>
                    <a:pt x="75" y="69"/>
                    <a:pt x="75" y="69"/>
                  </a:cubicBezTo>
                  <a:cubicBezTo>
                    <a:pt x="75" y="6"/>
                    <a:pt x="75" y="6"/>
                    <a:pt x="75" y="6"/>
                  </a:cubicBezTo>
                  <a:cubicBezTo>
                    <a:pt x="136" y="6"/>
                    <a:pt x="136" y="6"/>
                    <a:pt x="136" y="6"/>
                  </a:cubicBezTo>
                  <a:cubicBezTo>
                    <a:pt x="137" y="6"/>
                    <a:pt x="138" y="7"/>
                    <a:pt x="138" y="9"/>
                  </a:cubicBezTo>
                  <a:lnTo>
                    <a:pt x="138" y="13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3" name="Google Shape;903;p48"/>
            <p:cNvSpPr/>
            <p:nvPr/>
          </p:nvSpPr>
          <p:spPr>
            <a:xfrm>
              <a:off x="3145858" y="2136230"/>
              <a:ext cx="15443" cy="15443"/>
            </a:xfrm>
            <a:custGeom>
              <a:avLst/>
              <a:gdLst/>
              <a:ahLst/>
              <a:cxnLst/>
              <a:rect l="l" t="t" r="r" b="b"/>
              <a:pathLst>
                <a:path w="6" h="6" extrusionOk="0">
                  <a:moveTo>
                    <a:pt x="3" y="6"/>
                  </a:moveTo>
                  <a:cubicBezTo>
                    <a:pt x="3" y="6"/>
                    <a:pt x="4" y="6"/>
                    <a:pt x="5" y="5"/>
                  </a:cubicBezTo>
                  <a:cubicBezTo>
                    <a:pt x="5" y="4"/>
                    <a:pt x="6" y="4"/>
                    <a:pt x="6" y="3"/>
                  </a:cubicBezTo>
                  <a:cubicBezTo>
                    <a:pt x="6" y="2"/>
                    <a:pt x="5" y="2"/>
                    <a:pt x="5" y="1"/>
                  </a:cubicBezTo>
                  <a:cubicBezTo>
                    <a:pt x="4" y="1"/>
                    <a:pt x="3" y="0"/>
                    <a:pt x="3" y="0"/>
                  </a:cubicBezTo>
                  <a:cubicBezTo>
                    <a:pt x="2" y="0"/>
                    <a:pt x="1" y="1"/>
                    <a:pt x="1" y="1"/>
                  </a:cubicBezTo>
                  <a:cubicBezTo>
                    <a:pt x="0" y="2"/>
                    <a:pt x="0" y="2"/>
                    <a:pt x="0" y="3"/>
                  </a:cubicBezTo>
                  <a:cubicBezTo>
                    <a:pt x="0" y="4"/>
                    <a:pt x="0" y="4"/>
                    <a:pt x="1" y="5"/>
                  </a:cubicBezTo>
                  <a:cubicBezTo>
                    <a:pt x="1" y="6"/>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4" name="Google Shape;904;p48"/>
            <p:cNvSpPr/>
            <p:nvPr/>
          </p:nvSpPr>
          <p:spPr>
            <a:xfrm>
              <a:off x="3140342" y="1993932"/>
              <a:ext cx="76114" cy="73908"/>
            </a:xfrm>
            <a:custGeom>
              <a:avLst/>
              <a:gdLst/>
              <a:ahLst/>
              <a:cxnLst/>
              <a:rect l="l" t="t" r="r" b="b"/>
              <a:pathLst>
                <a:path w="29" h="28" extrusionOk="0">
                  <a:moveTo>
                    <a:pt x="5" y="25"/>
                  </a:moveTo>
                  <a:cubicBezTo>
                    <a:pt x="5" y="26"/>
                    <a:pt x="5" y="27"/>
                    <a:pt x="6" y="27"/>
                  </a:cubicBezTo>
                  <a:cubicBezTo>
                    <a:pt x="7" y="28"/>
                    <a:pt x="8" y="28"/>
                    <a:pt x="9" y="28"/>
                  </a:cubicBezTo>
                  <a:cubicBezTo>
                    <a:pt x="15" y="25"/>
                    <a:pt x="15" y="25"/>
                    <a:pt x="15" y="25"/>
                  </a:cubicBezTo>
                  <a:cubicBezTo>
                    <a:pt x="21" y="28"/>
                    <a:pt x="21" y="28"/>
                    <a:pt x="21" y="28"/>
                  </a:cubicBezTo>
                  <a:cubicBezTo>
                    <a:pt x="21" y="28"/>
                    <a:pt x="21" y="28"/>
                    <a:pt x="22" y="28"/>
                  </a:cubicBezTo>
                  <a:cubicBezTo>
                    <a:pt x="23" y="28"/>
                    <a:pt x="23" y="28"/>
                    <a:pt x="24" y="27"/>
                  </a:cubicBezTo>
                  <a:cubicBezTo>
                    <a:pt x="24" y="27"/>
                    <a:pt x="25" y="26"/>
                    <a:pt x="25" y="25"/>
                  </a:cubicBezTo>
                  <a:cubicBezTo>
                    <a:pt x="24" y="18"/>
                    <a:pt x="24" y="18"/>
                    <a:pt x="24" y="18"/>
                  </a:cubicBezTo>
                  <a:cubicBezTo>
                    <a:pt x="28" y="14"/>
                    <a:pt x="28" y="14"/>
                    <a:pt x="28" y="14"/>
                  </a:cubicBezTo>
                  <a:cubicBezTo>
                    <a:pt x="29" y="13"/>
                    <a:pt x="29" y="12"/>
                    <a:pt x="29" y="11"/>
                  </a:cubicBezTo>
                  <a:cubicBezTo>
                    <a:pt x="29" y="10"/>
                    <a:pt x="28" y="9"/>
                    <a:pt x="27" y="9"/>
                  </a:cubicBezTo>
                  <a:cubicBezTo>
                    <a:pt x="20" y="8"/>
                    <a:pt x="20" y="8"/>
                    <a:pt x="20" y="8"/>
                  </a:cubicBezTo>
                  <a:cubicBezTo>
                    <a:pt x="17" y="2"/>
                    <a:pt x="17" y="2"/>
                    <a:pt x="17" y="2"/>
                  </a:cubicBezTo>
                  <a:cubicBezTo>
                    <a:pt x="17" y="1"/>
                    <a:pt x="16" y="0"/>
                    <a:pt x="15" y="0"/>
                  </a:cubicBezTo>
                  <a:cubicBezTo>
                    <a:pt x="14" y="0"/>
                    <a:pt x="13" y="1"/>
                    <a:pt x="12" y="2"/>
                  </a:cubicBezTo>
                  <a:cubicBezTo>
                    <a:pt x="9" y="8"/>
                    <a:pt x="9" y="8"/>
                    <a:pt x="9" y="8"/>
                  </a:cubicBezTo>
                  <a:cubicBezTo>
                    <a:pt x="3" y="9"/>
                    <a:pt x="3" y="9"/>
                    <a:pt x="3" y="9"/>
                  </a:cubicBezTo>
                  <a:cubicBezTo>
                    <a:pt x="2" y="9"/>
                    <a:pt x="1" y="10"/>
                    <a:pt x="1" y="11"/>
                  </a:cubicBezTo>
                  <a:cubicBezTo>
                    <a:pt x="0" y="12"/>
                    <a:pt x="1" y="13"/>
                    <a:pt x="1" y="14"/>
                  </a:cubicBezTo>
                  <a:cubicBezTo>
                    <a:pt x="6" y="18"/>
                    <a:pt x="6" y="18"/>
                    <a:pt x="6" y="18"/>
                  </a:cubicBezTo>
                  <a:lnTo>
                    <a:pt x="5" y="25"/>
                  </a:lnTo>
                  <a:close/>
                  <a:moveTo>
                    <a:pt x="12" y="13"/>
                  </a:moveTo>
                  <a:cubicBezTo>
                    <a:pt x="13" y="13"/>
                    <a:pt x="13" y="13"/>
                    <a:pt x="14" y="12"/>
                  </a:cubicBezTo>
                  <a:cubicBezTo>
                    <a:pt x="15" y="10"/>
                    <a:pt x="15" y="10"/>
                    <a:pt x="15" y="10"/>
                  </a:cubicBezTo>
                  <a:cubicBezTo>
                    <a:pt x="16" y="12"/>
                    <a:pt x="16" y="12"/>
                    <a:pt x="16" y="12"/>
                  </a:cubicBezTo>
                  <a:cubicBezTo>
                    <a:pt x="16" y="13"/>
                    <a:pt x="17" y="13"/>
                    <a:pt x="18" y="13"/>
                  </a:cubicBezTo>
                  <a:cubicBezTo>
                    <a:pt x="20" y="14"/>
                    <a:pt x="20" y="14"/>
                    <a:pt x="20" y="14"/>
                  </a:cubicBezTo>
                  <a:cubicBezTo>
                    <a:pt x="19" y="15"/>
                    <a:pt x="19" y="15"/>
                    <a:pt x="19" y="15"/>
                  </a:cubicBezTo>
                  <a:cubicBezTo>
                    <a:pt x="18" y="16"/>
                    <a:pt x="18" y="17"/>
                    <a:pt x="18" y="18"/>
                  </a:cubicBezTo>
                  <a:cubicBezTo>
                    <a:pt x="18" y="20"/>
                    <a:pt x="18" y="20"/>
                    <a:pt x="18" y="20"/>
                  </a:cubicBezTo>
                  <a:cubicBezTo>
                    <a:pt x="16" y="19"/>
                    <a:pt x="16" y="19"/>
                    <a:pt x="16" y="19"/>
                  </a:cubicBezTo>
                  <a:cubicBezTo>
                    <a:pt x="16" y="19"/>
                    <a:pt x="15" y="19"/>
                    <a:pt x="15" y="19"/>
                  </a:cubicBezTo>
                  <a:cubicBezTo>
                    <a:pt x="14" y="19"/>
                    <a:pt x="14" y="19"/>
                    <a:pt x="14" y="19"/>
                  </a:cubicBezTo>
                  <a:cubicBezTo>
                    <a:pt x="11" y="20"/>
                    <a:pt x="11" y="20"/>
                    <a:pt x="11" y="20"/>
                  </a:cubicBezTo>
                  <a:cubicBezTo>
                    <a:pt x="12" y="18"/>
                    <a:pt x="12" y="18"/>
                    <a:pt x="12" y="18"/>
                  </a:cubicBezTo>
                  <a:cubicBezTo>
                    <a:pt x="12" y="17"/>
                    <a:pt x="12" y="16"/>
                    <a:pt x="11" y="15"/>
                  </a:cubicBezTo>
                  <a:cubicBezTo>
                    <a:pt x="9" y="14"/>
                    <a:pt x="9" y="14"/>
                    <a:pt x="9" y="14"/>
                  </a:cubicBezTo>
                  <a:lnTo>
                    <a:pt x="12" y="1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5" name="Google Shape;905;p48"/>
            <p:cNvSpPr/>
            <p:nvPr/>
          </p:nvSpPr>
          <p:spPr>
            <a:xfrm>
              <a:off x="3397363" y="2222272"/>
              <a:ext cx="76114" cy="73908"/>
            </a:xfrm>
            <a:custGeom>
              <a:avLst/>
              <a:gdLst/>
              <a:ahLst/>
              <a:cxnLst/>
              <a:rect l="l" t="t" r="r" b="b"/>
              <a:pathLst>
                <a:path w="29" h="28" extrusionOk="0">
                  <a:moveTo>
                    <a:pt x="27" y="9"/>
                  </a:moveTo>
                  <a:cubicBezTo>
                    <a:pt x="20" y="8"/>
                    <a:pt x="20" y="8"/>
                    <a:pt x="20" y="8"/>
                  </a:cubicBezTo>
                  <a:cubicBezTo>
                    <a:pt x="17" y="2"/>
                    <a:pt x="17" y="2"/>
                    <a:pt x="17" y="2"/>
                  </a:cubicBezTo>
                  <a:cubicBezTo>
                    <a:pt x="17" y="1"/>
                    <a:pt x="16" y="0"/>
                    <a:pt x="15" y="0"/>
                  </a:cubicBezTo>
                  <a:cubicBezTo>
                    <a:pt x="14" y="0"/>
                    <a:pt x="13" y="1"/>
                    <a:pt x="12" y="2"/>
                  </a:cubicBezTo>
                  <a:cubicBezTo>
                    <a:pt x="9" y="8"/>
                    <a:pt x="9" y="8"/>
                    <a:pt x="9" y="8"/>
                  </a:cubicBezTo>
                  <a:cubicBezTo>
                    <a:pt x="3" y="9"/>
                    <a:pt x="3" y="9"/>
                    <a:pt x="3" y="9"/>
                  </a:cubicBezTo>
                  <a:cubicBezTo>
                    <a:pt x="2" y="9"/>
                    <a:pt x="1" y="10"/>
                    <a:pt x="1" y="11"/>
                  </a:cubicBezTo>
                  <a:cubicBezTo>
                    <a:pt x="0" y="12"/>
                    <a:pt x="1" y="13"/>
                    <a:pt x="1" y="13"/>
                  </a:cubicBezTo>
                  <a:cubicBezTo>
                    <a:pt x="6" y="18"/>
                    <a:pt x="6" y="18"/>
                    <a:pt x="6" y="18"/>
                  </a:cubicBezTo>
                  <a:cubicBezTo>
                    <a:pt x="5" y="24"/>
                    <a:pt x="5" y="24"/>
                    <a:pt x="5" y="24"/>
                  </a:cubicBezTo>
                  <a:cubicBezTo>
                    <a:pt x="5" y="26"/>
                    <a:pt x="5" y="27"/>
                    <a:pt x="6" y="27"/>
                  </a:cubicBezTo>
                  <a:cubicBezTo>
                    <a:pt x="7" y="28"/>
                    <a:pt x="7" y="28"/>
                    <a:pt x="8" y="28"/>
                  </a:cubicBezTo>
                  <a:cubicBezTo>
                    <a:pt x="8" y="28"/>
                    <a:pt x="9" y="28"/>
                    <a:pt x="9" y="27"/>
                  </a:cubicBezTo>
                  <a:cubicBezTo>
                    <a:pt x="15" y="24"/>
                    <a:pt x="15" y="24"/>
                    <a:pt x="15" y="24"/>
                  </a:cubicBezTo>
                  <a:cubicBezTo>
                    <a:pt x="21" y="27"/>
                    <a:pt x="21" y="27"/>
                    <a:pt x="21" y="27"/>
                  </a:cubicBezTo>
                  <a:cubicBezTo>
                    <a:pt x="22" y="28"/>
                    <a:pt x="23" y="28"/>
                    <a:pt x="24" y="27"/>
                  </a:cubicBezTo>
                  <a:cubicBezTo>
                    <a:pt x="24" y="27"/>
                    <a:pt x="25" y="26"/>
                    <a:pt x="25" y="24"/>
                  </a:cubicBezTo>
                  <a:cubicBezTo>
                    <a:pt x="24" y="18"/>
                    <a:pt x="24" y="18"/>
                    <a:pt x="24" y="18"/>
                  </a:cubicBezTo>
                  <a:cubicBezTo>
                    <a:pt x="28" y="13"/>
                    <a:pt x="28" y="13"/>
                    <a:pt x="28" y="13"/>
                  </a:cubicBezTo>
                  <a:cubicBezTo>
                    <a:pt x="29" y="13"/>
                    <a:pt x="29" y="12"/>
                    <a:pt x="29" y="11"/>
                  </a:cubicBezTo>
                  <a:cubicBezTo>
                    <a:pt x="29" y="10"/>
                    <a:pt x="28" y="9"/>
                    <a:pt x="27" y="9"/>
                  </a:cubicBezTo>
                  <a:close/>
                  <a:moveTo>
                    <a:pt x="19" y="15"/>
                  </a:moveTo>
                  <a:cubicBezTo>
                    <a:pt x="18" y="16"/>
                    <a:pt x="18" y="17"/>
                    <a:pt x="18" y="18"/>
                  </a:cubicBezTo>
                  <a:cubicBezTo>
                    <a:pt x="18" y="20"/>
                    <a:pt x="18" y="20"/>
                    <a:pt x="18" y="20"/>
                  </a:cubicBezTo>
                  <a:cubicBezTo>
                    <a:pt x="16" y="19"/>
                    <a:pt x="16" y="19"/>
                    <a:pt x="16" y="19"/>
                  </a:cubicBezTo>
                  <a:cubicBezTo>
                    <a:pt x="16" y="19"/>
                    <a:pt x="15" y="18"/>
                    <a:pt x="15" y="18"/>
                  </a:cubicBezTo>
                  <a:cubicBezTo>
                    <a:pt x="14" y="18"/>
                    <a:pt x="14" y="19"/>
                    <a:pt x="14" y="19"/>
                  </a:cubicBezTo>
                  <a:cubicBezTo>
                    <a:pt x="12" y="20"/>
                    <a:pt x="12" y="20"/>
                    <a:pt x="12" y="20"/>
                  </a:cubicBezTo>
                  <a:cubicBezTo>
                    <a:pt x="12" y="18"/>
                    <a:pt x="12" y="18"/>
                    <a:pt x="12" y="18"/>
                  </a:cubicBezTo>
                  <a:cubicBezTo>
                    <a:pt x="12" y="17"/>
                    <a:pt x="12" y="16"/>
                    <a:pt x="11" y="15"/>
                  </a:cubicBezTo>
                  <a:cubicBezTo>
                    <a:pt x="9" y="13"/>
                    <a:pt x="9" y="13"/>
                    <a:pt x="9" y="13"/>
                  </a:cubicBezTo>
                  <a:cubicBezTo>
                    <a:pt x="12" y="13"/>
                    <a:pt x="12" y="13"/>
                    <a:pt x="12" y="13"/>
                  </a:cubicBezTo>
                  <a:cubicBezTo>
                    <a:pt x="13" y="13"/>
                    <a:pt x="13" y="12"/>
                    <a:pt x="14" y="12"/>
                  </a:cubicBezTo>
                  <a:cubicBezTo>
                    <a:pt x="15" y="9"/>
                    <a:pt x="15" y="9"/>
                    <a:pt x="15" y="9"/>
                  </a:cubicBezTo>
                  <a:cubicBezTo>
                    <a:pt x="16" y="12"/>
                    <a:pt x="16" y="12"/>
                    <a:pt x="16" y="12"/>
                  </a:cubicBezTo>
                  <a:cubicBezTo>
                    <a:pt x="16" y="12"/>
                    <a:pt x="17" y="13"/>
                    <a:pt x="18" y="13"/>
                  </a:cubicBezTo>
                  <a:cubicBezTo>
                    <a:pt x="20" y="13"/>
                    <a:pt x="20" y="13"/>
                    <a:pt x="20" y="13"/>
                  </a:cubicBezTo>
                  <a:lnTo>
                    <a:pt x="19" y="1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6" name="Google Shape;906;p48"/>
            <p:cNvSpPr/>
            <p:nvPr/>
          </p:nvSpPr>
          <p:spPr>
            <a:xfrm>
              <a:off x="3235208" y="2067839"/>
              <a:ext cx="49640" cy="49640"/>
            </a:xfrm>
            <a:custGeom>
              <a:avLst/>
              <a:gdLst/>
              <a:ahLst/>
              <a:cxnLst/>
              <a:rect l="l" t="t" r="r" b="b"/>
              <a:pathLst>
                <a:path w="19" h="19" extrusionOk="0">
                  <a:moveTo>
                    <a:pt x="16" y="0"/>
                  </a:moveTo>
                  <a:cubicBezTo>
                    <a:pt x="3" y="0"/>
                    <a:pt x="3" y="0"/>
                    <a:pt x="3" y="0"/>
                  </a:cubicBezTo>
                  <a:cubicBezTo>
                    <a:pt x="1" y="0"/>
                    <a:pt x="0" y="1"/>
                    <a:pt x="0" y="3"/>
                  </a:cubicBezTo>
                  <a:cubicBezTo>
                    <a:pt x="0" y="16"/>
                    <a:pt x="0" y="16"/>
                    <a:pt x="0" y="16"/>
                  </a:cubicBezTo>
                  <a:cubicBezTo>
                    <a:pt x="0" y="18"/>
                    <a:pt x="1" y="19"/>
                    <a:pt x="3" y="19"/>
                  </a:cubicBezTo>
                  <a:cubicBezTo>
                    <a:pt x="16" y="19"/>
                    <a:pt x="16" y="19"/>
                    <a:pt x="16" y="19"/>
                  </a:cubicBezTo>
                  <a:cubicBezTo>
                    <a:pt x="18" y="19"/>
                    <a:pt x="19" y="18"/>
                    <a:pt x="19" y="16"/>
                  </a:cubicBezTo>
                  <a:cubicBezTo>
                    <a:pt x="19" y="3"/>
                    <a:pt x="19" y="3"/>
                    <a:pt x="19" y="3"/>
                  </a:cubicBezTo>
                  <a:cubicBezTo>
                    <a:pt x="19" y="1"/>
                    <a:pt x="18" y="0"/>
                    <a:pt x="16" y="0"/>
                  </a:cubicBezTo>
                  <a:close/>
                  <a:moveTo>
                    <a:pt x="13" y="14"/>
                  </a:moveTo>
                  <a:cubicBezTo>
                    <a:pt x="5" y="14"/>
                    <a:pt x="5" y="14"/>
                    <a:pt x="5" y="14"/>
                  </a:cubicBezTo>
                  <a:cubicBezTo>
                    <a:pt x="5" y="6"/>
                    <a:pt x="5" y="6"/>
                    <a:pt x="5" y="6"/>
                  </a:cubicBezTo>
                  <a:cubicBezTo>
                    <a:pt x="13" y="6"/>
                    <a:pt x="13" y="6"/>
                    <a:pt x="13" y="6"/>
                  </a:cubicBezTo>
                  <a:lnTo>
                    <a:pt x="13" y="14"/>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7" name="Google Shape;907;p48"/>
            <p:cNvSpPr/>
            <p:nvPr/>
          </p:nvSpPr>
          <p:spPr>
            <a:xfrm>
              <a:off x="3332280" y="1993932"/>
              <a:ext cx="49640" cy="49640"/>
            </a:xfrm>
            <a:custGeom>
              <a:avLst/>
              <a:gdLst/>
              <a:ahLst/>
              <a:cxnLst/>
              <a:rect l="l" t="t" r="r" b="b"/>
              <a:pathLst>
                <a:path w="19" h="19" extrusionOk="0">
                  <a:moveTo>
                    <a:pt x="3" y="19"/>
                  </a:moveTo>
                  <a:cubicBezTo>
                    <a:pt x="17" y="19"/>
                    <a:pt x="17" y="19"/>
                    <a:pt x="17" y="19"/>
                  </a:cubicBezTo>
                  <a:cubicBezTo>
                    <a:pt x="18" y="19"/>
                    <a:pt x="19" y="18"/>
                    <a:pt x="19" y="17"/>
                  </a:cubicBezTo>
                  <a:cubicBezTo>
                    <a:pt x="19" y="3"/>
                    <a:pt x="19" y="3"/>
                    <a:pt x="19" y="3"/>
                  </a:cubicBezTo>
                  <a:cubicBezTo>
                    <a:pt x="19" y="2"/>
                    <a:pt x="18" y="0"/>
                    <a:pt x="17" y="0"/>
                  </a:cubicBezTo>
                  <a:cubicBezTo>
                    <a:pt x="3" y="0"/>
                    <a:pt x="3" y="0"/>
                    <a:pt x="3" y="0"/>
                  </a:cubicBezTo>
                  <a:cubicBezTo>
                    <a:pt x="2" y="0"/>
                    <a:pt x="0" y="2"/>
                    <a:pt x="0" y="3"/>
                  </a:cubicBezTo>
                  <a:cubicBezTo>
                    <a:pt x="0" y="17"/>
                    <a:pt x="0" y="17"/>
                    <a:pt x="0" y="17"/>
                  </a:cubicBezTo>
                  <a:cubicBezTo>
                    <a:pt x="0" y="18"/>
                    <a:pt x="2" y="19"/>
                    <a:pt x="3" y="19"/>
                  </a:cubicBezTo>
                  <a:close/>
                  <a:moveTo>
                    <a:pt x="6" y="6"/>
                  </a:moveTo>
                  <a:cubicBezTo>
                    <a:pt x="14" y="6"/>
                    <a:pt x="14" y="6"/>
                    <a:pt x="14" y="6"/>
                  </a:cubicBezTo>
                  <a:cubicBezTo>
                    <a:pt x="14" y="14"/>
                    <a:pt x="14" y="14"/>
                    <a:pt x="14" y="14"/>
                  </a:cubicBezTo>
                  <a:cubicBezTo>
                    <a:pt x="6" y="14"/>
                    <a:pt x="6" y="14"/>
                    <a:pt x="6" y="14"/>
                  </a:cubicBezTo>
                  <a:lnTo>
                    <a:pt x="6" y="6"/>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8" name="Google Shape;908;p48"/>
            <p:cNvSpPr/>
            <p:nvPr/>
          </p:nvSpPr>
          <p:spPr>
            <a:xfrm>
              <a:off x="3221971" y="2246540"/>
              <a:ext cx="49640" cy="49640"/>
            </a:xfrm>
            <a:custGeom>
              <a:avLst/>
              <a:gdLst/>
              <a:ahLst/>
              <a:cxnLst/>
              <a:rect l="l" t="t" r="r" b="b"/>
              <a:pathLst>
                <a:path w="19" h="19" extrusionOk="0">
                  <a:moveTo>
                    <a:pt x="16" y="0"/>
                  </a:moveTo>
                  <a:cubicBezTo>
                    <a:pt x="2" y="0"/>
                    <a:pt x="2" y="0"/>
                    <a:pt x="2" y="0"/>
                  </a:cubicBezTo>
                  <a:cubicBezTo>
                    <a:pt x="1" y="0"/>
                    <a:pt x="0" y="1"/>
                    <a:pt x="0" y="2"/>
                  </a:cubicBezTo>
                  <a:cubicBezTo>
                    <a:pt x="0" y="16"/>
                    <a:pt x="0" y="16"/>
                    <a:pt x="0" y="16"/>
                  </a:cubicBezTo>
                  <a:cubicBezTo>
                    <a:pt x="0" y="17"/>
                    <a:pt x="1" y="19"/>
                    <a:pt x="2" y="19"/>
                  </a:cubicBezTo>
                  <a:cubicBezTo>
                    <a:pt x="16" y="19"/>
                    <a:pt x="16" y="19"/>
                    <a:pt x="16" y="19"/>
                  </a:cubicBezTo>
                  <a:cubicBezTo>
                    <a:pt x="17" y="19"/>
                    <a:pt x="19" y="17"/>
                    <a:pt x="19" y="16"/>
                  </a:cubicBezTo>
                  <a:cubicBezTo>
                    <a:pt x="19" y="2"/>
                    <a:pt x="19" y="2"/>
                    <a:pt x="19" y="2"/>
                  </a:cubicBezTo>
                  <a:cubicBezTo>
                    <a:pt x="19" y="1"/>
                    <a:pt x="17" y="0"/>
                    <a:pt x="16" y="0"/>
                  </a:cubicBezTo>
                  <a:close/>
                  <a:moveTo>
                    <a:pt x="13" y="13"/>
                  </a:moveTo>
                  <a:cubicBezTo>
                    <a:pt x="5" y="13"/>
                    <a:pt x="5" y="13"/>
                    <a:pt x="5" y="13"/>
                  </a:cubicBezTo>
                  <a:cubicBezTo>
                    <a:pt x="5" y="5"/>
                    <a:pt x="5" y="5"/>
                    <a:pt x="5" y="5"/>
                  </a:cubicBezTo>
                  <a:cubicBezTo>
                    <a:pt x="13" y="5"/>
                    <a:pt x="13" y="5"/>
                    <a:pt x="13" y="5"/>
                  </a:cubicBezTo>
                  <a:lnTo>
                    <a:pt x="13" y="1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9" name="Google Shape;909;p48"/>
            <p:cNvSpPr/>
            <p:nvPr/>
          </p:nvSpPr>
          <p:spPr>
            <a:xfrm>
              <a:off x="3332280" y="2062323"/>
              <a:ext cx="54052" cy="55155"/>
            </a:xfrm>
            <a:custGeom>
              <a:avLst/>
              <a:gdLst/>
              <a:ahLst/>
              <a:cxnLst/>
              <a:rect l="l" t="t" r="r" b="b"/>
              <a:pathLst>
                <a:path w="21" h="21" extrusionOk="0">
                  <a:moveTo>
                    <a:pt x="11" y="0"/>
                  </a:moveTo>
                  <a:cubicBezTo>
                    <a:pt x="5" y="0"/>
                    <a:pt x="0" y="5"/>
                    <a:pt x="0" y="11"/>
                  </a:cubicBezTo>
                  <a:cubicBezTo>
                    <a:pt x="0" y="16"/>
                    <a:pt x="5" y="21"/>
                    <a:pt x="11" y="21"/>
                  </a:cubicBezTo>
                  <a:cubicBezTo>
                    <a:pt x="17" y="21"/>
                    <a:pt x="21" y="16"/>
                    <a:pt x="21" y="11"/>
                  </a:cubicBezTo>
                  <a:cubicBezTo>
                    <a:pt x="21" y="5"/>
                    <a:pt x="17" y="0"/>
                    <a:pt x="11" y="0"/>
                  </a:cubicBezTo>
                  <a:close/>
                  <a:moveTo>
                    <a:pt x="11" y="16"/>
                  </a:moveTo>
                  <a:cubicBezTo>
                    <a:pt x="8" y="16"/>
                    <a:pt x="6" y="13"/>
                    <a:pt x="6" y="11"/>
                  </a:cubicBezTo>
                  <a:cubicBezTo>
                    <a:pt x="6" y="8"/>
                    <a:pt x="8" y="6"/>
                    <a:pt x="11" y="6"/>
                  </a:cubicBezTo>
                  <a:cubicBezTo>
                    <a:pt x="14" y="6"/>
                    <a:pt x="16" y="8"/>
                    <a:pt x="16" y="11"/>
                  </a:cubicBezTo>
                  <a:cubicBezTo>
                    <a:pt x="16" y="13"/>
                    <a:pt x="14" y="16"/>
                    <a:pt x="11" y="1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0" name="Google Shape;910;p48"/>
            <p:cNvSpPr/>
            <p:nvPr/>
          </p:nvSpPr>
          <p:spPr>
            <a:xfrm>
              <a:off x="3145858" y="2174839"/>
              <a:ext cx="60670" cy="60670"/>
            </a:xfrm>
            <a:custGeom>
              <a:avLst/>
              <a:gdLst/>
              <a:ahLst/>
              <a:cxnLst/>
              <a:rect l="l" t="t" r="r" b="b"/>
              <a:pathLst>
                <a:path w="23" h="23" extrusionOk="0">
                  <a:moveTo>
                    <a:pt x="11" y="0"/>
                  </a:moveTo>
                  <a:cubicBezTo>
                    <a:pt x="5" y="0"/>
                    <a:pt x="0" y="5"/>
                    <a:pt x="0" y="11"/>
                  </a:cubicBezTo>
                  <a:cubicBezTo>
                    <a:pt x="0" y="17"/>
                    <a:pt x="5" y="23"/>
                    <a:pt x="11" y="23"/>
                  </a:cubicBezTo>
                  <a:cubicBezTo>
                    <a:pt x="18" y="23"/>
                    <a:pt x="23" y="17"/>
                    <a:pt x="23" y="11"/>
                  </a:cubicBezTo>
                  <a:cubicBezTo>
                    <a:pt x="23" y="5"/>
                    <a:pt x="18" y="0"/>
                    <a:pt x="11" y="0"/>
                  </a:cubicBezTo>
                  <a:close/>
                  <a:moveTo>
                    <a:pt x="11" y="17"/>
                  </a:moveTo>
                  <a:cubicBezTo>
                    <a:pt x="8" y="17"/>
                    <a:pt x="6" y="14"/>
                    <a:pt x="6" y="11"/>
                  </a:cubicBezTo>
                  <a:cubicBezTo>
                    <a:pt x="6" y="8"/>
                    <a:pt x="8" y="5"/>
                    <a:pt x="11" y="5"/>
                  </a:cubicBezTo>
                  <a:cubicBezTo>
                    <a:pt x="14" y="5"/>
                    <a:pt x="17" y="8"/>
                    <a:pt x="17" y="11"/>
                  </a:cubicBezTo>
                  <a:cubicBezTo>
                    <a:pt x="17" y="14"/>
                    <a:pt x="14" y="17"/>
                    <a:pt x="11"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1" name="Google Shape;911;p48"/>
            <p:cNvSpPr/>
            <p:nvPr/>
          </p:nvSpPr>
          <p:spPr>
            <a:xfrm>
              <a:off x="3402878" y="1997241"/>
              <a:ext cx="59567" cy="65083"/>
            </a:xfrm>
            <a:custGeom>
              <a:avLst/>
              <a:gdLst/>
              <a:ahLst/>
              <a:cxnLst/>
              <a:rect l="l" t="t" r="r" b="b"/>
              <a:pathLst>
                <a:path w="23" h="25" extrusionOk="0">
                  <a:moveTo>
                    <a:pt x="22" y="10"/>
                  </a:moveTo>
                  <a:cubicBezTo>
                    <a:pt x="4" y="0"/>
                    <a:pt x="4" y="0"/>
                    <a:pt x="4" y="0"/>
                  </a:cubicBezTo>
                  <a:cubicBezTo>
                    <a:pt x="4" y="0"/>
                    <a:pt x="3" y="0"/>
                    <a:pt x="2" y="0"/>
                  </a:cubicBezTo>
                  <a:cubicBezTo>
                    <a:pt x="1" y="1"/>
                    <a:pt x="0" y="2"/>
                    <a:pt x="0" y="3"/>
                  </a:cubicBezTo>
                  <a:cubicBezTo>
                    <a:pt x="0" y="23"/>
                    <a:pt x="0" y="23"/>
                    <a:pt x="0" y="23"/>
                  </a:cubicBezTo>
                  <a:cubicBezTo>
                    <a:pt x="0" y="23"/>
                    <a:pt x="1" y="24"/>
                    <a:pt x="1" y="25"/>
                  </a:cubicBezTo>
                  <a:cubicBezTo>
                    <a:pt x="2" y="25"/>
                    <a:pt x="2" y="25"/>
                    <a:pt x="3" y="25"/>
                  </a:cubicBezTo>
                  <a:cubicBezTo>
                    <a:pt x="4" y="25"/>
                    <a:pt x="4" y="25"/>
                    <a:pt x="4" y="25"/>
                  </a:cubicBezTo>
                  <a:cubicBezTo>
                    <a:pt x="22" y="15"/>
                    <a:pt x="22" y="15"/>
                    <a:pt x="22" y="15"/>
                  </a:cubicBezTo>
                  <a:cubicBezTo>
                    <a:pt x="23" y="15"/>
                    <a:pt x="23" y="14"/>
                    <a:pt x="23" y="13"/>
                  </a:cubicBezTo>
                  <a:cubicBezTo>
                    <a:pt x="23" y="12"/>
                    <a:pt x="23" y="11"/>
                    <a:pt x="22" y="10"/>
                  </a:cubicBezTo>
                  <a:close/>
                  <a:moveTo>
                    <a:pt x="6" y="18"/>
                  </a:moveTo>
                  <a:cubicBezTo>
                    <a:pt x="6" y="8"/>
                    <a:pt x="6" y="8"/>
                    <a:pt x="6" y="8"/>
                  </a:cubicBezTo>
                  <a:cubicBezTo>
                    <a:pt x="15" y="13"/>
                    <a:pt x="15" y="13"/>
                    <a:pt x="15" y="13"/>
                  </a:cubicBezTo>
                  <a:lnTo>
                    <a:pt x="6" y="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2" name="Google Shape;912;p48"/>
            <p:cNvSpPr/>
            <p:nvPr/>
          </p:nvSpPr>
          <p:spPr>
            <a:xfrm>
              <a:off x="3224177" y="2164911"/>
              <a:ext cx="60670" cy="68392"/>
            </a:xfrm>
            <a:custGeom>
              <a:avLst/>
              <a:gdLst/>
              <a:ahLst/>
              <a:cxnLst/>
              <a:rect l="l" t="t" r="r" b="b"/>
              <a:pathLst>
                <a:path w="23" h="26" extrusionOk="0">
                  <a:moveTo>
                    <a:pt x="21" y="11"/>
                  </a:moveTo>
                  <a:cubicBezTo>
                    <a:pt x="4" y="1"/>
                    <a:pt x="4" y="1"/>
                    <a:pt x="4" y="1"/>
                  </a:cubicBezTo>
                  <a:cubicBezTo>
                    <a:pt x="3" y="0"/>
                    <a:pt x="2" y="0"/>
                    <a:pt x="1" y="1"/>
                  </a:cubicBezTo>
                  <a:cubicBezTo>
                    <a:pt x="0" y="2"/>
                    <a:pt x="0" y="2"/>
                    <a:pt x="0" y="3"/>
                  </a:cubicBezTo>
                  <a:cubicBezTo>
                    <a:pt x="0" y="23"/>
                    <a:pt x="0" y="23"/>
                    <a:pt x="0" y="23"/>
                  </a:cubicBezTo>
                  <a:cubicBezTo>
                    <a:pt x="0" y="24"/>
                    <a:pt x="0" y="24"/>
                    <a:pt x="1" y="25"/>
                  </a:cubicBezTo>
                  <a:cubicBezTo>
                    <a:pt x="1" y="25"/>
                    <a:pt x="2" y="26"/>
                    <a:pt x="3" y="26"/>
                  </a:cubicBezTo>
                  <a:cubicBezTo>
                    <a:pt x="3" y="26"/>
                    <a:pt x="4" y="26"/>
                    <a:pt x="4" y="25"/>
                  </a:cubicBezTo>
                  <a:cubicBezTo>
                    <a:pt x="21" y="15"/>
                    <a:pt x="21" y="15"/>
                    <a:pt x="21" y="15"/>
                  </a:cubicBezTo>
                  <a:cubicBezTo>
                    <a:pt x="22" y="15"/>
                    <a:pt x="23" y="14"/>
                    <a:pt x="23" y="13"/>
                  </a:cubicBezTo>
                  <a:cubicBezTo>
                    <a:pt x="23" y="12"/>
                    <a:pt x="22" y="11"/>
                    <a:pt x="21" y="11"/>
                  </a:cubicBezTo>
                  <a:close/>
                  <a:moveTo>
                    <a:pt x="6" y="18"/>
                  </a:moveTo>
                  <a:cubicBezTo>
                    <a:pt x="6" y="8"/>
                    <a:pt x="6" y="8"/>
                    <a:pt x="6" y="8"/>
                  </a:cubicBezTo>
                  <a:cubicBezTo>
                    <a:pt x="14" y="13"/>
                    <a:pt x="14" y="13"/>
                    <a:pt x="14" y="13"/>
                  </a:cubicBezTo>
                  <a:lnTo>
                    <a:pt x="6" y="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3" name="Google Shape;913;p48"/>
            <p:cNvSpPr/>
            <p:nvPr/>
          </p:nvSpPr>
          <p:spPr>
            <a:xfrm>
              <a:off x="3332280" y="2227787"/>
              <a:ext cx="59567" cy="68392"/>
            </a:xfrm>
            <a:custGeom>
              <a:avLst/>
              <a:gdLst/>
              <a:ahLst/>
              <a:cxnLst/>
              <a:rect l="l" t="t" r="r" b="b"/>
              <a:pathLst>
                <a:path w="23" h="26" extrusionOk="0">
                  <a:moveTo>
                    <a:pt x="22" y="11"/>
                  </a:moveTo>
                  <a:cubicBezTo>
                    <a:pt x="5" y="1"/>
                    <a:pt x="5" y="1"/>
                    <a:pt x="5" y="1"/>
                  </a:cubicBezTo>
                  <a:cubicBezTo>
                    <a:pt x="4" y="0"/>
                    <a:pt x="3" y="0"/>
                    <a:pt x="2" y="1"/>
                  </a:cubicBezTo>
                  <a:cubicBezTo>
                    <a:pt x="1" y="1"/>
                    <a:pt x="0" y="2"/>
                    <a:pt x="0" y="3"/>
                  </a:cubicBezTo>
                  <a:cubicBezTo>
                    <a:pt x="0" y="23"/>
                    <a:pt x="0" y="23"/>
                    <a:pt x="0" y="23"/>
                  </a:cubicBezTo>
                  <a:cubicBezTo>
                    <a:pt x="0" y="24"/>
                    <a:pt x="1" y="24"/>
                    <a:pt x="1" y="25"/>
                  </a:cubicBezTo>
                  <a:cubicBezTo>
                    <a:pt x="2" y="25"/>
                    <a:pt x="2" y="26"/>
                    <a:pt x="3" y="26"/>
                  </a:cubicBezTo>
                  <a:cubicBezTo>
                    <a:pt x="4" y="26"/>
                    <a:pt x="4" y="26"/>
                    <a:pt x="5" y="25"/>
                  </a:cubicBezTo>
                  <a:cubicBezTo>
                    <a:pt x="22" y="15"/>
                    <a:pt x="22" y="15"/>
                    <a:pt x="22" y="15"/>
                  </a:cubicBezTo>
                  <a:cubicBezTo>
                    <a:pt x="23" y="15"/>
                    <a:pt x="23" y="14"/>
                    <a:pt x="23" y="13"/>
                  </a:cubicBezTo>
                  <a:cubicBezTo>
                    <a:pt x="23" y="12"/>
                    <a:pt x="23" y="11"/>
                    <a:pt x="22" y="11"/>
                  </a:cubicBezTo>
                  <a:close/>
                  <a:moveTo>
                    <a:pt x="6" y="18"/>
                  </a:moveTo>
                  <a:cubicBezTo>
                    <a:pt x="6" y="8"/>
                    <a:pt x="6" y="8"/>
                    <a:pt x="6" y="8"/>
                  </a:cubicBezTo>
                  <a:cubicBezTo>
                    <a:pt x="15" y="13"/>
                    <a:pt x="15" y="13"/>
                    <a:pt x="15" y="13"/>
                  </a:cubicBezTo>
                  <a:lnTo>
                    <a:pt x="6" y="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4" name="Google Shape;914;p48"/>
            <p:cNvSpPr/>
            <p:nvPr/>
          </p:nvSpPr>
          <p:spPr>
            <a:xfrm>
              <a:off x="3332280" y="2164911"/>
              <a:ext cx="59567" cy="68392"/>
            </a:xfrm>
            <a:custGeom>
              <a:avLst/>
              <a:gdLst/>
              <a:ahLst/>
              <a:cxnLst/>
              <a:rect l="l" t="t" r="r" b="b"/>
              <a:pathLst>
                <a:path w="23" h="26" extrusionOk="0">
                  <a:moveTo>
                    <a:pt x="22" y="1"/>
                  </a:moveTo>
                  <a:cubicBezTo>
                    <a:pt x="21" y="0"/>
                    <a:pt x="20" y="0"/>
                    <a:pt x="19" y="1"/>
                  </a:cubicBezTo>
                  <a:cubicBezTo>
                    <a:pt x="2" y="11"/>
                    <a:pt x="2" y="11"/>
                    <a:pt x="2" y="11"/>
                  </a:cubicBezTo>
                  <a:cubicBezTo>
                    <a:pt x="1" y="11"/>
                    <a:pt x="0" y="12"/>
                    <a:pt x="0" y="13"/>
                  </a:cubicBezTo>
                  <a:cubicBezTo>
                    <a:pt x="0" y="14"/>
                    <a:pt x="1" y="15"/>
                    <a:pt x="2" y="15"/>
                  </a:cubicBezTo>
                  <a:cubicBezTo>
                    <a:pt x="19" y="25"/>
                    <a:pt x="19" y="25"/>
                    <a:pt x="19" y="25"/>
                  </a:cubicBezTo>
                  <a:cubicBezTo>
                    <a:pt x="19" y="26"/>
                    <a:pt x="20" y="26"/>
                    <a:pt x="20" y="26"/>
                  </a:cubicBezTo>
                  <a:cubicBezTo>
                    <a:pt x="21" y="26"/>
                    <a:pt x="22" y="25"/>
                    <a:pt x="22" y="25"/>
                  </a:cubicBezTo>
                  <a:cubicBezTo>
                    <a:pt x="23" y="24"/>
                    <a:pt x="23" y="24"/>
                    <a:pt x="23" y="23"/>
                  </a:cubicBezTo>
                  <a:cubicBezTo>
                    <a:pt x="23" y="3"/>
                    <a:pt x="23" y="3"/>
                    <a:pt x="23" y="3"/>
                  </a:cubicBezTo>
                  <a:cubicBezTo>
                    <a:pt x="23" y="2"/>
                    <a:pt x="23" y="1"/>
                    <a:pt x="22" y="1"/>
                  </a:cubicBezTo>
                  <a:close/>
                  <a:moveTo>
                    <a:pt x="17" y="18"/>
                  </a:moveTo>
                  <a:cubicBezTo>
                    <a:pt x="9" y="13"/>
                    <a:pt x="9" y="13"/>
                    <a:pt x="9" y="13"/>
                  </a:cubicBezTo>
                  <a:cubicBezTo>
                    <a:pt x="17" y="8"/>
                    <a:pt x="17" y="8"/>
                    <a:pt x="17" y="8"/>
                  </a:cubicBezTo>
                  <a:lnTo>
                    <a:pt x="17" y="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5" name="Google Shape;915;p48"/>
            <p:cNvSpPr/>
            <p:nvPr/>
          </p:nvSpPr>
          <p:spPr>
            <a:xfrm>
              <a:off x="3151373" y="2104241"/>
              <a:ext cx="62877" cy="13237"/>
            </a:xfrm>
            <a:custGeom>
              <a:avLst/>
              <a:gdLst/>
              <a:ahLst/>
              <a:cxnLst/>
              <a:rect l="l" t="t" r="r" b="b"/>
              <a:pathLst>
                <a:path w="24" h="5" extrusionOk="0">
                  <a:moveTo>
                    <a:pt x="21" y="0"/>
                  </a:moveTo>
                  <a:cubicBezTo>
                    <a:pt x="3" y="0"/>
                    <a:pt x="3" y="0"/>
                    <a:pt x="3" y="0"/>
                  </a:cubicBezTo>
                  <a:cubicBezTo>
                    <a:pt x="1" y="0"/>
                    <a:pt x="0" y="1"/>
                    <a:pt x="0" y="2"/>
                  </a:cubicBezTo>
                  <a:cubicBezTo>
                    <a:pt x="0" y="4"/>
                    <a:pt x="1" y="5"/>
                    <a:pt x="3" y="5"/>
                  </a:cubicBezTo>
                  <a:cubicBezTo>
                    <a:pt x="21" y="5"/>
                    <a:pt x="21" y="5"/>
                    <a:pt x="21" y="5"/>
                  </a:cubicBezTo>
                  <a:cubicBezTo>
                    <a:pt x="22" y="5"/>
                    <a:pt x="24" y="4"/>
                    <a:pt x="24" y="3"/>
                  </a:cubicBezTo>
                  <a:cubicBezTo>
                    <a:pt x="24" y="1"/>
                    <a:pt x="23" y="0"/>
                    <a:pt x="21"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6" name="Google Shape;916;p48"/>
            <p:cNvSpPr/>
            <p:nvPr/>
          </p:nvSpPr>
          <p:spPr>
            <a:xfrm>
              <a:off x="3151373" y="2279632"/>
              <a:ext cx="55155" cy="16547"/>
            </a:xfrm>
            <a:custGeom>
              <a:avLst/>
              <a:gdLst/>
              <a:ahLst/>
              <a:cxnLst/>
              <a:rect l="l" t="t" r="r" b="b"/>
              <a:pathLst>
                <a:path w="21" h="6" extrusionOk="0">
                  <a:moveTo>
                    <a:pt x="18" y="0"/>
                  </a:moveTo>
                  <a:cubicBezTo>
                    <a:pt x="3" y="0"/>
                    <a:pt x="3" y="0"/>
                    <a:pt x="3" y="0"/>
                  </a:cubicBezTo>
                  <a:cubicBezTo>
                    <a:pt x="1" y="0"/>
                    <a:pt x="0" y="1"/>
                    <a:pt x="0" y="3"/>
                  </a:cubicBezTo>
                  <a:cubicBezTo>
                    <a:pt x="0" y="4"/>
                    <a:pt x="1" y="6"/>
                    <a:pt x="3" y="6"/>
                  </a:cubicBezTo>
                  <a:cubicBezTo>
                    <a:pt x="18" y="6"/>
                    <a:pt x="18" y="6"/>
                    <a:pt x="18" y="6"/>
                  </a:cubicBezTo>
                  <a:cubicBezTo>
                    <a:pt x="19" y="6"/>
                    <a:pt x="20" y="5"/>
                    <a:pt x="21" y="3"/>
                  </a:cubicBezTo>
                  <a:cubicBezTo>
                    <a:pt x="21" y="2"/>
                    <a:pt x="20" y="0"/>
                    <a:pt x="18"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7" name="Google Shape;917;p48"/>
            <p:cNvSpPr/>
            <p:nvPr/>
          </p:nvSpPr>
          <p:spPr>
            <a:xfrm>
              <a:off x="3229693" y="2007169"/>
              <a:ext cx="55155" cy="13237"/>
            </a:xfrm>
            <a:custGeom>
              <a:avLst/>
              <a:gdLst/>
              <a:ahLst/>
              <a:cxnLst/>
              <a:rect l="l" t="t" r="r" b="b"/>
              <a:pathLst>
                <a:path w="21" h="5" extrusionOk="0">
                  <a:moveTo>
                    <a:pt x="2" y="5"/>
                  </a:moveTo>
                  <a:cubicBezTo>
                    <a:pt x="18" y="5"/>
                    <a:pt x="18" y="5"/>
                    <a:pt x="18" y="5"/>
                  </a:cubicBezTo>
                  <a:cubicBezTo>
                    <a:pt x="20" y="5"/>
                    <a:pt x="21" y="4"/>
                    <a:pt x="21" y="2"/>
                  </a:cubicBezTo>
                  <a:cubicBezTo>
                    <a:pt x="21" y="1"/>
                    <a:pt x="20" y="0"/>
                    <a:pt x="18" y="0"/>
                  </a:cubicBezTo>
                  <a:cubicBezTo>
                    <a:pt x="2" y="0"/>
                    <a:pt x="2" y="0"/>
                    <a:pt x="2" y="0"/>
                  </a:cubicBezTo>
                  <a:cubicBezTo>
                    <a:pt x="1" y="0"/>
                    <a:pt x="0" y="1"/>
                    <a:pt x="0" y="2"/>
                  </a:cubicBezTo>
                  <a:cubicBezTo>
                    <a:pt x="0" y="4"/>
                    <a:pt x="1" y="5"/>
                    <a:pt x="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8" name="Google Shape;918;p48"/>
            <p:cNvSpPr/>
            <p:nvPr/>
          </p:nvSpPr>
          <p:spPr>
            <a:xfrm>
              <a:off x="3402878" y="2104241"/>
              <a:ext cx="59567" cy="13237"/>
            </a:xfrm>
            <a:custGeom>
              <a:avLst/>
              <a:gdLst/>
              <a:ahLst/>
              <a:cxnLst/>
              <a:rect l="l" t="t" r="r" b="b"/>
              <a:pathLst>
                <a:path w="23" h="5" extrusionOk="0">
                  <a:moveTo>
                    <a:pt x="20" y="0"/>
                  </a:moveTo>
                  <a:cubicBezTo>
                    <a:pt x="3" y="0"/>
                    <a:pt x="3" y="0"/>
                    <a:pt x="3" y="0"/>
                  </a:cubicBezTo>
                  <a:cubicBezTo>
                    <a:pt x="2" y="0"/>
                    <a:pt x="1" y="1"/>
                    <a:pt x="0" y="2"/>
                  </a:cubicBezTo>
                  <a:cubicBezTo>
                    <a:pt x="0" y="4"/>
                    <a:pt x="1" y="5"/>
                    <a:pt x="3" y="5"/>
                  </a:cubicBezTo>
                  <a:cubicBezTo>
                    <a:pt x="20" y="5"/>
                    <a:pt x="20" y="5"/>
                    <a:pt x="20" y="5"/>
                  </a:cubicBezTo>
                  <a:cubicBezTo>
                    <a:pt x="22" y="5"/>
                    <a:pt x="23" y="4"/>
                    <a:pt x="23" y="3"/>
                  </a:cubicBezTo>
                  <a:cubicBezTo>
                    <a:pt x="23" y="1"/>
                    <a:pt x="22" y="0"/>
                    <a:pt x="20"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9" name="Google Shape;919;p48"/>
            <p:cNvSpPr/>
            <p:nvPr/>
          </p:nvSpPr>
          <p:spPr>
            <a:xfrm>
              <a:off x="3402878" y="2174839"/>
              <a:ext cx="59567" cy="13237"/>
            </a:xfrm>
            <a:custGeom>
              <a:avLst/>
              <a:gdLst/>
              <a:ahLst/>
              <a:cxnLst/>
              <a:rect l="l" t="t" r="r" b="b"/>
              <a:pathLst>
                <a:path w="23" h="5" extrusionOk="0">
                  <a:moveTo>
                    <a:pt x="3" y="5"/>
                  </a:moveTo>
                  <a:cubicBezTo>
                    <a:pt x="20" y="5"/>
                    <a:pt x="20" y="5"/>
                    <a:pt x="20" y="5"/>
                  </a:cubicBezTo>
                  <a:cubicBezTo>
                    <a:pt x="22" y="5"/>
                    <a:pt x="23" y="4"/>
                    <a:pt x="23" y="3"/>
                  </a:cubicBezTo>
                  <a:cubicBezTo>
                    <a:pt x="23" y="1"/>
                    <a:pt x="22" y="0"/>
                    <a:pt x="20" y="0"/>
                  </a:cubicBezTo>
                  <a:cubicBezTo>
                    <a:pt x="3" y="0"/>
                    <a:pt x="3" y="0"/>
                    <a:pt x="3" y="0"/>
                  </a:cubicBezTo>
                  <a:cubicBezTo>
                    <a:pt x="2" y="0"/>
                    <a:pt x="1" y="1"/>
                    <a:pt x="0" y="2"/>
                  </a:cubicBezTo>
                  <a:cubicBezTo>
                    <a:pt x="0" y="4"/>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20" name="Google Shape;920;p48"/>
          <p:cNvGrpSpPr/>
          <p:nvPr/>
        </p:nvGrpSpPr>
        <p:grpSpPr>
          <a:xfrm>
            <a:off x="2330672" y="1955323"/>
            <a:ext cx="387186" cy="379464"/>
            <a:chOff x="2329569" y="1955323"/>
            <a:chExt cx="387186" cy="379464"/>
          </a:xfrm>
        </p:grpSpPr>
        <p:sp>
          <p:nvSpPr>
            <p:cNvPr id="921" name="Google Shape;921;p48"/>
            <p:cNvSpPr/>
            <p:nvPr/>
          </p:nvSpPr>
          <p:spPr>
            <a:xfrm>
              <a:off x="2329569" y="1955323"/>
              <a:ext cx="387186" cy="379464"/>
            </a:xfrm>
            <a:custGeom>
              <a:avLst/>
              <a:gdLst/>
              <a:ahLst/>
              <a:cxnLst/>
              <a:rect l="l" t="t" r="r" b="b"/>
              <a:pathLst>
                <a:path w="148" h="145" extrusionOk="0">
                  <a:moveTo>
                    <a:pt x="120" y="19"/>
                  </a:moveTo>
                  <a:cubicBezTo>
                    <a:pt x="108" y="7"/>
                    <a:pt x="91" y="1"/>
                    <a:pt x="74" y="0"/>
                  </a:cubicBezTo>
                  <a:cubicBezTo>
                    <a:pt x="65" y="0"/>
                    <a:pt x="56" y="1"/>
                    <a:pt x="48" y="4"/>
                  </a:cubicBezTo>
                  <a:cubicBezTo>
                    <a:pt x="46" y="2"/>
                    <a:pt x="46" y="2"/>
                    <a:pt x="46" y="2"/>
                  </a:cubicBezTo>
                  <a:cubicBezTo>
                    <a:pt x="46" y="1"/>
                    <a:pt x="45" y="0"/>
                    <a:pt x="44" y="0"/>
                  </a:cubicBezTo>
                  <a:cubicBezTo>
                    <a:pt x="44" y="0"/>
                    <a:pt x="44" y="0"/>
                    <a:pt x="44" y="0"/>
                  </a:cubicBezTo>
                  <a:cubicBezTo>
                    <a:pt x="43" y="0"/>
                    <a:pt x="42" y="1"/>
                    <a:pt x="41" y="2"/>
                  </a:cubicBezTo>
                  <a:cubicBezTo>
                    <a:pt x="30" y="21"/>
                    <a:pt x="30" y="21"/>
                    <a:pt x="30" y="21"/>
                  </a:cubicBezTo>
                  <a:cubicBezTo>
                    <a:pt x="30" y="22"/>
                    <a:pt x="30" y="24"/>
                    <a:pt x="31" y="25"/>
                  </a:cubicBezTo>
                  <a:cubicBezTo>
                    <a:pt x="32" y="25"/>
                    <a:pt x="32" y="25"/>
                    <a:pt x="33" y="25"/>
                  </a:cubicBezTo>
                  <a:cubicBezTo>
                    <a:pt x="33" y="25"/>
                    <a:pt x="33" y="25"/>
                    <a:pt x="33" y="25"/>
                  </a:cubicBezTo>
                  <a:cubicBezTo>
                    <a:pt x="55" y="25"/>
                    <a:pt x="55" y="25"/>
                    <a:pt x="55" y="25"/>
                  </a:cubicBezTo>
                  <a:cubicBezTo>
                    <a:pt x="56" y="25"/>
                    <a:pt x="57" y="25"/>
                    <a:pt x="57" y="24"/>
                  </a:cubicBezTo>
                  <a:cubicBezTo>
                    <a:pt x="58" y="23"/>
                    <a:pt x="58" y="22"/>
                    <a:pt x="57" y="21"/>
                  </a:cubicBezTo>
                  <a:cubicBezTo>
                    <a:pt x="56" y="19"/>
                    <a:pt x="56" y="19"/>
                    <a:pt x="56" y="19"/>
                  </a:cubicBezTo>
                  <a:cubicBezTo>
                    <a:pt x="74" y="14"/>
                    <a:pt x="94" y="18"/>
                    <a:pt x="112" y="31"/>
                  </a:cubicBezTo>
                  <a:cubicBezTo>
                    <a:pt x="112" y="31"/>
                    <a:pt x="112" y="32"/>
                    <a:pt x="112" y="32"/>
                  </a:cubicBezTo>
                  <a:cubicBezTo>
                    <a:pt x="147" y="77"/>
                    <a:pt x="115" y="127"/>
                    <a:pt x="72" y="127"/>
                  </a:cubicBezTo>
                  <a:cubicBezTo>
                    <a:pt x="41" y="127"/>
                    <a:pt x="16" y="101"/>
                    <a:pt x="17" y="69"/>
                  </a:cubicBezTo>
                  <a:cubicBezTo>
                    <a:pt x="17" y="69"/>
                    <a:pt x="17" y="69"/>
                    <a:pt x="17" y="69"/>
                  </a:cubicBezTo>
                  <a:cubicBezTo>
                    <a:pt x="3" y="69"/>
                    <a:pt x="3" y="69"/>
                    <a:pt x="3" y="69"/>
                  </a:cubicBezTo>
                  <a:cubicBezTo>
                    <a:pt x="2" y="69"/>
                    <a:pt x="0" y="70"/>
                    <a:pt x="0" y="72"/>
                  </a:cubicBezTo>
                  <a:cubicBezTo>
                    <a:pt x="0" y="92"/>
                    <a:pt x="8" y="110"/>
                    <a:pt x="23" y="124"/>
                  </a:cubicBezTo>
                  <a:cubicBezTo>
                    <a:pt x="35" y="136"/>
                    <a:pt x="52" y="143"/>
                    <a:pt x="69" y="144"/>
                  </a:cubicBezTo>
                  <a:cubicBezTo>
                    <a:pt x="94" y="145"/>
                    <a:pt x="118" y="133"/>
                    <a:pt x="132" y="111"/>
                  </a:cubicBezTo>
                  <a:cubicBezTo>
                    <a:pt x="137" y="104"/>
                    <a:pt x="141" y="95"/>
                    <a:pt x="143" y="86"/>
                  </a:cubicBezTo>
                  <a:cubicBezTo>
                    <a:pt x="148" y="61"/>
                    <a:pt x="139" y="36"/>
                    <a:pt x="120" y="19"/>
                  </a:cubicBezTo>
                  <a:close/>
                  <a:moveTo>
                    <a:pt x="78" y="138"/>
                  </a:moveTo>
                  <a:cubicBezTo>
                    <a:pt x="40" y="141"/>
                    <a:pt x="8" y="112"/>
                    <a:pt x="6" y="75"/>
                  </a:cubicBezTo>
                  <a:cubicBezTo>
                    <a:pt x="12" y="75"/>
                    <a:pt x="12" y="75"/>
                    <a:pt x="12" y="75"/>
                  </a:cubicBezTo>
                  <a:cubicBezTo>
                    <a:pt x="12" y="90"/>
                    <a:pt x="19" y="104"/>
                    <a:pt x="29" y="115"/>
                  </a:cubicBezTo>
                  <a:cubicBezTo>
                    <a:pt x="41" y="126"/>
                    <a:pt x="56" y="132"/>
                    <a:pt x="72" y="133"/>
                  </a:cubicBezTo>
                  <a:cubicBezTo>
                    <a:pt x="87" y="133"/>
                    <a:pt x="102" y="127"/>
                    <a:pt x="113" y="116"/>
                  </a:cubicBezTo>
                  <a:cubicBezTo>
                    <a:pt x="126" y="104"/>
                    <a:pt x="133" y="88"/>
                    <a:pt x="133" y="70"/>
                  </a:cubicBezTo>
                  <a:cubicBezTo>
                    <a:pt x="132" y="54"/>
                    <a:pt x="126" y="40"/>
                    <a:pt x="115" y="29"/>
                  </a:cubicBezTo>
                  <a:cubicBezTo>
                    <a:pt x="103" y="18"/>
                    <a:pt x="88" y="11"/>
                    <a:pt x="72" y="11"/>
                  </a:cubicBezTo>
                  <a:cubicBezTo>
                    <a:pt x="65" y="11"/>
                    <a:pt x="58" y="13"/>
                    <a:pt x="51" y="15"/>
                  </a:cubicBezTo>
                  <a:cubicBezTo>
                    <a:pt x="51" y="15"/>
                    <a:pt x="50" y="16"/>
                    <a:pt x="50" y="17"/>
                  </a:cubicBezTo>
                  <a:cubicBezTo>
                    <a:pt x="49" y="18"/>
                    <a:pt x="50" y="18"/>
                    <a:pt x="50" y="19"/>
                  </a:cubicBezTo>
                  <a:cubicBezTo>
                    <a:pt x="50" y="20"/>
                    <a:pt x="50" y="20"/>
                    <a:pt x="50" y="20"/>
                  </a:cubicBezTo>
                  <a:cubicBezTo>
                    <a:pt x="38" y="20"/>
                    <a:pt x="38" y="20"/>
                    <a:pt x="38" y="20"/>
                  </a:cubicBezTo>
                  <a:cubicBezTo>
                    <a:pt x="44" y="9"/>
                    <a:pt x="44" y="9"/>
                    <a:pt x="44" y="9"/>
                  </a:cubicBezTo>
                  <a:cubicBezTo>
                    <a:pt x="44" y="9"/>
                    <a:pt x="44" y="9"/>
                    <a:pt x="44" y="9"/>
                  </a:cubicBezTo>
                  <a:cubicBezTo>
                    <a:pt x="45" y="11"/>
                    <a:pt x="46" y="11"/>
                    <a:pt x="48" y="11"/>
                  </a:cubicBezTo>
                  <a:cubicBezTo>
                    <a:pt x="55" y="7"/>
                    <a:pt x="64" y="6"/>
                    <a:pt x="72" y="6"/>
                  </a:cubicBezTo>
                  <a:cubicBezTo>
                    <a:pt x="111" y="6"/>
                    <a:pt x="142" y="39"/>
                    <a:pt x="138" y="78"/>
                  </a:cubicBezTo>
                  <a:cubicBezTo>
                    <a:pt x="135" y="110"/>
                    <a:pt x="110" y="135"/>
                    <a:pt x="78"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2" name="Google Shape;922;p48"/>
            <p:cNvSpPr/>
            <p:nvPr/>
          </p:nvSpPr>
          <p:spPr>
            <a:xfrm>
              <a:off x="2596518" y="2049086"/>
              <a:ext cx="15443" cy="15443"/>
            </a:xfrm>
            <a:custGeom>
              <a:avLst/>
              <a:gdLst/>
              <a:ahLst/>
              <a:cxnLst/>
              <a:rect l="l" t="t" r="r" b="b"/>
              <a:pathLst>
                <a:path w="6" h="6" extrusionOk="0">
                  <a:moveTo>
                    <a:pt x="5" y="2"/>
                  </a:moveTo>
                  <a:cubicBezTo>
                    <a:pt x="4" y="0"/>
                    <a:pt x="2" y="0"/>
                    <a:pt x="1" y="2"/>
                  </a:cubicBezTo>
                  <a:cubicBezTo>
                    <a:pt x="0" y="3"/>
                    <a:pt x="0" y="4"/>
                    <a:pt x="1" y="6"/>
                  </a:cubicBezTo>
                  <a:cubicBezTo>
                    <a:pt x="1" y="6"/>
                    <a:pt x="1" y="6"/>
                    <a:pt x="1" y="6"/>
                  </a:cubicBezTo>
                  <a:cubicBezTo>
                    <a:pt x="1" y="6"/>
                    <a:pt x="2" y="6"/>
                    <a:pt x="3" y="6"/>
                  </a:cubicBezTo>
                  <a:cubicBezTo>
                    <a:pt x="3" y="6"/>
                    <a:pt x="4" y="6"/>
                    <a:pt x="5" y="6"/>
                  </a:cubicBezTo>
                  <a:cubicBezTo>
                    <a:pt x="6" y="4"/>
                    <a:pt x="6" y="3"/>
                    <a:pt x="5" y="2"/>
                  </a:cubicBezTo>
                  <a:cubicBezTo>
                    <a:pt x="5" y="2"/>
                    <a:pt x="5" y="2"/>
                    <a:pt x="5" y="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3" name="Google Shape;923;p48"/>
            <p:cNvSpPr/>
            <p:nvPr/>
          </p:nvSpPr>
          <p:spPr>
            <a:xfrm>
              <a:off x="2389136" y="2012684"/>
              <a:ext cx="270258" cy="259227"/>
            </a:xfrm>
            <a:custGeom>
              <a:avLst/>
              <a:gdLst/>
              <a:ahLst/>
              <a:cxnLst/>
              <a:rect l="l" t="t" r="r" b="b"/>
              <a:pathLst>
                <a:path w="103" h="99" extrusionOk="0">
                  <a:moveTo>
                    <a:pt x="74" y="11"/>
                  </a:moveTo>
                  <a:cubicBezTo>
                    <a:pt x="75" y="10"/>
                    <a:pt x="74" y="8"/>
                    <a:pt x="73" y="7"/>
                  </a:cubicBezTo>
                  <a:cubicBezTo>
                    <a:pt x="64" y="2"/>
                    <a:pt x="53" y="0"/>
                    <a:pt x="43" y="2"/>
                  </a:cubicBezTo>
                  <a:cubicBezTo>
                    <a:pt x="32" y="3"/>
                    <a:pt x="22" y="8"/>
                    <a:pt x="15" y="16"/>
                  </a:cubicBezTo>
                  <a:cubicBezTo>
                    <a:pt x="6" y="25"/>
                    <a:pt x="0" y="37"/>
                    <a:pt x="0" y="50"/>
                  </a:cubicBezTo>
                  <a:cubicBezTo>
                    <a:pt x="0" y="63"/>
                    <a:pt x="6" y="75"/>
                    <a:pt x="15" y="85"/>
                  </a:cubicBezTo>
                  <a:cubicBezTo>
                    <a:pt x="24" y="94"/>
                    <a:pt x="36" y="99"/>
                    <a:pt x="49" y="99"/>
                  </a:cubicBezTo>
                  <a:cubicBezTo>
                    <a:pt x="62" y="99"/>
                    <a:pt x="74" y="94"/>
                    <a:pt x="84" y="85"/>
                  </a:cubicBezTo>
                  <a:cubicBezTo>
                    <a:pt x="100" y="69"/>
                    <a:pt x="103" y="44"/>
                    <a:pt x="91" y="25"/>
                  </a:cubicBezTo>
                  <a:cubicBezTo>
                    <a:pt x="90" y="24"/>
                    <a:pt x="89" y="23"/>
                    <a:pt x="87" y="24"/>
                  </a:cubicBezTo>
                  <a:cubicBezTo>
                    <a:pt x="86" y="25"/>
                    <a:pt x="85" y="27"/>
                    <a:pt x="86" y="28"/>
                  </a:cubicBezTo>
                  <a:cubicBezTo>
                    <a:pt x="96" y="45"/>
                    <a:pt x="94" y="67"/>
                    <a:pt x="80" y="81"/>
                  </a:cubicBezTo>
                  <a:cubicBezTo>
                    <a:pt x="72" y="89"/>
                    <a:pt x="61" y="93"/>
                    <a:pt x="49" y="93"/>
                  </a:cubicBezTo>
                  <a:cubicBezTo>
                    <a:pt x="38" y="93"/>
                    <a:pt x="27" y="89"/>
                    <a:pt x="19" y="81"/>
                  </a:cubicBezTo>
                  <a:cubicBezTo>
                    <a:pt x="11" y="72"/>
                    <a:pt x="6" y="62"/>
                    <a:pt x="6" y="50"/>
                  </a:cubicBezTo>
                  <a:cubicBezTo>
                    <a:pt x="6" y="39"/>
                    <a:pt x="11" y="28"/>
                    <a:pt x="19" y="20"/>
                  </a:cubicBezTo>
                  <a:cubicBezTo>
                    <a:pt x="32" y="6"/>
                    <a:pt x="53" y="3"/>
                    <a:pt x="70" y="12"/>
                  </a:cubicBezTo>
                  <a:cubicBezTo>
                    <a:pt x="72" y="13"/>
                    <a:pt x="73" y="13"/>
                    <a:pt x="74"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4" name="Google Shape;924;p48"/>
            <p:cNvSpPr/>
            <p:nvPr/>
          </p:nvSpPr>
          <p:spPr>
            <a:xfrm>
              <a:off x="2512683" y="2041364"/>
              <a:ext cx="13237" cy="23165"/>
            </a:xfrm>
            <a:custGeom>
              <a:avLst/>
              <a:gdLst/>
              <a:ahLst/>
              <a:cxnLst/>
              <a:rect l="l" t="t" r="r" b="b"/>
              <a:pathLst>
                <a:path w="5" h="9" extrusionOk="0">
                  <a:moveTo>
                    <a:pt x="5" y="6"/>
                  </a:moveTo>
                  <a:cubicBezTo>
                    <a:pt x="5" y="4"/>
                    <a:pt x="5" y="4"/>
                    <a:pt x="5" y="4"/>
                  </a:cubicBezTo>
                  <a:cubicBezTo>
                    <a:pt x="5" y="2"/>
                    <a:pt x="4" y="1"/>
                    <a:pt x="3" y="1"/>
                  </a:cubicBezTo>
                  <a:cubicBezTo>
                    <a:pt x="1" y="0"/>
                    <a:pt x="0" y="2"/>
                    <a:pt x="0" y="3"/>
                  </a:cubicBezTo>
                  <a:cubicBezTo>
                    <a:pt x="0" y="5"/>
                    <a:pt x="0" y="5"/>
                    <a:pt x="0" y="5"/>
                  </a:cubicBezTo>
                  <a:cubicBezTo>
                    <a:pt x="0" y="7"/>
                    <a:pt x="1" y="8"/>
                    <a:pt x="2" y="8"/>
                  </a:cubicBezTo>
                  <a:cubicBezTo>
                    <a:pt x="4" y="9"/>
                    <a:pt x="5" y="7"/>
                    <a:pt x="5"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5" name="Google Shape;925;p48"/>
            <p:cNvSpPr/>
            <p:nvPr/>
          </p:nvSpPr>
          <p:spPr>
            <a:xfrm>
              <a:off x="2509373" y="2222272"/>
              <a:ext cx="16547" cy="24268"/>
            </a:xfrm>
            <a:custGeom>
              <a:avLst/>
              <a:gdLst/>
              <a:ahLst/>
              <a:cxnLst/>
              <a:rect l="l" t="t" r="r" b="b"/>
              <a:pathLst>
                <a:path w="6" h="9" extrusionOk="0">
                  <a:moveTo>
                    <a:pt x="0" y="4"/>
                  </a:moveTo>
                  <a:cubicBezTo>
                    <a:pt x="0" y="6"/>
                    <a:pt x="0" y="6"/>
                    <a:pt x="0" y="6"/>
                  </a:cubicBezTo>
                  <a:cubicBezTo>
                    <a:pt x="0" y="7"/>
                    <a:pt x="1" y="8"/>
                    <a:pt x="3" y="8"/>
                  </a:cubicBezTo>
                  <a:cubicBezTo>
                    <a:pt x="4" y="9"/>
                    <a:pt x="6" y="7"/>
                    <a:pt x="6" y="6"/>
                  </a:cubicBezTo>
                  <a:cubicBezTo>
                    <a:pt x="6" y="4"/>
                    <a:pt x="6" y="4"/>
                    <a:pt x="6" y="4"/>
                  </a:cubicBezTo>
                  <a:cubicBezTo>
                    <a:pt x="6" y="2"/>
                    <a:pt x="5" y="1"/>
                    <a:pt x="4" y="1"/>
                  </a:cubicBezTo>
                  <a:cubicBezTo>
                    <a:pt x="2" y="0"/>
                    <a:pt x="0" y="2"/>
                    <a:pt x="0"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6" name="Google Shape;926;p48"/>
            <p:cNvSpPr/>
            <p:nvPr/>
          </p:nvSpPr>
          <p:spPr>
            <a:xfrm>
              <a:off x="2598724" y="2136230"/>
              <a:ext cx="20959" cy="15443"/>
            </a:xfrm>
            <a:custGeom>
              <a:avLst/>
              <a:gdLst/>
              <a:ahLst/>
              <a:cxnLst/>
              <a:rect l="l" t="t" r="r" b="b"/>
              <a:pathLst>
                <a:path w="8" h="6" extrusionOk="0">
                  <a:moveTo>
                    <a:pt x="3" y="6"/>
                  </a:moveTo>
                  <a:cubicBezTo>
                    <a:pt x="5" y="6"/>
                    <a:pt x="5" y="6"/>
                    <a:pt x="5" y="6"/>
                  </a:cubicBezTo>
                  <a:cubicBezTo>
                    <a:pt x="6" y="6"/>
                    <a:pt x="7" y="5"/>
                    <a:pt x="8" y="3"/>
                  </a:cubicBezTo>
                  <a:cubicBezTo>
                    <a:pt x="8" y="2"/>
                    <a:pt x="6" y="0"/>
                    <a:pt x="5" y="0"/>
                  </a:cubicBezTo>
                  <a:cubicBezTo>
                    <a:pt x="3" y="0"/>
                    <a:pt x="3" y="0"/>
                    <a:pt x="3" y="0"/>
                  </a:cubicBezTo>
                  <a:cubicBezTo>
                    <a:pt x="1" y="0"/>
                    <a:pt x="0" y="2"/>
                    <a:pt x="0" y="3"/>
                  </a:cubicBezTo>
                  <a:cubicBezTo>
                    <a:pt x="0" y="5"/>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7" name="Google Shape;927;p48"/>
            <p:cNvSpPr/>
            <p:nvPr/>
          </p:nvSpPr>
          <p:spPr>
            <a:xfrm>
              <a:off x="2417817" y="2136230"/>
              <a:ext cx="20959" cy="15443"/>
            </a:xfrm>
            <a:custGeom>
              <a:avLst/>
              <a:gdLst/>
              <a:ahLst/>
              <a:cxnLst/>
              <a:rect l="l" t="t" r="r" b="b"/>
              <a:pathLst>
                <a:path w="8" h="6" extrusionOk="0">
                  <a:moveTo>
                    <a:pt x="3" y="0"/>
                  </a:moveTo>
                  <a:cubicBezTo>
                    <a:pt x="1" y="0"/>
                    <a:pt x="0" y="2"/>
                    <a:pt x="0" y="3"/>
                  </a:cubicBezTo>
                  <a:cubicBezTo>
                    <a:pt x="0" y="5"/>
                    <a:pt x="1" y="6"/>
                    <a:pt x="3" y="6"/>
                  </a:cubicBezTo>
                  <a:cubicBezTo>
                    <a:pt x="5" y="6"/>
                    <a:pt x="5" y="6"/>
                    <a:pt x="5" y="6"/>
                  </a:cubicBezTo>
                  <a:cubicBezTo>
                    <a:pt x="6" y="6"/>
                    <a:pt x="7" y="5"/>
                    <a:pt x="7" y="3"/>
                  </a:cubicBezTo>
                  <a:cubicBezTo>
                    <a:pt x="8" y="2"/>
                    <a:pt x="6" y="0"/>
                    <a:pt x="5" y="0"/>
                  </a:cubicBezTo>
                  <a:lnTo>
                    <a:pt x="3" y="0"/>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8" name="Google Shape;928;p48"/>
            <p:cNvSpPr/>
            <p:nvPr/>
          </p:nvSpPr>
          <p:spPr>
            <a:xfrm>
              <a:off x="2452012" y="2077767"/>
              <a:ext cx="110309" cy="73908"/>
            </a:xfrm>
            <a:custGeom>
              <a:avLst/>
              <a:gdLst/>
              <a:ahLst/>
              <a:cxnLst/>
              <a:rect l="l" t="t" r="r" b="b"/>
              <a:pathLst>
                <a:path w="42" h="28" extrusionOk="0">
                  <a:moveTo>
                    <a:pt x="39" y="22"/>
                  </a:moveTo>
                  <a:cubicBezTo>
                    <a:pt x="26" y="22"/>
                    <a:pt x="26" y="22"/>
                    <a:pt x="26" y="22"/>
                  </a:cubicBezTo>
                  <a:cubicBezTo>
                    <a:pt x="5" y="1"/>
                    <a:pt x="5" y="1"/>
                    <a:pt x="5" y="1"/>
                  </a:cubicBezTo>
                  <a:cubicBezTo>
                    <a:pt x="4" y="0"/>
                    <a:pt x="2" y="0"/>
                    <a:pt x="1" y="1"/>
                  </a:cubicBezTo>
                  <a:cubicBezTo>
                    <a:pt x="0" y="2"/>
                    <a:pt x="0" y="4"/>
                    <a:pt x="1" y="5"/>
                  </a:cubicBezTo>
                  <a:cubicBezTo>
                    <a:pt x="23" y="27"/>
                    <a:pt x="23" y="27"/>
                    <a:pt x="23" y="27"/>
                  </a:cubicBezTo>
                  <a:cubicBezTo>
                    <a:pt x="24" y="28"/>
                    <a:pt x="24" y="28"/>
                    <a:pt x="25" y="28"/>
                  </a:cubicBezTo>
                  <a:cubicBezTo>
                    <a:pt x="39" y="28"/>
                    <a:pt x="39" y="28"/>
                    <a:pt x="39" y="28"/>
                  </a:cubicBezTo>
                  <a:cubicBezTo>
                    <a:pt x="41" y="28"/>
                    <a:pt x="42" y="26"/>
                    <a:pt x="42" y="25"/>
                  </a:cubicBezTo>
                  <a:cubicBezTo>
                    <a:pt x="42" y="23"/>
                    <a:pt x="41" y="22"/>
                    <a:pt x="39" y="2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29" name="Google Shape;929;p48"/>
          <p:cNvGrpSpPr/>
          <p:nvPr/>
        </p:nvGrpSpPr>
        <p:grpSpPr>
          <a:xfrm>
            <a:off x="4746996" y="1955323"/>
            <a:ext cx="377258" cy="377258"/>
            <a:chOff x="4768507" y="1955323"/>
            <a:chExt cx="377258" cy="377258"/>
          </a:xfrm>
        </p:grpSpPr>
        <p:sp>
          <p:nvSpPr>
            <p:cNvPr id="930" name="Google Shape;930;p48"/>
            <p:cNvSpPr/>
            <p:nvPr/>
          </p:nvSpPr>
          <p:spPr>
            <a:xfrm>
              <a:off x="4768507" y="1976282"/>
              <a:ext cx="262536" cy="335340"/>
            </a:xfrm>
            <a:custGeom>
              <a:avLst/>
              <a:gdLst/>
              <a:ahLst/>
              <a:cxnLst/>
              <a:rect l="l" t="t" r="r" b="b"/>
              <a:pathLst>
                <a:path w="100" h="128" extrusionOk="0">
                  <a:moveTo>
                    <a:pt x="98" y="29"/>
                  </a:moveTo>
                  <a:cubicBezTo>
                    <a:pt x="82" y="23"/>
                    <a:pt x="66" y="14"/>
                    <a:pt x="54" y="2"/>
                  </a:cubicBezTo>
                  <a:cubicBezTo>
                    <a:pt x="52" y="1"/>
                    <a:pt x="52" y="1"/>
                    <a:pt x="52" y="1"/>
                  </a:cubicBezTo>
                  <a:cubicBezTo>
                    <a:pt x="51" y="0"/>
                    <a:pt x="49" y="0"/>
                    <a:pt x="48" y="1"/>
                  </a:cubicBezTo>
                  <a:cubicBezTo>
                    <a:pt x="47" y="2"/>
                    <a:pt x="47" y="2"/>
                    <a:pt x="47" y="2"/>
                  </a:cubicBezTo>
                  <a:cubicBezTo>
                    <a:pt x="34" y="14"/>
                    <a:pt x="19" y="23"/>
                    <a:pt x="2" y="29"/>
                  </a:cubicBezTo>
                  <a:cubicBezTo>
                    <a:pt x="1" y="29"/>
                    <a:pt x="0" y="30"/>
                    <a:pt x="0" y="31"/>
                  </a:cubicBezTo>
                  <a:cubicBezTo>
                    <a:pt x="0" y="48"/>
                    <a:pt x="0" y="48"/>
                    <a:pt x="0" y="48"/>
                  </a:cubicBezTo>
                  <a:cubicBezTo>
                    <a:pt x="0" y="65"/>
                    <a:pt x="5" y="81"/>
                    <a:pt x="14" y="95"/>
                  </a:cubicBezTo>
                  <a:cubicBezTo>
                    <a:pt x="22" y="109"/>
                    <a:pt x="34" y="120"/>
                    <a:pt x="49" y="128"/>
                  </a:cubicBezTo>
                  <a:cubicBezTo>
                    <a:pt x="49" y="128"/>
                    <a:pt x="50" y="128"/>
                    <a:pt x="50" y="128"/>
                  </a:cubicBezTo>
                  <a:cubicBezTo>
                    <a:pt x="50" y="128"/>
                    <a:pt x="50" y="128"/>
                    <a:pt x="50" y="128"/>
                  </a:cubicBezTo>
                  <a:cubicBezTo>
                    <a:pt x="51" y="128"/>
                    <a:pt x="51" y="128"/>
                    <a:pt x="52" y="128"/>
                  </a:cubicBezTo>
                  <a:cubicBezTo>
                    <a:pt x="66" y="120"/>
                    <a:pt x="78" y="109"/>
                    <a:pt x="87" y="95"/>
                  </a:cubicBezTo>
                  <a:cubicBezTo>
                    <a:pt x="96" y="81"/>
                    <a:pt x="100" y="65"/>
                    <a:pt x="100" y="48"/>
                  </a:cubicBezTo>
                  <a:cubicBezTo>
                    <a:pt x="100" y="31"/>
                    <a:pt x="100" y="31"/>
                    <a:pt x="100" y="31"/>
                  </a:cubicBezTo>
                  <a:cubicBezTo>
                    <a:pt x="100" y="30"/>
                    <a:pt x="99" y="29"/>
                    <a:pt x="98" y="29"/>
                  </a:cubicBezTo>
                  <a:close/>
                  <a:moveTo>
                    <a:pt x="95" y="48"/>
                  </a:moveTo>
                  <a:cubicBezTo>
                    <a:pt x="95" y="80"/>
                    <a:pt x="78" y="108"/>
                    <a:pt x="50" y="122"/>
                  </a:cubicBezTo>
                  <a:cubicBezTo>
                    <a:pt x="23" y="108"/>
                    <a:pt x="6" y="80"/>
                    <a:pt x="6" y="48"/>
                  </a:cubicBezTo>
                  <a:cubicBezTo>
                    <a:pt x="6" y="33"/>
                    <a:pt x="6" y="33"/>
                    <a:pt x="6" y="33"/>
                  </a:cubicBezTo>
                  <a:cubicBezTo>
                    <a:pt x="22" y="28"/>
                    <a:pt x="38" y="19"/>
                    <a:pt x="50" y="7"/>
                  </a:cubicBezTo>
                  <a:cubicBezTo>
                    <a:pt x="63" y="19"/>
                    <a:pt x="78" y="28"/>
                    <a:pt x="95" y="33"/>
                  </a:cubicBezTo>
                  <a:lnTo>
                    <a:pt x="95" y="4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1" name="Google Shape;931;p48"/>
            <p:cNvSpPr/>
            <p:nvPr/>
          </p:nvSpPr>
          <p:spPr>
            <a:xfrm>
              <a:off x="4806012" y="2022612"/>
              <a:ext cx="190836" cy="249299"/>
            </a:xfrm>
            <a:custGeom>
              <a:avLst/>
              <a:gdLst/>
              <a:ahLst/>
              <a:cxnLst/>
              <a:rect l="l" t="t" r="r" b="b"/>
              <a:pathLst>
                <a:path w="73" h="95" extrusionOk="0">
                  <a:moveTo>
                    <a:pt x="35" y="1"/>
                  </a:moveTo>
                  <a:cubicBezTo>
                    <a:pt x="25" y="9"/>
                    <a:pt x="14" y="15"/>
                    <a:pt x="2" y="20"/>
                  </a:cubicBezTo>
                  <a:cubicBezTo>
                    <a:pt x="1" y="21"/>
                    <a:pt x="0" y="22"/>
                    <a:pt x="0" y="23"/>
                  </a:cubicBezTo>
                  <a:cubicBezTo>
                    <a:pt x="0" y="30"/>
                    <a:pt x="0" y="30"/>
                    <a:pt x="0" y="30"/>
                  </a:cubicBezTo>
                  <a:cubicBezTo>
                    <a:pt x="0" y="56"/>
                    <a:pt x="13" y="80"/>
                    <a:pt x="35" y="94"/>
                  </a:cubicBezTo>
                  <a:cubicBezTo>
                    <a:pt x="35" y="95"/>
                    <a:pt x="36" y="95"/>
                    <a:pt x="36" y="95"/>
                  </a:cubicBezTo>
                  <a:cubicBezTo>
                    <a:pt x="37" y="95"/>
                    <a:pt x="37" y="95"/>
                    <a:pt x="38" y="94"/>
                  </a:cubicBezTo>
                  <a:cubicBezTo>
                    <a:pt x="60" y="80"/>
                    <a:pt x="73" y="56"/>
                    <a:pt x="73" y="30"/>
                  </a:cubicBezTo>
                  <a:cubicBezTo>
                    <a:pt x="73" y="23"/>
                    <a:pt x="73" y="23"/>
                    <a:pt x="73" y="23"/>
                  </a:cubicBezTo>
                  <a:cubicBezTo>
                    <a:pt x="73" y="22"/>
                    <a:pt x="72" y="21"/>
                    <a:pt x="71" y="20"/>
                  </a:cubicBezTo>
                  <a:cubicBezTo>
                    <a:pt x="59" y="15"/>
                    <a:pt x="48" y="9"/>
                    <a:pt x="38" y="1"/>
                  </a:cubicBezTo>
                  <a:cubicBezTo>
                    <a:pt x="37" y="0"/>
                    <a:pt x="36" y="0"/>
                    <a:pt x="35" y="1"/>
                  </a:cubicBezTo>
                  <a:close/>
                  <a:moveTo>
                    <a:pt x="5" y="25"/>
                  </a:moveTo>
                  <a:cubicBezTo>
                    <a:pt x="15" y="20"/>
                    <a:pt x="25" y="15"/>
                    <a:pt x="33" y="9"/>
                  </a:cubicBezTo>
                  <a:cubicBezTo>
                    <a:pt x="33" y="35"/>
                    <a:pt x="33" y="35"/>
                    <a:pt x="33" y="35"/>
                  </a:cubicBezTo>
                  <a:cubicBezTo>
                    <a:pt x="6" y="35"/>
                    <a:pt x="6" y="35"/>
                    <a:pt x="6" y="35"/>
                  </a:cubicBezTo>
                  <a:cubicBezTo>
                    <a:pt x="6" y="33"/>
                    <a:pt x="5" y="32"/>
                    <a:pt x="5" y="30"/>
                  </a:cubicBezTo>
                  <a:lnTo>
                    <a:pt x="5" y="25"/>
                  </a:lnTo>
                  <a:close/>
                  <a:moveTo>
                    <a:pt x="6" y="41"/>
                  </a:moveTo>
                  <a:cubicBezTo>
                    <a:pt x="33" y="41"/>
                    <a:pt x="33" y="41"/>
                    <a:pt x="33" y="41"/>
                  </a:cubicBezTo>
                  <a:cubicBezTo>
                    <a:pt x="33" y="87"/>
                    <a:pt x="33" y="87"/>
                    <a:pt x="33" y="87"/>
                  </a:cubicBezTo>
                  <a:cubicBezTo>
                    <a:pt x="19" y="75"/>
                    <a:pt x="9" y="59"/>
                    <a:pt x="6" y="41"/>
                  </a:cubicBezTo>
                  <a:close/>
                  <a:moveTo>
                    <a:pt x="67" y="30"/>
                  </a:moveTo>
                  <a:cubicBezTo>
                    <a:pt x="67" y="53"/>
                    <a:pt x="57" y="73"/>
                    <a:pt x="39" y="87"/>
                  </a:cubicBezTo>
                  <a:cubicBezTo>
                    <a:pt x="39" y="41"/>
                    <a:pt x="39" y="41"/>
                    <a:pt x="39" y="41"/>
                  </a:cubicBezTo>
                  <a:cubicBezTo>
                    <a:pt x="46" y="41"/>
                    <a:pt x="46" y="41"/>
                    <a:pt x="46" y="41"/>
                  </a:cubicBezTo>
                  <a:cubicBezTo>
                    <a:pt x="47" y="41"/>
                    <a:pt x="49" y="40"/>
                    <a:pt x="49" y="38"/>
                  </a:cubicBezTo>
                  <a:cubicBezTo>
                    <a:pt x="49" y="36"/>
                    <a:pt x="48" y="35"/>
                    <a:pt x="46" y="35"/>
                  </a:cubicBezTo>
                  <a:cubicBezTo>
                    <a:pt x="39" y="35"/>
                    <a:pt x="39" y="35"/>
                    <a:pt x="39" y="35"/>
                  </a:cubicBezTo>
                  <a:cubicBezTo>
                    <a:pt x="39" y="9"/>
                    <a:pt x="39" y="9"/>
                    <a:pt x="39" y="9"/>
                  </a:cubicBezTo>
                  <a:cubicBezTo>
                    <a:pt x="48" y="15"/>
                    <a:pt x="57" y="20"/>
                    <a:pt x="67" y="25"/>
                  </a:cubicBezTo>
                  <a:lnTo>
                    <a:pt x="67" y="30"/>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2" name="Google Shape;932;p48"/>
            <p:cNvSpPr/>
            <p:nvPr/>
          </p:nvSpPr>
          <p:spPr>
            <a:xfrm>
              <a:off x="5054208" y="1955323"/>
              <a:ext cx="91557" cy="377258"/>
            </a:xfrm>
            <a:custGeom>
              <a:avLst/>
              <a:gdLst/>
              <a:ahLst/>
              <a:cxnLst/>
              <a:rect l="l" t="t" r="r" b="b"/>
              <a:pathLst>
                <a:path w="35" h="144" extrusionOk="0">
                  <a:moveTo>
                    <a:pt x="26" y="102"/>
                  </a:moveTo>
                  <a:cubicBezTo>
                    <a:pt x="31" y="102"/>
                    <a:pt x="35" y="98"/>
                    <a:pt x="35" y="93"/>
                  </a:cubicBezTo>
                  <a:cubicBezTo>
                    <a:pt x="35" y="92"/>
                    <a:pt x="34" y="91"/>
                    <a:pt x="33" y="90"/>
                  </a:cubicBezTo>
                  <a:cubicBezTo>
                    <a:pt x="31" y="90"/>
                    <a:pt x="29" y="91"/>
                    <a:pt x="29" y="93"/>
                  </a:cubicBezTo>
                  <a:cubicBezTo>
                    <a:pt x="29" y="94"/>
                    <a:pt x="29" y="95"/>
                    <a:pt x="28" y="96"/>
                  </a:cubicBezTo>
                  <a:cubicBezTo>
                    <a:pt x="28" y="73"/>
                    <a:pt x="28" y="73"/>
                    <a:pt x="28" y="73"/>
                  </a:cubicBezTo>
                  <a:cubicBezTo>
                    <a:pt x="28" y="72"/>
                    <a:pt x="27" y="71"/>
                    <a:pt x="26" y="71"/>
                  </a:cubicBezTo>
                  <a:cubicBezTo>
                    <a:pt x="24" y="70"/>
                    <a:pt x="23" y="72"/>
                    <a:pt x="23" y="73"/>
                  </a:cubicBezTo>
                  <a:cubicBezTo>
                    <a:pt x="23" y="97"/>
                    <a:pt x="23" y="97"/>
                    <a:pt x="23" y="97"/>
                  </a:cubicBezTo>
                  <a:cubicBezTo>
                    <a:pt x="12" y="97"/>
                    <a:pt x="12" y="97"/>
                    <a:pt x="12" y="97"/>
                  </a:cubicBezTo>
                  <a:cubicBezTo>
                    <a:pt x="12" y="19"/>
                    <a:pt x="12" y="19"/>
                    <a:pt x="12" y="19"/>
                  </a:cubicBezTo>
                  <a:cubicBezTo>
                    <a:pt x="17" y="9"/>
                    <a:pt x="17" y="9"/>
                    <a:pt x="17" y="9"/>
                  </a:cubicBezTo>
                  <a:cubicBezTo>
                    <a:pt x="23" y="19"/>
                    <a:pt x="23" y="19"/>
                    <a:pt x="23" y="19"/>
                  </a:cubicBezTo>
                  <a:cubicBezTo>
                    <a:pt x="23" y="49"/>
                    <a:pt x="23" y="49"/>
                    <a:pt x="23" y="49"/>
                  </a:cubicBezTo>
                  <a:cubicBezTo>
                    <a:pt x="23" y="51"/>
                    <a:pt x="24" y="52"/>
                    <a:pt x="25" y="52"/>
                  </a:cubicBezTo>
                  <a:cubicBezTo>
                    <a:pt x="27" y="52"/>
                    <a:pt x="28" y="51"/>
                    <a:pt x="28" y="49"/>
                  </a:cubicBezTo>
                  <a:cubicBezTo>
                    <a:pt x="28" y="18"/>
                    <a:pt x="28" y="18"/>
                    <a:pt x="28" y="18"/>
                  </a:cubicBezTo>
                  <a:cubicBezTo>
                    <a:pt x="28" y="18"/>
                    <a:pt x="28" y="17"/>
                    <a:pt x="28" y="17"/>
                  </a:cubicBezTo>
                  <a:cubicBezTo>
                    <a:pt x="20" y="2"/>
                    <a:pt x="20" y="2"/>
                    <a:pt x="20" y="2"/>
                  </a:cubicBezTo>
                  <a:cubicBezTo>
                    <a:pt x="19" y="1"/>
                    <a:pt x="19" y="0"/>
                    <a:pt x="17" y="0"/>
                  </a:cubicBezTo>
                  <a:cubicBezTo>
                    <a:pt x="16" y="0"/>
                    <a:pt x="15" y="1"/>
                    <a:pt x="15" y="2"/>
                  </a:cubicBezTo>
                  <a:cubicBezTo>
                    <a:pt x="7" y="17"/>
                    <a:pt x="7" y="17"/>
                    <a:pt x="7" y="17"/>
                  </a:cubicBezTo>
                  <a:cubicBezTo>
                    <a:pt x="7" y="17"/>
                    <a:pt x="7" y="18"/>
                    <a:pt x="7" y="18"/>
                  </a:cubicBezTo>
                  <a:cubicBezTo>
                    <a:pt x="7" y="96"/>
                    <a:pt x="7" y="96"/>
                    <a:pt x="7" y="96"/>
                  </a:cubicBezTo>
                  <a:cubicBezTo>
                    <a:pt x="6" y="95"/>
                    <a:pt x="6" y="94"/>
                    <a:pt x="6" y="93"/>
                  </a:cubicBezTo>
                  <a:cubicBezTo>
                    <a:pt x="6" y="92"/>
                    <a:pt x="5" y="90"/>
                    <a:pt x="3" y="90"/>
                  </a:cubicBezTo>
                  <a:cubicBezTo>
                    <a:pt x="2" y="90"/>
                    <a:pt x="0" y="91"/>
                    <a:pt x="0" y="93"/>
                  </a:cubicBezTo>
                  <a:cubicBezTo>
                    <a:pt x="0" y="98"/>
                    <a:pt x="4" y="102"/>
                    <a:pt x="9" y="102"/>
                  </a:cubicBezTo>
                  <a:cubicBezTo>
                    <a:pt x="9" y="130"/>
                    <a:pt x="9" y="130"/>
                    <a:pt x="9" y="130"/>
                  </a:cubicBezTo>
                  <a:cubicBezTo>
                    <a:pt x="9" y="130"/>
                    <a:pt x="9" y="130"/>
                    <a:pt x="9" y="130"/>
                  </a:cubicBezTo>
                  <a:cubicBezTo>
                    <a:pt x="8" y="131"/>
                    <a:pt x="8" y="133"/>
                    <a:pt x="8" y="135"/>
                  </a:cubicBezTo>
                  <a:cubicBezTo>
                    <a:pt x="8" y="140"/>
                    <a:pt x="12" y="143"/>
                    <a:pt x="17" y="144"/>
                  </a:cubicBezTo>
                  <a:cubicBezTo>
                    <a:pt x="22" y="144"/>
                    <a:pt x="27" y="140"/>
                    <a:pt x="27" y="134"/>
                  </a:cubicBezTo>
                  <a:cubicBezTo>
                    <a:pt x="27" y="133"/>
                    <a:pt x="27" y="131"/>
                    <a:pt x="26" y="130"/>
                  </a:cubicBezTo>
                  <a:cubicBezTo>
                    <a:pt x="26" y="130"/>
                    <a:pt x="26" y="130"/>
                    <a:pt x="26" y="130"/>
                  </a:cubicBezTo>
                  <a:lnTo>
                    <a:pt x="26" y="102"/>
                  </a:lnTo>
                  <a:close/>
                  <a:moveTo>
                    <a:pt x="20" y="102"/>
                  </a:moveTo>
                  <a:cubicBezTo>
                    <a:pt x="20" y="125"/>
                    <a:pt x="20" y="125"/>
                    <a:pt x="20" y="125"/>
                  </a:cubicBezTo>
                  <a:cubicBezTo>
                    <a:pt x="19" y="125"/>
                    <a:pt x="18" y="125"/>
                    <a:pt x="17" y="125"/>
                  </a:cubicBezTo>
                  <a:cubicBezTo>
                    <a:pt x="17" y="125"/>
                    <a:pt x="16" y="125"/>
                    <a:pt x="15" y="125"/>
                  </a:cubicBezTo>
                  <a:cubicBezTo>
                    <a:pt x="15" y="102"/>
                    <a:pt x="15" y="102"/>
                    <a:pt x="15" y="102"/>
                  </a:cubicBezTo>
                  <a:lnTo>
                    <a:pt x="20" y="102"/>
                  </a:lnTo>
                  <a:close/>
                  <a:moveTo>
                    <a:pt x="18" y="138"/>
                  </a:moveTo>
                  <a:cubicBezTo>
                    <a:pt x="15" y="138"/>
                    <a:pt x="14" y="136"/>
                    <a:pt x="14" y="134"/>
                  </a:cubicBezTo>
                  <a:cubicBezTo>
                    <a:pt x="14" y="132"/>
                    <a:pt x="15" y="130"/>
                    <a:pt x="18" y="130"/>
                  </a:cubicBezTo>
                  <a:cubicBezTo>
                    <a:pt x="20" y="130"/>
                    <a:pt x="21" y="132"/>
                    <a:pt x="21" y="134"/>
                  </a:cubicBezTo>
                  <a:cubicBezTo>
                    <a:pt x="21" y="136"/>
                    <a:pt x="20" y="138"/>
                    <a:pt x="18"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3" name="Google Shape;933;p48"/>
            <p:cNvSpPr/>
            <p:nvPr/>
          </p:nvSpPr>
          <p:spPr>
            <a:xfrm>
              <a:off x="5111569" y="2107550"/>
              <a:ext cx="16547" cy="15443"/>
            </a:xfrm>
            <a:custGeom>
              <a:avLst/>
              <a:gdLst/>
              <a:ahLst/>
              <a:cxnLst/>
              <a:rect l="l" t="t" r="r" b="b"/>
              <a:pathLst>
                <a:path w="6" h="6" extrusionOk="0">
                  <a:moveTo>
                    <a:pt x="3" y="0"/>
                  </a:moveTo>
                  <a:cubicBezTo>
                    <a:pt x="3" y="0"/>
                    <a:pt x="2" y="0"/>
                    <a:pt x="1" y="1"/>
                  </a:cubicBezTo>
                  <a:cubicBezTo>
                    <a:pt x="1" y="1"/>
                    <a:pt x="0" y="2"/>
                    <a:pt x="0" y="3"/>
                  </a:cubicBezTo>
                  <a:cubicBezTo>
                    <a:pt x="0" y="4"/>
                    <a:pt x="1" y="4"/>
                    <a:pt x="1" y="5"/>
                  </a:cubicBezTo>
                  <a:cubicBezTo>
                    <a:pt x="2" y="5"/>
                    <a:pt x="3" y="6"/>
                    <a:pt x="3" y="6"/>
                  </a:cubicBezTo>
                  <a:cubicBezTo>
                    <a:pt x="4" y="6"/>
                    <a:pt x="5" y="5"/>
                    <a:pt x="5" y="5"/>
                  </a:cubicBezTo>
                  <a:cubicBezTo>
                    <a:pt x="6" y="4"/>
                    <a:pt x="6" y="4"/>
                    <a:pt x="6" y="3"/>
                  </a:cubicBezTo>
                  <a:cubicBezTo>
                    <a:pt x="6" y="2"/>
                    <a:pt x="6" y="1"/>
                    <a:pt x="5"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4" name="Google Shape;934;p48"/>
            <p:cNvSpPr/>
            <p:nvPr/>
          </p:nvSpPr>
          <p:spPr>
            <a:xfrm>
              <a:off x="4947208" y="2115272"/>
              <a:ext cx="15443" cy="15443"/>
            </a:xfrm>
            <a:custGeom>
              <a:avLst/>
              <a:gdLst/>
              <a:ahLst/>
              <a:cxnLst/>
              <a:rect l="l" t="t" r="r" b="b"/>
              <a:pathLst>
                <a:path w="6" h="6" extrusionOk="0">
                  <a:moveTo>
                    <a:pt x="3" y="6"/>
                  </a:moveTo>
                  <a:cubicBezTo>
                    <a:pt x="4" y="6"/>
                    <a:pt x="4" y="5"/>
                    <a:pt x="5" y="5"/>
                  </a:cubicBezTo>
                  <a:cubicBezTo>
                    <a:pt x="5" y="4"/>
                    <a:pt x="6" y="4"/>
                    <a:pt x="6" y="3"/>
                  </a:cubicBezTo>
                  <a:cubicBezTo>
                    <a:pt x="6" y="2"/>
                    <a:pt x="5" y="1"/>
                    <a:pt x="5" y="1"/>
                  </a:cubicBezTo>
                  <a:cubicBezTo>
                    <a:pt x="4" y="0"/>
                    <a:pt x="4"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35" name="Google Shape;935;p48"/>
          <p:cNvGrpSpPr/>
          <p:nvPr/>
        </p:nvGrpSpPr>
        <p:grpSpPr>
          <a:xfrm>
            <a:off x="767589" y="1346416"/>
            <a:ext cx="298938" cy="377258"/>
            <a:chOff x="766486" y="1346416"/>
            <a:chExt cx="298938" cy="377258"/>
          </a:xfrm>
        </p:grpSpPr>
        <p:sp>
          <p:nvSpPr>
            <p:cNvPr id="936" name="Google Shape;936;p48"/>
            <p:cNvSpPr/>
            <p:nvPr/>
          </p:nvSpPr>
          <p:spPr>
            <a:xfrm>
              <a:off x="800683" y="1597921"/>
              <a:ext cx="13237" cy="16547"/>
            </a:xfrm>
            <a:custGeom>
              <a:avLst/>
              <a:gdLst/>
              <a:ahLst/>
              <a:cxnLst/>
              <a:rect l="l" t="t" r="r" b="b"/>
              <a:pathLst>
                <a:path w="5" h="6" extrusionOk="0">
                  <a:moveTo>
                    <a:pt x="3" y="6"/>
                  </a:moveTo>
                  <a:cubicBezTo>
                    <a:pt x="3" y="6"/>
                    <a:pt x="4" y="5"/>
                    <a:pt x="5" y="5"/>
                  </a:cubicBezTo>
                  <a:cubicBezTo>
                    <a:pt x="5" y="4"/>
                    <a:pt x="5" y="4"/>
                    <a:pt x="5" y="3"/>
                  </a:cubicBezTo>
                  <a:cubicBezTo>
                    <a:pt x="5" y="2"/>
                    <a:pt x="5" y="1"/>
                    <a:pt x="5" y="1"/>
                  </a:cubicBezTo>
                  <a:cubicBezTo>
                    <a:pt x="4" y="0"/>
                    <a:pt x="3"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7" name="Google Shape;937;p48"/>
            <p:cNvSpPr/>
            <p:nvPr/>
          </p:nvSpPr>
          <p:spPr>
            <a:xfrm>
              <a:off x="766486" y="1346416"/>
              <a:ext cx="298938" cy="377258"/>
            </a:xfrm>
            <a:custGeom>
              <a:avLst/>
              <a:gdLst/>
              <a:ahLst/>
              <a:cxnLst/>
              <a:rect l="l" t="t" r="r" b="b"/>
              <a:pathLst>
                <a:path w="114" h="144" extrusionOk="0">
                  <a:moveTo>
                    <a:pt x="102" y="116"/>
                  </a:moveTo>
                  <a:cubicBezTo>
                    <a:pt x="102" y="79"/>
                    <a:pt x="102" y="79"/>
                    <a:pt x="102" y="79"/>
                  </a:cubicBezTo>
                  <a:cubicBezTo>
                    <a:pt x="102" y="65"/>
                    <a:pt x="90" y="54"/>
                    <a:pt x="77" y="54"/>
                  </a:cubicBezTo>
                  <a:cubicBezTo>
                    <a:pt x="72" y="54"/>
                    <a:pt x="72" y="54"/>
                    <a:pt x="72" y="54"/>
                  </a:cubicBezTo>
                  <a:cubicBezTo>
                    <a:pt x="73" y="53"/>
                    <a:pt x="75" y="51"/>
                    <a:pt x="75" y="49"/>
                  </a:cubicBezTo>
                  <a:cubicBezTo>
                    <a:pt x="77" y="50"/>
                    <a:pt x="78" y="50"/>
                    <a:pt x="80" y="50"/>
                  </a:cubicBezTo>
                  <a:cubicBezTo>
                    <a:pt x="84" y="50"/>
                    <a:pt x="87" y="46"/>
                    <a:pt x="87" y="42"/>
                  </a:cubicBezTo>
                  <a:cubicBezTo>
                    <a:pt x="87" y="33"/>
                    <a:pt x="87" y="33"/>
                    <a:pt x="87" y="33"/>
                  </a:cubicBezTo>
                  <a:cubicBezTo>
                    <a:pt x="87" y="30"/>
                    <a:pt x="84" y="27"/>
                    <a:pt x="81" y="26"/>
                  </a:cubicBezTo>
                  <a:cubicBezTo>
                    <a:pt x="81" y="20"/>
                    <a:pt x="81" y="20"/>
                    <a:pt x="81" y="20"/>
                  </a:cubicBezTo>
                  <a:cubicBezTo>
                    <a:pt x="81" y="9"/>
                    <a:pt x="73" y="0"/>
                    <a:pt x="62" y="0"/>
                  </a:cubicBezTo>
                  <a:cubicBezTo>
                    <a:pt x="52" y="0"/>
                    <a:pt x="52" y="0"/>
                    <a:pt x="52" y="0"/>
                  </a:cubicBezTo>
                  <a:cubicBezTo>
                    <a:pt x="42" y="0"/>
                    <a:pt x="33" y="9"/>
                    <a:pt x="33" y="20"/>
                  </a:cubicBezTo>
                  <a:cubicBezTo>
                    <a:pt x="33" y="26"/>
                    <a:pt x="33" y="26"/>
                    <a:pt x="33" y="26"/>
                  </a:cubicBezTo>
                  <a:cubicBezTo>
                    <a:pt x="30" y="27"/>
                    <a:pt x="28" y="30"/>
                    <a:pt x="28" y="33"/>
                  </a:cubicBezTo>
                  <a:cubicBezTo>
                    <a:pt x="28" y="42"/>
                    <a:pt x="28" y="42"/>
                    <a:pt x="28" y="42"/>
                  </a:cubicBezTo>
                  <a:cubicBezTo>
                    <a:pt x="28" y="46"/>
                    <a:pt x="30" y="49"/>
                    <a:pt x="34" y="50"/>
                  </a:cubicBezTo>
                  <a:cubicBezTo>
                    <a:pt x="36" y="50"/>
                    <a:pt x="37" y="50"/>
                    <a:pt x="39" y="49"/>
                  </a:cubicBezTo>
                  <a:cubicBezTo>
                    <a:pt x="40" y="51"/>
                    <a:pt x="41" y="53"/>
                    <a:pt x="42" y="54"/>
                  </a:cubicBezTo>
                  <a:cubicBezTo>
                    <a:pt x="16" y="54"/>
                    <a:pt x="16" y="54"/>
                    <a:pt x="16" y="54"/>
                  </a:cubicBezTo>
                  <a:cubicBezTo>
                    <a:pt x="14" y="54"/>
                    <a:pt x="13" y="55"/>
                    <a:pt x="13" y="57"/>
                  </a:cubicBezTo>
                  <a:cubicBezTo>
                    <a:pt x="13" y="89"/>
                    <a:pt x="13" y="89"/>
                    <a:pt x="13" y="89"/>
                  </a:cubicBezTo>
                  <a:cubicBezTo>
                    <a:pt x="13" y="89"/>
                    <a:pt x="13" y="89"/>
                    <a:pt x="13" y="89"/>
                  </a:cubicBezTo>
                  <a:cubicBezTo>
                    <a:pt x="15" y="92"/>
                    <a:pt x="18" y="90"/>
                    <a:pt x="18" y="88"/>
                  </a:cubicBezTo>
                  <a:cubicBezTo>
                    <a:pt x="18" y="62"/>
                    <a:pt x="18" y="62"/>
                    <a:pt x="18" y="62"/>
                  </a:cubicBezTo>
                  <a:cubicBezTo>
                    <a:pt x="18" y="61"/>
                    <a:pt x="19" y="60"/>
                    <a:pt x="21" y="60"/>
                  </a:cubicBezTo>
                  <a:cubicBezTo>
                    <a:pt x="69" y="60"/>
                    <a:pt x="69" y="60"/>
                    <a:pt x="69" y="60"/>
                  </a:cubicBezTo>
                  <a:cubicBezTo>
                    <a:pt x="67" y="63"/>
                    <a:pt x="67" y="63"/>
                    <a:pt x="67" y="63"/>
                  </a:cubicBezTo>
                  <a:cubicBezTo>
                    <a:pt x="60" y="76"/>
                    <a:pt x="49" y="85"/>
                    <a:pt x="35" y="90"/>
                  </a:cubicBezTo>
                  <a:cubicBezTo>
                    <a:pt x="35" y="79"/>
                    <a:pt x="35" y="79"/>
                    <a:pt x="35" y="79"/>
                  </a:cubicBezTo>
                  <a:cubicBezTo>
                    <a:pt x="35" y="78"/>
                    <a:pt x="34" y="77"/>
                    <a:pt x="33" y="77"/>
                  </a:cubicBezTo>
                  <a:cubicBezTo>
                    <a:pt x="31" y="76"/>
                    <a:pt x="30" y="78"/>
                    <a:pt x="30" y="79"/>
                  </a:cubicBezTo>
                  <a:cubicBezTo>
                    <a:pt x="30" y="116"/>
                    <a:pt x="30" y="116"/>
                    <a:pt x="30" y="116"/>
                  </a:cubicBezTo>
                  <a:cubicBezTo>
                    <a:pt x="18" y="116"/>
                    <a:pt x="18" y="116"/>
                    <a:pt x="18" y="116"/>
                  </a:cubicBezTo>
                  <a:cubicBezTo>
                    <a:pt x="18" y="108"/>
                    <a:pt x="18" y="108"/>
                    <a:pt x="18" y="108"/>
                  </a:cubicBezTo>
                  <a:cubicBezTo>
                    <a:pt x="18" y="107"/>
                    <a:pt x="17" y="106"/>
                    <a:pt x="16" y="106"/>
                  </a:cubicBezTo>
                  <a:cubicBezTo>
                    <a:pt x="14" y="105"/>
                    <a:pt x="13" y="107"/>
                    <a:pt x="13" y="108"/>
                  </a:cubicBezTo>
                  <a:cubicBezTo>
                    <a:pt x="13" y="116"/>
                    <a:pt x="13" y="116"/>
                    <a:pt x="13" y="116"/>
                  </a:cubicBezTo>
                  <a:cubicBezTo>
                    <a:pt x="6" y="117"/>
                    <a:pt x="0" y="123"/>
                    <a:pt x="1" y="131"/>
                  </a:cubicBezTo>
                  <a:cubicBezTo>
                    <a:pt x="1" y="138"/>
                    <a:pt x="8" y="144"/>
                    <a:pt x="15" y="144"/>
                  </a:cubicBezTo>
                  <a:cubicBezTo>
                    <a:pt x="100" y="144"/>
                    <a:pt x="100" y="144"/>
                    <a:pt x="100" y="144"/>
                  </a:cubicBezTo>
                  <a:cubicBezTo>
                    <a:pt x="108" y="144"/>
                    <a:pt x="114" y="137"/>
                    <a:pt x="114" y="130"/>
                  </a:cubicBezTo>
                  <a:cubicBezTo>
                    <a:pt x="114" y="122"/>
                    <a:pt x="108" y="116"/>
                    <a:pt x="102" y="116"/>
                  </a:cubicBezTo>
                  <a:close/>
                  <a:moveTo>
                    <a:pt x="81" y="42"/>
                  </a:moveTo>
                  <a:cubicBezTo>
                    <a:pt x="81" y="43"/>
                    <a:pt x="80" y="44"/>
                    <a:pt x="79" y="44"/>
                  </a:cubicBezTo>
                  <a:cubicBezTo>
                    <a:pt x="78" y="44"/>
                    <a:pt x="77" y="43"/>
                    <a:pt x="77" y="42"/>
                  </a:cubicBezTo>
                  <a:cubicBezTo>
                    <a:pt x="77" y="33"/>
                    <a:pt x="77" y="33"/>
                    <a:pt x="77" y="33"/>
                  </a:cubicBezTo>
                  <a:cubicBezTo>
                    <a:pt x="77" y="32"/>
                    <a:pt x="78" y="32"/>
                    <a:pt x="79" y="31"/>
                  </a:cubicBezTo>
                  <a:cubicBezTo>
                    <a:pt x="80" y="31"/>
                    <a:pt x="81" y="32"/>
                    <a:pt x="81" y="33"/>
                  </a:cubicBezTo>
                  <a:lnTo>
                    <a:pt x="81" y="42"/>
                  </a:lnTo>
                  <a:close/>
                  <a:moveTo>
                    <a:pt x="53" y="6"/>
                  </a:moveTo>
                  <a:cubicBezTo>
                    <a:pt x="62" y="6"/>
                    <a:pt x="62" y="6"/>
                    <a:pt x="62" y="6"/>
                  </a:cubicBezTo>
                  <a:cubicBezTo>
                    <a:pt x="69" y="6"/>
                    <a:pt x="75" y="12"/>
                    <a:pt x="75" y="20"/>
                  </a:cubicBezTo>
                  <a:cubicBezTo>
                    <a:pt x="75" y="26"/>
                    <a:pt x="75" y="26"/>
                    <a:pt x="75" y="26"/>
                  </a:cubicBezTo>
                  <a:cubicBezTo>
                    <a:pt x="74" y="23"/>
                    <a:pt x="73" y="21"/>
                    <a:pt x="71" y="19"/>
                  </a:cubicBezTo>
                  <a:cubicBezTo>
                    <a:pt x="67" y="17"/>
                    <a:pt x="65" y="18"/>
                    <a:pt x="62" y="19"/>
                  </a:cubicBezTo>
                  <a:cubicBezTo>
                    <a:pt x="61" y="19"/>
                    <a:pt x="59" y="20"/>
                    <a:pt x="57" y="20"/>
                  </a:cubicBezTo>
                  <a:cubicBezTo>
                    <a:pt x="55" y="20"/>
                    <a:pt x="54" y="19"/>
                    <a:pt x="52" y="19"/>
                  </a:cubicBezTo>
                  <a:cubicBezTo>
                    <a:pt x="50" y="18"/>
                    <a:pt x="47" y="17"/>
                    <a:pt x="44" y="19"/>
                  </a:cubicBezTo>
                  <a:cubicBezTo>
                    <a:pt x="42" y="21"/>
                    <a:pt x="40" y="23"/>
                    <a:pt x="39" y="26"/>
                  </a:cubicBezTo>
                  <a:cubicBezTo>
                    <a:pt x="39" y="20"/>
                    <a:pt x="39" y="20"/>
                    <a:pt x="39" y="20"/>
                  </a:cubicBezTo>
                  <a:cubicBezTo>
                    <a:pt x="39" y="12"/>
                    <a:pt x="45" y="6"/>
                    <a:pt x="53" y="6"/>
                  </a:cubicBezTo>
                  <a:close/>
                  <a:moveTo>
                    <a:pt x="37" y="42"/>
                  </a:moveTo>
                  <a:cubicBezTo>
                    <a:pt x="37" y="43"/>
                    <a:pt x="36" y="44"/>
                    <a:pt x="35" y="44"/>
                  </a:cubicBezTo>
                  <a:cubicBezTo>
                    <a:pt x="34" y="44"/>
                    <a:pt x="33" y="43"/>
                    <a:pt x="33" y="42"/>
                  </a:cubicBezTo>
                  <a:cubicBezTo>
                    <a:pt x="33" y="33"/>
                    <a:pt x="33" y="33"/>
                    <a:pt x="33" y="33"/>
                  </a:cubicBezTo>
                  <a:cubicBezTo>
                    <a:pt x="33" y="32"/>
                    <a:pt x="34" y="32"/>
                    <a:pt x="35" y="31"/>
                  </a:cubicBezTo>
                  <a:cubicBezTo>
                    <a:pt x="36" y="31"/>
                    <a:pt x="37" y="32"/>
                    <a:pt x="37" y="33"/>
                  </a:cubicBezTo>
                  <a:lnTo>
                    <a:pt x="37" y="42"/>
                  </a:lnTo>
                  <a:close/>
                  <a:moveTo>
                    <a:pt x="56" y="54"/>
                  </a:moveTo>
                  <a:cubicBezTo>
                    <a:pt x="49" y="54"/>
                    <a:pt x="43" y="48"/>
                    <a:pt x="43" y="41"/>
                  </a:cubicBezTo>
                  <a:cubicBezTo>
                    <a:pt x="43" y="33"/>
                    <a:pt x="43" y="33"/>
                    <a:pt x="43" y="33"/>
                  </a:cubicBezTo>
                  <a:cubicBezTo>
                    <a:pt x="43" y="33"/>
                    <a:pt x="43" y="33"/>
                    <a:pt x="43" y="33"/>
                  </a:cubicBezTo>
                  <a:cubicBezTo>
                    <a:pt x="44" y="29"/>
                    <a:pt x="45" y="25"/>
                    <a:pt x="47" y="24"/>
                  </a:cubicBezTo>
                  <a:cubicBezTo>
                    <a:pt x="48" y="23"/>
                    <a:pt x="48" y="24"/>
                    <a:pt x="50" y="24"/>
                  </a:cubicBezTo>
                  <a:cubicBezTo>
                    <a:pt x="52" y="25"/>
                    <a:pt x="54" y="26"/>
                    <a:pt x="57" y="26"/>
                  </a:cubicBezTo>
                  <a:cubicBezTo>
                    <a:pt x="60" y="26"/>
                    <a:pt x="62" y="25"/>
                    <a:pt x="64" y="24"/>
                  </a:cubicBezTo>
                  <a:cubicBezTo>
                    <a:pt x="66" y="24"/>
                    <a:pt x="67" y="23"/>
                    <a:pt x="68" y="24"/>
                  </a:cubicBezTo>
                  <a:cubicBezTo>
                    <a:pt x="69" y="25"/>
                    <a:pt x="71" y="29"/>
                    <a:pt x="72" y="33"/>
                  </a:cubicBezTo>
                  <a:cubicBezTo>
                    <a:pt x="72" y="33"/>
                    <a:pt x="72" y="33"/>
                    <a:pt x="72" y="33"/>
                  </a:cubicBezTo>
                  <a:cubicBezTo>
                    <a:pt x="72" y="41"/>
                    <a:pt x="72" y="41"/>
                    <a:pt x="72" y="41"/>
                  </a:cubicBezTo>
                  <a:cubicBezTo>
                    <a:pt x="72" y="48"/>
                    <a:pt x="66" y="54"/>
                    <a:pt x="59" y="54"/>
                  </a:cubicBezTo>
                  <a:lnTo>
                    <a:pt x="56" y="54"/>
                  </a:lnTo>
                  <a:close/>
                  <a:moveTo>
                    <a:pt x="72" y="66"/>
                  </a:moveTo>
                  <a:cubicBezTo>
                    <a:pt x="75" y="60"/>
                    <a:pt x="75" y="60"/>
                    <a:pt x="75" y="60"/>
                  </a:cubicBezTo>
                  <a:cubicBezTo>
                    <a:pt x="77" y="60"/>
                    <a:pt x="77" y="60"/>
                    <a:pt x="77" y="60"/>
                  </a:cubicBezTo>
                  <a:cubicBezTo>
                    <a:pt x="77" y="60"/>
                    <a:pt x="78" y="60"/>
                    <a:pt x="79" y="60"/>
                  </a:cubicBezTo>
                  <a:cubicBezTo>
                    <a:pt x="79" y="99"/>
                    <a:pt x="79" y="99"/>
                    <a:pt x="79" y="99"/>
                  </a:cubicBezTo>
                  <a:cubicBezTo>
                    <a:pt x="79" y="100"/>
                    <a:pt x="80" y="101"/>
                    <a:pt x="81" y="102"/>
                  </a:cubicBezTo>
                  <a:cubicBezTo>
                    <a:pt x="83" y="102"/>
                    <a:pt x="84" y="101"/>
                    <a:pt x="84" y="99"/>
                  </a:cubicBezTo>
                  <a:cubicBezTo>
                    <a:pt x="84" y="61"/>
                    <a:pt x="84" y="61"/>
                    <a:pt x="84" y="61"/>
                  </a:cubicBezTo>
                  <a:cubicBezTo>
                    <a:pt x="91" y="64"/>
                    <a:pt x="96" y="71"/>
                    <a:pt x="96" y="79"/>
                  </a:cubicBezTo>
                  <a:cubicBezTo>
                    <a:pt x="96" y="116"/>
                    <a:pt x="96" y="116"/>
                    <a:pt x="96" y="116"/>
                  </a:cubicBezTo>
                  <a:cubicBezTo>
                    <a:pt x="35" y="116"/>
                    <a:pt x="35" y="116"/>
                    <a:pt x="35" y="116"/>
                  </a:cubicBezTo>
                  <a:cubicBezTo>
                    <a:pt x="35" y="95"/>
                    <a:pt x="35" y="95"/>
                    <a:pt x="35" y="95"/>
                  </a:cubicBezTo>
                  <a:cubicBezTo>
                    <a:pt x="51" y="91"/>
                    <a:pt x="64" y="80"/>
                    <a:pt x="72" y="66"/>
                  </a:cubicBezTo>
                  <a:close/>
                  <a:moveTo>
                    <a:pt x="6" y="129"/>
                  </a:moveTo>
                  <a:cubicBezTo>
                    <a:pt x="6" y="125"/>
                    <a:pt x="10" y="121"/>
                    <a:pt x="15" y="121"/>
                  </a:cubicBezTo>
                  <a:cubicBezTo>
                    <a:pt x="34" y="121"/>
                    <a:pt x="34" y="121"/>
                    <a:pt x="34" y="121"/>
                  </a:cubicBezTo>
                  <a:cubicBezTo>
                    <a:pt x="42" y="121"/>
                    <a:pt x="49" y="125"/>
                    <a:pt x="53" y="131"/>
                  </a:cubicBezTo>
                  <a:cubicBezTo>
                    <a:pt x="55" y="134"/>
                    <a:pt x="57" y="136"/>
                    <a:pt x="60" y="138"/>
                  </a:cubicBezTo>
                  <a:cubicBezTo>
                    <a:pt x="15" y="138"/>
                    <a:pt x="15" y="138"/>
                    <a:pt x="15" y="138"/>
                  </a:cubicBezTo>
                  <a:cubicBezTo>
                    <a:pt x="10" y="138"/>
                    <a:pt x="6" y="134"/>
                    <a:pt x="6" y="129"/>
                  </a:cubicBezTo>
                  <a:close/>
                  <a:moveTo>
                    <a:pt x="100" y="138"/>
                  </a:moveTo>
                  <a:cubicBezTo>
                    <a:pt x="82" y="138"/>
                    <a:pt x="82" y="138"/>
                    <a:pt x="82" y="138"/>
                  </a:cubicBezTo>
                  <a:cubicBezTo>
                    <a:pt x="82" y="138"/>
                    <a:pt x="82" y="138"/>
                    <a:pt x="82" y="138"/>
                  </a:cubicBezTo>
                  <a:cubicBezTo>
                    <a:pt x="76" y="138"/>
                    <a:pt x="76" y="138"/>
                    <a:pt x="76" y="138"/>
                  </a:cubicBezTo>
                  <a:cubicBezTo>
                    <a:pt x="69" y="138"/>
                    <a:pt x="62" y="134"/>
                    <a:pt x="58" y="128"/>
                  </a:cubicBezTo>
                  <a:cubicBezTo>
                    <a:pt x="56" y="125"/>
                    <a:pt x="54" y="123"/>
                    <a:pt x="51" y="121"/>
                  </a:cubicBezTo>
                  <a:cubicBezTo>
                    <a:pt x="100" y="121"/>
                    <a:pt x="100" y="121"/>
                    <a:pt x="100" y="121"/>
                  </a:cubicBezTo>
                  <a:cubicBezTo>
                    <a:pt x="104" y="121"/>
                    <a:pt x="108" y="125"/>
                    <a:pt x="108" y="129"/>
                  </a:cubicBezTo>
                  <a:cubicBezTo>
                    <a:pt x="108" y="134"/>
                    <a:pt x="105" y="138"/>
                    <a:pt x="100" y="1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8" name="Google Shape;938;p48"/>
            <p:cNvSpPr/>
            <p:nvPr/>
          </p:nvSpPr>
          <p:spPr>
            <a:xfrm>
              <a:off x="973868" y="1624395"/>
              <a:ext cx="12134" cy="15443"/>
            </a:xfrm>
            <a:custGeom>
              <a:avLst/>
              <a:gdLst/>
              <a:ahLst/>
              <a:cxnLst/>
              <a:rect l="l" t="t" r="r" b="b"/>
              <a:pathLst>
                <a:path w="5" h="6" extrusionOk="0">
                  <a:moveTo>
                    <a:pt x="3" y="6"/>
                  </a:moveTo>
                  <a:cubicBezTo>
                    <a:pt x="3" y="6"/>
                    <a:pt x="4" y="5"/>
                    <a:pt x="5" y="5"/>
                  </a:cubicBezTo>
                  <a:cubicBezTo>
                    <a:pt x="5" y="4"/>
                    <a:pt x="5" y="4"/>
                    <a:pt x="5" y="3"/>
                  </a:cubicBezTo>
                  <a:cubicBezTo>
                    <a:pt x="5" y="2"/>
                    <a:pt x="5" y="1"/>
                    <a:pt x="5" y="1"/>
                  </a:cubicBezTo>
                  <a:cubicBezTo>
                    <a:pt x="4" y="0"/>
                    <a:pt x="3"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39" name="Google Shape;939;p48"/>
          <p:cNvGrpSpPr/>
          <p:nvPr/>
        </p:nvGrpSpPr>
        <p:grpSpPr>
          <a:xfrm>
            <a:off x="1560714" y="1955323"/>
            <a:ext cx="335340" cy="377258"/>
            <a:chOff x="1560714" y="1955323"/>
            <a:chExt cx="335340" cy="377258"/>
          </a:xfrm>
        </p:grpSpPr>
        <p:sp>
          <p:nvSpPr>
            <p:cNvPr id="940" name="Google Shape;940;p48"/>
            <p:cNvSpPr/>
            <p:nvPr/>
          </p:nvSpPr>
          <p:spPr>
            <a:xfrm>
              <a:off x="1560714" y="1955323"/>
              <a:ext cx="335340" cy="377258"/>
            </a:xfrm>
            <a:custGeom>
              <a:avLst/>
              <a:gdLst/>
              <a:ahLst/>
              <a:cxnLst/>
              <a:rect l="l" t="t" r="r" b="b"/>
              <a:pathLst>
                <a:path w="128" h="144" extrusionOk="0">
                  <a:moveTo>
                    <a:pt x="126" y="0"/>
                  </a:moveTo>
                  <a:cubicBezTo>
                    <a:pt x="3" y="0"/>
                    <a:pt x="3" y="0"/>
                    <a:pt x="3" y="0"/>
                  </a:cubicBezTo>
                  <a:cubicBezTo>
                    <a:pt x="1" y="0"/>
                    <a:pt x="0" y="2"/>
                    <a:pt x="0" y="3"/>
                  </a:cubicBezTo>
                  <a:cubicBezTo>
                    <a:pt x="0" y="141"/>
                    <a:pt x="0" y="141"/>
                    <a:pt x="0" y="141"/>
                  </a:cubicBezTo>
                  <a:cubicBezTo>
                    <a:pt x="0" y="142"/>
                    <a:pt x="1" y="144"/>
                    <a:pt x="3" y="144"/>
                  </a:cubicBezTo>
                  <a:cubicBezTo>
                    <a:pt x="126" y="144"/>
                    <a:pt x="126" y="144"/>
                    <a:pt x="126" y="144"/>
                  </a:cubicBezTo>
                  <a:cubicBezTo>
                    <a:pt x="127" y="144"/>
                    <a:pt x="128" y="142"/>
                    <a:pt x="128" y="141"/>
                  </a:cubicBezTo>
                  <a:cubicBezTo>
                    <a:pt x="128" y="3"/>
                    <a:pt x="128" y="3"/>
                    <a:pt x="128" y="3"/>
                  </a:cubicBezTo>
                  <a:cubicBezTo>
                    <a:pt x="128" y="2"/>
                    <a:pt x="127" y="0"/>
                    <a:pt x="126" y="0"/>
                  </a:cubicBezTo>
                  <a:close/>
                  <a:moveTo>
                    <a:pt x="123" y="138"/>
                  </a:moveTo>
                  <a:cubicBezTo>
                    <a:pt x="6" y="138"/>
                    <a:pt x="6" y="138"/>
                    <a:pt x="6" y="138"/>
                  </a:cubicBezTo>
                  <a:cubicBezTo>
                    <a:pt x="6" y="6"/>
                    <a:pt x="6" y="6"/>
                    <a:pt x="6" y="6"/>
                  </a:cubicBezTo>
                  <a:cubicBezTo>
                    <a:pt x="123" y="6"/>
                    <a:pt x="123" y="6"/>
                    <a:pt x="123" y="6"/>
                  </a:cubicBezTo>
                  <a:lnTo>
                    <a:pt x="123" y="1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1" name="Google Shape;941;p48"/>
            <p:cNvSpPr/>
            <p:nvPr/>
          </p:nvSpPr>
          <p:spPr>
            <a:xfrm>
              <a:off x="1721765" y="2164911"/>
              <a:ext cx="13237" cy="15443"/>
            </a:xfrm>
            <a:custGeom>
              <a:avLst/>
              <a:gdLst/>
              <a:ahLst/>
              <a:cxnLst/>
              <a:rect l="l" t="t" r="r" b="b"/>
              <a:pathLst>
                <a:path w="5" h="6" extrusionOk="0">
                  <a:moveTo>
                    <a:pt x="2" y="0"/>
                  </a:moveTo>
                  <a:cubicBezTo>
                    <a:pt x="2" y="0"/>
                    <a:pt x="1" y="0"/>
                    <a:pt x="0" y="1"/>
                  </a:cubicBezTo>
                  <a:cubicBezTo>
                    <a:pt x="0" y="1"/>
                    <a:pt x="0" y="2"/>
                    <a:pt x="0" y="3"/>
                  </a:cubicBezTo>
                  <a:cubicBezTo>
                    <a:pt x="0" y="3"/>
                    <a:pt x="0" y="4"/>
                    <a:pt x="0" y="5"/>
                  </a:cubicBezTo>
                  <a:cubicBezTo>
                    <a:pt x="1" y="5"/>
                    <a:pt x="2" y="6"/>
                    <a:pt x="2" y="6"/>
                  </a:cubicBezTo>
                  <a:cubicBezTo>
                    <a:pt x="3" y="6"/>
                    <a:pt x="4" y="5"/>
                    <a:pt x="4" y="5"/>
                  </a:cubicBezTo>
                  <a:cubicBezTo>
                    <a:pt x="5" y="4"/>
                    <a:pt x="5" y="3"/>
                    <a:pt x="5" y="3"/>
                  </a:cubicBezTo>
                  <a:cubicBezTo>
                    <a:pt x="5" y="2"/>
                    <a:pt x="5" y="1"/>
                    <a:pt x="4" y="1"/>
                  </a:cubicBezTo>
                  <a:cubicBezTo>
                    <a:pt x="4" y="0"/>
                    <a:pt x="3" y="0"/>
                    <a:pt x="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2" name="Google Shape;942;p48"/>
            <p:cNvSpPr/>
            <p:nvPr/>
          </p:nvSpPr>
          <p:spPr>
            <a:xfrm>
              <a:off x="1589394" y="1986210"/>
              <a:ext cx="277979" cy="317691"/>
            </a:xfrm>
            <a:custGeom>
              <a:avLst/>
              <a:gdLst/>
              <a:ahLst/>
              <a:cxnLst/>
              <a:rect l="l" t="t" r="r" b="b"/>
              <a:pathLst>
                <a:path w="106" h="121" extrusionOk="0">
                  <a:moveTo>
                    <a:pt x="3" y="121"/>
                  </a:moveTo>
                  <a:cubicBezTo>
                    <a:pt x="103" y="121"/>
                    <a:pt x="103" y="121"/>
                    <a:pt x="103" y="121"/>
                  </a:cubicBezTo>
                  <a:cubicBezTo>
                    <a:pt x="105" y="121"/>
                    <a:pt x="106" y="119"/>
                    <a:pt x="106" y="118"/>
                  </a:cubicBezTo>
                  <a:cubicBezTo>
                    <a:pt x="106" y="81"/>
                    <a:pt x="106" y="81"/>
                    <a:pt x="106" y="81"/>
                  </a:cubicBezTo>
                  <a:cubicBezTo>
                    <a:pt x="106" y="80"/>
                    <a:pt x="105" y="79"/>
                    <a:pt x="104" y="79"/>
                  </a:cubicBezTo>
                  <a:cubicBezTo>
                    <a:pt x="102" y="78"/>
                    <a:pt x="101" y="80"/>
                    <a:pt x="101" y="81"/>
                  </a:cubicBezTo>
                  <a:cubicBezTo>
                    <a:pt x="101" y="115"/>
                    <a:pt x="101" y="115"/>
                    <a:pt x="101" y="115"/>
                  </a:cubicBezTo>
                  <a:cubicBezTo>
                    <a:pt x="68" y="115"/>
                    <a:pt x="68" y="115"/>
                    <a:pt x="68" y="115"/>
                  </a:cubicBezTo>
                  <a:cubicBezTo>
                    <a:pt x="68" y="114"/>
                    <a:pt x="68" y="113"/>
                    <a:pt x="68" y="112"/>
                  </a:cubicBezTo>
                  <a:cubicBezTo>
                    <a:pt x="68" y="98"/>
                    <a:pt x="68" y="98"/>
                    <a:pt x="68" y="98"/>
                  </a:cubicBezTo>
                  <a:cubicBezTo>
                    <a:pt x="74" y="108"/>
                    <a:pt x="74" y="108"/>
                    <a:pt x="74" y="108"/>
                  </a:cubicBezTo>
                  <a:cubicBezTo>
                    <a:pt x="75" y="110"/>
                    <a:pt x="77" y="112"/>
                    <a:pt x="80" y="113"/>
                  </a:cubicBezTo>
                  <a:cubicBezTo>
                    <a:pt x="80" y="113"/>
                    <a:pt x="81" y="113"/>
                    <a:pt x="82" y="113"/>
                  </a:cubicBezTo>
                  <a:cubicBezTo>
                    <a:pt x="83" y="113"/>
                    <a:pt x="85" y="112"/>
                    <a:pt x="86" y="112"/>
                  </a:cubicBezTo>
                  <a:cubicBezTo>
                    <a:pt x="91" y="109"/>
                    <a:pt x="92" y="104"/>
                    <a:pt x="90" y="99"/>
                  </a:cubicBezTo>
                  <a:cubicBezTo>
                    <a:pt x="68" y="62"/>
                    <a:pt x="68" y="62"/>
                    <a:pt x="68" y="62"/>
                  </a:cubicBezTo>
                  <a:cubicBezTo>
                    <a:pt x="68" y="44"/>
                    <a:pt x="68" y="44"/>
                    <a:pt x="68" y="44"/>
                  </a:cubicBezTo>
                  <a:cubicBezTo>
                    <a:pt x="92" y="44"/>
                    <a:pt x="92" y="44"/>
                    <a:pt x="92" y="44"/>
                  </a:cubicBezTo>
                  <a:cubicBezTo>
                    <a:pt x="96" y="44"/>
                    <a:pt x="100" y="40"/>
                    <a:pt x="100" y="36"/>
                  </a:cubicBezTo>
                  <a:cubicBezTo>
                    <a:pt x="101" y="31"/>
                    <a:pt x="97" y="27"/>
                    <a:pt x="92" y="27"/>
                  </a:cubicBezTo>
                  <a:cubicBezTo>
                    <a:pt x="86" y="27"/>
                    <a:pt x="86" y="27"/>
                    <a:pt x="86" y="27"/>
                  </a:cubicBezTo>
                  <a:cubicBezTo>
                    <a:pt x="93" y="23"/>
                    <a:pt x="93" y="23"/>
                    <a:pt x="93" y="23"/>
                  </a:cubicBezTo>
                  <a:cubicBezTo>
                    <a:pt x="97" y="20"/>
                    <a:pt x="99" y="15"/>
                    <a:pt x="96" y="11"/>
                  </a:cubicBezTo>
                  <a:cubicBezTo>
                    <a:pt x="95" y="9"/>
                    <a:pt x="93" y="8"/>
                    <a:pt x="91" y="7"/>
                  </a:cubicBezTo>
                  <a:cubicBezTo>
                    <a:pt x="89" y="7"/>
                    <a:pt x="87" y="7"/>
                    <a:pt x="85" y="8"/>
                  </a:cubicBezTo>
                  <a:cubicBezTo>
                    <a:pt x="65" y="20"/>
                    <a:pt x="65" y="20"/>
                    <a:pt x="65" y="20"/>
                  </a:cubicBezTo>
                  <a:cubicBezTo>
                    <a:pt x="65" y="18"/>
                    <a:pt x="65" y="18"/>
                    <a:pt x="65" y="18"/>
                  </a:cubicBezTo>
                  <a:cubicBezTo>
                    <a:pt x="65" y="12"/>
                    <a:pt x="60" y="7"/>
                    <a:pt x="53" y="7"/>
                  </a:cubicBezTo>
                  <a:cubicBezTo>
                    <a:pt x="47" y="7"/>
                    <a:pt x="42" y="12"/>
                    <a:pt x="42" y="18"/>
                  </a:cubicBezTo>
                  <a:cubicBezTo>
                    <a:pt x="42" y="20"/>
                    <a:pt x="42" y="20"/>
                    <a:pt x="42" y="20"/>
                  </a:cubicBezTo>
                  <a:cubicBezTo>
                    <a:pt x="22" y="8"/>
                    <a:pt x="22" y="8"/>
                    <a:pt x="22" y="8"/>
                  </a:cubicBezTo>
                  <a:cubicBezTo>
                    <a:pt x="20" y="7"/>
                    <a:pt x="17" y="7"/>
                    <a:pt x="15" y="7"/>
                  </a:cubicBezTo>
                  <a:cubicBezTo>
                    <a:pt x="13" y="8"/>
                    <a:pt x="11" y="9"/>
                    <a:pt x="10" y="11"/>
                  </a:cubicBezTo>
                  <a:cubicBezTo>
                    <a:pt x="8" y="15"/>
                    <a:pt x="9" y="20"/>
                    <a:pt x="13" y="23"/>
                  </a:cubicBezTo>
                  <a:cubicBezTo>
                    <a:pt x="20" y="27"/>
                    <a:pt x="20" y="27"/>
                    <a:pt x="20" y="27"/>
                  </a:cubicBezTo>
                  <a:cubicBezTo>
                    <a:pt x="14" y="27"/>
                    <a:pt x="14" y="27"/>
                    <a:pt x="14" y="27"/>
                  </a:cubicBezTo>
                  <a:cubicBezTo>
                    <a:pt x="14" y="27"/>
                    <a:pt x="6" y="31"/>
                    <a:pt x="6" y="35"/>
                  </a:cubicBezTo>
                  <a:cubicBezTo>
                    <a:pt x="6" y="40"/>
                    <a:pt x="10" y="44"/>
                    <a:pt x="14" y="44"/>
                  </a:cubicBezTo>
                  <a:cubicBezTo>
                    <a:pt x="38" y="44"/>
                    <a:pt x="38" y="44"/>
                    <a:pt x="38" y="44"/>
                  </a:cubicBezTo>
                  <a:cubicBezTo>
                    <a:pt x="38" y="62"/>
                    <a:pt x="38" y="62"/>
                    <a:pt x="38" y="62"/>
                  </a:cubicBezTo>
                  <a:cubicBezTo>
                    <a:pt x="17" y="99"/>
                    <a:pt x="17" y="99"/>
                    <a:pt x="17" y="99"/>
                  </a:cubicBezTo>
                  <a:cubicBezTo>
                    <a:pt x="14" y="104"/>
                    <a:pt x="16" y="109"/>
                    <a:pt x="20" y="112"/>
                  </a:cubicBezTo>
                  <a:cubicBezTo>
                    <a:pt x="21" y="113"/>
                    <a:pt x="23" y="113"/>
                    <a:pt x="25" y="113"/>
                  </a:cubicBezTo>
                  <a:cubicBezTo>
                    <a:pt x="25" y="113"/>
                    <a:pt x="26" y="113"/>
                    <a:pt x="27" y="113"/>
                  </a:cubicBezTo>
                  <a:cubicBezTo>
                    <a:pt x="29" y="112"/>
                    <a:pt x="31" y="111"/>
                    <a:pt x="32" y="108"/>
                  </a:cubicBezTo>
                  <a:cubicBezTo>
                    <a:pt x="38" y="98"/>
                    <a:pt x="38" y="98"/>
                    <a:pt x="38" y="98"/>
                  </a:cubicBezTo>
                  <a:cubicBezTo>
                    <a:pt x="38" y="112"/>
                    <a:pt x="38" y="112"/>
                    <a:pt x="38" y="112"/>
                  </a:cubicBezTo>
                  <a:cubicBezTo>
                    <a:pt x="38" y="113"/>
                    <a:pt x="39" y="114"/>
                    <a:pt x="39" y="115"/>
                  </a:cubicBezTo>
                  <a:cubicBezTo>
                    <a:pt x="6" y="115"/>
                    <a:pt x="6" y="115"/>
                    <a:pt x="6" y="115"/>
                  </a:cubicBezTo>
                  <a:cubicBezTo>
                    <a:pt x="6" y="5"/>
                    <a:pt x="6" y="5"/>
                    <a:pt x="6" y="5"/>
                  </a:cubicBezTo>
                  <a:cubicBezTo>
                    <a:pt x="101" y="5"/>
                    <a:pt x="101" y="5"/>
                    <a:pt x="101" y="5"/>
                  </a:cubicBezTo>
                  <a:cubicBezTo>
                    <a:pt x="101" y="59"/>
                    <a:pt x="101" y="59"/>
                    <a:pt x="101" y="59"/>
                  </a:cubicBezTo>
                  <a:cubicBezTo>
                    <a:pt x="101" y="60"/>
                    <a:pt x="102" y="61"/>
                    <a:pt x="103" y="61"/>
                  </a:cubicBezTo>
                  <a:cubicBezTo>
                    <a:pt x="105" y="62"/>
                    <a:pt x="106" y="60"/>
                    <a:pt x="106" y="59"/>
                  </a:cubicBezTo>
                  <a:cubicBezTo>
                    <a:pt x="106" y="2"/>
                    <a:pt x="106" y="2"/>
                    <a:pt x="106" y="2"/>
                  </a:cubicBezTo>
                  <a:cubicBezTo>
                    <a:pt x="106" y="1"/>
                    <a:pt x="105" y="0"/>
                    <a:pt x="103" y="0"/>
                  </a:cubicBezTo>
                  <a:cubicBezTo>
                    <a:pt x="3" y="0"/>
                    <a:pt x="3" y="0"/>
                    <a:pt x="3" y="0"/>
                  </a:cubicBezTo>
                  <a:cubicBezTo>
                    <a:pt x="2" y="0"/>
                    <a:pt x="0" y="1"/>
                    <a:pt x="0" y="2"/>
                  </a:cubicBezTo>
                  <a:cubicBezTo>
                    <a:pt x="0" y="118"/>
                    <a:pt x="0" y="118"/>
                    <a:pt x="0" y="118"/>
                  </a:cubicBezTo>
                  <a:cubicBezTo>
                    <a:pt x="0" y="119"/>
                    <a:pt x="2" y="121"/>
                    <a:pt x="3" y="121"/>
                  </a:cubicBezTo>
                  <a:close/>
                  <a:moveTo>
                    <a:pt x="85" y="102"/>
                  </a:moveTo>
                  <a:cubicBezTo>
                    <a:pt x="86" y="104"/>
                    <a:pt x="85" y="106"/>
                    <a:pt x="84" y="107"/>
                  </a:cubicBezTo>
                  <a:cubicBezTo>
                    <a:pt x="82" y="108"/>
                    <a:pt x="80" y="107"/>
                    <a:pt x="79" y="106"/>
                  </a:cubicBezTo>
                  <a:cubicBezTo>
                    <a:pt x="68" y="87"/>
                    <a:pt x="68" y="87"/>
                    <a:pt x="68" y="87"/>
                  </a:cubicBezTo>
                  <a:cubicBezTo>
                    <a:pt x="68" y="74"/>
                    <a:pt x="68" y="74"/>
                    <a:pt x="68" y="74"/>
                  </a:cubicBezTo>
                  <a:lnTo>
                    <a:pt x="85" y="102"/>
                  </a:lnTo>
                  <a:close/>
                  <a:moveTo>
                    <a:pt x="88" y="13"/>
                  </a:moveTo>
                  <a:cubicBezTo>
                    <a:pt x="88" y="13"/>
                    <a:pt x="89" y="12"/>
                    <a:pt x="90" y="13"/>
                  </a:cubicBezTo>
                  <a:cubicBezTo>
                    <a:pt x="90" y="13"/>
                    <a:pt x="91" y="13"/>
                    <a:pt x="91" y="14"/>
                  </a:cubicBezTo>
                  <a:cubicBezTo>
                    <a:pt x="92" y="15"/>
                    <a:pt x="92" y="17"/>
                    <a:pt x="90" y="18"/>
                  </a:cubicBezTo>
                  <a:cubicBezTo>
                    <a:pt x="75" y="27"/>
                    <a:pt x="75" y="27"/>
                    <a:pt x="75" y="27"/>
                  </a:cubicBezTo>
                  <a:cubicBezTo>
                    <a:pt x="75" y="27"/>
                    <a:pt x="75" y="27"/>
                    <a:pt x="75" y="27"/>
                  </a:cubicBezTo>
                  <a:cubicBezTo>
                    <a:pt x="64" y="27"/>
                    <a:pt x="64" y="27"/>
                    <a:pt x="64" y="27"/>
                  </a:cubicBezTo>
                  <a:lnTo>
                    <a:pt x="88" y="13"/>
                  </a:lnTo>
                  <a:close/>
                  <a:moveTo>
                    <a:pt x="47" y="18"/>
                  </a:moveTo>
                  <a:cubicBezTo>
                    <a:pt x="47" y="15"/>
                    <a:pt x="50" y="12"/>
                    <a:pt x="54" y="12"/>
                  </a:cubicBezTo>
                  <a:cubicBezTo>
                    <a:pt x="57" y="12"/>
                    <a:pt x="59" y="15"/>
                    <a:pt x="59" y="18"/>
                  </a:cubicBezTo>
                  <a:cubicBezTo>
                    <a:pt x="59" y="21"/>
                    <a:pt x="59" y="21"/>
                    <a:pt x="59" y="21"/>
                  </a:cubicBezTo>
                  <a:cubicBezTo>
                    <a:pt x="59" y="24"/>
                    <a:pt x="57" y="26"/>
                    <a:pt x="54" y="27"/>
                  </a:cubicBezTo>
                  <a:cubicBezTo>
                    <a:pt x="50" y="27"/>
                    <a:pt x="47" y="24"/>
                    <a:pt x="47" y="21"/>
                  </a:cubicBezTo>
                  <a:lnTo>
                    <a:pt x="47" y="18"/>
                  </a:lnTo>
                  <a:close/>
                  <a:moveTo>
                    <a:pt x="31" y="27"/>
                  </a:moveTo>
                  <a:cubicBezTo>
                    <a:pt x="16" y="18"/>
                    <a:pt x="16" y="18"/>
                    <a:pt x="16" y="18"/>
                  </a:cubicBezTo>
                  <a:cubicBezTo>
                    <a:pt x="15" y="17"/>
                    <a:pt x="14" y="15"/>
                    <a:pt x="15" y="14"/>
                  </a:cubicBezTo>
                  <a:cubicBezTo>
                    <a:pt x="15" y="13"/>
                    <a:pt x="16" y="13"/>
                    <a:pt x="17" y="13"/>
                  </a:cubicBezTo>
                  <a:cubicBezTo>
                    <a:pt x="17" y="12"/>
                    <a:pt x="18" y="13"/>
                    <a:pt x="19" y="13"/>
                  </a:cubicBezTo>
                  <a:cubicBezTo>
                    <a:pt x="43" y="27"/>
                    <a:pt x="43" y="27"/>
                    <a:pt x="43" y="27"/>
                  </a:cubicBezTo>
                  <a:cubicBezTo>
                    <a:pt x="31" y="27"/>
                    <a:pt x="31" y="27"/>
                    <a:pt x="31" y="27"/>
                  </a:cubicBezTo>
                  <a:cubicBezTo>
                    <a:pt x="31" y="27"/>
                    <a:pt x="31" y="27"/>
                    <a:pt x="31" y="27"/>
                  </a:cubicBezTo>
                  <a:close/>
                  <a:moveTo>
                    <a:pt x="27" y="106"/>
                  </a:moveTo>
                  <a:cubicBezTo>
                    <a:pt x="27" y="107"/>
                    <a:pt x="24" y="108"/>
                    <a:pt x="23" y="107"/>
                  </a:cubicBezTo>
                  <a:cubicBezTo>
                    <a:pt x="21" y="106"/>
                    <a:pt x="21" y="104"/>
                    <a:pt x="22" y="102"/>
                  </a:cubicBezTo>
                  <a:cubicBezTo>
                    <a:pt x="38" y="74"/>
                    <a:pt x="38" y="74"/>
                    <a:pt x="38" y="74"/>
                  </a:cubicBezTo>
                  <a:cubicBezTo>
                    <a:pt x="38" y="87"/>
                    <a:pt x="38" y="87"/>
                    <a:pt x="38" y="87"/>
                  </a:cubicBezTo>
                  <a:lnTo>
                    <a:pt x="27" y="106"/>
                  </a:lnTo>
                  <a:close/>
                  <a:moveTo>
                    <a:pt x="44" y="112"/>
                  </a:moveTo>
                  <a:cubicBezTo>
                    <a:pt x="44" y="39"/>
                    <a:pt x="44" y="39"/>
                    <a:pt x="44" y="39"/>
                  </a:cubicBezTo>
                  <a:cubicBezTo>
                    <a:pt x="44" y="37"/>
                    <a:pt x="43" y="36"/>
                    <a:pt x="41" y="36"/>
                  </a:cubicBezTo>
                  <a:cubicBezTo>
                    <a:pt x="40" y="36"/>
                    <a:pt x="39" y="37"/>
                    <a:pt x="38" y="38"/>
                  </a:cubicBezTo>
                  <a:cubicBezTo>
                    <a:pt x="14" y="38"/>
                    <a:pt x="14" y="38"/>
                    <a:pt x="14" y="38"/>
                  </a:cubicBezTo>
                  <a:cubicBezTo>
                    <a:pt x="13" y="38"/>
                    <a:pt x="13" y="37"/>
                    <a:pt x="12" y="37"/>
                  </a:cubicBezTo>
                  <a:cubicBezTo>
                    <a:pt x="11" y="35"/>
                    <a:pt x="12" y="32"/>
                    <a:pt x="14" y="32"/>
                  </a:cubicBezTo>
                  <a:cubicBezTo>
                    <a:pt x="92" y="32"/>
                    <a:pt x="92" y="32"/>
                    <a:pt x="92" y="32"/>
                  </a:cubicBezTo>
                  <a:cubicBezTo>
                    <a:pt x="93" y="32"/>
                    <a:pt x="94" y="33"/>
                    <a:pt x="94" y="33"/>
                  </a:cubicBezTo>
                  <a:cubicBezTo>
                    <a:pt x="96" y="36"/>
                    <a:pt x="94" y="38"/>
                    <a:pt x="92" y="38"/>
                  </a:cubicBezTo>
                  <a:cubicBezTo>
                    <a:pt x="68" y="38"/>
                    <a:pt x="68" y="38"/>
                    <a:pt x="68" y="38"/>
                  </a:cubicBezTo>
                  <a:cubicBezTo>
                    <a:pt x="68" y="36"/>
                    <a:pt x="66" y="35"/>
                    <a:pt x="64" y="36"/>
                  </a:cubicBezTo>
                  <a:cubicBezTo>
                    <a:pt x="63" y="37"/>
                    <a:pt x="63" y="38"/>
                    <a:pt x="63" y="38"/>
                  </a:cubicBezTo>
                  <a:cubicBezTo>
                    <a:pt x="63" y="112"/>
                    <a:pt x="63" y="112"/>
                    <a:pt x="63" y="112"/>
                  </a:cubicBezTo>
                  <a:cubicBezTo>
                    <a:pt x="63" y="113"/>
                    <a:pt x="62" y="114"/>
                    <a:pt x="61" y="114"/>
                  </a:cubicBezTo>
                  <a:cubicBezTo>
                    <a:pt x="59" y="116"/>
                    <a:pt x="56" y="114"/>
                    <a:pt x="56" y="112"/>
                  </a:cubicBezTo>
                  <a:cubicBezTo>
                    <a:pt x="56" y="69"/>
                    <a:pt x="56" y="69"/>
                    <a:pt x="56" y="69"/>
                  </a:cubicBezTo>
                  <a:cubicBezTo>
                    <a:pt x="56" y="67"/>
                    <a:pt x="55" y="66"/>
                    <a:pt x="54" y="66"/>
                  </a:cubicBezTo>
                  <a:cubicBezTo>
                    <a:pt x="52" y="66"/>
                    <a:pt x="50" y="67"/>
                    <a:pt x="50" y="69"/>
                  </a:cubicBezTo>
                  <a:cubicBezTo>
                    <a:pt x="50" y="111"/>
                    <a:pt x="50" y="111"/>
                    <a:pt x="50" y="111"/>
                  </a:cubicBezTo>
                  <a:cubicBezTo>
                    <a:pt x="50" y="113"/>
                    <a:pt x="49" y="115"/>
                    <a:pt x="48" y="115"/>
                  </a:cubicBezTo>
                  <a:cubicBezTo>
                    <a:pt x="46" y="115"/>
                    <a:pt x="44" y="114"/>
                    <a:pt x="44" y="1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43" name="Google Shape;943;p48"/>
          <p:cNvGrpSpPr/>
          <p:nvPr/>
        </p:nvGrpSpPr>
        <p:grpSpPr>
          <a:xfrm>
            <a:off x="8044692" y="1378406"/>
            <a:ext cx="377258" cy="377258"/>
            <a:chOff x="8035868" y="1378406"/>
            <a:chExt cx="377258" cy="377258"/>
          </a:xfrm>
        </p:grpSpPr>
        <p:sp>
          <p:nvSpPr>
            <p:cNvPr id="944" name="Google Shape;944;p48"/>
            <p:cNvSpPr/>
            <p:nvPr/>
          </p:nvSpPr>
          <p:spPr>
            <a:xfrm>
              <a:off x="8056827" y="1584684"/>
              <a:ext cx="15443" cy="13237"/>
            </a:xfrm>
            <a:custGeom>
              <a:avLst/>
              <a:gdLst/>
              <a:ahLst/>
              <a:cxnLst/>
              <a:rect l="l" t="t" r="r" b="b"/>
              <a:pathLst>
                <a:path w="6" h="5" extrusionOk="0">
                  <a:moveTo>
                    <a:pt x="5" y="4"/>
                  </a:moveTo>
                  <a:cubicBezTo>
                    <a:pt x="5" y="4"/>
                    <a:pt x="6" y="3"/>
                    <a:pt x="6" y="3"/>
                  </a:cubicBezTo>
                  <a:cubicBezTo>
                    <a:pt x="6" y="2"/>
                    <a:pt x="5" y="1"/>
                    <a:pt x="5" y="1"/>
                  </a:cubicBezTo>
                  <a:cubicBezTo>
                    <a:pt x="4" y="0"/>
                    <a:pt x="4" y="0"/>
                    <a:pt x="3" y="0"/>
                  </a:cubicBezTo>
                  <a:cubicBezTo>
                    <a:pt x="2" y="0"/>
                    <a:pt x="1" y="0"/>
                    <a:pt x="1" y="1"/>
                  </a:cubicBezTo>
                  <a:cubicBezTo>
                    <a:pt x="0" y="1"/>
                    <a:pt x="0" y="2"/>
                    <a:pt x="0" y="3"/>
                  </a:cubicBezTo>
                  <a:cubicBezTo>
                    <a:pt x="0" y="3"/>
                    <a:pt x="0" y="4"/>
                    <a:pt x="1" y="4"/>
                  </a:cubicBezTo>
                  <a:cubicBezTo>
                    <a:pt x="1" y="5"/>
                    <a:pt x="2" y="5"/>
                    <a:pt x="3" y="5"/>
                  </a:cubicBezTo>
                  <a:cubicBezTo>
                    <a:pt x="4" y="5"/>
                    <a:pt x="4" y="5"/>
                    <a:pt x="5"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5" name="Google Shape;945;p48"/>
            <p:cNvSpPr/>
            <p:nvPr/>
          </p:nvSpPr>
          <p:spPr>
            <a:xfrm>
              <a:off x="8378930" y="1584684"/>
              <a:ext cx="13237" cy="13237"/>
            </a:xfrm>
            <a:custGeom>
              <a:avLst/>
              <a:gdLst/>
              <a:ahLst/>
              <a:cxnLst/>
              <a:rect l="l" t="t" r="r" b="b"/>
              <a:pathLst>
                <a:path w="5" h="5" extrusionOk="0">
                  <a:moveTo>
                    <a:pt x="3" y="0"/>
                  </a:moveTo>
                  <a:cubicBezTo>
                    <a:pt x="2" y="0"/>
                    <a:pt x="1" y="0"/>
                    <a:pt x="1" y="1"/>
                  </a:cubicBezTo>
                  <a:cubicBezTo>
                    <a:pt x="0" y="1"/>
                    <a:pt x="0" y="2"/>
                    <a:pt x="0" y="3"/>
                  </a:cubicBezTo>
                  <a:cubicBezTo>
                    <a:pt x="0" y="3"/>
                    <a:pt x="0" y="4"/>
                    <a:pt x="1" y="4"/>
                  </a:cubicBezTo>
                  <a:cubicBezTo>
                    <a:pt x="1" y="5"/>
                    <a:pt x="2" y="5"/>
                    <a:pt x="3" y="5"/>
                  </a:cubicBezTo>
                  <a:cubicBezTo>
                    <a:pt x="3" y="5"/>
                    <a:pt x="4" y="5"/>
                    <a:pt x="5" y="4"/>
                  </a:cubicBezTo>
                  <a:cubicBezTo>
                    <a:pt x="5" y="4"/>
                    <a:pt x="5" y="3"/>
                    <a:pt x="5" y="3"/>
                  </a:cubicBezTo>
                  <a:cubicBezTo>
                    <a:pt x="5" y="2"/>
                    <a:pt x="5" y="1"/>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6" name="Google Shape;946;p48"/>
            <p:cNvSpPr/>
            <p:nvPr/>
          </p:nvSpPr>
          <p:spPr>
            <a:xfrm>
              <a:off x="8396579" y="1708230"/>
              <a:ext cx="16547" cy="13237"/>
            </a:xfrm>
            <a:custGeom>
              <a:avLst/>
              <a:gdLst/>
              <a:ahLst/>
              <a:cxnLst/>
              <a:rect l="l" t="t" r="r" b="b"/>
              <a:pathLst>
                <a:path w="6" h="5" extrusionOk="0">
                  <a:moveTo>
                    <a:pt x="3" y="0"/>
                  </a:moveTo>
                  <a:cubicBezTo>
                    <a:pt x="2" y="0"/>
                    <a:pt x="2" y="0"/>
                    <a:pt x="1" y="1"/>
                  </a:cubicBezTo>
                  <a:cubicBezTo>
                    <a:pt x="1" y="1"/>
                    <a:pt x="0" y="2"/>
                    <a:pt x="0" y="3"/>
                  </a:cubicBezTo>
                  <a:cubicBezTo>
                    <a:pt x="0" y="3"/>
                    <a:pt x="1" y="4"/>
                    <a:pt x="1" y="5"/>
                  </a:cubicBezTo>
                  <a:cubicBezTo>
                    <a:pt x="2" y="5"/>
                    <a:pt x="2" y="5"/>
                    <a:pt x="3" y="5"/>
                  </a:cubicBezTo>
                  <a:cubicBezTo>
                    <a:pt x="4" y="5"/>
                    <a:pt x="5" y="5"/>
                    <a:pt x="5" y="5"/>
                  </a:cubicBezTo>
                  <a:cubicBezTo>
                    <a:pt x="6" y="4"/>
                    <a:pt x="6" y="3"/>
                    <a:pt x="6" y="3"/>
                  </a:cubicBezTo>
                  <a:cubicBezTo>
                    <a:pt x="6" y="2"/>
                    <a:pt x="6" y="1"/>
                    <a:pt x="5"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7" name="Google Shape;947;p48"/>
            <p:cNvSpPr/>
            <p:nvPr/>
          </p:nvSpPr>
          <p:spPr>
            <a:xfrm>
              <a:off x="8038074" y="1378406"/>
              <a:ext cx="375052" cy="377258"/>
            </a:xfrm>
            <a:custGeom>
              <a:avLst/>
              <a:gdLst/>
              <a:ahLst/>
              <a:cxnLst/>
              <a:rect l="l" t="t" r="r" b="b"/>
              <a:pathLst>
                <a:path w="143" h="144" extrusionOk="0">
                  <a:moveTo>
                    <a:pt x="143" y="108"/>
                  </a:moveTo>
                  <a:cubicBezTo>
                    <a:pt x="143" y="107"/>
                    <a:pt x="142" y="106"/>
                    <a:pt x="141" y="106"/>
                  </a:cubicBezTo>
                  <a:cubicBezTo>
                    <a:pt x="135" y="105"/>
                    <a:pt x="125" y="93"/>
                    <a:pt x="123" y="90"/>
                  </a:cubicBezTo>
                  <a:cubicBezTo>
                    <a:pt x="123" y="90"/>
                    <a:pt x="123" y="90"/>
                    <a:pt x="123" y="89"/>
                  </a:cubicBezTo>
                  <a:cubicBezTo>
                    <a:pt x="123" y="64"/>
                    <a:pt x="123" y="64"/>
                    <a:pt x="123" y="64"/>
                  </a:cubicBezTo>
                  <a:cubicBezTo>
                    <a:pt x="130" y="64"/>
                    <a:pt x="130" y="64"/>
                    <a:pt x="130" y="64"/>
                  </a:cubicBezTo>
                  <a:cubicBezTo>
                    <a:pt x="130" y="71"/>
                    <a:pt x="130" y="71"/>
                    <a:pt x="130" y="71"/>
                  </a:cubicBezTo>
                  <a:cubicBezTo>
                    <a:pt x="130" y="73"/>
                    <a:pt x="131" y="74"/>
                    <a:pt x="132" y="74"/>
                  </a:cubicBezTo>
                  <a:cubicBezTo>
                    <a:pt x="134" y="74"/>
                    <a:pt x="135" y="73"/>
                    <a:pt x="135" y="71"/>
                  </a:cubicBezTo>
                  <a:cubicBezTo>
                    <a:pt x="135" y="61"/>
                    <a:pt x="135" y="61"/>
                    <a:pt x="135" y="61"/>
                  </a:cubicBezTo>
                  <a:cubicBezTo>
                    <a:pt x="135" y="61"/>
                    <a:pt x="135" y="61"/>
                    <a:pt x="135" y="61"/>
                  </a:cubicBezTo>
                  <a:cubicBezTo>
                    <a:pt x="135" y="60"/>
                    <a:pt x="134" y="59"/>
                    <a:pt x="133" y="59"/>
                  </a:cubicBezTo>
                  <a:cubicBezTo>
                    <a:pt x="127" y="58"/>
                    <a:pt x="117" y="46"/>
                    <a:pt x="116" y="43"/>
                  </a:cubicBezTo>
                  <a:cubicBezTo>
                    <a:pt x="115" y="42"/>
                    <a:pt x="114" y="41"/>
                    <a:pt x="113" y="41"/>
                  </a:cubicBezTo>
                  <a:cubicBezTo>
                    <a:pt x="113" y="41"/>
                    <a:pt x="113" y="41"/>
                    <a:pt x="113" y="41"/>
                  </a:cubicBezTo>
                  <a:cubicBezTo>
                    <a:pt x="113" y="28"/>
                    <a:pt x="113" y="28"/>
                    <a:pt x="113" y="28"/>
                  </a:cubicBezTo>
                  <a:cubicBezTo>
                    <a:pt x="119" y="28"/>
                    <a:pt x="119" y="28"/>
                    <a:pt x="119" y="28"/>
                  </a:cubicBezTo>
                  <a:cubicBezTo>
                    <a:pt x="119" y="33"/>
                    <a:pt x="119" y="33"/>
                    <a:pt x="119" y="33"/>
                  </a:cubicBezTo>
                  <a:cubicBezTo>
                    <a:pt x="119" y="34"/>
                    <a:pt x="120" y="36"/>
                    <a:pt x="122" y="36"/>
                  </a:cubicBezTo>
                  <a:cubicBezTo>
                    <a:pt x="123" y="36"/>
                    <a:pt x="125" y="35"/>
                    <a:pt x="125" y="33"/>
                  </a:cubicBezTo>
                  <a:cubicBezTo>
                    <a:pt x="125" y="25"/>
                    <a:pt x="125" y="25"/>
                    <a:pt x="125" y="25"/>
                  </a:cubicBezTo>
                  <a:cubicBezTo>
                    <a:pt x="125" y="24"/>
                    <a:pt x="124" y="23"/>
                    <a:pt x="122" y="23"/>
                  </a:cubicBezTo>
                  <a:cubicBezTo>
                    <a:pt x="110" y="20"/>
                    <a:pt x="110" y="20"/>
                    <a:pt x="110" y="20"/>
                  </a:cubicBezTo>
                  <a:cubicBezTo>
                    <a:pt x="96" y="17"/>
                    <a:pt x="84" y="11"/>
                    <a:pt x="73" y="1"/>
                  </a:cubicBezTo>
                  <a:cubicBezTo>
                    <a:pt x="73" y="1"/>
                    <a:pt x="73" y="1"/>
                    <a:pt x="73" y="1"/>
                  </a:cubicBezTo>
                  <a:cubicBezTo>
                    <a:pt x="72" y="0"/>
                    <a:pt x="70" y="0"/>
                    <a:pt x="69" y="1"/>
                  </a:cubicBezTo>
                  <a:cubicBezTo>
                    <a:pt x="59" y="11"/>
                    <a:pt x="46" y="17"/>
                    <a:pt x="32" y="20"/>
                  </a:cubicBezTo>
                  <a:cubicBezTo>
                    <a:pt x="20" y="23"/>
                    <a:pt x="20" y="23"/>
                    <a:pt x="20" y="23"/>
                  </a:cubicBezTo>
                  <a:cubicBezTo>
                    <a:pt x="19" y="23"/>
                    <a:pt x="18" y="24"/>
                    <a:pt x="18" y="25"/>
                  </a:cubicBezTo>
                  <a:cubicBezTo>
                    <a:pt x="18" y="25"/>
                    <a:pt x="18" y="25"/>
                    <a:pt x="18" y="25"/>
                  </a:cubicBezTo>
                  <a:cubicBezTo>
                    <a:pt x="18" y="33"/>
                    <a:pt x="18" y="33"/>
                    <a:pt x="18" y="33"/>
                  </a:cubicBezTo>
                  <a:cubicBezTo>
                    <a:pt x="18" y="34"/>
                    <a:pt x="19" y="36"/>
                    <a:pt x="20" y="36"/>
                  </a:cubicBezTo>
                  <a:cubicBezTo>
                    <a:pt x="22" y="36"/>
                    <a:pt x="23" y="35"/>
                    <a:pt x="23" y="33"/>
                  </a:cubicBezTo>
                  <a:cubicBezTo>
                    <a:pt x="23" y="28"/>
                    <a:pt x="23" y="28"/>
                    <a:pt x="23" y="28"/>
                  </a:cubicBezTo>
                  <a:cubicBezTo>
                    <a:pt x="29" y="28"/>
                    <a:pt x="29" y="28"/>
                    <a:pt x="29" y="28"/>
                  </a:cubicBezTo>
                  <a:cubicBezTo>
                    <a:pt x="29" y="41"/>
                    <a:pt x="29" y="41"/>
                    <a:pt x="29" y="41"/>
                  </a:cubicBezTo>
                  <a:cubicBezTo>
                    <a:pt x="29" y="41"/>
                    <a:pt x="29" y="41"/>
                    <a:pt x="29" y="41"/>
                  </a:cubicBezTo>
                  <a:cubicBezTo>
                    <a:pt x="28" y="41"/>
                    <a:pt x="27" y="42"/>
                    <a:pt x="27" y="43"/>
                  </a:cubicBezTo>
                  <a:cubicBezTo>
                    <a:pt x="25" y="46"/>
                    <a:pt x="15" y="58"/>
                    <a:pt x="9" y="59"/>
                  </a:cubicBezTo>
                  <a:cubicBezTo>
                    <a:pt x="8" y="59"/>
                    <a:pt x="7" y="60"/>
                    <a:pt x="7" y="61"/>
                  </a:cubicBezTo>
                  <a:cubicBezTo>
                    <a:pt x="7" y="61"/>
                    <a:pt x="7" y="61"/>
                    <a:pt x="7" y="61"/>
                  </a:cubicBezTo>
                  <a:cubicBezTo>
                    <a:pt x="7" y="71"/>
                    <a:pt x="7" y="71"/>
                    <a:pt x="7" y="71"/>
                  </a:cubicBezTo>
                  <a:cubicBezTo>
                    <a:pt x="7" y="73"/>
                    <a:pt x="8" y="74"/>
                    <a:pt x="9" y="74"/>
                  </a:cubicBezTo>
                  <a:cubicBezTo>
                    <a:pt x="11" y="74"/>
                    <a:pt x="13" y="73"/>
                    <a:pt x="13" y="71"/>
                  </a:cubicBezTo>
                  <a:cubicBezTo>
                    <a:pt x="13" y="64"/>
                    <a:pt x="13" y="64"/>
                    <a:pt x="13" y="64"/>
                  </a:cubicBezTo>
                  <a:cubicBezTo>
                    <a:pt x="19" y="64"/>
                    <a:pt x="19" y="64"/>
                    <a:pt x="19" y="64"/>
                  </a:cubicBezTo>
                  <a:cubicBezTo>
                    <a:pt x="19" y="89"/>
                    <a:pt x="19" y="89"/>
                    <a:pt x="19" y="89"/>
                  </a:cubicBezTo>
                  <a:cubicBezTo>
                    <a:pt x="19" y="90"/>
                    <a:pt x="19" y="90"/>
                    <a:pt x="19" y="90"/>
                  </a:cubicBezTo>
                  <a:cubicBezTo>
                    <a:pt x="18" y="93"/>
                    <a:pt x="8" y="105"/>
                    <a:pt x="2" y="106"/>
                  </a:cubicBezTo>
                  <a:cubicBezTo>
                    <a:pt x="0" y="106"/>
                    <a:pt x="0" y="107"/>
                    <a:pt x="0" y="108"/>
                  </a:cubicBezTo>
                  <a:cubicBezTo>
                    <a:pt x="0" y="108"/>
                    <a:pt x="0" y="108"/>
                    <a:pt x="0" y="108"/>
                  </a:cubicBezTo>
                  <a:cubicBezTo>
                    <a:pt x="0" y="118"/>
                    <a:pt x="0" y="118"/>
                    <a:pt x="0" y="118"/>
                  </a:cubicBezTo>
                  <a:cubicBezTo>
                    <a:pt x="0" y="120"/>
                    <a:pt x="1" y="121"/>
                    <a:pt x="2" y="121"/>
                  </a:cubicBezTo>
                  <a:cubicBezTo>
                    <a:pt x="4" y="121"/>
                    <a:pt x="5" y="120"/>
                    <a:pt x="5" y="118"/>
                  </a:cubicBezTo>
                  <a:cubicBezTo>
                    <a:pt x="5" y="111"/>
                    <a:pt x="5" y="111"/>
                    <a:pt x="5" y="111"/>
                  </a:cubicBezTo>
                  <a:cubicBezTo>
                    <a:pt x="10" y="111"/>
                    <a:pt x="10" y="111"/>
                    <a:pt x="10" y="111"/>
                  </a:cubicBezTo>
                  <a:cubicBezTo>
                    <a:pt x="10" y="141"/>
                    <a:pt x="10" y="141"/>
                    <a:pt x="10" y="141"/>
                  </a:cubicBezTo>
                  <a:cubicBezTo>
                    <a:pt x="10" y="142"/>
                    <a:pt x="11" y="144"/>
                    <a:pt x="13" y="144"/>
                  </a:cubicBezTo>
                  <a:cubicBezTo>
                    <a:pt x="129" y="144"/>
                    <a:pt x="129" y="144"/>
                    <a:pt x="129" y="144"/>
                  </a:cubicBezTo>
                  <a:cubicBezTo>
                    <a:pt x="131" y="144"/>
                    <a:pt x="132" y="142"/>
                    <a:pt x="132" y="141"/>
                  </a:cubicBezTo>
                  <a:cubicBezTo>
                    <a:pt x="132" y="111"/>
                    <a:pt x="132" y="111"/>
                    <a:pt x="132" y="111"/>
                  </a:cubicBezTo>
                  <a:cubicBezTo>
                    <a:pt x="137" y="111"/>
                    <a:pt x="137" y="111"/>
                    <a:pt x="137" y="111"/>
                  </a:cubicBezTo>
                  <a:cubicBezTo>
                    <a:pt x="137" y="118"/>
                    <a:pt x="137" y="118"/>
                    <a:pt x="137" y="118"/>
                  </a:cubicBezTo>
                  <a:cubicBezTo>
                    <a:pt x="137" y="120"/>
                    <a:pt x="138" y="121"/>
                    <a:pt x="140" y="121"/>
                  </a:cubicBezTo>
                  <a:cubicBezTo>
                    <a:pt x="141" y="121"/>
                    <a:pt x="143" y="120"/>
                    <a:pt x="143" y="118"/>
                  </a:cubicBezTo>
                  <a:cubicBezTo>
                    <a:pt x="143" y="108"/>
                    <a:pt x="143" y="108"/>
                    <a:pt x="143" y="108"/>
                  </a:cubicBezTo>
                  <a:cubicBezTo>
                    <a:pt x="143" y="108"/>
                    <a:pt x="143" y="108"/>
                    <a:pt x="143" y="108"/>
                  </a:cubicBezTo>
                  <a:close/>
                  <a:moveTo>
                    <a:pt x="71" y="7"/>
                  </a:moveTo>
                  <a:cubicBezTo>
                    <a:pt x="79" y="14"/>
                    <a:pt x="89" y="19"/>
                    <a:pt x="99" y="23"/>
                  </a:cubicBezTo>
                  <a:cubicBezTo>
                    <a:pt x="44" y="23"/>
                    <a:pt x="44" y="23"/>
                    <a:pt x="44" y="23"/>
                  </a:cubicBezTo>
                  <a:cubicBezTo>
                    <a:pt x="54" y="19"/>
                    <a:pt x="63" y="14"/>
                    <a:pt x="71" y="7"/>
                  </a:cubicBezTo>
                  <a:close/>
                  <a:moveTo>
                    <a:pt x="35" y="28"/>
                  </a:moveTo>
                  <a:cubicBezTo>
                    <a:pt x="108" y="28"/>
                    <a:pt x="108" y="28"/>
                    <a:pt x="108" y="28"/>
                  </a:cubicBezTo>
                  <a:cubicBezTo>
                    <a:pt x="108" y="41"/>
                    <a:pt x="108" y="41"/>
                    <a:pt x="108" y="41"/>
                  </a:cubicBezTo>
                  <a:cubicBezTo>
                    <a:pt x="35" y="41"/>
                    <a:pt x="35" y="41"/>
                    <a:pt x="35" y="41"/>
                  </a:cubicBezTo>
                  <a:lnTo>
                    <a:pt x="35" y="28"/>
                  </a:lnTo>
                  <a:close/>
                  <a:moveTo>
                    <a:pt x="31" y="46"/>
                  </a:moveTo>
                  <a:cubicBezTo>
                    <a:pt x="112" y="46"/>
                    <a:pt x="112" y="46"/>
                    <a:pt x="112" y="46"/>
                  </a:cubicBezTo>
                  <a:cubicBezTo>
                    <a:pt x="113" y="49"/>
                    <a:pt x="116" y="53"/>
                    <a:pt x="119" y="56"/>
                  </a:cubicBezTo>
                  <a:cubicBezTo>
                    <a:pt x="120" y="57"/>
                    <a:pt x="121" y="58"/>
                    <a:pt x="122" y="59"/>
                  </a:cubicBezTo>
                  <a:cubicBezTo>
                    <a:pt x="20" y="59"/>
                    <a:pt x="20" y="59"/>
                    <a:pt x="20" y="59"/>
                  </a:cubicBezTo>
                  <a:cubicBezTo>
                    <a:pt x="25" y="55"/>
                    <a:pt x="29" y="50"/>
                    <a:pt x="31" y="46"/>
                  </a:cubicBezTo>
                  <a:close/>
                  <a:moveTo>
                    <a:pt x="118" y="88"/>
                  </a:moveTo>
                  <a:cubicBezTo>
                    <a:pt x="25" y="88"/>
                    <a:pt x="25" y="88"/>
                    <a:pt x="25" y="88"/>
                  </a:cubicBezTo>
                  <a:cubicBezTo>
                    <a:pt x="25" y="64"/>
                    <a:pt x="25" y="64"/>
                    <a:pt x="25" y="64"/>
                  </a:cubicBezTo>
                  <a:cubicBezTo>
                    <a:pt x="118" y="64"/>
                    <a:pt x="118" y="64"/>
                    <a:pt x="118" y="64"/>
                  </a:cubicBezTo>
                  <a:lnTo>
                    <a:pt x="118" y="88"/>
                  </a:lnTo>
                  <a:close/>
                  <a:moveTo>
                    <a:pt x="23" y="94"/>
                  </a:moveTo>
                  <a:cubicBezTo>
                    <a:pt x="119" y="94"/>
                    <a:pt x="119" y="94"/>
                    <a:pt x="119" y="94"/>
                  </a:cubicBezTo>
                  <a:cubicBezTo>
                    <a:pt x="121" y="96"/>
                    <a:pt x="123" y="100"/>
                    <a:pt x="126" y="103"/>
                  </a:cubicBezTo>
                  <a:cubicBezTo>
                    <a:pt x="127" y="104"/>
                    <a:pt x="128" y="105"/>
                    <a:pt x="130" y="106"/>
                  </a:cubicBezTo>
                  <a:cubicBezTo>
                    <a:pt x="13" y="106"/>
                    <a:pt x="13" y="106"/>
                    <a:pt x="13" y="106"/>
                  </a:cubicBezTo>
                  <a:cubicBezTo>
                    <a:pt x="17" y="102"/>
                    <a:pt x="21" y="97"/>
                    <a:pt x="23" y="94"/>
                  </a:cubicBezTo>
                  <a:close/>
                  <a:moveTo>
                    <a:pt x="54" y="111"/>
                  </a:moveTo>
                  <a:cubicBezTo>
                    <a:pt x="54" y="138"/>
                    <a:pt x="54" y="138"/>
                    <a:pt x="54" y="138"/>
                  </a:cubicBezTo>
                  <a:cubicBezTo>
                    <a:pt x="35" y="138"/>
                    <a:pt x="35" y="138"/>
                    <a:pt x="35" y="138"/>
                  </a:cubicBezTo>
                  <a:cubicBezTo>
                    <a:pt x="35" y="111"/>
                    <a:pt x="35" y="111"/>
                    <a:pt x="35" y="111"/>
                  </a:cubicBezTo>
                  <a:lnTo>
                    <a:pt x="54" y="111"/>
                  </a:lnTo>
                  <a:close/>
                  <a:moveTo>
                    <a:pt x="59" y="111"/>
                  </a:moveTo>
                  <a:cubicBezTo>
                    <a:pt x="68" y="111"/>
                    <a:pt x="68" y="111"/>
                    <a:pt x="68" y="111"/>
                  </a:cubicBezTo>
                  <a:cubicBezTo>
                    <a:pt x="68" y="138"/>
                    <a:pt x="68" y="138"/>
                    <a:pt x="68" y="138"/>
                  </a:cubicBezTo>
                  <a:cubicBezTo>
                    <a:pt x="59" y="138"/>
                    <a:pt x="59" y="138"/>
                    <a:pt x="59" y="138"/>
                  </a:cubicBezTo>
                  <a:lnTo>
                    <a:pt x="59" y="111"/>
                  </a:lnTo>
                  <a:close/>
                  <a:moveTo>
                    <a:pt x="74" y="111"/>
                  </a:moveTo>
                  <a:cubicBezTo>
                    <a:pt x="83" y="111"/>
                    <a:pt x="83" y="111"/>
                    <a:pt x="83" y="111"/>
                  </a:cubicBezTo>
                  <a:cubicBezTo>
                    <a:pt x="83" y="138"/>
                    <a:pt x="83" y="138"/>
                    <a:pt x="83" y="138"/>
                  </a:cubicBezTo>
                  <a:cubicBezTo>
                    <a:pt x="74" y="138"/>
                    <a:pt x="74" y="138"/>
                    <a:pt x="74" y="138"/>
                  </a:cubicBezTo>
                  <a:lnTo>
                    <a:pt x="74" y="111"/>
                  </a:lnTo>
                  <a:close/>
                  <a:moveTo>
                    <a:pt x="89" y="111"/>
                  </a:moveTo>
                  <a:cubicBezTo>
                    <a:pt x="108" y="111"/>
                    <a:pt x="108" y="111"/>
                    <a:pt x="108" y="111"/>
                  </a:cubicBezTo>
                  <a:cubicBezTo>
                    <a:pt x="108" y="138"/>
                    <a:pt x="108" y="138"/>
                    <a:pt x="108" y="138"/>
                  </a:cubicBezTo>
                  <a:cubicBezTo>
                    <a:pt x="89" y="138"/>
                    <a:pt x="89" y="138"/>
                    <a:pt x="89" y="138"/>
                  </a:cubicBezTo>
                  <a:lnTo>
                    <a:pt x="89" y="111"/>
                  </a:lnTo>
                  <a:close/>
                  <a:moveTo>
                    <a:pt x="16" y="111"/>
                  </a:moveTo>
                  <a:cubicBezTo>
                    <a:pt x="29" y="111"/>
                    <a:pt x="29" y="111"/>
                    <a:pt x="29" y="111"/>
                  </a:cubicBezTo>
                  <a:cubicBezTo>
                    <a:pt x="29" y="138"/>
                    <a:pt x="29" y="138"/>
                    <a:pt x="29" y="138"/>
                  </a:cubicBezTo>
                  <a:cubicBezTo>
                    <a:pt x="16" y="138"/>
                    <a:pt x="16" y="138"/>
                    <a:pt x="16" y="138"/>
                  </a:cubicBezTo>
                  <a:lnTo>
                    <a:pt x="16" y="111"/>
                  </a:lnTo>
                  <a:close/>
                  <a:moveTo>
                    <a:pt x="127" y="138"/>
                  </a:moveTo>
                  <a:cubicBezTo>
                    <a:pt x="113" y="138"/>
                    <a:pt x="113" y="138"/>
                    <a:pt x="113" y="138"/>
                  </a:cubicBezTo>
                  <a:cubicBezTo>
                    <a:pt x="113" y="111"/>
                    <a:pt x="113" y="111"/>
                    <a:pt x="113" y="111"/>
                  </a:cubicBezTo>
                  <a:cubicBezTo>
                    <a:pt x="127" y="111"/>
                    <a:pt x="127" y="111"/>
                    <a:pt x="127" y="111"/>
                  </a:cubicBezTo>
                  <a:lnTo>
                    <a:pt x="127" y="1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8" name="Google Shape;948;p48"/>
            <p:cNvSpPr/>
            <p:nvPr/>
          </p:nvSpPr>
          <p:spPr>
            <a:xfrm>
              <a:off x="8035868" y="1708230"/>
              <a:ext cx="15443" cy="13237"/>
            </a:xfrm>
            <a:custGeom>
              <a:avLst/>
              <a:gdLst/>
              <a:ahLst/>
              <a:cxnLst/>
              <a:rect l="l" t="t" r="r" b="b"/>
              <a:pathLst>
                <a:path w="6" h="5" extrusionOk="0">
                  <a:moveTo>
                    <a:pt x="3" y="0"/>
                  </a:moveTo>
                  <a:cubicBezTo>
                    <a:pt x="3" y="0"/>
                    <a:pt x="2" y="0"/>
                    <a:pt x="1" y="1"/>
                  </a:cubicBezTo>
                  <a:cubicBezTo>
                    <a:pt x="1" y="1"/>
                    <a:pt x="0" y="2"/>
                    <a:pt x="0" y="3"/>
                  </a:cubicBezTo>
                  <a:cubicBezTo>
                    <a:pt x="0" y="3"/>
                    <a:pt x="1" y="4"/>
                    <a:pt x="1" y="5"/>
                  </a:cubicBezTo>
                  <a:cubicBezTo>
                    <a:pt x="2" y="5"/>
                    <a:pt x="3" y="5"/>
                    <a:pt x="3" y="5"/>
                  </a:cubicBezTo>
                  <a:cubicBezTo>
                    <a:pt x="4" y="5"/>
                    <a:pt x="5" y="5"/>
                    <a:pt x="5" y="5"/>
                  </a:cubicBezTo>
                  <a:cubicBezTo>
                    <a:pt x="6" y="4"/>
                    <a:pt x="6" y="3"/>
                    <a:pt x="6" y="3"/>
                  </a:cubicBezTo>
                  <a:cubicBezTo>
                    <a:pt x="6" y="2"/>
                    <a:pt x="6" y="1"/>
                    <a:pt x="5"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9" name="Google Shape;949;p48"/>
            <p:cNvSpPr/>
            <p:nvPr/>
          </p:nvSpPr>
          <p:spPr>
            <a:xfrm>
              <a:off x="8234424" y="1698303"/>
              <a:ext cx="16547" cy="13237"/>
            </a:xfrm>
            <a:custGeom>
              <a:avLst/>
              <a:gdLst/>
              <a:ahLst/>
              <a:cxnLst/>
              <a:rect l="l" t="t" r="r" b="b"/>
              <a:pathLst>
                <a:path w="6" h="5" extrusionOk="0">
                  <a:moveTo>
                    <a:pt x="5" y="1"/>
                  </a:moveTo>
                  <a:cubicBezTo>
                    <a:pt x="4" y="0"/>
                    <a:pt x="4" y="0"/>
                    <a:pt x="3" y="0"/>
                  </a:cubicBezTo>
                  <a:cubicBezTo>
                    <a:pt x="2" y="0"/>
                    <a:pt x="1" y="0"/>
                    <a:pt x="1" y="1"/>
                  </a:cubicBezTo>
                  <a:cubicBezTo>
                    <a:pt x="0" y="1"/>
                    <a:pt x="0" y="2"/>
                    <a:pt x="0" y="3"/>
                  </a:cubicBezTo>
                  <a:cubicBezTo>
                    <a:pt x="0" y="3"/>
                    <a:pt x="0" y="4"/>
                    <a:pt x="1" y="5"/>
                  </a:cubicBezTo>
                  <a:cubicBezTo>
                    <a:pt x="1" y="5"/>
                    <a:pt x="2" y="5"/>
                    <a:pt x="3" y="5"/>
                  </a:cubicBezTo>
                  <a:cubicBezTo>
                    <a:pt x="4" y="5"/>
                    <a:pt x="4" y="5"/>
                    <a:pt x="5" y="5"/>
                  </a:cubicBezTo>
                  <a:cubicBezTo>
                    <a:pt x="5" y="4"/>
                    <a:pt x="6" y="3"/>
                    <a:pt x="6" y="3"/>
                  </a:cubicBezTo>
                  <a:cubicBezTo>
                    <a:pt x="6" y="2"/>
                    <a:pt x="5" y="1"/>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0" name="Google Shape;950;p48"/>
            <p:cNvSpPr/>
            <p:nvPr/>
          </p:nvSpPr>
          <p:spPr>
            <a:xfrm>
              <a:off x="8203538" y="1556003"/>
              <a:ext cx="44124" cy="45227"/>
            </a:xfrm>
            <a:custGeom>
              <a:avLst/>
              <a:gdLst/>
              <a:ahLst/>
              <a:cxnLst/>
              <a:rect l="l" t="t" r="r" b="b"/>
              <a:pathLst>
                <a:path w="17" h="17" extrusionOk="0">
                  <a:moveTo>
                    <a:pt x="3" y="17"/>
                  </a:moveTo>
                  <a:cubicBezTo>
                    <a:pt x="14" y="17"/>
                    <a:pt x="14" y="17"/>
                    <a:pt x="14" y="17"/>
                  </a:cubicBezTo>
                  <a:cubicBezTo>
                    <a:pt x="15" y="17"/>
                    <a:pt x="17" y="15"/>
                    <a:pt x="17" y="14"/>
                  </a:cubicBezTo>
                  <a:cubicBezTo>
                    <a:pt x="17" y="3"/>
                    <a:pt x="17" y="3"/>
                    <a:pt x="17" y="3"/>
                  </a:cubicBezTo>
                  <a:cubicBezTo>
                    <a:pt x="17" y="1"/>
                    <a:pt x="15" y="0"/>
                    <a:pt x="14" y="0"/>
                  </a:cubicBezTo>
                  <a:cubicBezTo>
                    <a:pt x="3" y="0"/>
                    <a:pt x="3" y="0"/>
                    <a:pt x="3" y="0"/>
                  </a:cubicBezTo>
                  <a:cubicBezTo>
                    <a:pt x="1" y="0"/>
                    <a:pt x="0" y="1"/>
                    <a:pt x="0" y="3"/>
                  </a:cubicBezTo>
                  <a:cubicBezTo>
                    <a:pt x="0" y="14"/>
                    <a:pt x="0" y="14"/>
                    <a:pt x="0" y="14"/>
                  </a:cubicBezTo>
                  <a:cubicBezTo>
                    <a:pt x="0" y="15"/>
                    <a:pt x="1" y="17"/>
                    <a:pt x="3" y="17"/>
                  </a:cubicBezTo>
                  <a:close/>
                  <a:moveTo>
                    <a:pt x="5" y="5"/>
                  </a:moveTo>
                  <a:cubicBezTo>
                    <a:pt x="11" y="5"/>
                    <a:pt x="11" y="5"/>
                    <a:pt x="11" y="5"/>
                  </a:cubicBezTo>
                  <a:cubicBezTo>
                    <a:pt x="11" y="11"/>
                    <a:pt x="11" y="11"/>
                    <a:pt x="11" y="11"/>
                  </a:cubicBezTo>
                  <a:cubicBezTo>
                    <a:pt x="5" y="11"/>
                    <a:pt x="5" y="11"/>
                    <a:pt x="5" y="11"/>
                  </a:cubicBezTo>
                  <a:lnTo>
                    <a:pt x="5" y="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1" name="Google Shape;951;p48"/>
            <p:cNvSpPr/>
            <p:nvPr/>
          </p:nvSpPr>
          <p:spPr>
            <a:xfrm>
              <a:off x="8274136" y="1556003"/>
              <a:ext cx="44124" cy="45227"/>
            </a:xfrm>
            <a:custGeom>
              <a:avLst/>
              <a:gdLst/>
              <a:ahLst/>
              <a:cxnLst/>
              <a:rect l="l" t="t" r="r" b="b"/>
              <a:pathLst>
                <a:path w="17" h="17" extrusionOk="0">
                  <a:moveTo>
                    <a:pt x="3" y="17"/>
                  </a:moveTo>
                  <a:cubicBezTo>
                    <a:pt x="14" y="17"/>
                    <a:pt x="14" y="17"/>
                    <a:pt x="14" y="17"/>
                  </a:cubicBezTo>
                  <a:cubicBezTo>
                    <a:pt x="15" y="17"/>
                    <a:pt x="17" y="15"/>
                    <a:pt x="17" y="14"/>
                  </a:cubicBezTo>
                  <a:cubicBezTo>
                    <a:pt x="17" y="3"/>
                    <a:pt x="17" y="3"/>
                    <a:pt x="17" y="3"/>
                  </a:cubicBezTo>
                  <a:cubicBezTo>
                    <a:pt x="17" y="1"/>
                    <a:pt x="15" y="0"/>
                    <a:pt x="14" y="0"/>
                  </a:cubicBezTo>
                  <a:cubicBezTo>
                    <a:pt x="3" y="0"/>
                    <a:pt x="3" y="0"/>
                    <a:pt x="3" y="0"/>
                  </a:cubicBezTo>
                  <a:cubicBezTo>
                    <a:pt x="1" y="0"/>
                    <a:pt x="0" y="1"/>
                    <a:pt x="0" y="3"/>
                  </a:cubicBezTo>
                  <a:cubicBezTo>
                    <a:pt x="0" y="14"/>
                    <a:pt x="0" y="14"/>
                    <a:pt x="0" y="14"/>
                  </a:cubicBezTo>
                  <a:cubicBezTo>
                    <a:pt x="0" y="15"/>
                    <a:pt x="1" y="17"/>
                    <a:pt x="3" y="17"/>
                  </a:cubicBezTo>
                  <a:close/>
                  <a:moveTo>
                    <a:pt x="5" y="5"/>
                  </a:moveTo>
                  <a:cubicBezTo>
                    <a:pt x="11" y="5"/>
                    <a:pt x="11" y="5"/>
                    <a:pt x="11" y="5"/>
                  </a:cubicBezTo>
                  <a:cubicBezTo>
                    <a:pt x="11" y="11"/>
                    <a:pt x="11" y="11"/>
                    <a:pt x="11" y="11"/>
                  </a:cubicBezTo>
                  <a:cubicBezTo>
                    <a:pt x="5" y="11"/>
                    <a:pt x="5" y="11"/>
                    <a:pt x="5" y="11"/>
                  </a:cubicBezTo>
                  <a:lnTo>
                    <a:pt x="5" y="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2" name="Google Shape;952;p48"/>
            <p:cNvSpPr/>
            <p:nvPr/>
          </p:nvSpPr>
          <p:spPr>
            <a:xfrm>
              <a:off x="8132940" y="1556003"/>
              <a:ext cx="44124" cy="45227"/>
            </a:xfrm>
            <a:custGeom>
              <a:avLst/>
              <a:gdLst/>
              <a:ahLst/>
              <a:cxnLst/>
              <a:rect l="l" t="t" r="r" b="b"/>
              <a:pathLst>
                <a:path w="17" h="17" extrusionOk="0">
                  <a:moveTo>
                    <a:pt x="3" y="17"/>
                  </a:moveTo>
                  <a:cubicBezTo>
                    <a:pt x="14" y="17"/>
                    <a:pt x="14" y="17"/>
                    <a:pt x="14" y="17"/>
                  </a:cubicBezTo>
                  <a:cubicBezTo>
                    <a:pt x="15" y="17"/>
                    <a:pt x="17" y="15"/>
                    <a:pt x="17" y="14"/>
                  </a:cubicBezTo>
                  <a:cubicBezTo>
                    <a:pt x="17" y="3"/>
                    <a:pt x="17" y="3"/>
                    <a:pt x="17" y="3"/>
                  </a:cubicBezTo>
                  <a:cubicBezTo>
                    <a:pt x="17" y="1"/>
                    <a:pt x="15" y="0"/>
                    <a:pt x="14" y="0"/>
                  </a:cubicBezTo>
                  <a:cubicBezTo>
                    <a:pt x="3" y="0"/>
                    <a:pt x="3" y="0"/>
                    <a:pt x="3" y="0"/>
                  </a:cubicBezTo>
                  <a:cubicBezTo>
                    <a:pt x="1" y="0"/>
                    <a:pt x="0" y="1"/>
                    <a:pt x="0" y="3"/>
                  </a:cubicBezTo>
                  <a:cubicBezTo>
                    <a:pt x="0" y="14"/>
                    <a:pt x="0" y="14"/>
                    <a:pt x="0" y="14"/>
                  </a:cubicBezTo>
                  <a:cubicBezTo>
                    <a:pt x="0" y="15"/>
                    <a:pt x="1" y="17"/>
                    <a:pt x="3" y="17"/>
                  </a:cubicBezTo>
                  <a:close/>
                  <a:moveTo>
                    <a:pt x="6" y="5"/>
                  </a:moveTo>
                  <a:cubicBezTo>
                    <a:pt x="11" y="5"/>
                    <a:pt x="11" y="5"/>
                    <a:pt x="11" y="5"/>
                  </a:cubicBezTo>
                  <a:cubicBezTo>
                    <a:pt x="11" y="11"/>
                    <a:pt x="11" y="11"/>
                    <a:pt x="11" y="11"/>
                  </a:cubicBezTo>
                  <a:cubicBezTo>
                    <a:pt x="6" y="11"/>
                    <a:pt x="6" y="11"/>
                    <a:pt x="6" y="11"/>
                  </a:cubicBezTo>
                  <a:lnTo>
                    <a:pt x="6" y="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3" name="Google Shape;953;p48"/>
            <p:cNvSpPr/>
            <p:nvPr/>
          </p:nvSpPr>
          <p:spPr>
            <a:xfrm>
              <a:off x="8142868" y="1462241"/>
              <a:ext cx="24268" cy="13237"/>
            </a:xfrm>
            <a:custGeom>
              <a:avLst/>
              <a:gdLst/>
              <a:ahLst/>
              <a:cxnLst/>
              <a:rect l="l" t="t" r="r" b="b"/>
              <a:pathLst>
                <a:path w="9" h="5" extrusionOk="0">
                  <a:moveTo>
                    <a:pt x="6" y="0"/>
                  </a:moveTo>
                  <a:cubicBezTo>
                    <a:pt x="3" y="0"/>
                    <a:pt x="3" y="0"/>
                    <a:pt x="3" y="0"/>
                  </a:cubicBezTo>
                  <a:cubicBezTo>
                    <a:pt x="1" y="0"/>
                    <a:pt x="0" y="1"/>
                    <a:pt x="0" y="2"/>
                  </a:cubicBezTo>
                  <a:cubicBezTo>
                    <a:pt x="0" y="4"/>
                    <a:pt x="1" y="5"/>
                    <a:pt x="3" y="5"/>
                  </a:cubicBezTo>
                  <a:cubicBezTo>
                    <a:pt x="6" y="5"/>
                    <a:pt x="6" y="5"/>
                    <a:pt x="6" y="5"/>
                  </a:cubicBezTo>
                  <a:cubicBezTo>
                    <a:pt x="7" y="5"/>
                    <a:pt x="9" y="4"/>
                    <a:pt x="9" y="3"/>
                  </a:cubicBezTo>
                  <a:cubicBezTo>
                    <a:pt x="9" y="1"/>
                    <a:pt x="8" y="0"/>
                    <a:pt x="6"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4" name="Google Shape;954;p48"/>
            <p:cNvSpPr/>
            <p:nvPr/>
          </p:nvSpPr>
          <p:spPr>
            <a:xfrm>
              <a:off x="8211260" y="1462241"/>
              <a:ext cx="26474" cy="13237"/>
            </a:xfrm>
            <a:custGeom>
              <a:avLst/>
              <a:gdLst/>
              <a:ahLst/>
              <a:cxnLst/>
              <a:rect l="l" t="t" r="r" b="b"/>
              <a:pathLst>
                <a:path w="10" h="5" extrusionOk="0">
                  <a:moveTo>
                    <a:pt x="7" y="0"/>
                  </a:moveTo>
                  <a:cubicBezTo>
                    <a:pt x="4" y="0"/>
                    <a:pt x="4" y="0"/>
                    <a:pt x="4" y="0"/>
                  </a:cubicBezTo>
                  <a:cubicBezTo>
                    <a:pt x="2" y="0"/>
                    <a:pt x="1" y="1"/>
                    <a:pt x="1" y="2"/>
                  </a:cubicBezTo>
                  <a:cubicBezTo>
                    <a:pt x="0" y="4"/>
                    <a:pt x="2" y="5"/>
                    <a:pt x="3" y="5"/>
                  </a:cubicBezTo>
                  <a:cubicBezTo>
                    <a:pt x="7" y="5"/>
                    <a:pt x="7" y="5"/>
                    <a:pt x="7" y="5"/>
                  </a:cubicBezTo>
                  <a:cubicBezTo>
                    <a:pt x="8" y="5"/>
                    <a:pt x="10" y="4"/>
                    <a:pt x="10" y="3"/>
                  </a:cubicBezTo>
                  <a:cubicBezTo>
                    <a:pt x="10" y="1"/>
                    <a:pt x="9" y="0"/>
                    <a:pt x="7"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5" name="Google Shape;955;p48"/>
            <p:cNvSpPr/>
            <p:nvPr/>
          </p:nvSpPr>
          <p:spPr>
            <a:xfrm>
              <a:off x="8281858" y="1462241"/>
              <a:ext cx="26474" cy="13237"/>
            </a:xfrm>
            <a:custGeom>
              <a:avLst/>
              <a:gdLst/>
              <a:ahLst/>
              <a:cxnLst/>
              <a:rect l="l" t="t" r="r" b="b"/>
              <a:pathLst>
                <a:path w="10" h="5" extrusionOk="0">
                  <a:moveTo>
                    <a:pt x="7" y="0"/>
                  </a:moveTo>
                  <a:cubicBezTo>
                    <a:pt x="3" y="0"/>
                    <a:pt x="3" y="0"/>
                    <a:pt x="3" y="0"/>
                  </a:cubicBezTo>
                  <a:cubicBezTo>
                    <a:pt x="2" y="0"/>
                    <a:pt x="1" y="1"/>
                    <a:pt x="1" y="2"/>
                  </a:cubicBezTo>
                  <a:cubicBezTo>
                    <a:pt x="0" y="4"/>
                    <a:pt x="2" y="5"/>
                    <a:pt x="3" y="5"/>
                  </a:cubicBezTo>
                  <a:cubicBezTo>
                    <a:pt x="7" y="5"/>
                    <a:pt x="7" y="5"/>
                    <a:pt x="7" y="5"/>
                  </a:cubicBezTo>
                  <a:cubicBezTo>
                    <a:pt x="8" y="5"/>
                    <a:pt x="9" y="4"/>
                    <a:pt x="10" y="3"/>
                  </a:cubicBezTo>
                  <a:cubicBezTo>
                    <a:pt x="10" y="1"/>
                    <a:pt x="9" y="0"/>
                    <a:pt x="7"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56" name="Google Shape;956;p48"/>
          <p:cNvGrpSpPr/>
          <p:nvPr/>
        </p:nvGrpSpPr>
        <p:grpSpPr>
          <a:xfrm>
            <a:off x="7253224" y="1378406"/>
            <a:ext cx="295629" cy="377258"/>
            <a:chOff x="7229507" y="1378406"/>
            <a:chExt cx="295629" cy="377258"/>
          </a:xfrm>
        </p:grpSpPr>
        <p:sp>
          <p:nvSpPr>
            <p:cNvPr id="957" name="Google Shape;957;p48"/>
            <p:cNvSpPr/>
            <p:nvPr/>
          </p:nvSpPr>
          <p:spPr>
            <a:xfrm>
              <a:off x="7332095" y="1626601"/>
              <a:ext cx="12134" cy="16547"/>
            </a:xfrm>
            <a:custGeom>
              <a:avLst/>
              <a:gdLst/>
              <a:ahLst/>
              <a:cxnLst/>
              <a:rect l="l" t="t" r="r" b="b"/>
              <a:pathLst>
                <a:path w="5" h="6" extrusionOk="0">
                  <a:moveTo>
                    <a:pt x="2" y="6"/>
                  </a:moveTo>
                  <a:cubicBezTo>
                    <a:pt x="3" y="6"/>
                    <a:pt x="4" y="6"/>
                    <a:pt x="4" y="5"/>
                  </a:cubicBezTo>
                  <a:cubicBezTo>
                    <a:pt x="5" y="5"/>
                    <a:pt x="5" y="4"/>
                    <a:pt x="5" y="3"/>
                  </a:cubicBezTo>
                  <a:cubicBezTo>
                    <a:pt x="5" y="3"/>
                    <a:pt x="5" y="2"/>
                    <a:pt x="4" y="1"/>
                  </a:cubicBezTo>
                  <a:cubicBezTo>
                    <a:pt x="4" y="1"/>
                    <a:pt x="3" y="0"/>
                    <a:pt x="2" y="0"/>
                  </a:cubicBezTo>
                  <a:cubicBezTo>
                    <a:pt x="2" y="0"/>
                    <a:pt x="1" y="1"/>
                    <a:pt x="1" y="1"/>
                  </a:cubicBezTo>
                  <a:cubicBezTo>
                    <a:pt x="0" y="2"/>
                    <a:pt x="0" y="3"/>
                    <a:pt x="0" y="3"/>
                  </a:cubicBezTo>
                  <a:cubicBezTo>
                    <a:pt x="0" y="4"/>
                    <a:pt x="0" y="5"/>
                    <a:pt x="1" y="5"/>
                  </a:cubicBezTo>
                  <a:cubicBezTo>
                    <a:pt x="1" y="6"/>
                    <a:pt x="2" y="6"/>
                    <a:pt x="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8" name="Google Shape;958;p48"/>
            <p:cNvSpPr/>
            <p:nvPr/>
          </p:nvSpPr>
          <p:spPr>
            <a:xfrm>
              <a:off x="7229507" y="1378406"/>
              <a:ext cx="295629" cy="377258"/>
            </a:xfrm>
            <a:custGeom>
              <a:avLst/>
              <a:gdLst/>
              <a:ahLst/>
              <a:cxnLst/>
              <a:rect l="l" t="t" r="r" b="b"/>
              <a:pathLst>
                <a:path w="113" h="144" extrusionOk="0">
                  <a:moveTo>
                    <a:pt x="110" y="30"/>
                  </a:moveTo>
                  <a:cubicBezTo>
                    <a:pt x="74" y="30"/>
                    <a:pt x="74" y="30"/>
                    <a:pt x="74" y="30"/>
                  </a:cubicBezTo>
                  <a:cubicBezTo>
                    <a:pt x="74" y="3"/>
                    <a:pt x="74" y="3"/>
                    <a:pt x="74" y="3"/>
                  </a:cubicBezTo>
                  <a:cubicBezTo>
                    <a:pt x="74" y="2"/>
                    <a:pt x="72" y="0"/>
                    <a:pt x="71" y="0"/>
                  </a:cubicBezTo>
                  <a:cubicBezTo>
                    <a:pt x="42" y="0"/>
                    <a:pt x="42" y="0"/>
                    <a:pt x="42" y="0"/>
                  </a:cubicBezTo>
                  <a:cubicBezTo>
                    <a:pt x="40" y="0"/>
                    <a:pt x="39" y="2"/>
                    <a:pt x="39" y="3"/>
                  </a:cubicBezTo>
                  <a:cubicBezTo>
                    <a:pt x="39" y="30"/>
                    <a:pt x="39" y="30"/>
                    <a:pt x="39" y="30"/>
                  </a:cubicBezTo>
                  <a:cubicBezTo>
                    <a:pt x="2" y="30"/>
                    <a:pt x="2" y="30"/>
                    <a:pt x="2" y="30"/>
                  </a:cubicBezTo>
                  <a:cubicBezTo>
                    <a:pt x="1" y="30"/>
                    <a:pt x="0" y="31"/>
                    <a:pt x="0" y="33"/>
                  </a:cubicBezTo>
                  <a:cubicBezTo>
                    <a:pt x="0" y="62"/>
                    <a:pt x="0" y="62"/>
                    <a:pt x="0" y="62"/>
                  </a:cubicBezTo>
                  <a:cubicBezTo>
                    <a:pt x="0" y="63"/>
                    <a:pt x="1" y="65"/>
                    <a:pt x="2" y="65"/>
                  </a:cubicBezTo>
                  <a:cubicBezTo>
                    <a:pt x="39" y="65"/>
                    <a:pt x="39" y="65"/>
                    <a:pt x="39" y="65"/>
                  </a:cubicBezTo>
                  <a:cubicBezTo>
                    <a:pt x="39" y="87"/>
                    <a:pt x="39" y="87"/>
                    <a:pt x="39" y="87"/>
                  </a:cubicBezTo>
                  <a:cubicBezTo>
                    <a:pt x="39" y="88"/>
                    <a:pt x="40" y="89"/>
                    <a:pt x="41" y="89"/>
                  </a:cubicBezTo>
                  <a:cubicBezTo>
                    <a:pt x="43" y="90"/>
                    <a:pt x="44" y="88"/>
                    <a:pt x="44" y="87"/>
                  </a:cubicBezTo>
                  <a:cubicBezTo>
                    <a:pt x="44" y="62"/>
                    <a:pt x="44" y="62"/>
                    <a:pt x="44" y="62"/>
                  </a:cubicBezTo>
                  <a:cubicBezTo>
                    <a:pt x="44" y="60"/>
                    <a:pt x="43" y="59"/>
                    <a:pt x="42" y="59"/>
                  </a:cubicBezTo>
                  <a:cubicBezTo>
                    <a:pt x="5" y="59"/>
                    <a:pt x="5" y="59"/>
                    <a:pt x="5" y="59"/>
                  </a:cubicBezTo>
                  <a:cubicBezTo>
                    <a:pt x="5" y="36"/>
                    <a:pt x="5" y="36"/>
                    <a:pt x="5" y="36"/>
                  </a:cubicBezTo>
                  <a:cubicBezTo>
                    <a:pt x="42" y="36"/>
                    <a:pt x="42" y="36"/>
                    <a:pt x="42" y="36"/>
                  </a:cubicBezTo>
                  <a:cubicBezTo>
                    <a:pt x="43" y="36"/>
                    <a:pt x="44" y="34"/>
                    <a:pt x="44" y="33"/>
                  </a:cubicBezTo>
                  <a:cubicBezTo>
                    <a:pt x="44" y="6"/>
                    <a:pt x="44" y="6"/>
                    <a:pt x="44" y="6"/>
                  </a:cubicBezTo>
                  <a:cubicBezTo>
                    <a:pt x="68" y="6"/>
                    <a:pt x="68" y="6"/>
                    <a:pt x="68" y="6"/>
                  </a:cubicBezTo>
                  <a:cubicBezTo>
                    <a:pt x="68" y="33"/>
                    <a:pt x="68" y="33"/>
                    <a:pt x="68" y="33"/>
                  </a:cubicBezTo>
                  <a:cubicBezTo>
                    <a:pt x="68" y="34"/>
                    <a:pt x="69" y="36"/>
                    <a:pt x="71" y="36"/>
                  </a:cubicBezTo>
                  <a:cubicBezTo>
                    <a:pt x="107" y="36"/>
                    <a:pt x="107" y="36"/>
                    <a:pt x="107" y="36"/>
                  </a:cubicBezTo>
                  <a:cubicBezTo>
                    <a:pt x="107" y="43"/>
                    <a:pt x="107" y="43"/>
                    <a:pt x="107" y="43"/>
                  </a:cubicBezTo>
                  <a:cubicBezTo>
                    <a:pt x="84" y="43"/>
                    <a:pt x="84" y="43"/>
                    <a:pt x="84" y="43"/>
                  </a:cubicBezTo>
                  <a:cubicBezTo>
                    <a:pt x="83" y="43"/>
                    <a:pt x="81" y="44"/>
                    <a:pt x="81" y="46"/>
                  </a:cubicBezTo>
                  <a:cubicBezTo>
                    <a:pt x="81" y="48"/>
                    <a:pt x="82" y="49"/>
                    <a:pt x="84" y="49"/>
                  </a:cubicBezTo>
                  <a:cubicBezTo>
                    <a:pt x="107" y="49"/>
                    <a:pt x="107" y="49"/>
                    <a:pt x="107" y="49"/>
                  </a:cubicBezTo>
                  <a:cubicBezTo>
                    <a:pt x="107" y="59"/>
                    <a:pt x="107" y="59"/>
                    <a:pt x="107" y="59"/>
                  </a:cubicBezTo>
                  <a:cubicBezTo>
                    <a:pt x="71" y="59"/>
                    <a:pt x="71" y="59"/>
                    <a:pt x="71" y="59"/>
                  </a:cubicBezTo>
                  <a:cubicBezTo>
                    <a:pt x="69" y="59"/>
                    <a:pt x="68" y="60"/>
                    <a:pt x="68" y="62"/>
                  </a:cubicBezTo>
                  <a:cubicBezTo>
                    <a:pt x="68" y="138"/>
                    <a:pt x="68" y="138"/>
                    <a:pt x="68" y="138"/>
                  </a:cubicBezTo>
                  <a:cubicBezTo>
                    <a:pt x="44" y="138"/>
                    <a:pt x="44" y="138"/>
                    <a:pt x="44" y="138"/>
                  </a:cubicBezTo>
                  <a:cubicBezTo>
                    <a:pt x="44" y="110"/>
                    <a:pt x="44" y="110"/>
                    <a:pt x="44" y="110"/>
                  </a:cubicBezTo>
                  <a:cubicBezTo>
                    <a:pt x="44" y="108"/>
                    <a:pt x="43" y="107"/>
                    <a:pt x="42" y="107"/>
                  </a:cubicBezTo>
                  <a:cubicBezTo>
                    <a:pt x="40" y="107"/>
                    <a:pt x="39" y="108"/>
                    <a:pt x="39" y="110"/>
                  </a:cubicBezTo>
                  <a:cubicBezTo>
                    <a:pt x="39" y="141"/>
                    <a:pt x="39" y="141"/>
                    <a:pt x="39" y="141"/>
                  </a:cubicBezTo>
                  <a:cubicBezTo>
                    <a:pt x="39" y="142"/>
                    <a:pt x="40" y="144"/>
                    <a:pt x="42" y="144"/>
                  </a:cubicBezTo>
                  <a:cubicBezTo>
                    <a:pt x="71" y="144"/>
                    <a:pt x="71" y="144"/>
                    <a:pt x="71" y="144"/>
                  </a:cubicBezTo>
                  <a:cubicBezTo>
                    <a:pt x="72" y="144"/>
                    <a:pt x="74" y="142"/>
                    <a:pt x="74" y="141"/>
                  </a:cubicBezTo>
                  <a:cubicBezTo>
                    <a:pt x="74" y="65"/>
                    <a:pt x="74" y="65"/>
                    <a:pt x="74" y="65"/>
                  </a:cubicBezTo>
                  <a:cubicBezTo>
                    <a:pt x="110" y="65"/>
                    <a:pt x="110" y="65"/>
                    <a:pt x="110" y="65"/>
                  </a:cubicBezTo>
                  <a:cubicBezTo>
                    <a:pt x="112" y="65"/>
                    <a:pt x="113" y="63"/>
                    <a:pt x="113" y="62"/>
                  </a:cubicBezTo>
                  <a:cubicBezTo>
                    <a:pt x="113" y="33"/>
                    <a:pt x="113" y="33"/>
                    <a:pt x="113" y="33"/>
                  </a:cubicBezTo>
                  <a:cubicBezTo>
                    <a:pt x="113" y="31"/>
                    <a:pt x="112" y="30"/>
                    <a:pt x="110" y="3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9" name="Google Shape;959;p48"/>
            <p:cNvSpPr/>
            <p:nvPr/>
          </p:nvSpPr>
          <p:spPr>
            <a:xfrm>
              <a:off x="7415930" y="1490921"/>
              <a:ext cx="15443" cy="15443"/>
            </a:xfrm>
            <a:custGeom>
              <a:avLst/>
              <a:gdLst/>
              <a:ahLst/>
              <a:cxnLst/>
              <a:rect l="l" t="t" r="r" b="b"/>
              <a:pathLst>
                <a:path w="6" h="6" extrusionOk="0">
                  <a:moveTo>
                    <a:pt x="5" y="5"/>
                  </a:moveTo>
                  <a:cubicBezTo>
                    <a:pt x="5" y="5"/>
                    <a:pt x="6" y="4"/>
                    <a:pt x="6" y="3"/>
                  </a:cubicBezTo>
                  <a:cubicBezTo>
                    <a:pt x="6" y="3"/>
                    <a:pt x="5" y="2"/>
                    <a:pt x="5" y="1"/>
                  </a:cubicBezTo>
                  <a:cubicBezTo>
                    <a:pt x="4" y="1"/>
                    <a:pt x="4" y="0"/>
                    <a:pt x="3" y="0"/>
                  </a:cubicBezTo>
                  <a:cubicBezTo>
                    <a:pt x="2" y="0"/>
                    <a:pt x="1" y="1"/>
                    <a:pt x="1" y="1"/>
                  </a:cubicBezTo>
                  <a:cubicBezTo>
                    <a:pt x="0" y="2"/>
                    <a:pt x="0" y="3"/>
                    <a:pt x="0" y="3"/>
                  </a:cubicBezTo>
                  <a:cubicBezTo>
                    <a:pt x="0" y="4"/>
                    <a:pt x="0" y="5"/>
                    <a:pt x="1" y="5"/>
                  </a:cubicBezTo>
                  <a:cubicBezTo>
                    <a:pt x="1" y="6"/>
                    <a:pt x="2" y="6"/>
                    <a:pt x="3" y="6"/>
                  </a:cubicBezTo>
                  <a:cubicBezTo>
                    <a:pt x="4" y="6"/>
                    <a:pt x="4" y="6"/>
                    <a:pt x="5"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60" name="Google Shape;960;p48"/>
          <p:cNvGrpSpPr/>
          <p:nvPr/>
        </p:nvGrpSpPr>
        <p:grpSpPr>
          <a:xfrm>
            <a:off x="6429213" y="1378406"/>
            <a:ext cx="376155" cy="377258"/>
            <a:chOff x="6392260" y="1378406"/>
            <a:chExt cx="376155" cy="377258"/>
          </a:xfrm>
        </p:grpSpPr>
        <p:sp>
          <p:nvSpPr>
            <p:cNvPr id="961" name="Google Shape;961;p48"/>
            <p:cNvSpPr/>
            <p:nvPr/>
          </p:nvSpPr>
          <p:spPr>
            <a:xfrm>
              <a:off x="6392260" y="1378406"/>
              <a:ext cx="376155" cy="377258"/>
            </a:xfrm>
            <a:custGeom>
              <a:avLst/>
              <a:gdLst/>
              <a:ahLst/>
              <a:cxnLst/>
              <a:rect l="l" t="t" r="r" b="b"/>
              <a:pathLst>
                <a:path w="144" h="144" extrusionOk="0">
                  <a:moveTo>
                    <a:pt x="141" y="98"/>
                  </a:moveTo>
                  <a:cubicBezTo>
                    <a:pt x="134" y="98"/>
                    <a:pt x="134" y="98"/>
                    <a:pt x="134" y="98"/>
                  </a:cubicBezTo>
                  <a:cubicBezTo>
                    <a:pt x="134" y="90"/>
                    <a:pt x="134" y="90"/>
                    <a:pt x="134" y="90"/>
                  </a:cubicBezTo>
                  <a:cubicBezTo>
                    <a:pt x="134" y="89"/>
                    <a:pt x="133" y="88"/>
                    <a:pt x="131" y="88"/>
                  </a:cubicBezTo>
                  <a:cubicBezTo>
                    <a:pt x="121" y="88"/>
                    <a:pt x="121" y="88"/>
                    <a:pt x="121" y="88"/>
                  </a:cubicBezTo>
                  <a:cubicBezTo>
                    <a:pt x="120" y="88"/>
                    <a:pt x="118" y="89"/>
                    <a:pt x="118" y="90"/>
                  </a:cubicBezTo>
                  <a:cubicBezTo>
                    <a:pt x="118" y="98"/>
                    <a:pt x="118" y="98"/>
                    <a:pt x="118" y="98"/>
                  </a:cubicBezTo>
                  <a:cubicBezTo>
                    <a:pt x="114" y="98"/>
                    <a:pt x="114" y="98"/>
                    <a:pt x="114" y="98"/>
                  </a:cubicBezTo>
                  <a:cubicBezTo>
                    <a:pt x="114" y="55"/>
                    <a:pt x="114" y="55"/>
                    <a:pt x="114" y="55"/>
                  </a:cubicBezTo>
                  <a:cubicBezTo>
                    <a:pt x="114" y="53"/>
                    <a:pt x="113" y="52"/>
                    <a:pt x="111" y="52"/>
                  </a:cubicBezTo>
                  <a:cubicBezTo>
                    <a:pt x="96" y="52"/>
                    <a:pt x="96" y="52"/>
                    <a:pt x="96" y="52"/>
                  </a:cubicBezTo>
                  <a:cubicBezTo>
                    <a:pt x="94" y="52"/>
                    <a:pt x="93" y="53"/>
                    <a:pt x="93" y="55"/>
                  </a:cubicBezTo>
                  <a:cubicBezTo>
                    <a:pt x="93" y="62"/>
                    <a:pt x="93" y="62"/>
                    <a:pt x="93" y="62"/>
                  </a:cubicBezTo>
                  <a:cubicBezTo>
                    <a:pt x="83" y="62"/>
                    <a:pt x="83" y="62"/>
                    <a:pt x="83" y="62"/>
                  </a:cubicBezTo>
                  <a:cubicBezTo>
                    <a:pt x="83" y="55"/>
                    <a:pt x="83" y="55"/>
                    <a:pt x="83" y="55"/>
                  </a:cubicBezTo>
                  <a:cubicBezTo>
                    <a:pt x="83" y="53"/>
                    <a:pt x="82" y="52"/>
                    <a:pt x="80" y="52"/>
                  </a:cubicBezTo>
                  <a:cubicBezTo>
                    <a:pt x="75" y="52"/>
                    <a:pt x="75" y="52"/>
                    <a:pt x="75" y="52"/>
                  </a:cubicBezTo>
                  <a:cubicBezTo>
                    <a:pt x="75" y="39"/>
                    <a:pt x="75" y="39"/>
                    <a:pt x="75" y="39"/>
                  </a:cubicBezTo>
                  <a:cubicBezTo>
                    <a:pt x="113" y="39"/>
                    <a:pt x="113" y="39"/>
                    <a:pt x="113" y="39"/>
                  </a:cubicBezTo>
                  <a:cubicBezTo>
                    <a:pt x="114" y="39"/>
                    <a:pt x="115" y="38"/>
                    <a:pt x="115" y="37"/>
                  </a:cubicBezTo>
                  <a:cubicBezTo>
                    <a:pt x="115" y="8"/>
                    <a:pt x="115" y="8"/>
                    <a:pt x="115" y="8"/>
                  </a:cubicBezTo>
                  <a:cubicBezTo>
                    <a:pt x="115" y="6"/>
                    <a:pt x="114" y="5"/>
                    <a:pt x="113" y="5"/>
                  </a:cubicBezTo>
                  <a:cubicBezTo>
                    <a:pt x="75" y="5"/>
                    <a:pt x="75" y="5"/>
                    <a:pt x="75" y="5"/>
                  </a:cubicBezTo>
                  <a:cubicBezTo>
                    <a:pt x="75" y="3"/>
                    <a:pt x="75" y="3"/>
                    <a:pt x="75" y="3"/>
                  </a:cubicBezTo>
                  <a:cubicBezTo>
                    <a:pt x="75" y="2"/>
                    <a:pt x="74" y="1"/>
                    <a:pt x="73" y="0"/>
                  </a:cubicBezTo>
                  <a:cubicBezTo>
                    <a:pt x="71" y="0"/>
                    <a:pt x="69" y="1"/>
                    <a:pt x="69" y="3"/>
                  </a:cubicBezTo>
                  <a:cubicBezTo>
                    <a:pt x="69" y="52"/>
                    <a:pt x="69" y="52"/>
                    <a:pt x="69" y="52"/>
                  </a:cubicBezTo>
                  <a:cubicBezTo>
                    <a:pt x="64" y="52"/>
                    <a:pt x="64" y="52"/>
                    <a:pt x="64" y="52"/>
                  </a:cubicBezTo>
                  <a:cubicBezTo>
                    <a:pt x="63" y="52"/>
                    <a:pt x="62" y="53"/>
                    <a:pt x="62" y="55"/>
                  </a:cubicBezTo>
                  <a:cubicBezTo>
                    <a:pt x="62" y="62"/>
                    <a:pt x="62" y="62"/>
                    <a:pt x="62" y="62"/>
                  </a:cubicBezTo>
                  <a:cubicBezTo>
                    <a:pt x="51" y="62"/>
                    <a:pt x="51" y="62"/>
                    <a:pt x="51" y="62"/>
                  </a:cubicBezTo>
                  <a:cubicBezTo>
                    <a:pt x="51" y="55"/>
                    <a:pt x="51" y="55"/>
                    <a:pt x="51" y="55"/>
                  </a:cubicBezTo>
                  <a:cubicBezTo>
                    <a:pt x="51" y="53"/>
                    <a:pt x="50" y="52"/>
                    <a:pt x="49" y="52"/>
                  </a:cubicBezTo>
                  <a:cubicBezTo>
                    <a:pt x="33" y="52"/>
                    <a:pt x="33" y="52"/>
                    <a:pt x="33" y="52"/>
                  </a:cubicBezTo>
                  <a:cubicBezTo>
                    <a:pt x="31" y="52"/>
                    <a:pt x="30" y="53"/>
                    <a:pt x="30" y="55"/>
                  </a:cubicBezTo>
                  <a:cubicBezTo>
                    <a:pt x="30" y="98"/>
                    <a:pt x="30" y="98"/>
                    <a:pt x="30" y="98"/>
                  </a:cubicBezTo>
                  <a:cubicBezTo>
                    <a:pt x="26" y="98"/>
                    <a:pt x="26" y="98"/>
                    <a:pt x="26" y="98"/>
                  </a:cubicBezTo>
                  <a:cubicBezTo>
                    <a:pt x="26" y="90"/>
                    <a:pt x="26" y="90"/>
                    <a:pt x="26" y="90"/>
                  </a:cubicBezTo>
                  <a:cubicBezTo>
                    <a:pt x="26" y="89"/>
                    <a:pt x="24" y="88"/>
                    <a:pt x="23" y="88"/>
                  </a:cubicBezTo>
                  <a:cubicBezTo>
                    <a:pt x="13" y="88"/>
                    <a:pt x="13" y="88"/>
                    <a:pt x="13" y="88"/>
                  </a:cubicBezTo>
                  <a:cubicBezTo>
                    <a:pt x="12" y="88"/>
                    <a:pt x="10" y="89"/>
                    <a:pt x="10" y="90"/>
                  </a:cubicBezTo>
                  <a:cubicBezTo>
                    <a:pt x="10" y="98"/>
                    <a:pt x="10" y="98"/>
                    <a:pt x="10" y="98"/>
                  </a:cubicBezTo>
                  <a:cubicBezTo>
                    <a:pt x="3" y="98"/>
                    <a:pt x="3" y="98"/>
                    <a:pt x="3" y="98"/>
                  </a:cubicBezTo>
                  <a:cubicBezTo>
                    <a:pt x="2" y="98"/>
                    <a:pt x="0" y="99"/>
                    <a:pt x="0" y="101"/>
                  </a:cubicBezTo>
                  <a:cubicBezTo>
                    <a:pt x="0" y="141"/>
                    <a:pt x="0" y="141"/>
                    <a:pt x="0" y="141"/>
                  </a:cubicBezTo>
                  <a:cubicBezTo>
                    <a:pt x="0" y="142"/>
                    <a:pt x="1" y="144"/>
                    <a:pt x="3" y="144"/>
                  </a:cubicBezTo>
                  <a:cubicBezTo>
                    <a:pt x="5" y="144"/>
                    <a:pt x="6" y="143"/>
                    <a:pt x="6" y="141"/>
                  </a:cubicBezTo>
                  <a:cubicBezTo>
                    <a:pt x="6" y="104"/>
                    <a:pt x="6" y="104"/>
                    <a:pt x="6" y="104"/>
                  </a:cubicBezTo>
                  <a:cubicBezTo>
                    <a:pt x="13" y="104"/>
                    <a:pt x="13" y="104"/>
                    <a:pt x="13" y="104"/>
                  </a:cubicBezTo>
                  <a:cubicBezTo>
                    <a:pt x="15" y="104"/>
                    <a:pt x="16" y="102"/>
                    <a:pt x="16" y="101"/>
                  </a:cubicBezTo>
                  <a:cubicBezTo>
                    <a:pt x="16" y="93"/>
                    <a:pt x="16" y="93"/>
                    <a:pt x="16" y="93"/>
                  </a:cubicBezTo>
                  <a:cubicBezTo>
                    <a:pt x="20" y="93"/>
                    <a:pt x="20" y="93"/>
                    <a:pt x="20" y="93"/>
                  </a:cubicBezTo>
                  <a:cubicBezTo>
                    <a:pt x="20" y="101"/>
                    <a:pt x="20" y="101"/>
                    <a:pt x="20" y="101"/>
                  </a:cubicBezTo>
                  <a:cubicBezTo>
                    <a:pt x="20" y="102"/>
                    <a:pt x="21" y="104"/>
                    <a:pt x="23" y="104"/>
                  </a:cubicBezTo>
                  <a:cubicBezTo>
                    <a:pt x="30" y="104"/>
                    <a:pt x="30" y="104"/>
                    <a:pt x="30" y="104"/>
                  </a:cubicBezTo>
                  <a:cubicBezTo>
                    <a:pt x="30" y="141"/>
                    <a:pt x="30" y="141"/>
                    <a:pt x="30" y="141"/>
                  </a:cubicBezTo>
                  <a:cubicBezTo>
                    <a:pt x="30" y="142"/>
                    <a:pt x="31" y="144"/>
                    <a:pt x="33" y="144"/>
                  </a:cubicBezTo>
                  <a:cubicBezTo>
                    <a:pt x="111" y="144"/>
                    <a:pt x="111" y="144"/>
                    <a:pt x="111" y="144"/>
                  </a:cubicBezTo>
                  <a:cubicBezTo>
                    <a:pt x="113" y="144"/>
                    <a:pt x="114" y="142"/>
                    <a:pt x="114" y="141"/>
                  </a:cubicBezTo>
                  <a:cubicBezTo>
                    <a:pt x="114" y="104"/>
                    <a:pt x="114" y="104"/>
                    <a:pt x="114" y="104"/>
                  </a:cubicBezTo>
                  <a:cubicBezTo>
                    <a:pt x="121" y="104"/>
                    <a:pt x="121" y="104"/>
                    <a:pt x="121" y="104"/>
                  </a:cubicBezTo>
                  <a:cubicBezTo>
                    <a:pt x="123" y="104"/>
                    <a:pt x="124" y="102"/>
                    <a:pt x="124" y="101"/>
                  </a:cubicBezTo>
                  <a:cubicBezTo>
                    <a:pt x="124" y="93"/>
                    <a:pt x="124" y="93"/>
                    <a:pt x="124" y="93"/>
                  </a:cubicBezTo>
                  <a:cubicBezTo>
                    <a:pt x="128" y="93"/>
                    <a:pt x="128" y="93"/>
                    <a:pt x="128" y="93"/>
                  </a:cubicBezTo>
                  <a:cubicBezTo>
                    <a:pt x="128" y="101"/>
                    <a:pt x="128" y="101"/>
                    <a:pt x="128" y="101"/>
                  </a:cubicBezTo>
                  <a:cubicBezTo>
                    <a:pt x="128" y="102"/>
                    <a:pt x="129" y="104"/>
                    <a:pt x="131" y="104"/>
                  </a:cubicBezTo>
                  <a:cubicBezTo>
                    <a:pt x="138" y="104"/>
                    <a:pt x="138" y="104"/>
                    <a:pt x="138" y="104"/>
                  </a:cubicBezTo>
                  <a:cubicBezTo>
                    <a:pt x="138" y="141"/>
                    <a:pt x="138" y="141"/>
                    <a:pt x="138" y="141"/>
                  </a:cubicBezTo>
                  <a:cubicBezTo>
                    <a:pt x="138" y="142"/>
                    <a:pt x="139" y="144"/>
                    <a:pt x="141" y="144"/>
                  </a:cubicBezTo>
                  <a:cubicBezTo>
                    <a:pt x="142" y="144"/>
                    <a:pt x="144" y="143"/>
                    <a:pt x="144" y="141"/>
                  </a:cubicBezTo>
                  <a:cubicBezTo>
                    <a:pt x="144" y="101"/>
                    <a:pt x="144" y="101"/>
                    <a:pt x="144" y="101"/>
                  </a:cubicBezTo>
                  <a:cubicBezTo>
                    <a:pt x="144" y="99"/>
                    <a:pt x="143" y="98"/>
                    <a:pt x="141" y="98"/>
                  </a:cubicBezTo>
                  <a:close/>
                  <a:moveTo>
                    <a:pt x="110" y="10"/>
                  </a:moveTo>
                  <a:cubicBezTo>
                    <a:pt x="110" y="18"/>
                    <a:pt x="110" y="18"/>
                    <a:pt x="110" y="18"/>
                  </a:cubicBezTo>
                  <a:cubicBezTo>
                    <a:pt x="95" y="18"/>
                    <a:pt x="95" y="18"/>
                    <a:pt x="95" y="18"/>
                  </a:cubicBezTo>
                  <a:cubicBezTo>
                    <a:pt x="94" y="18"/>
                    <a:pt x="93" y="19"/>
                    <a:pt x="92" y="21"/>
                  </a:cubicBezTo>
                  <a:cubicBezTo>
                    <a:pt x="92" y="22"/>
                    <a:pt x="94" y="24"/>
                    <a:pt x="95" y="24"/>
                  </a:cubicBezTo>
                  <a:cubicBezTo>
                    <a:pt x="110" y="24"/>
                    <a:pt x="110" y="24"/>
                    <a:pt x="110" y="24"/>
                  </a:cubicBezTo>
                  <a:cubicBezTo>
                    <a:pt x="110" y="34"/>
                    <a:pt x="110" y="34"/>
                    <a:pt x="110" y="34"/>
                  </a:cubicBezTo>
                  <a:cubicBezTo>
                    <a:pt x="75" y="34"/>
                    <a:pt x="75" y="34"/>
                    <a:pt x="75" y="34"/>
                  </a:cubicBezTo>
                  <a:cubicBezTo>
                    <a:pt x="75" y="10"/>
                    <a:pt x="75" y="10"/>
                    <a:pt x="75" y="10"/>
                  </a:cubicBezTo>
                  <a:lnTo>
                    <a:pt x="110" y="10"/>
                  </a:lnTo>
                  <a:close/>
                  <a:moveTo>
                    <a:pt x="69" y="138"/>
                  </a:moveTo>
                  <a:cubicBezTo>
                    <a:pt x="58" y="138"/>
                    <a:pt x="58" y="138"/>
                    <a:pt x="58" y="138"/>
                  </a:cubicBezTo>
                  <a:cubicBezTo>
                    <a:pt x="58" y="110"/>
                    <a:pt x="58" y="110"/>
                    <a:pt x="58" y="110"/>
                  </a:cubicBezTo>
                  <a:cubicBezTo>
                    <a:pt x="58" y="103"/>
                    <a:pt x="63" y="98"/>
                    <a:pt x="69" y="96"/>
                  </a:cubicBezTo>
                  <a:lnTo>
                    <a:pt x="69" y="138"/>
                  </a:lnTo>
                  <a:close/>
                  <a:moveTo>
                    <a:pt x="75" y="138"/>
                  </a:moveTo>
                  <a:cubicBezTo>
                    <a:pt x="75" y="96"/>
                    <a:pt x="75" y="96"/>
                    <a:pt x="75" y="96"/>
                  </a:cubicBezTo>
                  <a:cubicBezTo>
                    <a:pt x="81" y="98"/>
                    <a:pt x="86" y="103"/>
                    <a:pt x="86" y="110"/>
                  </a:cubicBezTo>
                  <a:cubicBezTo>
                    <a:pt x="86" y="138"/>
                    <a:pt x="86" y="138"/>
                    <a:pt x="86" y="138"/>
                  </a:cubicBezTo>
                  <a:lnTo>
                    <a:pt x="75" y="138"/>
                  </a:lnTo>
                  <a:close/>
                  <a:moveTo>
                    <a:pt x="109" y="138"/>
                  </a:moveTo>
                  <a:cubicBezTo>
                    <a:pt x="92" y="138"/>
                    <a:pt x="92" y="138"/>
                    <a:pt x="92" y="138"/>
                  </a:cubicBezTo>
                  <a:cubicBezTo>
                    <a:pt x="92" y="110"/>
                    <a:pt x="92" y="110"/>
                    <a:pt x="92" y="110"/>
                  </a:cubicBezTo>
                  <a:cubicBezTo>
                    <a:pt x="92" y="100"/>
                    <a:pt x="84" y="91"/>
                    <a:pt x="73" y="90"/>
                  </a:cubicBezTo>
                  <a:cubicBezTo>
                    <a:pt x="62" y="90"/>
                    <a:pt x="53" y="99"/>
                    <a:pt x="53" y="110"/>
                  </a:cubicBezTo>
                  <a:cubicBezTo>
                    <a:pt x="53" y="138"/>
                    <a:pt x="53" y="138"/>
                    <a:pt x="53" y="138"/>
                  </a:cubicBezTo>
                  <a:cubicBezTo>
                    <a:pt x="36" y="138"/>
                    <a:pt x="36" y="138"/>
                    <a:pt x="36" y="138"/>
                  </a:cubicBezTo>
                  <a:cubicBezTo>
                    <a:pt x="36" y="57"/>
                    <a:pt x="36" y="57"/>
                    <a:pt x="36" y="57"/>
                  </a:cubicBezTo>
                  <a:cubicBezTo>
                    <a:pt x="46" y="57"/>
                    <a:pt x="46" y="57"/>
                    <a:pt x="46" y="57"/>
                  </a:cubicBezTo>
                  <a:cubicBezTo>
                    <a:pt x="46" y="65"/>
                    <a:pt x="46" y="65"/>
                    <a:pt x="46" y="65"/>
                  </a:cubicBezTo>
                  <a:cubicBezTo>
                    <a:pt x="46" y="67"/>
                    <a:pt x="47" y="68"/>
                    <a:pt x="49" y="68"/>
                  </a:cubicBezTo>
                  <a:cubicBezTo>
                    <a:pt x="64" y="68"/>
                    <a:pt x="64" y="68"/>
                    <a:pt x="64" y="68"/>
                  </a:cubicBezTo>
                  <a:cubicBezTo>
                    <a:pt x="66" y="68"/>
                    <a:pt x="67" y="67"/>
                    <a:pt x="67" y="65"/>
                  </a:cubicBezTo>
                  <a:cubicBezTo>
                    <a:pt x="67" y="57"/>
                    <a:pt x="67" y="57"/>
                    <a:pt x="67" y="57"/>
                  </a:cubicBezTo>
                  <a:cubicBezTo>
                    <a:pt x="77" y="57"/>
                    <a:pt x="77" y="57"/>
                    <a:pt x="77" y="57"/>
                  </a:cubicBezTo>
                  <a:cubicBezTo>
                    <a:pt x="77" y="65"/>
                    <a:pt x="77" y="65"/>
                    <a:pt x="77" y="65"/>
                  </a:cubicBezTo>
                  <a:cubicBezTo>
                    <a:pt x="77" y="67"/>
                    <a:pt x="78" y="68"/>
                    <a:pt x="80" y="68"/>
                  </a:cubicBezTo>
                  <a:cubicBezTo>
                    <a:pt x="96" y="68"/>
                    <a:pt x="96" y="68"/>
                    <a:pt x="96" y="68"/>
                  </a:cubicBezTo>
                  <a:cubicBezTo>
                    <a:pt x="97" y="68"/>
                    <a:pt x="99" y="67"/>
                    <a:pt x="99" y="65"/>
                  </a:cubicBezTo>
                  <a:cubicBezTo>
                    <a:pt x="99" y="57"/>
                    <a:pt x="99" y="57"/>
                    <a:pt x="99" y="57"/>
                  </a:cubicBezTo>
                  <a:cubicBezTo>
                    <a:pt x="109" y="57"/>
                    <a:pt x="109" y="57"/>
                    <a:pt x="109" y="57"/>
                  </a:cubicBezTo>
                  <a:lnTo>
                    <a:pt x="109" y="13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2" name="Google Shape;962;p48"/>
            <p:cNvSpPr/>
            <p:nvPr/>
          </p:nvSpPr>
          <p:spPr>
            <a:xfrm>
              <a:off x="6506981" y="1580272"/>
              <a:ext cx="28680" cy="13237"/>
            </a:xfrm>
            <a:custGeom>
              <a:avLst/>
              <a:gdLst/>
              <a:ahLst/>
              <a:cxnLst/>
              <a:rect l="l" t="t" r="r" b="b"/>
              <a:pathLst>
                <a:path w="11" h="5" extrusionOk="0">
                  <a:moveTo>
                    <a:pt x="8" y="0"/>
                  </a:moveTo>
                  <a:cubicBezTo>
                    <a:pt x="4" y="0"/>
                    <a:pt x="4" y="0"/>
                    <a:pt x="4" y="0"/>
                  </a:cubicBezTo>
                  <a:cubicBezTo>
                    <a:pt x="2" y="0"/>
                    <a:pt x="1" y="1"/>
                    <a:pt x="1" y="2"/>
                  </a:cubicBezTo>
                  <a:cubicBezTo>
                    <a:pt x="0" y="4"/>
                    <a:pt x="2" y="5"/>
                    <a:pt x="3" y="5"/>
                  </a:cubicBezTo>
                  <a:cubicBezTo>
                    <a:pt x="8" y="5"/>
                    <a:pt x="8" y="5"/>
                    <a:pt x="8" y="5"/>
                  </a:cubicBezTo>
                  <a:cubicBezTo>
                    <a:pt x="10" y="5"/>
                    <a:pt x="11" y="4"/>
                    <a:pt x="11" y="3"/>
                  </a:cubicBezTo>
                  <a:cubicBezTo>
                    <a:pt x="11" y="1"/>
                    <a:pt x="10" y="0"/>
                    <a:pt x="8"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3" name="Google Shape;963;p48"/>
            <p:cNvSpPr/>
            <p:nvPr/>
          </p:nvSpPr>
          <p:spPr>
            <a:xfrm>
              <a:off x="6567652" y="1580272"/>
              <a:ext cx="28680" cy="13237"/>
            </a:xfrm>
            <a:custGeom>
              <a:avLst/>
              <a:gdLst/>
              <a:ahLst/>
              <a:cxnLst/>
              <a:rect l="l" t="t" r="r" b="b"/>
              <a:pathLst>
                <a:path w="11" h="5" extrusionOk="0">
                  <a:moveTo>
                    <a:pt x="8" y="0"/>
                  </a:moveTo>
                  <a:cubicBezTo>
                    <a:pt x="3" y="0"/>
                    <a:pt x="3" y="0"/>
                    <a:pt x="3" y="0"/>
                  </a:cubicBezTo>
                  <a:cubicBezTo>
                    <a:pt x="1" y="0"/>
                    <a:pt x="0" y="1"/>
                    <a:pt x="0" y="2"/>
                  </a:cubicBezTo>
                  <a:cubicBezTo>
                    <a:pt x="0" y="4"/>
                    <a:pt x="1" y="5"/>
                    <a:pt x="3" y="5"/>
                  </a:cubicBezTo>
                  <a:cubicBezTo>
                    <a:pt x="8" y="5"/>
                    <a:pt x="8" y="5"/>
                    <a:pt x="8" y="5"/>
                  </a:cubicBezTo>
                  <a:cubicBezTo>
                    <a:pt x="9" y="5"/>
                    <a:pt x="10" y="4"/>
                    <a:pt x="10" y="3"/>
                  </a:cubicBezTo>
                  <a:cubicBezTo>
                    <a:pt x="11" y="1"/>
                    <a:pt x="9" y="0"/>
                    <a:pt x="8"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4" name="Google Shape;964;p48"/>
            <p:cNvSpPr/>
            <p:nvPr/>
          </p:nvSpPr>
          <p:spPr>
            <a:xfrm>
              <a:off x="6625012" y="1580272"/>
              <a:ext cx="28680" cy="13237"/>
            </a:xfrm>
            <a:custGeom>
              <a:avLst/>
              <a:gdLst/>
              <a:ahLst/>
              <a:cxnLst/>
              <a:rect l="l" t="t" r="r" b="b"/>
              <a:pathLst>
                <a:path w="11" h="5" extrusionOk="0">
                  <a:moveTo>
                    <a:pt x="8" y="0"/>
                  </a:moveTo>
                  <a:cubicBezTo>
                    <a:pt x="3" y="0"/>
                    <a:pt x="3" y="0"/>
                    <a:pt x="3" y="0"/>
                  </a:cubicBezTo>
                  <a:cubicBezTo>
                    <a:pt x="2" y="0"/>
                    <a:pt x="1" y="1"/>
                    <a:pt x="0" y="2"/>
                  </a:cubicBezTo>
                  <a:cubicBezTo>
                    <a:pt x="0" y="4"/>
                    <a:pt x="1" y="5"/>
                    <a:pt x="3" y="5"/>
                  </a:cubicBezTo>
                  <a:cubicBezTo>
                    <a:pt x="8" y="5"/>
                    <a:pt x="8" y="5"/>
                    <a:pt x="8" y="5"/>
                  </a:cubicBezTo>
                  <a:cubicBezTo>
                    <a:pt x="9" y="5"/>
                    <a:pt x="11" y="4"/>
                    <a:pt x="11" y="3"/>
                  </a:cubicBezTo>
                  <a:cubicBezTo>
                    <a:pt x="11" y="1"/>
                    <a:pt x="10" y="0"/>
                    <a:pt x="8"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5" name="Google Shape;965;p48"/>
            <p:cNvSpPr/>
            <p:nvPr/>
          </p:nvSpPr>
          <p:spPr>
            <a:xfrm>
              <a:off x="6590816" y="1677344"/>
              <a:ext cx="15443" cy="15443"/>
            </a:xfrm>
            <a:custGeom>
              <a:avLst/>
              <a:gdLst/>
              <a:ahLst/>
              <a:cxnLst/>
              <a:rect l="l" t="t" r="r" b="b"/>
              <a:pathLst>
                <a:path w="6" h="6" extrusionOk="0">
                  <a:moveTo>
                    <a:pt x="3" y="0"/>
                  </a:moveTo>
                  <a:cubicBezTo>
                    <a:pt x="2" y="0"/>
                    <a:pt x="1" y="1"/>
                    <a:pt x="1" y="1"/>
                  </a:cubicBezTo>
                  <a:cubicBezTo>
                    <a:pt x="0" y="2"/>
                    <a:pt x="0" y="2"/>
                    <a:pt x="0" y="3"/>
                  </a:cubicBezTo>
                  <a:cubicBezTo>
                    <a:pt x="0" y="4"/>
                    <a:pt x="0" y="5"/>
                    <a:pt x="1" y="5"/>
                  </a:cubicBezTo>
                  <a:cubicBezTo>
                    <a:pt x="1" y="6"/>
                    <a:pt x="2" y="6"/>
                    <a:pt x="3" y="6"/>
                  </a:cubicBezTo>
                  <a:cubicBezTo>
                    <a:pt x="4" y="6"/>
                    <a:pt x="4" y="6"/>
                    <a:pt x="5" y="5"/>
                  </a:cubicBezTo>
                  <a:cubicBezTo>
                    <a:pt x="5" y="5"/>
                    <a:pt x="6" y="4"/>
                    <a:pt x="6" y="3"/>
                  </a:cubicBezTo>
                  <a:cubicBezTo>
                    <a:pt x="6" y="2"/>
                    <a:pt x="5" y="2"/>
                    <a:pt x="5" y="1"/>
                  </a:cubicBezTo>
                  <a:cubicBezTo>
                    <a:pt x="4"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6" name="Google Shape;966;p48"/>
            <p:cNvSpPr/>
            <p:nvPr/>
          </p:nvSpPr>
          <p:spPr>
            <a:xfrm>
              <a:off x="6609569" y="1424736"/>
              <a:ext cx="13237" cy="16547"/>
            </a:xfrm>
            <a:custGeom>
              <a:avLst/>
              <a:gdLst/>
              <a:ahLst/>
              <a:cxnLst/>
              <a:rect l="l" t="t" r="r" b="b"/>
              <a:pathLst>
                <a:path w="5" h="6" extrusionOk="0">
                  <a:moveTo>
                    <a:pt x="3" y="6"/>
                  </a:moveTo>
                  <a:cubicBezTo>
                    <a:pt x="3" y="6"/>
                    <a:pt x="4" y="5"/>
                    <a:pt x="4" y="5"/>
                  </a:cubicBezTo>
                  <a:cubicBezTo>
                    <a:pt x="5" y="4"/>
                    <a:pt x="5" y="4"/>
                    <a:pt x="5" y="3"/>
                  </a:cubicBezTo>
                  <a:cubicBezTo>
                    <a:pt x="5" y="2"/>
                    <a:pt x="5" y="1"/>
                    <a:pt x="4" y="1"/>
                  </a:cubicBezTo>
                  <a:cubicBezTo>
                    <a:pt x="4" y="0"/>
                    <a:pt x="3" y="0"/>
                    <a:pt x="3" y="0"/>
                  </a:cubicBezTo>
                  <a:cubicBezTo>
                    <a:pt x="2" y="0"/>
                    <a:pt x="1" y="0"/>
                    <a:pt x="1" y="1"/>
                  </a:cubicBezTo>
                  <a:cubicBezTo>
                    <a:pt x="0" y="1"/>
                    <a:pt x="0" y="2"/>
                    <a:pt x="0" y="3"/>
                  </a:cubicBezTo>
                  <a:cubicBezTo>
                    <a:pt x="0" y="4"/>
                    <a:pt x="0" y="4"/>
                    <a:pt x="1" y="5"/>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7" name="Google Shape;967;p48"/>
            <p:cNvSpPr/>
            <p:nvPr/>
          </p:nvSpPr>
          <p:spPr>
            <a:xfrm>
              <a:off x="6428662" y="1700509"/>
              <a:ext cx="15443" cy="55155"/>
            </a:xfrm>
            <a:custGeom>
              <a:avLst/>
              <a:gdLst/>
              <a:ahLst/>
              <a:cxnLst/>
              <a:rect l="l" t="t" r="r" b="b"/>
              <a:pathLst>
                <a:path w="6" h="21" extrusionOk="0">
                  <a:moveTo>
                    <a:pt x="3" y="0"/>
                  </a:moveTo>
                  <a:cubicBezTo>
                    <a:pt x="1" y="0"/>
                    <a:pt x="0" y="1"/>
                    <a:pt x="0" y="3"/>
                  </a:cubicBezTo>
                  <a:cubicBezTo>
                    <a:pt x="0" y="18"/>
                    <a:pt x="0" y="18"/>
                    <a:pt x="0" y="18"/>
                  </a:cubicBezTo>
                  <a:cubicBezTo>
                    <a:pt x="0" y="19"/>
                    <a:pt x="1" y="21"/>
                    <a:pt x="3" y="21"/>
                  </a:cubicBezTo>
                  <a:cubicBezTo>
                    <a:pt x="4" y="21"/>
                    <a:pt x="6" y="19"/>
                    <a:pt x="6" y="18"/>
                  </a:cubicBezTo>
                  <a:cubicBezTo>
                    <a:pt x="6" y="3"/>
                    <a:pt x="6" y="3"/>
                    <a:pt x="6" y="3"/>
                  </a:cubicBezTo>
                  <a:cubicBezTo>
                    <a:pt x="6"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8" name="Google Shape;968;p48"/>
            <p:cNvSpPr/>
            <p:nvPr/>
          </p:nvSpPr>
          <p:spPr>
            <a:xfrm>
              <a:off x="6428662" y="1669622"/>
              <a:ext cx="15443" cy="15443"/>
            </a:xfrm>
            <a:custGeom>
              <a:avLst/>
              <a:gdLst/>
              <a:ahLst/>
              <a:cxnLst/>
              <a:rect l="l" t="t" r="r" b="b"/>
              <a:pathLst>
                <a:path w="6" h="6" extrusionOk="0">
                  <a:moveTo>
                    <a:pt x="3" y="0"/>
                  </a:moveTo>
                  <a:cubicBezTo>
                    <a:pt x="2" y="0"/>
                    <a:pt x="1" y="0"/>
                    <a:pt x="1" y="1"/>
                  </a:cubicBezTo>
                  <a:cubicBezTo>
                    <a:pt x="0" y="1"/>
                    <a:pt x="0" y="2"/>
                    <a:pt x="0" y="3"/>
                  </a:cubicBezTo>
                  <a:cubicBezTo>
                    <a:pt x="0" y="4"/>
                    <a:pt x="0" y="4"/>
                    <a:pt x="1" y="5"/>
                  </a:cubicBezTo>
                  <a:cubicBezTo>
                    <a:pt x="1" y="5"/>
                    <a:pt x="2" y="6"/>
                    <a:pt x="3" y="6"/>
                  </a:cubicBezTo>
                  <a:cubicBezTo>
                    <a:pt x="3" y="6"/>
                    <a:pt x="4" y="5"/>
                    <a:pt x="5" y="5"/>
                  </a:cubicBezTo>
                  <a:cubicBezTo>
                    <a:pt x="5" y="4"/>
                    <a:pt x="6" y="4"/>
                    <a:pt x="6" y="3"/>
                  </a:cubicBezTo>
                  <a:cubicBezTo>
                    <a:pt x="6" y="2"/>
                    <a:pt x="5" y="1"/>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69" name="Google Shape;969;p48"/>
          <p:cNvGrpSpPr/>
          <p:nvPr/>
        </p:nvGrpSpPr>
        <p:grpSpPr>
          <a:xfrm>
            <a:off x="5582038" y="1386127"/>
            <a:ext cx="379464" cy="361815"/>
            <a:chOff x="5585899" y="1386127"/>
            <a:chExt cx="379464" cy="361815"/>
          </a:xfrm>
        </p:grpSpPr>
        <p:sp>
          <p:nvSpPr>
            <p:cNvPr id="970" name="Google Shape;970;p48"/>
            <p:cNvSpPr/>
            <p:nvPr/>
          </p:nvSpPr>
          <p:spPr>
            <a:xfrm>
              <a:off x="5585899" y="1506365"/>
              <a:ext cx="175392" cy="241578"/>
            </a:xfrm>
            <a:custGeom>
              <a:avLst/>
              <a:gdLst/>
              <a:ahLst/>
              <a:cxnLst/>
              <a:rect l="l" t="t" r="r" b="b"/>
              <a:pathLst>
                <a:path w="67" h="92" extrusionOk="0">
                  <a:moveTo>
                    <a:pt x="65" y="81"/>
                  </a:moveTo>
                  <a:cubicBezTo>
                    <a:pt x="63" y="81"/>
                    <a:pt x="60" y="80"/>
                    <a:pt x="58" y="79"/>
                  </a:cubicBezTo>
                  <a:cubicBezTo>
                    <a:pt x="61" y="77"/>
                    <a:pt x="63" y="75"/>
                    <a:pt x="64" y="71"/>
                  </a:cubicBezTo>
                  <a:cubicBezTo>
                    <a:pt x="65" y="66"/>
                    <a:pt x="63" y="60"/>
                    <a:pt x="59" y="56"/>
                  </a:cubicBezTo>
                  <a:cubicBezTo>
                    <a:pt x="58" y="56"/>
                    <a:pt x="57" y="56"/>
                    <a:pt x="57" y="56"/>
                  </a:cubicBezTo>
                  <a:cubicBezTo>
                    <a:pt x="51" y="57"/>
                    <a:pt x="46" y="61"/>
                    <a:pt x="45" y="66"/>
                  </a:cubicBezTo>
                  <a:cubicBezTo>
                    <a:pt x="45" y="68"/>
                    <a:pt x="44" y="70"/>
                    <a:pt x="45" y="72"/>
                  </a:cubicBezTo>
                  <a:cubicBezTo>
                    <a:pt x="42" y="70"/>
                    <a:pt x="40" y="68"/>
                    <a:pt x="38" y="66"/>
                  </a:cubicBezTo>
                  <a:cubicBezTo>
                    <a:pt x="41" y="65"/>
                    <a:pt x="44" y="64"/>
                    <a:pt x="46" y="61"/>
                  </a:cubicBezTo>
                  <a:cubicBezTo>
                    <a:pt x="50" y="57"/>
                    <a:pt x="51" y="51"/>
                    <a:pt x="48" y="46"/>
                  </a:cubicBezTo>
                  <a:cubicBezTo>
                    <a:pt x="48" y="45"/>
                    <a:pt x="47" y="44"/>
                    <a:pt x="46" y="44"/>
                  </a:cubicBezTo>
                  <a:cubicBezTo>
                    <a:pt x="41" y="42"/>
                    <a:pt x="35" y="44"/>
                    <a:pt x="31" y="48"/>
                  </a:cubicBezTo>
                  <a:cubicBezTo>
                    <a:pt x="30" y="50"/>
                    <a:pt x="29" y="51"/>
                    <a:pt x="29" y="53"/>
                  </a:cubicBezTo>
                  <a:cubicBezTo>
                    <a:pt x="27" y="51"/>
                    <a:pt x="26" y="49"/>
                    <a:pt x="25" y="46"/>
                  </a:cubicBezTo>
                  <a:cubicBezTo>
                    <a:pt x="25" y="46"/>
                    <a:pt x="25" y="46"/>
                    <a:pt x="26" y="46"/>
                  </a:cubicBezTo>
                  <a:cubicBezTo>
                    <a:pt x="29" y="46"/>
                    <a:pt x="33" y="45"/>
                    <a:pt x="36" y="42"/>
                  </a:cubicBezTo>
                  <a:cubicBezTo>
                    <a:pt x="40" y="38"/>
                    <a:pt x="41" y="32"/>
                    <a:pt x="39" y="27"/>
                  </a:cubicBezTo>
                  <a:cubicBezTo>
                    <a:pt x="39" y="26"/>
                    <a:pt x="38" y="25"/>
                    <a:pt x="38" y="25"/>
                  </a:cubicBezTo>
                  <a:cubicBezTo>
                    <a:pt x="32" y="23"/>
                    <a:pt x="26" y="24"/>
                    <a:pt x="22" y="29"/>
                  </a:cubicBezTo>
                  <a:cubicBezTo>
                    <a:pt x="22" y="29"/>
                    <a:pt x="21" y="29"/>
                    <a:pt x="21" y="30"/>
                  </a:cubicBezTo>
                  <a:cubicBezTo>
                    <a:pt x="21" y="28"/>
                    <a:pt x="21" y="27"/>
                    <a:pt x="21" y="25"/>
                  </a:cubicBezTo>
                  <a:cubicBezTo>
                    <a:pt x="25" y="23"/>
                    <a:pt x="28" y="18"/>
                    <a:pt x="28" y="13"/>
                  </a:cubicBezTo>
                  <a:cubicBezTo>
                    <a:pt x="28" y="7"/>
                    <a:pt x="24" y="2"/>
                    <a:pt x="19" y="0"/>
                  </a:cubicBezTo>
                  <a:cubicBezTo>
                    <a:pt x="18" y="0"/>
                    <a:pt x="18" y="0"/>
                    <a:pt x="17" y="0"/>
                  </a:cubicBezTo>
                  <a:cubicBezTo>
                    <a:pt x="12" y="2"/>
                    <a:pt x="8" y="7"/>
                    <a:pt x="8" y="13"/>
                  </a:cubicBezTo>
                  <a:cubicBezTo>
                    <a:pt x="8" y="18"/>
                    <a:pt x="11" y="23"/>
                    <a:pt x="15" y="25"/>
                  </a:cubicBezTo>
                  <a:cubicBezTo>
                    <a:pt x="15" y="26"/>
                    <a:pt x="15" y="27"/>
                    <a:pt x="15" y="27"/>
                  </a:cubicBezTo>
                  <a:cubicBezTo>
                    <a:pt x="12" y="25"/>
                    <a:pt x="7" y="25"/>
                    <a:pt x="3" y="26"/>
                  </a:cubicBezTo>
                  <a:cubicBezTo>
                    <a:pt x="2" y="27"/>
                    <a:pt x="2" y="27"/>
                    <a:pt x="2" y="28"/>
                  </a:cubicBezTo>
                  <a:cubicBezTo>
                    <a:pt x="0" y="33"/>
                    <a:pt x="1" y="39"/>
                    <a:pt x="5" y="44"/>
                  </a:cubicBezTo>
                  <a:cubicBezTo>
                    <a:pt x="8" y="46"/>
                    <a:pt x="11" y="48"/>
                    <a:pt x="15" y="48"/>
                  </a:cubicBezTo>
                  <a:cubicBezTo>
                    <a:pt x="17" y="48"/>
                    <a:pt x="18" y="48"/>
                    <a:pt x="19" y="47"/>
                  </a:cubicBezTo>
                  <a:cubicBezTo>
                    <a:pt x="20" y="48"/>
                    <a:pt x="20" y="50"/>
                    <a:pt x="21" y="51"/>
                  </a:cubicBezTo>
                  <a:cubicBezTo>
                    <a:pt x="16" y="50"/>
                    <a:pt x="12" y="52"/>
                    <a:pt x="8" y="55"/>
                  </a:cubicBezTo>
                  <a:cubicBezTo>
                    <a:pt x="8" y="55"/>
                    <a:pt x="8" y="56"/>
                    <a:pt x="8" y="57"/>
                  </a:cubicBezTo>
                  <a:cubicBezTo>
                    <a:pt x="8" y="63"/>
                    <a:pt x="12" y="68"/>
                    <a:pt x="17" y="70"/>
                  </a:cubicBezTo>
                  <a:cubicBezTo>
                    <a:pt x="19" y="70"/>
                    <a:pt x="20" y="71"/>
                    <a:pt x="22" y="71"/>
                  </a:cubicBezTo>
                  <a:cubicBezTo>
                    <a:pt x="26" y="71"/>
                    <a:pt x="29" y="69"/>
                    <a:pt x="32" y="67"/>
                  </a:cubicBezTo>
                  <a:cubicBezTo>
                    <a:pt x="33" y="69"/>
                    <a:pt x="35" y="71"/>
                    <a:pt x="37" y="73"/>
                  </a:cubicBezTo>
                  <a:cubicBezTo>
                    <a:pt x="33" y="74"/>
                    <a:pt x="29" y="78"/>
                    <a:pt x="27" y="82"/>
                  </a:cubicBezTo>
                  <a:cubicBezTo>
                    <a:pt x="27" y="83"/>
                    <a:pt x="27" y="84"/>
                    <a:pt x="28" y="85"/>
                  </a:cubicBezTo>
                  <a:cubicBezTo>
                    <a:pt x="30" y="89"/>
                    <a:pt x="35" y="92"/>
                    <a:pt x="40" y="92"/>
                  </a:cubicBezTo>
                  <a:cubicBezTo>
                    <a:pt x="41" y="92"/>
                    <a:pt x="41" y="92"/>
                    <a:pt x="42" y="92"/>
                  </a:cubicBezTo>
                  <a:cubicBezTo>
                    <a:pt x="47" y="91"/>
                    <a:pt x="51" y="88"/>
                    <a:pt x="53" y="83"/>
                  </a:cubicBezTo>
                  <a:cubicBezTo>
                    <a:pt x="57" y="85"/>
                    <a:pt x="60" y="86"/>
                    <a:pt x="63" y="87"/>
                  </a:cubicBezTo>
                  <a:cubicBezTo>
                    <a:pt x="64" y="87"/>
                    <a:pt x="64" y="87"/>
                    <a:pt x="64" y="87"/>
                  </a:cubicBezTo>
                  <a:cubicBezTo>
                    <a:pt x="65" y="87"/>
                    <a:pt x="66" y="86"/>
                    <a:pt x="67" y="85"/>
                  </a:cubicBezTo>
                  <a:cubicBezTo>
                    <a:pt x="67" y="83"/>
                    <a:pt x="66" y="82"/>
                    <a:pt x="65" y="81"/>
                  </a:cubicBezTo>
                  <a:close/>
                  <a:moveTo>
                    <a:pt x="50" y="68"/>
                  </a:moveTo>
                  <a:cubicBezTo>
                    <a:pt x="51" y="65"/>
                    <a:pt x="53" y="62"/>
                    <a:pt x="56" y="62"/>
                  </a:cubicBezTo>
                  <a:cubicBezTo>
                    <a:pt x="58" y="64"/>
                    <a:pt x="59" y="67"/>
                    <a:pt x="58" y="70"/>
                  </a:cubicBezTo>
                  <a:cubicBezTo>
                    <a:pt x="58" y="73"/>
                    <a:pt x="55" y="75"/>
                    <a:pt x="52" y="76"/>
                  </a:cubicBezTo>
                  <a:cubicBezTo>
                    <a:pt x="50" y="74"/>
                    <a:pt x="50" y="71"/>
                    <a:pt x="50" y="68"/>
                  </a:cubicBezTo>
                  <a:close/>
                  <a:moveTo>
                    <a:pt x="41" y="86"/>
                  </a:moveTo>
                  <a:cubicBezTo>
                    <a:pt x="38" y="86"/>
                    <a:pt x="35" y="85"/>
                    <a:pt x="33" y="83"/>
                  </a:cubicBezTo>
                  <a:cubicBezTo>
                    <a:pt x="35" y="80"/>
                    <a:pt x="37" y="78"/>
                    <a:pt x="40" y="78"/>
                  </a:cubicBezTo>
                  <a:cubicBezTo>
                    <a:pt x="43" y="78"/>
                    <a:pt x="46" y="79"/>
                    <a:pt x="48" y="81"/>
                  </a:cubicBezTo>
                  <a:cubicBezTo>
                    <a:pt x="47" y="84"/>
                    <a:pt x="44" y="86"/>
                    <a:pt x="41" y="86"/>
                  </a:cubicBezTo>
                  <a:close/>
                  <a:moveTo>
                    <a:pt x="36" y="52"/>
                  </a:moveTo>
                  <a:cubicBezTo>
                    <a:pt x="38" y="50"/>
                    <a:pt x="41" y="49"/>
                    <a:pt x="44" y="49"/>
                  </a:cubicBezTo>
                  <a:cubicBezTo>
                    <a:pt x="44" y="52"/>
                    <a:pt x="44" y="55"/>
                    <a:pt x="42" y="57"/>
                  </a:cubicBezTo>
                  <a:cubicBezTo>
                    <a:pt x="40" y="60"/>
                    <a:pt x="37" y="61"/>
                    <a:pt x="34" y="60"/>
                  </a:cubicBezTo>
                  <a:cubicBezTo>
                    <a:pt x="33" y="58"/>
                    <a:pt x="33" y="54"/>
                    <a:pt x="36" y="52"/>
                  </a:cubicBezTo>
                  <a:close/>
                  <a:moveTo>
                    <a:pt x="26" y="32"/>
                  </a:moveTo>
                  <a:cubicBezTo>
                    <a:pt x="28" y="30"/>
                    <a:pt x="31" y="29"/>
                    <a:pt x="34" y="30"/>
                  </a:cubicBezTo>
                  <a:cubicBezTo>
                    <a:pt x="35" y="33"/>
                    <a:pt x="34" y="36"/>
                    <a:pt x="32" y="38"/>
                  </a:cubicBezTo>
                  <a:cubicBezTo>
                    <a:pt x="30" y="40"/>
                    <a:pt x="27" y="41"/>
                    <a:pt x="24" y="41"/>
                  </a:cubicBezTo>
                  <a:cubicBezTo>
                    <a:pt x="23" y="38"/>
                    <a:pt x="24" y="35"/>
                    <a:pt x="26" y="32"/>
                  </a:cubicBezTo>
                  <a:close/>
                  <a:moveTo>
                    <a:pt x="18" y="6"/>
                  </a:moveTo>
                  <a:cubicBezTo>
                    <a:pt x="21" y="7"/>
                    <a:pt x="22" y="10"/>
                    <a:pt x="22" y="13"/>
                  </a:cubicBezTo>
                  <a:cubicBezTo>
                    <a:pt x="22" y="16"/>
                    <a:pt x="21" y="19"/>
                    <a:pt x="18" y="21"/>
                  </a:cubicBezTo>
                  <a:cubicBezTo>
                    <a:pt x="16" y="19"/>
                    <a:pt x="14" y="16"/>
                    <a:pt x="14" y="13"/>
                  </a:cubicBezTo>
                  <a:cubicBezTo>
                    <a:pt x="14" y="10"/>
                    <a:pt x="16" y="7"/>
                    <a:pt x="18" y="6"/>
                  </a:cubicBezTo>
                  <a:close/>
                  <a:moveTo>
                    <a:pt x="17" y="42"/>
                  </a:moveTo>
                  <a:cubicBezTo>
                    <a:pt x="14" y="43"/>
                    <a:pt x="11" y="42"/>
                    <a:pt x="9" y="40"/>
                  </a:cubicBezTo>
                  <a:cubicBezTo>
                    <a:pt x="7" y="37"/>
                    <a:pt x="6" y="34"/>
                    <a:pt x="6" y="31"/>
                  </a:cubicBezTo>
                  <a:cubicBezTo>
                    <a:pt x="9" y="31"/>
                    <a:pt x="12" y="32"/>
                    <a:pt x="15" y="34"/>
                  </a:cubicBezTo>
                  <a:cubicBezTo>
                    <a:pt x="15" y="34"/>
                    <a:pt x="16" y="35"/>
                    <a:pt x="16" y="36"/>
                  </a:cubicBezTo>
                  <a:cubicBezTo>
                    <a:pt x="17" y="38"/>
                    <a:pt x="17" y="39"/>
                    <a:pt x="17" y="40"/>
                  </a:cubicBezTo>
                  <a:cubicBezTo>
                    <a:pt x="17" y="41"/>
                    <a:pt x="17" y="41"/>
                    <a:pt x="17" y="42"/>
                  </a:cubicBezTo>
                  <a:close/>
                  <a:moveTo>
                    <a:pt x="19" y="64"/>
                  </a:moveTo>
                  <a:cubicBezTo>
                    <a:pt x="16" y="63"/>
                    <a:pt x="14" y="61"/>
                    <a:pt x="13" y="58"/>
                  </a:cubicBezTo>
                  <a:cubicBezTo>
                    <a:pt x="16" y="56"/>
                    <a:pt x="19" y="56"/>
                    <a:pt x="22" y="57"/>
                  </a:cubicBezTo>
                  <a:cubicBezTo>
                    <a:pt x="23" y="57"/>
                    <a:pt x="25" y="58"/>
                    <a:pt x="26" y="59"/>
                  </a:cubicBezTo>
                  <a:cubicBezTo>
                    <a:pt x="26" y="60"/>
                    <a:pt x="26" y="60"/>
                    <a:pt x="27" y="61"/>
                  </a:cubicBezTo>
                  <a:cubicBezTo>
                    <a:pt x="27" y="61"/>
                    <a:pt x="27" y="62"/>
                    <a:pt x="28" y="63"/>
                  </a:cubicBezTo>
                  <a:cubicBezTo>
                    <a:pt x="25" y="65"/>
                    <a:pt x="22" y="65"/>
                    <a:pt x="19" y="6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1" name="Google Shape;971;p48"/>
            <p:cNvSpPr/>
            <p:nvPr/>
          </p:nvSpPr>
          <p:spPr>
            <a:xfrm>
              <a:off x="5787765" y="1506365"/>
              <a:ext cx="177598" cy="241578"/>
            </a:xfrm>
            <a:custGeom>
              <a:avLst/>
              <a:gdLst/>
              <a:ahLst/>
              <a:cxnLst/>
              <a:rect l="l" t="t" r="r" b="b"/>
              <a:pathLst>
                <a:path w="68" h="92" extrusionOk="0">
                  <a:moveTo>
                    <a:pt x="52" y="48"/>
                  </a:moveTo>
                  <a:cubicBezTo>
                    <a:pt x="56" y="48"/>
                    <a:pt x="60" y="46"/>
                    <a:pt x="63" y="44"/>
                  </a:cubicBezTo>
                  <a:cubicBezTo>
                    <a:pt x="67" y="40"/>
                    <a:pt x="68" y="33"/>
                    <a:pt x="66" y="28"/>
                  </a:cubicBezTo>
                  <a:cubicBezTo>
                    <a:pt x="66" y="27"/>
                    <a:pt x="65" y="27"/>
                    <a:pt x="64" y="27"/>
                  </a:cubicBezTo>
                  <a:cubicBezTo>
                    <a:pt x="60" y="25"/>
                    <a:pt x="56" y="25"/>
                    <a:pt x="52" y="27"/>
                  </a:cubicBezTo>
                  <a:cubicBezTo>
                    <a:pt x="52" y="27"/>
                    <a:pt x="52" y="26"/>
                    <a:pt x="52" y="25"/>
                  </a:cubicBezTo>
                  <a:cubicBezTo>
                    <a:pt x="56" y="23"/>
                    <a:pt x="59" y="18"/>
                    <a:pt x="59" y="13"/>
                  </a:cubicBezTo>
                  <a:cubicBezTo>
                    <a:pt x="59" y="7"/>
                    <a:pt x="56" y="2"/>
                    <a:pt x="50" y="0"/>
                  </a:cubicBezTo>
                  <a:cubicBezTo>
                    <a:pt x="50" y="0"/>
                    <a:pt x="49" y="0"/>
                    <a:pt x="48" y="0"/>
                  </a:cubicBezTo>
                  <a:cubicBezTo>
                    <a:pt x="43" y="2"/>
                    <a:pt x="40" y="7"/>
                    <a:pt x="40" y="13"/>
                  </a:cubicBezTo>
                  <a:cubicBezTo>
                    <a:pt x="40" y="18"/>
                    <a:pt x="42" y="23"/>
                    <a:pt x="47" y="25"/>
                  </a:cubicBezTo>
                  <a:cubicBezTo>
                    <a:pt x="47" y="27"/>
                    <a:pt x="46" y="28"/>
                    <a:pt x="46" y="30"/>
                  </a:cubicBezTo>
                  <a:cubicBezTo>
                    <a:pt x="46" y="29"/>
                    <a:pt x="46" y="29"/>
                    <a:pt x="45" y="29"/>
                  </a:cubicBezTo>
                  <a:cubicBezTo>
                    <a:pt x="41" y="25"/>
                    <a:pt x="35" y="23"/>
                    <a:pt x="30" y="25"/>
                  </a:cubicBezTo>
                  <a:cubicBezTo>
                    <a:pt x="29" y="25"/>
                    <a:pt x="28" y="26"/>
                    <a:pt x="28" y="27"/>
                  </a:cubicBezTo>
                  <a:cubicBezTo>
                    <a:pt x="26" y="32"/>
                    <a:pt x="27" y="38"/>
                    <a:pt x="31" y="42"/>
                  </a:cubicBezTo>
                  <a:cubicBezTo>
                    <a:pt x="34" y="45"/>
                    <a:pt x="38" y="46"/>
                    <a:pt x="42" y="46"/>
                  </a:cubicBezTo>
                  <a:cubicBezTo>
                    <a:pt x="42" y="46"/>
                    <a:pt x="42" y="46"/>
                    <a:pt x="42" y="46"/>
                  </a:cubicBezTo>
                  <a:cubicBezTo>
                    <a:pt x="41" y="49"/>
                    <a:pt x="40" y="51"/>
                    <a:pt x="39" y="53"/>
                  </a:cubicBezTo>
                  <a:cubicBezTo>
                    <a:pt x="38" y="51"/>
                    <a:pt x="37" y="50"/>
                    <a:pt x="36" y="48"/>
                  </a:cubicBezTo>
                  <a:cubicBezTo>
                    <a:pt x="32" y="44"/>
                    <a:pt x="26" y="42"/>
                    <a:pt x="21" y="44"/>
                  </a:cubicBezTo>
                  <a:cubicBezTo>
                    <a:pt x="20" y="44"/>
                    <a:pt x="20" y="45"/>
                    <a:pt x="19" y="46"/>
                  </a:cubicBezTo>
                  <a:cubicBezTo>
                    <a:pt x="17" y="51"/>
                    <a:pt x="18" y="57"/>
                    <a:pt x="22" y="61"/>
                  </a:cubicBezTo>
                  <a:cubicBezTo>
                    <a:pt x="24" y="64"/>
                    <a:pt x="26" y="65"/>
                    <a:pt x="29" y="66"/>
                  </a:cubicBezTo>
                  <a:cubicBezTo>
                    <a:pt x="27" y="68"/>
                    <a:pt x="25" y="70"/>
                    <a:pt x="23" y="72"/>
                  </a:cubicBezTo>
                  <a:cubicBezTo>
                    <a:pt x="23" y="70"/>
                    <a:pt x="23" y="68"/>
                    <a:pt x="22" y="66"/>
                  </a:cubicBezTo>
                  <a:cubicBezTo>
                    <a:pt x="21" y="61"/>
                    <a:pt x="16" y="57"/>
                    <a:pt x="11" y="56"/>
                  </a:cubicBezTo>
                  <a:cubicBezTo>
                    <a:pt x="10" y="56"/>
                    <a:pt x="9" y="56"/>
                    <a:pt x="9" y="56"/>
                  </a:cubicBezTo>
                  <a:cubicBezTo>
                    <a:pt x="4" y="60"/>
                    <a:pt x="2" y="66"/>
                    <a:pt x="4" y="71"/>
                  </a:cubicBezTo>
                  <a:cubicBezTo>
                    <a:pt x="4" y="75"/>
                    <a:pt x="6" y="77"/>
                    <a:pt x="9" y="79"/>
                  </a:cubicBezTo>
                  <a:cubicBezTo>
                    <a:pt x="7" y="80"/>
                    <a:pt x="5" y="81"/>
                    <a:pt x="3" y="81"/>
                  </a:cubicBezTo>
                  <a:cubicBezTo>
                    <a:pt x="1" y="82"/>
                    <a:pt x="0" y="83"/>
                    <a:pt x="1" y="85"/>
                  </a:cubicBezTo>
                  <a:cubicBezTo>
                    <a:pt x="1" y="86"/>
                    <a:pt x="2" y="87"/>
                    <a:pt x="3" y="87"/>
                  </a:cubicBezTo>
                  <a:cubicBezTo>
                    <a:pt x="4" y="87"/>
                    <a:pt x="4" y="87"/>
                    <a:pt x="4" y="87"/>
                  </a:cubicBezTo>
                  <a:cubicBezTo>
                    <a:pt x="7" y="86"/>
                    <a:pt x="11" y="85"/>
                    <a:pt x="14" y="83"/>
                  </a:cubicBezTo>
                  <a:cubicBezTo>
                    <a:pt x="16" y="88"/>
                    <a:pt x="20" y="91"/>
                    <a:pt x="26" y="92"/>
                  </a:cubicBezTo>
                  <a:cubicBezTo>
                    <a:pt x="26" y="92"/>
                    <a:pt x="27" y="92"/>
                    <a:pt x="27" y="92"/>
                  </a:cubicBezTo>
                  <a:cubicBezTo>
                    <a:pt x="32" y="92"/>
                    <a:pt x="37" y="89"/>
                    <a:pt x="40" y="85"/>
                  </a:cubicBezTo>
                  <a:cubicBezTo>
                    <a:pt x="40" y="84"/>
                    <a:pt x="40" y="83"/>
                    <a:pt x="40" y="82"/>
                  </a:cubicBezTo>
                  <a:cubicBezTo>
                    <a:pt x="38" y="78"/>
                    <a:pt x="35" y="74"/>
                    <a:pt x="30" y="73"/>
                  </a:cubicBezTo>
                  <a:cubicBezTo>
                    <a:pt x="32" y="71"/>
                    <a:pt x="34" y="69"/>
                    <a:pt x="36" y="67"/>
                  </a:cubicBezTo>
                  <a:cubicBezTo>
                    <a:pt x="39" y="69"/>
                    <a:pt x="42" y="71"/>
                    <a:pt x="45" y="71"/>
                  </a:cubicBezTo>
                  <a:cubicBezTo>
                    <a:pt x="47" y="71"/>
                    <a:pt x="49" y="70"/>
                    <a:pt x="50" y="70"/>
                  </a:cubicBezTo>
                  <a:cubicBezTo>
                    <a:pt x="56" y="68"/>
                    <a:pt x="59" y="63"/>
                    <a:pt x="60" y="57"/>
                  </a:cubicBezTo>
                  <a:cubicBezTo>
                    <a:pt x="60" y="56"/>
                    <a:pt x="60" y="55"/>
                    <a:pt x="59" y="55"/>
                  </a:cubicBezTo>
                  <a:cubicBezTo>
                    <a:pt x="56" y="52"/>
                    <a:pt x="51" y="50"/>
                    <a:pt x="46" y="51"/>
                  </a:cubicBezTo>
                  <a:cubicBezTo>
                    <a:pt x="47" y="50"/>
                    <a:pt x="47" y="48"/>
                    <a:pt x="48" y="47"/>
                  </a:cubicBezTo>
                  <a:cubicBezTo>
                    <a:pt x="49" y="48"/>
                    <a:pt x="51" y="48"/>
                    <a:pt x="52" y="48"/>
                  </a:cubicBezTo>
                  <a:close/>
                  <a:moveTo>
                    <a:pt x="11" y="62"/>
                  </a:moveTo>
                  <a:cubicBezTo>
                    <a:pt x="14" y="62"/>
                    <a:pt x="16" y="65"/>
                    <a:pt x="17" y="68"/>
                  </a:cubicBezTo>
                  <a:cubicBezTo>
                    <a:pt x="18" y="71"/>
                    <a:pt x="17" y="74"/>
                    <a:pt x="15" y="76"/>
                  </a:cubicBezTo>
                  <a:cubicBezTo>
                    <a:pt x="12" y="75"/>
                    <a:pt x="10" y="73"/>
                    <a:pt x="9" y="70"/>
                  </a:cubicBezTo>
                  <a:cubicBezTo>
                    <a:pt x="8" y="67"/>
                    <a:pt x="9" y="64"/>
                    <a:pt x="11" y="62"/>
                  </a:cubicBezTo>
                  <a:close/>
                  <a:moveTo>
                    <a:pt x="34" y="83"/>
                  </a:moveTo>
                  <a:cubicBezTo>
                    <a:pt x="32" y="85"/>
                    <a:pt x="29" y="87"/>
                    <a:pt x="26" y="86"/>
                  </a:cubicBezTo>
                  <a:cubicBezTo>
                    <a:pt x="23" y="86"/>
                    <a:pt x="21" y="84"/>
                    <a:pt x="19" y="81"/>
                  </a:cubicBezTo>
                  <a:cubicBezTo>
                    <a:pt x="21" y="79"/>
                    <a:pt x="24" y="78"/>
                    <a:pt x="27" y="78"/>
                  </a:cubicBezTo>
                  <a:cubicBezTo>
                    <a:pt x="30" y="78"/>
                    <a:pt x="33" y="80"/>
                    <a:pt x="34" y="83"/>
                  </a:cubicBezTo>
                  <a:close/>
                  <a:moveTo>
                    <a:pt x="53" y="34"/>
                  </a:moveTo>
                  <a:cubicBezTo>
                    <a:pt x="55" y="32"/>
                    <a:pt x="58" y="31"/>
                    <a:pt x="61" y="31"/>
                  </a:cubicBezTo>
                  <a:cubicBezTo>
                    <a:pt x="62" y="34"/>
                    <a:pt x="61" y="37"/>
                    <a:pt x="59" y="40"/>
                  </a:cubicBezTo>
                  <a:cubicBezTo>
                    <a:pt x="56" y="42"/>
                    <a:pt x="53" y="43"/>
                    <a:pt x="50" y="42"/>
                  </a:cubicBezTo>
                  <a:cubicBezTo>
                    <a:pt x="50" y="41"/>
                    <a:pt x="50" y="41"/>
                    <a:pt x="50" y="40"/>
                  </a:cubicBezTo>
                  <a:cubicBezTo>
                    <a:pt x="50" y="39"/>
                    <a:pt x="51" y="38"/>
                    <a:pt x="51" y="36"/>
                  </a:cubicBezTo>
                  <a:cubicBezTo>
                    <a:pt x="51" y="35"/>
                    <a:pt x="52" y="35"/>
                    <a:pt x="53" y="34"/>
                  </a:cubicBezTo>
                  <a:close/>
                  <a:moveTo>
                    <a:pt x="49" y="6"/>
                  </a:moveTo>
                  <a:cubicBezTo>
                    <a:pt x="52" y="7"/>
                    <a:pt x="53" y="10"/>
                    <a:pt x="53" y="13"/>
                  </a:cubicBezTo>
                  <a:cubicBezTo>
                    <a:pt x="53" y="16"/>
                    <a:pt x="52" y="19"/>
                    <a:pt x="49" y="21"/>
                  </a:cubicBezTo>
                  <a:cubicBezTo>
                    <a:pt x="47" y="19"/>
                    <a:pt x="45" y="16"/>
                    <a:pt x="45" y="13"/>
                  </a:cubicBezTo>
                  <a:cubicBezTo>
                    <a:pt x="45" y="10"/>
                    <a:pt x="47" y="7"/>
                    <a:pt x="49" y="6"/>
                  </a:cubicBezTo>
                  <a:close/>
                  <a:moveTo>
                    <a:pt x="35" y="38"/>
                  </a:moveTo>
                  <a:cubicBezTo>
                    <a:pt x="33" y="36"/>
                    <a:pt x="32" y="33"/>
                    <a:pt x="33" y="30"/>
                  </a:cubicBezTo>
                  <a:cubicBezTo>
                    <a:pt x="36" y="29"/>
                    <a:pt x="39" y="30"/>
                    <a:pt x="41" y="32"/>
                  </a:cubicBezTo>
                  <a:cubicBezTo>
                    <a:pt x="43" y="35"/>
                    <a:pt x="44" y="38"/>
                    <a:pt x="44" y="41"/>
                  </a:cubicBezTo>
                  <a:cubicBezTo>
                    <a:pt x="41" y="41"/>
                    <a:pt x="38" y="40"/>
                    <a:pt x="35" y="38"/>
                  </a:cubicBezTo>
                  <a:close/>
                  <a:moveTo>
                    <a:pt x="26" y="58"/>
                  </a:moveTo>
                  <a:cubicBezTo>
                    <a:pt x="24" y="55"/>
                    <a:pt x="23" y="52"/>
                    <a:pt x="24" y="49"/>
                  </a:cubicBezTo>
                  <a:cubicBezTo>
                    <a:pt x="27" y="49"/>
                    <a:pt x="30" y="50"/>
                    <a:pt x="32" y="52"/>
                  </a:cubicBezTo>
                  <a:cubicBezTo>
                    <a:pt x="34" y="54"/>
                    <a:pt x="35" y="58"/>
                    <a:pt x="34" y="60"/>
                  </a:cubicBezTo>
                  <a:cubicBezTo>
                    <a:pt x="31" y="61"/>
                    <a:pt x="28" y="60"/>
                    <a:pt x="26" y="58"/>
                  </a:cubicBezTo>
                  <a:close/>
                  <a:moveTo>
                    <a:pt x="46" y="57"/>
                  </a:moveTo>
                  <a:cubicBezTo>
                    <a:pt x="48" y="56"/>
                    <a:pt x="52" y="56"/>
                    <a:pt x="54" y="58"/>
                  </a:cubicBezTo>
                  <a:cubicBezTo>
                    <a:pt x="53" y="61"/>
                    <a:pt x="51" y="63"/>
                    <a:pt x="48" y="64"/>
                  </a:cubicBezTo>
                  <a:cubicBezTo>
                    <a:pt x="45" y="65"/>
                    <a:pt x="42" y="65"/>
                    <a:pt x="40" y="63"/>
                  </a:cubicBezTo>
                  <a:cubicBezTo>
                    <a:pt x="40" y="62"/>
                    <a:pt x="40" y="62"/>
                    <a:pt x="41" y="61"/>
                  </a:cubicBezTo>
                  <a:cubicBezTo>
                    <a:pt x="41" y="60"/>
                    <a:pt x="41" y="60"/>
                    <a:pt x="42" y="60"/>
                  </a:cubicBezTo>
                  <a:cubicBezTo>
                    <a:pt x="43" y="58"/>
                    <a:pt x="44" y="57"/>
                    <a:pt x="46" y="5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2" name="Google Shape;972;p48"/>
            <p:cNvSpPr/>
            <p:nvPr/>
          </p:nvSpPr>
          <p:spPr>
            <a:xfrm>
              <a:off x="5653187" y="1441282"/>
              <a:ext cx="13237" cy="23165"/>
            </a:xfrm>
            <a:custGeom>
              <a:avLst/>
              <a:gdLst/>
              <a:ahLst/>
              <a:cxnLst/>
              <a:rect l="l" t="t" r="r" b="b"/>
              <a:pathLst>
                <a:path w="5" h="9" extrusionOk="0">
                  <a:moveTo>
                    <a:pt x="5" y="6"/>
                  </a:moveTo>
                  <a:cubicBezTo>
                    <a:pt x="5" y="3"/>
                    <a:pt x="5" y="3"/>
                    <a:pt x="5" y="3"/>
                  </a:cubicBezTo>
                  <a:cubicBezTo>
                    <a:pt x="5" y="1"/>
                    <a:pt x="4" y="0"/>
                    <a:pt x="3" y="0"/>
                  </a:cubicBezTo>
                  <a:cubicBezTo>
                    <a:pt x="1" y="0"/>
                    <a:pt x="0" y="1"/>
                    <a:pt x="0" y="3"/>
                  </a:cubicBezTo>
                  <a:cubicBezTo>
                    <a:pt x="0" y="6"/>
                    <a:pt x="0" y="6"/>
                    <a:pt x="0" y="6"/>
                  </a:cubicBezTo>
                  <a:cubicBezTo>
                    <a:pt x="0" y="8"/>
                    <a:pt x="1" y="9"/>
                    <a:pt x="3" y="9"/>
                  </a:cubicBezTo>
                  <a:cubicBezTo>
                    <a:pt x="4" y="9"/>
                    <a:pt x="5" y="8"/>
                    <a:pt x="5"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3" name="Google Shape;973;p48"/>
            <p:cNvSpPr/>
            <p:nvPr/>
          </p:nvSpPr>
          <p:spPr>
            <a:xfrm>
              <a:off x="5653187" y="1483199"/>
              <a:ext cx="13237" cy="26474"/>
            </a:xfrm>
            <a:custGeom>
              <a:avLst/>
              <a:gdLst/>
              <a:ahLst/>
              <a:cxnLst/>
              <a:rect l="l" t="t" r="r" b="b"/>
              <a:pathLst>
                <a:path w="5" h="10" extrusionOk="0">
                  <a:moveTo>
                    <a:pt x="5" y="7"/>
                  </a:moveTo>
                  <a:cubicBezTo>
                    <a:pt x="5" y="3"/>
                    <a:pt x="5" y="3"/>
                    <a:pt x="5" y="3"/>
                  </a:cubicBezTo>
                  <a:cubicBezTo>
                    <a:pt x="5" y="2"/>
                    <a:pt x="4" y="1"/>
                    <a:pt x="3" y="1"/>
                  </a:cubicBezTo>
                  <a:cubicBezTo>
                    <a:pt x="1" y="0"/>
                    <a:pt x="0" y="2"/>
                    <a:pt x="0" y="3"/>
                  </a:cubicBezTo>
                  <a:cubicBezTo>
                    <a:pt x="0" y="7"/>
                    <a:pt x="0" y="7"/>
                    <a:pt x="0" y="7"/>
                  </a:cubicBezTo>
                  <a:cubicBezTo>
                    <a:pt x="0" y="9"/>
                    <a:pt x="1" y="10"/>
                    <a:pt x="3" y="10"/>
                  </a:cubicBezTo>
                  <a:cubicBezTo>
                    <a:pt x="4" y="9"/>
                    <a:pt x="5" y="8"/>
                    <a:pt x="5"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4" name="Google Shape;974;p48"/>
            <p:cNvSpPr/>
            <p:nvPr/>
          </p:nvSpPr>
          <p:spPr>
            <a:xfrm>
              <a:off x="5669734" y="1466653"/>
              <a:ext cx="25371" cy="16547"/>
            </a:xfrm>
            <a:custGeom>
              <a:avLst/>
              <a:gdLst/>
              <a:ahLst/>
              <a:cxnLst/>
              <a:rect l="l" t="t" r="r" b="b"/>
              <a:pathLst>
                <a:path w="10" h="6" extrusionOk="0">
                  <a:moveTo>
                    <a:pt x="3" y="6"/>
                  </a:moveTo>
                  <a:cubicBezTo>
                    <a:pt x="7" y="6"/>
                    <a:pt x="7" y="6"/>
                    <a:pt x="7" y="6"/>
                  </a:cubicBezTo>
                  <a:cubicBezTo>
                    <a:pt x="8" y="6"/>
                    <a:pt x="9" y="5"/>
                    <a:pt x="9" y="3"/>
                  </a:cubicBezTo>
                  <a:cubicBezTo>
                    <a:pt x="10" y="2"/>
                    <a:pt x="8" y="0"/>
                    <a:pt x="7" y="0"/>
                  </a:cubicBezTo>
                  <a:cubicBezTo>
                    <a:pt x="3" y="0"/>
                    <a:pt x="3" y="0"/>
                    <a:pt x="3" y="0"/>
                  </a:cubicBezTo>
                  <a:cubicBezTo>
                    <a:pt x="2" y="0"/>
                    <a:pt x="1" y="1"/>
                    <a:pt x="0" y="2"/>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5" name="Google Shape;975;p48"/>
            <p:cNvSpPr/>
            <p:nvPr/>
          </p:nvSpPr>
          <p:spPr>
            <a:xfrm>
              <a:off x="5624507" y="1466653"/>
              <a:ext cx="26474" cy="16547"/>
            </a:xfrm>
            <a:custGeom>
              <a:avLst/>
              <a:gdLst/>
              <a:ahLst/>
              <a:cxnLst/>
              <a:rect l="l" t="t" r="r" b="b"/>
              <a:pathLst>
                <a:path w="10" h="6" extrusionOk="0">
                  <a:moveTo>
                    <a:pt x="4" y="6"/>
                  </a:moveTo>
                  <a:cubicBezTo>
                    <a:pt x="7" y="6"/>
                    <a:pt x="7" y="6"/>
                    <a:pt x="7" y="6"/>
                  </a:cubicBezTo>
                  <a:cubicBezTo>
                    <a:pt x="8" y="6"/>
                    <a:pt x="10" y="5"/>
                    <a:pt x="10" y="3"/>
                  </a:cubicBezTo>
                  <a:cubicBezTo>
                    <a:pt x="10" y="2"/>
                    <a:pt x="9" y="0"/>
                    <a:pt x="7" y="0"/>
                  </a:cubicBezTo>
                  <a:cubicBezTo>
                    <a:pt x="4" y="0"/>
                    <a:pt x="4" y="0"/>
                    <a:pt x="4" y="0"/>
                  </a:cubicBezTo>
                  <a:cubicBezTo>
                    <a:pt x="2" y="0"/>
                    <a:pt x="1" y="1"/>
                    <a:pt x="1" y="2"/>
                  </a:cubicBezTo>
                  <a:cubicBezTo>
                    <a:pt x="0" y="4"/>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6" name="Google Shape;976;p48"/>
            <p:cNvSpPr/>
            <p:nvPr/>
          </p:nvSpPr>
          <p:spPr>
            <a:xfrm>
              <a:off x="5881528" y="1401570"/>
              <a:ext cx="15443" cy="23165"/>
            </a:xfrm>
            <a:custGeom>
              <a:avLst/>
              <a:gdLst/>
              <a:ahLst/>
              <a:cxnLst/>
              <a:rect l="l" t="t" r="r" b="b"/>
              <a:pathLst>
                <a:path w="6" h="9" extrusionOk="0">
                  <a:moveTo>
                    <a:pt x="6" y="6"/>
                  </a:moveTo>
                  <a:cubicBezTo>
                    <a:pt x="6" y="3"/>
                    <a:pt x="6" y="3"/>
                    <a:pt x="6" y="3"/>
                  </a:cubicBezTo>
                  <a:cubicBezTo>
                    <a:pt x="6" y="1"/>
                    <a:pt x="5" y="0"/>
                    <a:pt x="3" y="0"/>
                  </a:cubicBezTo>
                  <a:cubicBezTo>
                    <a:pt x="1" y="0"/>
                    <a:pt x="0" y="1"/>
                    <a:pt x="0" y="3"/>
                  </a:cubicBezTo>
                  <a:cubicBezTo>
                    <a:pt x="0" y="6"/>
                    <a:pt x="0" y="6"/>
                    <a:pt x="0" y="6"/>
                  </a:cubicBezTo>
                  <a:cubicBezTo>
                    <a:pt x="0" y="8"/>
                    <a:pt x="1" y="9"/>
                    <a:pt x="3" y="9"/>
                  </a:cubicBezTo>
                  <a:cubicBezTo>
                    <a:pt x="5" y="9"/>
                    <a:pt x="6" y="7"/>
                    <a:pt x="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7" name="Google Shape;977;p48"/>
            <p:cNvSpPr/>
            <p:nvPr/>
          </p:nvSpPr>
          <p:spPr>
            <a:xfrm>
              <a:off x="5881528" y="1443488"/>
              <a:ext cx="15443" cy="26474"/>
            </a:xfrm>
            <a:custGeom>
              <a:avLst/>
              <a:gdLst/>
              <a:ahLst/>
              <a:cxnLst/>
              <a:rect l="l" t="t" r="r" b="b"/>
              <a:pathLst>
                <a:path w="6" h="10" extrusionOk="0">
                  <a:moveTo>
                    <a:pt x="6" y="7"/>
                  </a:moveTo>
                  <a:cubicBezTo>
                    <a:pt x="6" y="3"/>
                    <a:pt x="6" y="3"/>
                    <a:pt x="6" y="3"/>
                  </a:cubicBezTo>
                  <a:cubicBezTo>
                    <a:pt x="6" y="2"/>
                    <a:pt x="5" y="1"/>
                    <a:pt x="3" y="1"/>
                  </a:cubicBezTo>
                  <a:cubicBezTo>
                    <a:pt x="1" y="0"/>
                    <a:pt x="0" y="2"/>
                    <a:pt x="0" y="3"/>
                  </a:cubicBezTo>
                  <a:cubicBezTo>
                    <a:pt x="0" y="7"/>
                    <a:pt x="0" y="7"/>
                    <a:pt x="0" y="7"/>
                  </a:cubicBezTo>
                  <a:cubicBezTo>
                    <a:pt x="0" y="8"/>
                    <a:pt x="1" y="10"/>
                    <a:pt x="3" y="10"/>
                  </a:cubicBezTo>
                  <a:cubicBezTo>
                    <a:pt x="5" y="9"/>
                    <a:pt x="6" y="8"/>
                    <a:pt x="6"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8" name="Google Shape;978;p48"/>
            <p:cNvSpPr/>
            <p:nvPr/>
          </p:nvSpPr>
          <p:spPr>
            <a:xfrm>
              <a:off x="5896971" y="1428045"/>
              <a:ext cx="26474" cy="15443"/>
            </a:xfrm>
            <a:custGeom>
              <a:avLst/>
              <a:gdLst/>
              <a:ahLst/>
              <a:cxnLst/>
              <a:rect l="l" t="t" r="r" b="b"/>
              <a:pathLst>
                <a:path w="10" h="6" extrusionOk="0">
                  <a:moveTo>
                    <a:pt x="3" y="6"/>
                  </a:moveTo>
                  <a:cubicBezTo>
                    <a:pt x="7" y="6"/>
                    <a:pt x="7" y="6"/>
                    <a:pt x="7" y="6"/>
                  </a:cubicBezTo>
                  <a:cubicBezTo>
                    <a:pt x="8" y="6"/>
                    <a:pt x="9" y="5"/>
                    <a:pt x="10" y="3"/>
                  </a:cubicBezTo>
                  <a:cubicBezTo>
                    <a:pt x="10" y="1"/>
                    <a:pt x="9" y="0"/>
                    <a:pt x="7" y="0"/>
                  </a:cubicBezTo>
                  <a:cubicBezTo>
                    <a:pt x="3" y="0"/>
                    <a:pt x="3" y="0"/>
                    <a:pt x="3" y="0"/>
                  </a:cubicBezTo>
                  <a:cubicBezTo>
                    <a:pt x="2" y="0"/>
                    <a:pt x="1" y="1"/>
                    <a:pt x="1" y="2"/>
                  </a:cubicBezTo>
                  <a:cubicBezTo>
                    <a:pt x="0" y="4"/>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9" name="Google Shape;979;p48"/>
            <p:cNvSpPr/>
            <p:nvPr/>
          </p:nvSpPr>
          <p:spPr>
            <a:xfrm>
              <a:off x="5855054" y="1428045"/>
              <a:ext cx="24268" cy="15443"/>
            </a:xfrm>
            <a:custGeom>
              <a:avLst/>
              <a:gdLst/>
              <a:ahLst/>
              <a:cxnLst/>
              <a:rect l="l" t="t" r="r" b="b"/>
              <a:pathLst>
                <a:path w="9" h="6" extrusionOk="0">
                  <a:moveTo>
                    <a:pt x="3" y="6"/>
                  </a:moveTo>
                  <a:cubicBezTo>
                    <a:pt x="6" y="6"/>
                    <a:pt x="6" y="6"/>
                    <a:pt x="6" y="6"/>
                  </a:cubicBezTo>
                  <a:cubicBezTo>
                    <a:pt x="8" y="6"/>
                    <a:pt x="9" y="5"/>
                    <a:pt x="9" y="3"/>
                  </a:cubicBezTo>
                  <a:cubicBezTo>
                    <a:pt x="9" y="1"/>
                    <a:pt x="8" y="0"/>
                    <a:pt x="6" y="0"/>
                  </a:cubicBezTo>
                  <a:cubicBezTo>
                    <a:pt x="3" y="0"/>
                    <a:pt x="3" y="0"/>
                    <a:pt x="3" y="0"/>
                  </a:cubicBezTo>
                  <a:cubicBezTo>
                    <a:pt x="1" y="0"/>
                    <a:pt x="0" y="1"/>
                    <a:pt x="0" y="2"/>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0" name="Google Shape;980;p48"/>
            <p:cNvSpPr/>
            <p:nvPr/>
          </p:nvSpPr>
          <p:spPr>
            <a:xfrm>
              <a:off x="5729301" y="1386127"/>
              <a:ext cx="89351" cy="264742"/>
            </a:xfrm>
            <a:custGeom>
              <a:avLst/>
              <a:gdLst/>
              <a:ahLst/>
              <a:cxnLst/>
              <a:rect l="l" t="t" r="r" b="b"/>
              <a:pathLst>
                <a:path w="34" h="101" extrusionOk="0">
                  <a:moveTo>
                    <a:pt x="34" y="56"/>
                  </a:moveTo>
                  <a:cubicBezTo>
                    <a:pt x="34" y="32"/>
                    <a:pt x="34" y="32"/>
                    <a:pt x="34" y="32"/>
                  </a:cubicBezTo>
                  <a:cubicBezTo>
                    <a:pt x="34" y="20"/>
                    <a:pt x="29" y="8"/>
                    <a:pt x="19" y="1"/>
                  </a:cubicBezTo>
                  <a:cubicBezTo>
                    <a:pt x="18" y="0"/>
                    <a:pt x="16" y="0"/>
                    <a:pt x="15" y="1"/>
                  </a:cubicBezTo>
                  <a:cubicBezTo>
                    <a:pt x="6" y="8"/>
                    <a:pt x="0" y="20"/>
                    <a:pt x="0" y="32"/>
                  </a:cubicBezTo>
                  <a:cubicBezTo>
                    <a:pt x="0" y="56"/>
                    <a:pt x="0" y="56"/>
                    <a:pt x="0" y="56"/>
                  </a:cubicBezTo>
                  <a:cubicBezTo>
                    <a:pt x="0" y="66"/>
                    <a:pt x="5" y="76"/>
                    <a:pt x="14" y="82"/>
                  </a:cubicBezTo>
                  <a:cubicBezTo>
                    <a:pt x="14" y="97"/>
                    <a:pt x="14" y="97"/>
                    <a:pt x="14" y="97"/>
                  </a:cubicBezTo>
                  <a:cubicBezTo>
                    <a:pt x="14" y="99"/>
                    <a:pt x="15" y="100"/>
                    <a:pt x="17" y="100"/>
                  </a:cubicBezTo>
                  <a:cubicBezTo>
                    <a:pt x="18" y="101"/>
                    <a:pt x="20" y="99"/>
                    <a:pt x="20" y="98"/>
                  </a:cubicBezTo>
                  <a:cubicBezTo>
                    <a:pt x="20" y="82"/>
                    <a:pt x="20" y="82"/>
                    <a:pt x="20" y="82"/>
                  </a:cubicBezTo>
                  <a:cubicBezTo>
                    <a:pt x="29" y="76"/>
                    <a:pt x="34" y="66"/>
                    <a:pt x="34" y="56"/>
                  </a:cubicBezTo>
                  <a:close/>
                  <a:moveTo>
                    <a:pt x="20" y="75"/>
                  </a:moveTo>
                  <a:cubicBezTo>
                    <a:pt x="20" y="53"/>
                    <a:pt x="20" y="53"/>
                    <a:pt x="20" y="53"/>
                  </a:cubicBezTo>
                  <a:cubicBezTo>
                    <a:pt x="29" y="44"/>
                    <a:pt x="29" y="44"/>
                    <a:pt x="29" y="44"/>
                  </a:cubicBezTo>
                  <a:cubicBezTo>
                    <a:pt x="29" y="56"/>
                    <a:pt x="29" y="56"/>
                    <a:pt x="29" y="56"/>
                  </a:cubicBezTo>
                  <a:cubicBezTo>
                    <a:pt x="29" y="63"/>
                    <a:pt x="25" y="70"/>
                    <a:pt x="20" y="75"/>
                  </a:cubicBezTo>
                  <a:close/>
                  <a:moveTo>
                    <a:pt x="6" y="32"/>
                  </a:moveTo>
                  <a:cubicBezTo>
                    <a:pt x="6" y="32"/>
                    <a:pt x="6" y="32"/>
                    <a:pt x="6" y="32"/>
                  </a:cubicBezTo>
                  <a:cubicBezTo>
                    <a:pt x="14" y="40"/>
                    <a:pt x="14" y="40"/>
                    <a:pt x="14" y="40"/>
                  </a:cubicBezTo>
                  <a:cubicBezTo>
                    <a:pt x="14" y="40"/>
                    <a:pt x="14" y="40"/>
                    <a:pt x="14" y="40"/>
                  </a:cubicBezTo>
                  <a:cubicBezTo>
                    <a:pt x="14" y="59"/>
                    <a:pt x="14" y="59"/>
                    <a:pt x="14" y="59"/>
                  </a:cubicBezTo>
                  <a:cubicBezTo>
                    <a:pt x="6" y="50"/>
                    <a:pt x="6" y="50"/>
                    <a:pt x="6" y="50"/>
                  </a:cubicBezTo>
                  <a:lnTo>
                    <a:pt x="6" y="32"/>
                  </a:lnTo>
                  <a:close/>
                  <a:moveTo>
                    <a:pt x="29" y="32"/>
                  </a:moveTo>
                  <a:cubicBezTo>
                    <a:pt x="29" y="36"/>
                    <a:pt x="29" y="36"/>
                    <a:pt x="29" y="36"/>
                  </a:cubicBezTo>
                  <a:cubicBezTo>
                    <a:pt x="20" y="45"/>
                    <a:pt x="20" y="45"/>
                    <a:pt x="20" y="45"/>
                  </a:cubicBezTo>
                  <a:cubicBezTo>
                    <a:pt x="20" y="9"/>
                    <a:pt x="20" y="9"/>
                    <a:pt x="20" y="9"/>
                  </a:cubicBezTo>
                  <a:cubicBezTo>
                    <a:pt x="25" y="16"/>
                    <a:pt x="29" y="24"/>
                    <a:pt x="29" y="32"/>
                  </a:cubicBezTo>
                  <a:close/>
                  <a:moveTo>
                    <a:pt x="14" y="10"/>
                  </a:moveTo>
                  <a:cubicBezTo>
                    <a:pt x="14" y="32"/>
                    <a:pt x="14" y="32"/>
                    <a:pt x="14" y="32"/>
                  </a:cubicBezTo>
                  <a:cubicBezTo>
                    <a:pt x="7" y="25"/>
                    <a:pt x="7" y="25"/>
                    <a:pt x="7" y="25"/>
                  </a:cubicBezTo>
                  <a:cubicBezTo>
                    <a:pt x="8" y="19"/>
                    <a:pt x="10" y="14"/>
                    <a:pt x="14" y="10"/>
                  </a:cubicBezTo>
                  <a:close/>
                  <a:moveTo>
                    <a:pt x="6" y="58"/>
                  </a:moveTo>
                  <a:cubicBezTo>
                    <a:pt x="14" y="66"/>
                    <a:pt x="14" y="66"/>
                    <a:pt x="14" y="66"/>
                  </a:cubicBezTo>
                  <a:cubicBezTo>
                    <a:pt x="14" y="66"/>
                    <a:pt x="14" y="66"/>
                    <a:pt x="14" y="66"/>
                  </a:cubicBezTo>
                  <a:cubicBezTo>
                    <a:pt x="14" y="75"/>
                    <a:pt x="14" y="75"/>
                    <a:pt x="14" y="75"/>
                  </a:cubicBezTo>
                  <a:cubicBezTo>
                    <a:pt x="9" y="71"/>
                    <a:pt x="6" y="64"/>
                    <a:pt x="6" y="5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81" name="Google Shape;981;p48"/>
          <p:cNvGrpSpPr/>
          <p:nvPr/>
        </p:nvGrpSpPr>
        <p:grpSpPr>
          <a:xfrm>
            <a:off x="4746997" y="1409292"/>
            <a:ext cx="377258" cy="314382"/>
            <a:chOff x="4800497" y="1409292"/>
            <a:chExt cx="377258" cy="314382"/>
          </a:xfrm>
        </p:grpSpPr>
        <p:sp>
          <p:nvSpPr>
            <p:cNvPr id="982" name="Google Shape;982;p48"/>
            <p:cNvSpPr/>
            <p:nvPr/>
          </p:nvSpPr>
          <p:spPr>
            <a:xfrm>
              <a:off x="4800497" y="1409292"/>
              <a:ext cx="377258" cy="314382"/>
            </a:xfrm>
            <a:custGeom>
              <a:avLst/>
              <a:gdLst/>
              <a:ahLst/>
              <a:cxnLst/>
              <a:rect l="l" t="t" r="r" b="b"/>
              <a:pathLst>
                <a:path w="144" h="120" extrusionOk="0">
                  <a:moveTo>
                    <a:pt x="142" y="15"/>
                  </a:moveTo>
                  <a:cubicBezTo>
                    <a:pt x="142" y="14"/>
                    <a:pt x="142" y="14"/>
                    <a:pt x="142" y="14"/>
                  </a:cubicBezTo>
                  <a:cubicBezTo>
                    <a:pt x="143" y="12"/>
                    <a:pt x="143" y="10"/>
                    <a:pt x="143" y="8"/>
                  </a:cubicBezTo>
                  <a:cubicBezTo>
                    <a:pt x="142" y="4"/>
                    <a:pt x="138" y="0"/>
                    <a:pt x="134" y="0"/>
                  </a:cubicBezTo>
                  <a:cubicBezTo>
                    <a:pt x="129" y="0"/>
                    <a:pt x="124" y="4"/>
                    <a:pt x="124" y="10"/>
                  </a:cubicBezTo>
                  <a:cubicBezTo>
                    <a:pt x="124" y="11"/>
                    <a:pt x="124" y="13"/>
                    <a:pt x="125" y="14"/>
                  </a:cubicBezTo>
                  <a:cubicBezTo>
                    <a:pt x="125" y="15"/>
                    <a:pt x="125" y="15"/>
                    <a:pt x="125" y="15"/>
                  </a:cubicBezTo>
                  <a:cubicBezTo>
                    <a:pt x="19" y="15"/>
                    <a:pt x="19" y="15"/>
                    <a:pt x="19" y="15"/>
                  </a:cubicBezTo>
                  <a:cubicBezTo>
                    <a:pt x="19" y="14"/>
                    <a:pt x="19" y="14"/>
                    <a:pt x="19" y="14"/>
                  </a:cubicBezTo>
                  <a:cubicBezTo>
                    <a:pt x="20" y="12"/>
                    <a:pt x="21" y="10"/>
                    <a:pt x="20" y="8"/>
                  </a:cubicBezTo>
                  <a:cubicBezTo>
                    <a:pt x="20" y="4"/>
                    <a:pt x="16" y="0"/>
                    <a:pt x="11" y="0"/>
                  </a:cubicBezTo>
                  <a:cubicBezTo>
                    <a:pt x="6" y="0"/>
                    <a:pt x="1" y="4"/>
                    <a:pt x="1" y="10"/>
                  </a:cubicBezTo>
                  <a:cubicBezTo>
                    <a:pt x="1" y="11"/>
                    <a:pt x="2" y="13"/>
                    <a:pt x="2" y="14"/>
                  </a:cubicBezTo>
                  <a:cubicBezTo>
                    <a:pt x="2" y="15"/>
                    <a:pt x="2" y="15"/>
                    <a:pt x="2" y="15"/>
                  </a:cubicBezTo>
                  <a:cubicBezTo>
                    <a:pt x="1" y="15"/>
                    <a:pt x="0" y="16"/>
                    <a:pt x="0" y="17"/>
                  </a:cubicBezTo>
                  <a:cubicBezTo>
                    <a:pt x="0" y="102"/>
                    <a:pt x="0" y="102"/>
                    <a:pt x="0" y="102"/>
                  </a:cubicBezTo>
                  <a:cubicBezTo>
                    <a:pt x="0" y="104"/>
                    <a:pt x="1" y="105"/>
                    <a:pt x="2" y="105"/>
                  </a:cubicBezTo>
                  <a:cubicBezTo>
                    <a:pt x="2" y="106"/>
                    <a:pt x="2" y="106"/>
                    <a:pt x="2" y="106"/>
                  </a:cubicBezTo>
                  <a:cubicBezTo>
                    <a:pt x="2" y="108"/>
                    <a:pt x="1" y="110"/>
                    <a:pt x="1" y="112"/>
                  </a:cubicBezTo>
                  <a:cubicBezTo>
                    <a:pt x="2" y="116"/>
                    <a:pt x="6" y="120"/>
                    <a:pt x="10" y="120"/>
                  </a:cubicBezTo>
                  <a:cubicBezTo>
                    <a:pt x="16" y="120"/>
                    <a:pt x="20" y="116"/>
                    <a:pt x="20" y="110"/>
                  </a:cubicBezTo>
                  <a:cubicBezTo>
                    <a:pt x="20" y="109"/>
                    <a:pt x="20" y="107"/>
                    <a:pt x="19" y="106"/>
                  </a:cubicBezTo>
                  <a:cubicBezTo>
                    <a:pt x="19" y="105"/>
                    <a:pt x="19" y="105"/>
                    <a:pt x="19" y="105"/>
                  </a:cubicBezTo>
                  <a:cubicBezTo>
                    <a:pt x="125" y="105"/>
                    <a:pt x="125" y="105"/>
                    <a:pt x="125" y="105"/>
                  </a:cubicBezTo>
                  <a:cubicBezTo>
                    <a:pt x="125" y="106"/>
                    <a:pt x="125" y="106"/>
                    <a:pt x="125" y="106"/>
                  </a:cubicBezTo>
                  <a:cubicBezTo>
                    <a:pt x="124" y="108"/>
                    <a:pt x="124" y="110"/>
                    <a:pt x="124" y="112"/>
                  </a:cubicBezTo>
                  <a:cubicBezTo>
                    <a:pt x="125" y="116"/>
                    <a:pt x="129" y="120"/>
                    <a:pt x="133" y="120"/>
                  </a:cubicBezTo>
                  <a:cubicBezTo>
                    <a:pt x="139" y="120"/>
                    <a:pt x="143" y="116"/>
                    <a:pt x="143" y="110"/>
                  </a:cubicBezTo>
                  <a:cubicBezTo>
                    <a:pt x="143" y="109"/>
                    <a:pt x="143" y="107"/>
                    <a:pt x="142" y="106"/>
                  </a:cubicBezTo>
                  <a:cubicBezTo>
                    <a:pt x="142" y="105"/>
                    <a:pt x="142" y="105"/>
                    <a:pt x="142" y="105"/>
                  </a:cubicBezTo>
                  <a:cubicBezTo>
                    <a:pt x="143" y="105"/>
                    <a:pt x="144" y="104"/>
                    <a:pt x="144" y="102"/>
                  </a:cubicBezTo>
                  <a:cubicBezTo>
                    <a:pt x="144" y="17"/>
                    <a:pt x="144" y="17"/>
                    <a:pt x="144" y="17"/>
                  </a:cubicBezTo>
                  <a:cubicBezTo>
                    <a:pt x="144" y="16"/>
                    <a:pt x="143" y="15"/>
                    <a:pt x="142" y="15"/>
                  </a:cubicBezTo>
                  <a:close/>
                  <a:moveTo>
                    <a:pt x="129" y="20"/>
                  </a:moveTo>
                  <a:cubicBezTo>
                    <a:pt x="138" y="20"/>
                    <a:pt x="138" y="20"/>
                    <a:pt x="138" y="20"/>
                  </a:cubicBezTo>
                  <a:cubicBezTo>
                    <a:pt x="138" y="100"/>
                    <a:pt x="138" y="100"/>
                    <a:pt x="138" y="100"/>
                  </a:cubicBezTo>
                  <a:cubicBezTo>
                    <a:pt x="129" y="100"/>
                    <a:pt x="129" y="100"/>
                    <a:pt x="129" y="100"/>
                  </a:cubicBezTo>
                  <a:lnTo>
                    <a:pt x="129" y="20"/>
                  </a:lnTo>
                  <a:close/>
                  <a:moveTo>
                    <a:pt x="137" y="7"/>
                  </a:moveTo>
                  <a:cubicBezTo>
                    <a:pt x="138" y="9"/>
                    <a:pt x="138" y="11"/>
                    <a:pt x="137" y="12"/>
                  </a:cubicBezTo>
                  <a:cubicBezTo>
                    <a:pt x="136" y="12"/>
                    <a:pt x="136" y="13"/>
                    <a:pt x="136" y="13"/>
                  </a:cubicBezTo>
                  <a:cubicBezTo>
                    <a:pt x="136" y="15"/>
                    <a:pt x="136" y="15"/>
                    <a:pt x="136" y="15"/>
                  </a:cubicBezTo>
                  <a:cubicBezTo>
                    <a:pt x="131" y="15"/>
                    <a:pt x="131" y="15"/>
                    <a:pt x="131" y="15"/>
                  </a:cubicBezTo>
                  <a:cubicBezTo>
                    <a:pt x="131" y="13"/>
                    <a:pt x="131" y="13"/>
                    <a:pt x="131" y="13"/>
                  </a:cubicBezTo>
                  <a:cubicBezTo>
                    <a:pt x="131" y="13"/>
                    <a:pt x="131" y="12"/>
                    <a:pt x="130" y="12"/>
                  </a:cubicBezTo>
                  <a:cubicBezTo>
                    <a:pt x="130" y="11"/>
                    <a:pt x="130" y="11"/>
                    <a:pt x="130" y="10"/>
                  </a:cubicBezTo>
                  <a:cubicBezTo>
                    <a:pt x="130" y="7"/>
                    <a:pt x="133" y="5"/>
                    <a:pt x="136" y="6"/>
                  </a:cubicBezTo>
                  <a:cubicBezTo>
                    <a:pt x="136" y="7"/>
                    <a:pt x="136" y="7"/>
                    <a:pt x="137" y="7"/>
                  </a:cubicBezTo>
                  <a:close/>
                  <a:moveTo>
                    <a:pt x="6" y="20"/>
                  </a:moveTo>
                  <a:cubicBezTo>
                    <a:pt x="16" y="20"/>
                    <a:pt x="16" y="20"/>
                    <a:pt x="16" y="20"/>
                  </a:cubicBezTo>
                  <a:cubicBezTo>
                    <a:pt x="16" y="100"/>
                    <a:pt x="16" y="100"/>
                    <a:pt x="16" y="100"/>
                  </a:cubicBezTo>
                  <a:cubicBezTo>
                    <a:pt x="6" y="100"/>
                    <a:pt x="6" y="100"/>
                    <a:pt x="6" y="100"/>
                  </a:cubicBezTo>
                  <a:lnTo>
                    <a:pt x="6" y="20"/>
                  </a:lnTo>
                  <a:close/>
                  <a:moveTo>
                    <a:pt x="14" y="7"/>
                  </a:moveTo>
                  <a:cubicBezTo>
                    <a:pt x="15" y="9"/>
                    <a:pt x="15" y="11"/>
                    <a:pt x="14" y="12"/>
                  </a:cubicBezTo>
                  <a:cubicBezTo>
                    <a:pt x="14" y="12"/>
                    <a:pt x="14" y="13"/>
                    <a:pt x="14" y="13"/>
                  </a:cubicBezTo>
                  <a:cubicBezTo>
                    <a:pt x="14" y="15"/>
                    <a:pt x="14" y="15"/>
                    <a:pt x="14" y="15"/>
                  </a:cubicBezTo>
                  <a:cubicBezTo>
                    <a:pt x="8" y="15"/>
                    <a:pt x="8" y="15"/>
                    <a:pt x="8" y="15"/>
                  </a:cubicBezTo>
                  <a:cubicBezTo>
                    <a:pt x="8" y="13"/>
                    <a:pt x="8" y="13"/>
                    <a:pt x="8" y="13"/>
                  </a:cubicBezTo>
                  <a:cubicBezTo>
                    <a:pt x="8" y="13"/>
                    <a:pt x="8" y="12"/>
                    <a:pt x="8" y="12"/>
                  </a:cubicBezTo>
                  <a:cubicBezTo>
                    <a:pt x="7" y="11"/>
                    <a:pt x="7" y="11"/>
                    <a:pt x="7" y="10"/>
                  </a:cubicBezTo>
                  <a:cubicBezTo>
                    <a:pt x="7" y="7"/>
                    <a:pt x="10" y="5"/>
                    <a:pt x="13" y="6"/>
                  </a:cubicBezTo>
                  <a:cubicBezTo>
                    <a:pt x="13" y="7"/>
                    <a:pt x="14" y="7"/>
                    <a:pt x="14" y="7"/>
                  </a:cubicBezTo>
                  <a:close/>
                  <a:moveTo>
                    <a:pt x="8" y="113"/>
                  </a:moveTo>
                  <a:cubicBezTo>
                    <a:pt x="7" y="111"/>
                    <a:pt x="7" y="109"/>
                    <a:pt x="8" y="108"/>
                  </a:cubicBezTo>
                  <a:cubicBezTo>
                    <a:pt x="8" y="108"/>
                    <a:pt x="8" y="107"/>
                    <a:pt x="8" y="107"/>
                  </a:cubicBezTo>
                  <a:cubicBezTo>
                    <a:pt x="8" y="105"/>
                    <a:pt x="8" y="105"/>
                    <a:pt x="8" y="105"/>
                  </a:cubicBezTo>
                  <a:cubicBezTo>
                    <a:pt x="14" y="105"/>
                    <a:pt x="14" y="105"/>
                    <a:pt x="14" y="105"/>
                  </a:cubicBezTo>
                  <a:cubicBezTo>
                    <a:pt x="14" y="107"/>
                    <a:pt x="14" y="107"/>
                    <a:pt x="14" y="107"/>
                  </a:cubicBezTo>
                  <a:cubicBezTo>
                    <a:pt x="14" y="107"/>
                    <a:pt x="14" y="108"/>
                    <a:pt x="14" y="108"/>
                  </a:cubicBezTo>
                  <a:cubicBezTo>
                    <a:pt x="15" y="109"/>
                    <a:pt x="15" y="110"/>
                    <a:pt x="15" y="110"/>
                  </a:cubicBezTo>
                  <a:cubicBezTo>
                    <a:pt x="15" y="113"/>
                    <a:pt x="12" y="115"/>
                    <a:pt x="9" y="114"/>
                  </a:cubicBezTo>
                  <a:cubicBezTo>
                    <a:pt x="8" y="113"/>
                    <a:pt x="8" y="113"/>
                    <a:pt x="8" y="113"/>
                  </a:cubicBezTo>
                  <a:close/>
                  <a:moveTo>
                    <a:pt x="21" y="31"/>
                  </a:moveTo>
                  <a:cubicBezTo>
                    <a:pt x="102" y="31"/>
                    <a:pt x="102" y="31"/>
                    <a:pt x="102" y="31"/>
                  </a:cubicBezTo>
                  <a:cubicBezTo>
                    <a:pt x="104" y="31"/>
                    <a:pt x="105" y="30"/>
                    <a:pt x="105" y="29"/>
                  </a:cubicBezTo>
                  <a:cubicBezTo>
                    <a:pt x="105" y="27"/>
                    <a:pt x="104" y="26"/>
                    <a:pt x="102" y="26"/>
                  </a:cubicBezTo>
                  <a:cubicBezTo>
                    <a:pt x="21" y="26"/>
                    <a:pt x="21" y="26"/>
                    <a:pt x="21" y="26"/>
                  </a:cubicBezTo>
                  <a:cubicBezTo>
                    <a:pt x="21" y="20"/>
                    <a:pt x="21" y="20"/>
                    <a:pt x="21" y="20"/>
                  </a:cubicBezTo>
                  <a:cubicBezTo>
                    <a:pt x="123" y="20"/>
                    <a:pt x="123" y="20"/>
                    <a:pt x="123" y="20"/>
                  </a:cubicBezTo>
                  <a:cubicBezTo>
                    <a:pt x="123" y="89"/>
                    <a:pt x="123" y="89"/>
                    <a:pt x="123" y="89"/>
                  </a:cubicBezTo>
                  <a:cubicBezTo>
                    <a:pt x="41" y="89"/>
                    <a:pt x="41" y="89"/>
                    <a:pt x="41" y="89"/>
                  </a:cubicBezTo>
                  <a:cubicBezTo>
                    <a:pt x="40" y="89"/>
                    <a:pt x="38" y="90"/>
                    <a:pt x="38" y="91"/>
                  </a:cubicBezTo>
                  <a:cubicBezTo>
                    <a:pt x="38" y="93"/>
                    <a:pt x="39" y="94"/>
                    <a:pt x="41" y="94"/>
                  </a:cubicBezTo>
                  <a:cubicBezTo>
                    <a:pt x="123" y="94"/>
                    <a:pt x="123" y="94"/>
                    <a:pt x="123" y="94"/>
                  </a:cubicBezTo>
                  <a:cubicBezTo>
                    <a:pt x="123" y="100"/>
                    <a:pt x="123" y="100"/>
                    <a:pt x="123" y="100"/>
                  </a:cubicBezTo>
                  <a:cubicBezTo>
                    <a:pt x="21" y="100"/>
                    <a:pt x="21" y="100"/>
                    <a:pt x="21" y="100"/>
                  </a:cubicBezTo>
                  <a:lnTo>
                    <a:pt x="21" y="31"/>
                  </a:lnTo>
                  <a:close/>
                  <a:moveTo>
                    <a:pt x="131" y="113"/>
                  </a:moveTo>
                  <a:cubicBezTo>
                    <a:pt x="129" y="111"/>
                    <a:pt x="129" y="109"/>
                    <a:pt x="130" y="108"/>
                  </a:cubicBezTo>
                  <a:cubicBezTo>
                    <a:pt x="131" y="108"/>
                    <a:pt x="131" y="107"/>
                    <a:pt x="131" y="107"/>
                  </a:cubicBezTo>
                  <a:cubicBezTo>
                    <a:pt x="131" y="105"/>
                    <a:pt x="131" y="105"/>
                    <a:pt x="131" y="105"/>
                  </a:cubicBezTo>
                  <a:cubicBezTo>
                    <a:pt x="136" y="105"/>
                    <a:pt x="136" y="105"/>
                    <a:pt x="136" y="105"/>
                  </a:cubicBezTo>
                  <a:cubicBezTo>
                    <a:pt x="136" y="107"/>
                    <a:pt x="136" y="107"/>
                    <a:pt x="136" y="107"/>
                  </a:cubicBezTo>
                  <a:cubicBezTo>
                    <a:pt x="136" y="107"/>
                    <a:pt x="136" y="108"/>
                    <a:pt x="137" y="108"/>
                  </a:cubicBezTo>
                  <a:cubicBezTo>
                    <a:pt x="137" y="109"/>
                    <a:pt x="137" y="110"/>
                    <a:pt x="137" y="110"/>
                  </a:cubicBezTo>
                  <a:cubicBezTo>
                    <a:pt x="137" y="113"/>
                    <a:pt x="134" y="115"/>
                    <a:pt x="131" y="114"/>
                  </a:cubicBezTo>
                  <a:cubicBezTo>
                    <a:pt x="131" y="113"/>
                    <a:pt x="131" y="113"/>
                    <a:pt x="131" y="11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3" name="Google Shape;983;p48"/>
            <p:cNvSpPr/>
            <p:nvPr/>
          </p:nvSpPr>
          <p:spPr>
            <a:xfrm>
              <a:off x="5093920" y="1477684"/>
              <a:ext cx="13237" cy="13237"/>
            </a:xfrm>
            <a:custGeom>
              <a:avLst/>
              <a:gdLst/>
              <a:ahLst/>
              <a:cxnLst/>
              <a:rect l="l" t="t" r="r" b="b"/>
              <a:pathLst>
                <a:path w="5" h="5" extrusionOk="0">
                  <a:moveTo>
                    <a:pt x="3" y="5"/>
                  </a:moveTo>
                  <a:cubicBezTo>
                    <a:pt x="3" y="5"/>
                    <a:pt x="4" y="5"/>
                    <a:pt x="5" y="5"/>
                  </a:cubicBezTo>
                  <a:cubicBezTo>
                    <a:pt x="5" y="4"/>
                    <a:pt x="5" y="3"/>
                    <a:pt x="5" y="3"/>
                  </a:cubicBezTo>
                  <a:cubicBezTo>
                    <a:pt x="5" y="2"/>
                    <a:pt x="5" y="1"/>
                    <a:pt x="5" y="1"/>
                  </a:cubicBezTo>
                  <a:cubicBezTo>
                    <a:pt x="4" y="0"/>
                    <a:pt x="3" y="0"/>
                    <a:pt x="3" y="0"/>
                  </a:cubicBezTo>
                  <a:cubicBezTo>
                    <a:pt x="2" y="0"/>
                    <a:pt x="1" y="0"/>
                    <a:pt x="1" y="1"/>
                  </a:cubicBezTo>
                  <a:cubicBezTo>
                    <a:pt x="0" y="1"/>
                    <a:pt x="0" y="2"/>
                    <a:pt x="0" y="3"/>
                  </a:cubicBezTo>
                  <a:cubicBezTo>
                    <a:pt x="0" y="3"/>
                    <a:pt x="0" y="4"/>
                    <a:pt x="1" y="5"/>
                  </a:cubicBezTo>
                  <a:cubicBezTo>
                    <a:pt x="1"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4" name="Google Shape;984;p48"/>
            <p:cNvSpPr/>
            <p:nvPr/>
          </p:nvSpPr>
          <p:spPr>
            <a:xfrm>
              <a:off x="4871095" y="1639839"/>
              <a:ext cx="13237" cy="16547"/>
            </a:xfrm>
            <a:custGeom>
              <a:avLst/>
              <a:gdLst/>
              <a:ahLst/>
              <a:cxnLst/>
              <a:rect l="l" t="t" r="r" b="b"/>
              <a:pathLst>
                <a:path w="5" h="6" extrusionOk="0">
                  <a:moveTo>
                    <a:pt x="2" y="0"/>
                  </a:moveTo>
                  <a:cubicBezTo>
                    <a:pt x="2" y="0"/>
                    <a:pt x="1" y="1"/>
                    <a:pt x="0" y="1"/>
                  </a:cubicBezTo>
                  <a:cubicBezTo>
                    <a:pt x="0" y="2"/>
                    <a:pt x="0" y="3"/>
                    <a:pt x="0" y="3"/>
                  </a:cubicBezTo>
                  <a:cubicBezTo>
                    <a:pt x="0" y="4"/>
                    <a:pt x="0" y="5"/>
                    <a:pt x="0" y="5"/>
                  </a:cubicBezTo>
                  <a:cubicBezTo>
                    <a:pt x="1" y="6"/>
                    <a:pt x="2" y="6"/>
                    <a:pt x="2" y="6"/>
                  </a:cubicBezTo>
                  <a:cubicBezTo>
                    <a:pt x="3" y="6"/>
                    <a:pt x="4" y="6"/>
                    <a:pt x="4" y="5"/>
                  </a:cubicBezTo>
                  <a:cubicBezTo>
                    <a:pt x="5" y="5"/>
                    <a:pt x="5" y="4"/>
                    <a:pt x="5" y="3"/>
                  </a:cubicBezTo>
                  <a:cubicBezTo>
                    <a:pt x="5" y="3"/>
                    <a:pt x="5" y="2"/>
                    <a:pt x="4" y="1"/>
                  </a:cubicBezTo>
                  <a:cubicBezTo>
                    <a:pt x="4" y="1"/>
                    <a:pt x="3" y="0"/>
                    <a:pt x="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85" name="Google Shape;985;p48"/>
          <p:cNvGrpSpPr/>
          <p:nvPr/>
        </p:nvGrpSpPr>
        <p:grpSpPr>
          <a:xfrm>
            <a:off x="3952770" y="1375096"/>
            <a:ext cx="376155" cy="380567"/>
            <a:chOff x="3942291" y="1375096"/>
            <a:chExt cx="376155" cy="380567"/>
          </a:xfrm>
        </p:grpSpPr>
        <p:sp>
          <p:nvSpPr>
            <p:cNvPr id="986" name="Google Shape;986;p48"/>
            <p:cNvSpPr/>
            <p:nvPr/>
          </p:nvSpPr>
          <p:spPr>
            <a:xfrm>
              <a:off x="3988621" y="1375096"/>
              <a:ext cx="285701" cy="380567"/>
            </a:xfrm>
            <a:custGeom>
              <a:avLst/>
              <a:gdLst/>
              <a:ahLst/>
              <a:cxnLst/>
              <a:rect l="l" t="t" r="r" b="b"/>
              <a:pathLst>
                <a:path w="109" h="145" extrusionOk="0">
                  <a:moveTo>
                    <a:pt x="109" y="78"/>
                  </a:moveTo>
                  <a:cubicBezTo>
                    <a:pt x="109" y="51"/>
                    <a:pt x="88" y="28"/>
                    <a:pt x="61" y="24"/>
                  </a:cubicBezTo>
                  <a:cubicBezTo>
                    <a:pt x="65" y="22"/>
                    <a:pt x="68" y="17"/>
                    <a:pt x="67" y="11"/>
                  </a:cubicBezTo>
                  <a:cubicBezTo>
                    <a:pt x="66" y="6"/>
                    <a:pt x="61" y="2"/>
                    <a:pt x="56" y="1"/>
                  </a:cubicBezTo>
                  <a:cubicBezTo>
                    <a:pt x="48" y="0"/>
                    <a:pt x="42" y="6"/>
                    <a:pt x="42" y="14"/>
                  </a:cubicBezTo>
                  <a:cubicBezTo>
                    <a:pt x="42" y="18"/>
                    <a:pt x="44" y="22"/>
                    <a:pt x="48" y="24"/>
                  </a:cubicBezTo>
                  <a:cubicBezTo>
                    <a:pt x="21" y="28"/>
                    <a:pt x="0" y="51"/>
                    <a:pt x="0" y="78"/>
                  </a:cubicBezTo>
                  <a:cubicBezTo>
                    <a:pt x="0" y="100"/>
                    <a:pt x="12" y="118"/>
                    <a:pt x="30" y="127"/>
                  </a:cubicBezTo>
                  <a:cubicBezTo>
                    <a:pt x="2" y="127"/>
                    <a:pt x="2" y="127"/>
                    <a:pt x="2" y="127"/>
                  </a:cubicBezTo>
                  <a:cubicBezTo>
                    <a:pt x="1" y="127"/>
                    <a:pt x="0" y="129"/>
                    <a:pt x="0" y="130"/>
                  </a:cubicBezTo>
                  <a:cubicBezTo>
                    <a:pt x="0" y="138"/>
                    <a:pt x="6" y="145"/>
                    <a:pt x="15" y="145"/>
                  </a:cubicBezTo>
                  <a:cubicBezTo>
                    <a:pt x="59" y="145"/>
                    <a:pt x="59" y="145"/>
                    <a:pt x="59" y="145"/>
                  </a:cubicBezTo>
                  <a:cubicBezTo>
                    <a:pt x="60" y="145"/>
                    <a:pt x="62" y="144"/>
                    <a:pt x="62" y="143"/>
                  </a:cubicBezTo>
                  <a:cubicBezTo>
                    <a:pt x="62" y="141"/>
                    <a:pt x="61" y="139"/>
                    <a:pt x="59" y="139"/>
                  </a:cubicBezTo>
                  <a:cubicBezTo>
                    <a:pt x="15" y="139"/>
                    <a:pt x="15" y="139"/>
                    <a:pt x="15" y="139"/>
                  </a:cubicBezTo>
                  <a:cubicBezTo>
                    <a:pt x="11" y="139"/>
                    <a:pt x="7" y="137"/>
                    <a:pt x="6" y="133"/>
                  </a:cubicBezTo>
                  <a:cubicBezTo>
                    <a:pt x="102" y="133"/>
                    <a:pt x="102" y="133"/>
                    <a:pt x="102" y="133"/>
                  </a:cubicBezTo>
                  <a:cubicBezTo>
                    <a:pt x="101" y="137"/>
                    <a:pt x="98" y="139"/>
                    <a:pt x="94" y="139"/>
                  </a:cubicBezTo>
                  <a:cubicBezTo>
                    <a:pt x="84" y="139"/>
                    <a:pt x="84" y="139"/>
                    <a:pt x="84" y="139"/>
                  </a:cubicBezTo>
                  <a:cubicBezTo>
                    <a:pt x="82" y="139"/>
                    <a:pt x="81" y="140"/>
                    <a:pt x="81" y="142"/>
                  </a:cubicBezTo>
                  <a:cubicBezTo>
                    <a:pt x="81" y="144"/>
                    <a:pt x="82" y="145"/>
                    <a:pt x="84" y="145"/>
                  </a:cubicBezTo>
                  <a:cubicBezTo>
                    <a:pt x="94" y="145"/>
                    <a:pt x="94" y="145"/>
                    <a:pt x="94" y="145"/>
                  </a:cubicBezTo>
                  <a:cubicBezTo>
                    <a:pt x="102" y="145"/>
                    <a:pt x="109" y="138"/>
                    <a:pt x="109" y="130"/>
                  </a:cubicBezTo>
                  <a:cubicBezTo>
                    <a:pt x="109" y="129"/>
                    <a:pt x="107" y="127"/>
                    <a:pt x="106" y="127"/>
                  </a:cubicBezTo>
                  <a:cubicBezTo>
                    <a:pt x="78" y="127"/>
                    <a:pt x="78" y="127"/>
                    <a:pt x="78" y="127"/>
                  </a:cubicBezTo>
                  <a:cubicBezTo>
                    <a:pt x="96" y="118"/>
                    <a:pt x="109" y="100"/>
                    <a:pt x="109" y="78"/>
                  </a:cubicBezTo>
                  <a:close/>
                  <a:moveTo>
                    <a:pt x="61" y="13"/>
                  </a:moveTo>
                  <a:cubicBezTo>
                    <a:pt x="62" y="16"/>
                    <a:pt x="60" y="19"/>
                    <a:pt x="57" y="21"/>
                  </a:cubicBezTo>
                  <a:cubicBezTo>
                    <a:pt x="57" y="19"/>
                    <a:pt x="57" y="19"/>
                    <a:pt x="57" y="19"/>
                  </a:cubicBezTo>
                  <a:cubicBezTo>
                    <a:pt x="57" y="18"/>
                    <a:pt x="56" y="16"/>
                    <a:pt x="55" y="16"/>
                  </a:cubicBezTo>
                  <a:cubicBezTo>
                    <a:pt x="53" y="16"/>
                    <a:pt x="51" y="17"/>
                    <a:pt x="51" y="19"/>
                  </a:cubicBezTo>
                  <a:cubicBezTo>
                    <a:pt x="51" y="21"/>
                    <a:pt x="51" y="21"/>
                    <a:pt x="51" y="21"/>
                  </a:cubicBezTo>
                  <a:cubicBezTo>
                    <a:pt x="49" y="19"/>
                    <a:pt x="47" y="17"/>
                    <a:pt x="47" y="14"/>
                  </a:cubicBezTo>
                  <a:cubicBezTo>
                    <a:pt x="47" y="10"/>
                    <a:pt x="51" y="7"/>
                    <a:pt x="55" y="7"/>
                  </a:cubicBezTo>
                  <a:cubicBezTo>
                    <a:pt x="58" y="8"/>
                    <a:pt x="61" y="10"/>
                    <a:pt x="61" y="13"/>
                  </a:cubicBezTo>
                  <a:close/>
                  <a:moveTo>
                    <a:pt x="54" y="127"/>
                  </a:moveTo>
                  <a:cubicBezTo>
                    <a:pt x="27" y="127"/>
                    <a:pt x="5" y="106"/>
                    <a:pt x="5" y="79"/>
                  </a:cubicBezTo>
                  <a:cubicBezTo>
                    <a:pt x="5" y="52"/>
                    <a:pt x="27" y="30"/>
                    <a:pt x="54" y="30"/>
                  </a:cubicBezTo>
                  <a:cubicBezTo>
                    <a:pt x="81" y="30"/>
                    <a:pt x="103" y="52"/>
                    <a:pt x="103" y="79"/>
                  </a:cubicBezTo>
                  <a:cubicBezTo>
                    <a:pt x="103" y="106"/>
                    <a:pt x="81" y="127"/>
                    <a:pt x="54" y="12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7" name="Google Shape;987;p48"/>
            <p:cNvSpPr/>
            <p:nvPr/>
          </p:nvSpPr>
          <p:spPr>
            <a:xfrm>
              <a:off x="4020610" y="1469962"/>
              <a:ext cx="221722" cy="222825"/>
            </a:xfrm>
            <a:custGeom>
              <a:avLst/>
              <a:gdLst/>
              <a:ahLst/>
              <a:cxnLst/>
              <a:rect l="l" t="t" r="r" b="b"/>
              <a:pathLst>
                <a:path w="85" h="85" extrusionOk="0">
                  <a:moveTo>
                    <a:pt x="42" y="0"/>
                  </a:moveTo>
                  <a:cubicBezTo>
                    <a:pt x="19" y="0"/>
                    <a:pt x="0" y="19"/>
                    <a:pt x="0" y="43"/>
                  </a:cubicBezTo>
                  <a:cubicBezTo>
                    <a:pt x="0" y="66"/>
                    <a:pt x="19" y="85"/>
                    <a:pt x="42" y="85"/>
                  </a:cubicBezTo>
                  <a:cubicBezTo>
                    <a:pt x="66" y="85"/>
                    <a:pt x="85" y="66"/>
                    <a:pt x="85" y="43"/>
                  </a:cubicBezTo>
                  <a:cubicBezTo>
                    <a:pt x="85" y="19"/>
                    <a:pt x="66" y="0"/>
                    <a:pt x="42" y="0"/>
                  </a:cubicBezTo>
                  <a:close/>
                  <a:moveTo>
                    <a:pt x="42" y="79"/>
                  </a:moveTo>
                  <a:cubicBezTo>
                    <a:pt x="22" y="79"/>
                    <a:pt x="5" y="63"/>
                    <a:pt x="5" y="43"/>
                  </a:cubicBezTo>
                  <a:cubicBezTo>
                    <a:pt x="5" y="22"/>
                    <a:pt x="22" y="6"/>
                    <a:pt x="42" y="6"/>
                  </a:cubicBezTo>
                  <a:cubicBezTo>
                    <a:pt x="62" y="6"/>
                    <a:pt x="79" y="22"/>
                    <a:pt x="79" y="43"/>
                  </a:cubicBezTo>
                  <a:cubicBezTo>
                    <a:pt x="79" y="63"/>
                    <a:pt x="62" y="79"/>
                    <a:pt x="42" y="7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8" name="Google Shape;988;p48"/>
            <p:cNvSpPr/>
            <p:nvPr/>
          </p:nvSpPr>
          <p:spPr>
            <a:xfrm>
              <a:off x="4064734" y="1514086"/>
              <a:ext cx="133475" cy="134577"/>
            </a:xfrm>
            <a:custGeom>
              <a:avLst/>
              <a:gdLst/>
              <a:ahLst/>
              <a:cxnLst/>
              <a:rect l="l" t="t" r="r" b="b"/>
              <a:pathLst>
                <a:path w="51" h="51" extrusionOk="0">
                  <a:moveTo>
                    <a:pt x="46" y="1"/>
                  </a:moveTo>
                  <a:cubicBezTo>
                    <a:pt x="18" y="18"/>
                    <a:pt x="18" y="18"/>
                    <a:pt x="18" y="18"/>
                  </a:cubicBezTo>
                  <a:cubicBezTo>
                    <a:pt x="18" y="18"/>
                    <a:pt x="17" y="18"/>
                    <a:pt x="17" y="19"/>
                  </a:cubicBezTo>
                  <a:cubicBezTo>
                    <a:pt x="0" y="47"/>
                    <a:pt x="0" y="47"/>
                    <a:pt x="0" y="47"/>
                  </a:cubicBezTo>
                  <a:cubicBezTo>
                    <a:pt x="0" y="48"/>
                    <a:pt x="0" y="49"/>
                    <a:pt x="1" y="50"/>
                  </a:cubicBezTo>
                  <a:cubicBezTo>
                    <a:pt x="1" y="51"/>
                    <a:pt x="2" y="51"/>
                    <a:pt x="3" y="51"/>
                  </a:cubicBezTo>
                  <a:cubicBezTo>
                    <a:pt x="3" y="51"/>
                    <a:pt x="4" y="51"/>
                    <a:pt x="4" y="50"/>
                  </a:cubicBezTo>
                  <a:cubicBezTo>
                    <a:pt x="32" y="34"/>
                    <a:pt x="32" y="34"/>
                    <a:pt x="32" y="34"/>
                  </a:cubicBezTo>
                  <a:cubicBezTo>
                    <a:pt x="33" y="34"/>
                    <a:pt x="33" y="33"/>
                    <a:pt x="33" y="33"/>
                  </a:cubicBezTo>
                  <a:cubicBezTo>
                    <a:pt x="50" y="5"/>
                    <a:pt x="50" y="5"/>
                    <a:pt x="50" y="5"/>
                  </a:cubicBezTo>
                  <a:cubicBezTo>
                    <a:pt x="51" y="4"/>
                    <a:pt x="50" y="2"/>
                    <a:pt x="49" y="1"/>
                  </a:cubicBezTo>
                  <a:cubicBezTo>
                    <a:pt x="49" y="1"/>
                    <a:pt x="47" y="0"/>
                    <a:pt x="46" y="1"/>
                  </a:cubicBezTo>
                  <a:close/>
                  <a:moveTo>
                    <a:pt x="25" y="29"/>
                  </a:moveTo>
                  <a:cubicBezTo>
                    <a:pt x="23" y="29"/>
                    <a:pt x="22" y="27"/>
                    <a:pt x="22" y="26"/>
                  </a:cubicBezTo>
                  <a:cubicBezTo>
                    <a:pt x="22" y="24"/>
                    <a:pt x="23" y="23"/>
                    <a:pt x="25" y="23"/>
                  </a:cubicBezTo>
                  <a:cubicBezTo>
                    <a:pt x="27" y="23"/>
                    <a:pt x="28" y="24"/>
                    <a:pt x="28" y="26"/>
                  </a:cubicBezTo>
                  <a:cubicBezTo>
                    <a:pt x="28" y="27"/>
                    <a:pt x="27" y="29"/>
                    <a:pt x="25" y="29"/>
                  </a:cubicBezTo>
                  <a:close/>
                  <a:moveTo>
                    <a:pt x="17" y="29"/>
                  </a:moveTo>
                  <a:cubicBezTo>
                    <a:pt x="18" y="31"/>
                    <a:pt x="20" y="33"/>
                    <a:pt x="22" y="34"/>
                  </a:cubicBezTo>
                  <a:cubicBezTo>
                    <a:pt x="11" y="40"/>
                    <a:pt x="11" y="40"/>
                    <a:pt x="11" y="40"/>
                  </a:cubicBezTo>
                  <a:lnTo>
                    <a:pt x="17" y="29"/>
                  </a:lnTo>
                  <a:close/>
                  <a:moveTo>
                    <a:pt x="33" y="22"/>
                  </a:moveTo>
                  <a:cubicBezTo>
                    <a:pt x="32" y="20"/>
                    <a:pt x="31" y="19"/>
                    <a:pt x="29" y="18"/>
                  </a:cubicBezTo>
                  <a:cubicBezTo>
                    <a:pt x="40" y="11"/>
                    <a:pt x="40" y="11"/>
                    <a:pt x="40" y="11"/>
                  </a:cubicBezTo>
                  <a:lnTo>
                    <a:pt x="33" y="22"/>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9" name="Google Shape;989;p48"/>
            <p:cNvSpPr/>
            <p:nvPr/>
          </p:nvSpPr>
          <p:spPr>
            <a:xfrm>
              <a:off x="4122095" y="1498643"/>
              <a:ext cx="16547" cy="13237"/>
            </a:xfrm>
            <a:custGeom>
              <a:avLst/>
              <a:gdLst/>
              <a:ahLst/>
              <a:cxnLst/>
              <a:rect l="l" t="t" r="r" b="b"/>
              <a:pathLst>
                <a:path w="6" h="5" extrusionOk="0">
                  <a:moveTo>
                    <a:pt x="3" y="5"/>
                  </a:moveTo>
                  <a:cubicBezTo>
                    <a:pt x="4" y="5"/>
                    <a:pt x="5" y="5"/>
                    <a:pt x="5" y="4"/>
                  </a:cubicBezTo>
                  <a:cubicBezTo>
                    <a:pt x="6" y="4"/>
                    <a:pt x="6" y="3"/>
                    <a:pt x="6" y="2"/>
                  </a:cubicBezTo>
                  <a:cubicBezTo>
                    <a:pt x="6" y="2"/>
                    <a:pt x="6" y="1"/>
                    <a:pt x="5" y="0"/>
                  </a:cubicBezTo>
                  <a:cubicBezTo>
                    <a:pt x="5" y="0"/>
                    <a:pt x="4" y="0"/>
                    <a:pt x="3" y="0"/>
                  </a:cubicBezTo>
                  <a:cubicBezTo>
                    <a:pt x="2" y="0"/>
                    <a:pt x="2" y="0"/>
                    <a:pt x="1" y="0"/>
                  </a:cubicBezTo>
                  <a:cubicBezTo>
                    <a:pt x="1" y="1"/>
                    <a:pt x="0" y="2"/>
                    <a:pt x="0" y="2"/>
                  </a:cubicBezTo>
                  <a:cubicBezTo>
                    <a:pt x="0" y="3"/>
                    <a:pt x="1" y="4"/>
                    <a:pt x="1" y="4"/>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0" name="Google Shape;990;p48"/>
            <p:cNvSpPr/>
            <p:nvPr/>
          </p:nvSpPr>
          <p:spPr>
            <a:xfrm>
              <a:off x="4122095" y="1650869"/>
              <a:ext cx="16547" cy="15443"/>
            </a:xfrm>
            <a:custGeom>
              <a:avLst/>
              <a:gdLst/>
              <a:ahLst/>
              <a:cxnLst/>
              <a:rect l="l" t="t" r="r" b="b"/>
              <a:pathLst>
                <a:path w="6" h="6" extrusionOk="0">
                  <a:moveTo>
                    <a:pt x="3" y="0"/>
                  </a:moveTo>
                  <a:cubicBezTo>
                    <a:pt x="2" y="0"/>
                    <a:pt x="2" y="1"/>
                    <a:pt x="1" y="1"/>
                  </a:cubicBezTo>
                  <a:cubicBezTo>
                    <a:pt x="1" y="2"/>
                    <a:pt x="0" y="2"/>
                    <a:pt x="0" y="3"/>
                  </a:cubicBezTo>
                  <a:cubicBezTo>
                    <a:pt x="0" y="4"/>
                    <a:pt x="1" y="5"/>
                    <a:pt x="1" y="5"/>
                  </a:cubicBezTo>
                  <a:cubicBezTo>
                    <a:pt x="2" y="6"/>
                    <a:pt x="2" y="6"/>
                    <a:pt x="3" y="6"/>
                  </a:cubicBezTo>
                  <a:cubicBezTo>
                    <a:pt x="4" y="6"/>
                    <a:pt x="5" y="6"/>
                    <a:pt x="5" y="5"/>
                  </a:cubicBezTo>
                  <a:cubicBezTo>
                    <a:pt x="6" y="5"/>
                    <a:pt x="6" y="4"/>
                    <a:pt x="6" y="3"/>
                  </a:cubicBezTo>
                  <a:cubicBezTo>
                    <a:pt x="6" y="2"/>
                    <a:pt x="6" y="2"/>
                    <a:pt x="5" y="1"/>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1" name="Google Shape;991;p48"/>
            <p:cNvSpPr/>
            <p:nvPr/>
          </p:nvSpPr>
          <p:spPr>
            <a:xfrm>
              <a:off x="4200415" y="1574756"/>
              <a:ext cx="13237" cy="15443"/>
            </a:xfrm>
            <a:custGeom>
              <a:avLst/>
              <a:gdLst/>
              <a:ahLst/>
              <a:cxnLst/>
              <a:rect l="l" t="t" r="r" b="b"/>
              <a:pathLst>
                <a:path w="5" h="6" extrusionOk="0">
                  <a:moveTo>
                    <a:pt x="5" y="1"/>
                  </a:moveTo>
                  <a:cubicBezTo>
                    <a:pt x="4" y="0"/>
                    <a:pt x="3" y="0"/>
                    <a:pt x="3" y="0"/>
                  </a:cubicBezTo>
                  <a:cubicBezTo>
                    <a:pt x="2" y="0"/>
                    <a:pt x="1" y="0"/>
                    <a:pt x="1" y="1"/>
                  </a:cubicBezTo>
                  <a:cubicBezTo>
                    <a:pt x="0" y="1"/>
                    <a:pt x="0" y="2"/>
                    <a:pt x="0" y="3"/>
                  </a:cubicBezTo>
                  <a:cubicBezTo>
                    <a:pt x="0" y="3"/>
                    <a:pt x="0" y="4"/>
                    <a:pt x="1" y="5"/>
                  </a:cubicBezTo>
                  <a:cubicBezTo>
                    <a:pt x="1" y="5"/>
                    <a:pt x="2" y="6"/>
                    <a:pt x="3" y="6"/>
                  </a:cubicBezTo>
                  <a:cubicBezTo>
                    <a:pt x="3" y="6"/>
                    <a:pt x="4" y="5"/>
                    <a:pt x="5" y="5"/>
                  </a:cubicBezTo>
                  <a:cubicBezTo>
                    <a:pt x="5" y="4"/>
                    <a:pt x="5" y="3"/>
                    <a:pt x="5" y="3"/>
                  </a:cubicBezTo>
                  <a:cubicBezTo>
                    <a:pt x="5" y="2"/>
                    <a:pt x="5" y="1"/>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2" name="Google Shape;992;p48"/>
            <p:cNvSpPr/>
            <p:nvPr/>
          </p:nvSpPr>
          <p:spPr>
            <a:xfrm>
              <a:off x="4045982" y="1574756"/>
              <a:ext cx="16547" cy="15443"/>
            </a:xfrm>
            <a:custGeom>
              <a:avLst/>
              <a:gdLst/>
              <a:ahLst/>
              <a:cxnLst/>
              <a:rect l="l" t="t" r="r" b="b"/>
              <a:pathLst>
                <a:path w="6" h="6" extrusionOk="0">
                  <a:moveTo>
                    <a:pt x="3" y="0"/>
                  </a:moveTo>
                  <a:cubicBezTo>
                    <a:pt x="2" y="0"/>
                    <a:pt x="1" y="0"/>
                    <a:pt x="1" y="1"/>
                  </a:cubicBezTo>
                  <a:cubicBezTo>
                    <a:pt x="0" y="1"/>
                    <a:pt x="0" y="2"/>
                    <a:pt x="0" y="3"/>
                  </a:cubicBezTo>
                  <a:cubicBezTo>
                    <a:pt x="0" y="3"/>
                    <a:pt x="0" y="4"/>
                    <a:pt x="1" y="5"/>
                  </a:cubicBezTo>
                  <a:cubicBezTo>
                    <a:pt x="1" y="5"/>
                    <a:pt x="2" y="6"/>
                    <a:pt x="3" y="6"/>
                  </a:cubicBezTo>
                  <a:cubicBezTo>
                    <a:pt x="4" y="6"/>
                    <a:pt x="4" y="5"/>
                    <a:pt x="5" y="5"/>
                  </a:cubicBezTo>
                  <a:cubicBezTo>
                    <a:pt x="5" y="4"/>
                    <a:pt x="6" y="3"/>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3" name="Google Shape;993;p48"/>
            <p:cNvSpPr/>
            <p:nvPr/>
          </p:nvSpPr>
          <p:spPr>
            <a:xfrm>
              <a:off x="4169528" y="1740220"/>
              <a:ext cx="13237" cy="15443"/>
            </a:xfrm>
            <a:custGeom>
              <a:avLst/>
              <a:gdLst/>
              <a:ahLst/>
              <a:cxnLst/>
              <a:rect l="l" t="t" r="r" b="b"/>
              <a:pathLst>
                <a:path w="5" h="6" extrusionOk="0">
                  <a:moveTo>
                    <a:pt x="3" y="0"/>
                  </a:moveTo>
                  <a:cubicBezTo>
                    <a:pt x="2" y="0"/>
                    <a:pt x="1" y="1"/>
                    <a:pt x="1" y="1"/>
                  </a:cubicBezTo>
                  <a:cubicBezTo>
                    <a:pt x="0" y="2"/>
                    <a:pt x="0" y="2"/>
                    <a:pt x="0" y="3"/>
                  </a:cubicBezTo>
                  <a:cubicBezTo>
                    <a:pt x="0" y="4"/>
                    <a:pt x="0" y="5"/>
                    <a:pt x="1" y="5"/>
                  </a:cubicBezTo>
                  <a:cubicBezTo>
                    <a:pt x="1" y="6"/>
                    <a:pt x="2" y="6"/>
                    <a:pt x="3" y="6"/>
                  </a:cubicBezTo>
                  <a:cubicBezTo>
                    <a:pt x="3" y="6"/>
                    <a:pt x="4" y="6"/>
                    <a:pt x="5" y="5"/>
                  </a:cubicBezTo>
                  <a:cubicBezTo>
                    <a:pt x="5" y="5"/>
                    <a:pt x="5" y="4"/>
                    <a:pt x="5" y="3"/>
                  </a:cubicBezTo>
                  <a:cubicBezTo>
                    <a:pt x="5" y="2"/>
                    <a:pt x="5" y="2"/>
                    <a:pt x="5" y="1"/>
                  </a:cubicBezTo>
                  <a:cubicBezTo>
                    <a:pt x="4" y="1"/>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4" name="Google Shape;994;p48"/>
            <p:cNvSpPr/>
            <p:nvPr/>
          </p:nvSpPr>
          <p:spPr>
            <a:xfrm>
              <a:off x="4276528" y="1393849"/>
              <a:ext cx="16547" cy="26474"/>
            </a:xfrm>
            <a:custGeom>
              <a:avLst/>
              <a:gdLst/>
              <a:ahLst/>
              <a:cxnLst/>
              <a:rect l="l" t="t" r="r" b="b"/>
              <a:pathLst>
                <a:path w="6" h="10" extrusionOk="0">
                  <a:moveTo>
                    <a:pt x="0" y="3"/>
                  </a:moveTo>
                  <a:cubicBezTo>
                    <a:pt x="0" y="6"/>
                    <a:pt x="0" y="6"/>
                    <a:pt x="0" y="6"/>
                  </a:cubicBezTo>
                  <a:cubicBezTo>
                    <a:pt x="0" y="8"/>
                    <a:pt x="1" y="9"/>
                    <a:pt x="3" y="9"/>
                  </a:cubicBezTo>
                  <a:cubicBezTo>
                    <a:pt x="4" y="10"/>
                    <a:pt x="6" y="8"/>
                    <a:pt x="6" y="7"/>
                  </a:cubicBezTo>
                  <a:cubicBezTo>
                    <a:pt x="6" y="3"/>
                    <a:pt x="6" y="3"/>
                    <a:pt x="6" y="3"/>
                  </a:cubicBezTo>
                  <a:cubicBezTo>
                    <a:pt x="6" y="1"/>
                    <a:pt x="4" y="0"/>
                    <a:pt x="3" y="0"/>
                  </a:cubicBezTo>
                  <a:cubicBezTo>
                    <a:pt x="1" y="0"/>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5" name="Google Shape;995;p48"/>
            <p:cNvSpPr/>
            <p:nvPr/>
          </p:nvSpPr>
          <p:spPr>
            <a:xfrm>
              <a:off x="4276528" y="1437973"/>
              <a:ext cx="16547" cy="24268"/>
            </a:xfrm>
            <a:custGeom>
              <a:avLst/>
              <a:gdLst/>
              <a:ahLst/>
              <a:cxnLst/>
              <a:rect l="l" t="t" r="r" b="b"/>
              <a:pathLst>
                <a:path w="6" h="9" extrusionOk="0">
                  <a:moveTo>
                    <a:pt x="0" y="3"/>
                  </a:moveTo>
                  <a:cubicBezTo>
                    <a:pt x="0" y="6"/>
                    <a:pt x="0" y="6"/>
                    <a:pt x="0" y="6"/>
                  </a:cubicBezTo>
                  <a:cubicBezTo>
                    <a:pt x="0" y="8"/>
                    <a:pt x="1" y="9"/>
                    <a:pt x="3" y="9"/>
                  </a:cubicBezTo>
                  <a:cubicBezTo>
                    <a:pt x="4" y="9"/>
                    <a:pt x="6" y="8"/>
                    <a:pt x="6" y="6"/>
                  </a:cubicBezTo>
                  <a:cubicBezTo>
                    <a:pt x="6" y="3"/>
                    <a:pt x="6" y="3"/>
                    <a:pt x="6" y="3"/>
                  </a:cubicBezTo>
                  <a:cubicBezTo>
                    <a:pt x="6" y="1"/>
                    <a:pt x="4" y="0"/>
                    <a:pt x="3"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6" name="Google Shape;996;p48"/>
            <p:cNvSpPr/>
            <p:nvPr/>
          </p:nvSpPr>
          <p:spPr>
            <a:xfrm>
              <a:off x="4295280" y="1420323"/>
              <a:ext cx="23165" cy="15443"/>
            </a:xfrm>
            <a:custGeom>
              <a:avLst/>
              <a:gdLst/>
              <a:ahLst/>
              <a:cxnLst/>
              <a:rect l="l" t="t" r="r" b="b"/>
              <a:pathLst>
                <a:path w="9" h="6" extrusionOk="0">
                  <a:moveTo>
                    <a:pt x="6" y="0"/>
                  </a:moveTo>
                  <a:cubicBezTo>
                    <a:pt x="3" y="0"/>
                    <a:pt x="3" y="0"/>
                    <a:pt x="3" y="0"/>
                  </a:cubicBezTo>
                  <a:cubicBezTo>
                    <a:pt x="1" y="0"/>
                    <a:pt x="0" y="1"/>
                    <a:pt x="0" y="3"/>
                  </a:cubicBezTo>
                  <a:cubicBezTo>
                    <a:pt x="0" y="4"/>
                    <a:pt x="1" y="6"/>
                    <a:pt x="3" y="6"/>
                  </a:cubicBezTo>
                  <a:cubicBezTo>
                    <a:pt x="6" y="6"/>
                    <a:pt x="6" y="6"/>
                    <a:pt x="6" y="6"/>
                  </a:cubicBezTo>
                  <a:cubicBezTo>
                    <a:pt x="7" y="6"/>
                    <a:pt x="9" y="5"/>
                    <a:pt x="9" y="3"/>
                  </a:cubicBezTo>
                  <a:cubicBezTo>
                    <a:pt x="9" y="2"/>
                    <a:pt x="8" y="0"/>
                    <a:pt x="6"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7" name="Google Shape;997;p48"/>
            <p:cNvSpPr/>
            <p:nvPr/>
          </p:nvSpPr>
          <p:spPr>
            <a:xfrm>
              <a:off x="4251157" y="1420323"/>
              <a:ext cx="23165" cy="15443"/>
            </a:xfrm>
            <a:custGeom>
              <a:avLst/>
              <a:gdLst/>
              <a:ahLst/>
              <a:cxnLst/>
              <a:rect l="l" t="t" r="r" b="b"/>
              <a:pathLst>
                <a:path w="9" h="6" extrusionOk="0">
                  <a:moveTo>
                    <a:pt x="6" y="0"/>
                  </a:moveTo>
                  <a:cubicBezTo>
                    <a:pt x="3" y="0"/>
                    <a:pt x="3" y="0"/>
                    <a:pt x="3" y="0"/>
                  </a:cubicBezTo>
                  <a:cubicBezTo>
                    <a:pt x="2" y="0"/>
                    <a:pt x="0" y="1"/>
                    <a:pt x="0" y="3"/>
                  </a:cubicBezTo>
                  <a:cubicBezTo>
                    <a:pt x="0" y="4"/>
                    <a:pt x="1" y="6"/>
                    <a:pt x="3" y="6"/>
                  </a:cubicBezTo>
                  <a:cubicBezTo>
                    <a:pt x="6" y="6"/>
                    <a:pt x="6" y="6"/>
                    <a:pt x="6" y="6"/>
                  </a:cubicBezTo>
                  <a:cubicBezTo>
                    <a:pt x="8" y="6"/>
                    <a:pt x="9" y="5"/>
                    <a:pt x="9" y="3"/>
                  </a:cubicBezTo>
                  <a:cubicBezTo>
                    <a:pt x="9" y="2"/>
                    <a:pt x="8" y="0"/>
                    <a:pt x="6"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8" name="Google Shape;998;p48"/>
            <p:cNvSpPr/>
            <p:nvPr/>
          </p:nvSpPr>
          <p:spPr>
            <a:xfrm>
              <a:off x="3970971" y="1643148"/>
              <a:ext cx="12134" cy="26474"/>
            </a:xfrm>
            <a:custGeom>
              <a:avLst/>
              <a:gdLst/>
              <a:ahLst/>
              <a:cxnLst/>
              <a:rect l="l" t="t" r="r" b="b"/>
              <a:pathLst>
                <a:path w="5" h="10" extrusionOk="0">
                  <a:moveTo>
                    <a:pt x="0" y="3"/>
                  </a:moveTo>
                  <a:cubicBezTo>
                    <a:pt x="0" y="6"/>
                    <a:pt x="0" y="6"/>
                    <a:pt x="0" y="6"/>
                  </a:cubicBezTo>
                  <a:cubicBezTo>
                    <a:pt x="0" y="8"/>
                    <a:pt x="1" y="9"/>
                    <a:pt x="2" y="9"/>
                  </a:cubicBezTo>
                  <a:cubicBezTo>
                    <a:pt x="4" y="10"/>
                    <a:pt x="5" y="8"/>
                    <a:pt x="5" y="7"/>
                  </a:cubicBezTo>
                  <a:cubicBezTo>
                    <a:pt x="5" y="3"/>
                    <a:pt x="5" y="3"/>
                    <a:pt x="5" y="3"/>
                  </a:cubicBezTo>
                  <a:cubicBezTo>
                    <a:pt x="5" y="1"/>
                    <a:pt x="4" y="0"/>
                    <a:pt x="2" y="0"/>
                  </a:cubicBezTo>
                  <a:cubicBezTo>
                    <a:pt x="1" y="0"/>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9" name="Google Shape;999;p48"/>
            <p:cNvSpPr/>
            <p:nvPr/>
          </p:nvSpPr>
          <p:spPr>
            <a:xfrm>
              <a:off x="3970971" y="1687272"/>
              <a:ext cx="12134" cy="24268"/>
            </a:xfrm>
            <a:custGeom>
              <a:avLst/>
              <a:gdLst/>
              <a:ahLst/>
              <a:cxnLst/>
              <a:rect l="l" t="t" r="r" b="b"/>
              <a:pathLst>
                <a:path w="5" h="9" extrusionOk="0">
                  <a:moveTo>
                    <a:pt x="0" y="3"/>
                  </a:moveTo>
                  <a:cubicBezTo>
                    <a:pt x="0" y="6"/>
                    <a:pt x="0" y="6"/>
                    <a:pt x="0" y="6"/>
                  </a:cubicBezTo>
                  <a:cubicBezTo>
                    <a:pt x="0" y="8"/>
                    <a:pt x="1" y="9"/>
                    <a:pt x="2" y="9"/>
                  </a:cubicBezTo>
                  <a:cubicBezTo>
                    <a:pt x="4" y="9"/>
                    <a:pt x="5" y="8"/>
                    <a:pt x="5" y="6"/>
                  </a:cubicBezTo>
                  <a:cubicBezTo>
                    <a:pt x="5" y="3"/>
                    <a:pt x="5" y="3"/>
                    <a:pt x="5" y="3"/>
                  </a:cubicBezTo>
                  <a:cubicBezTo>
                    <a:pt x="5" y="1"/>
                    <a:pt x="4" y="0"/>
                    <a:pt x="2"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0" name="Google Shape;1000;p48"/>
            <p:cNvSpPr/>
            <p:nvPr/>
          </p:nvSpPr>
          <p:spPr>
            <a:xfrm>
              <a:off x="3986415" y="1669622"/>
              <a:ext cx="23165" cy="15443"/>
            </a:xfrm>
            <a:custGeom>
              <a:avLst/>
              <a:gdLst/>
              <a:ahLst/>
              <a:cxnLst/>
              <a:rect l="l" t="t" r="r" b="b"/>
              <a:pathLst>
                <a:path w="9" h="6" extrusionOk="0">
                  <a:moveTo>
                    <a:pt x="3" y="6"/>
                  </a:moveTo>
                  <a:cubicBezTo>
                    <a:pt x="6" y="6"/>
                    <a:pt x="6" y="6"/>
                    <a:pt x="6" y="6"/>
                  </a:cubicBezTo>
                  <a:cubicBezTo>
                    <a:pt x="8" y="6"/>
                    <a:pt x="9" y="5"/>
                    <a:pt x="9" y="3"/>
                  </a:cubicBezTo>
                  <a:cubicBezTo>
                    <a:pt x="9" y="2"/>
                    <a:pt x="8" y="0"/>
                    <a:pt x="6" y="0"/>
                  </a:cubicBezTo>
                  <a:cubicBezTo>
                    <a:pt x="3" y="0"/>
                    <a:pt x="3" y="0"/>
                    <a:pt x="3" y="0"/>
                  </a:cubicBezTo>
                  <a:cubicBezTo>
                    <a:pt x="2" y="0"/>
                    <a:pt x="0" y="1"/>
                    <a:pt x="0" y="3"/>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1" name="Google Shape;1001;p48"/>
            <p:cNvSpPr/>
            <p:nvPr/>
          </p:nvSpPr>
          <p:spPr>
            <a:xfrm>
              <a:off x="3942291" y="1669622"/>
              <a:ext cx="25371" cy="15443"/>
            </a:xfrm>
            <a:custGeom>
              <a:avLst/>
              <a:gdLst/>
              <a:ahLst/>
              <a:cxnLst/>
              <a:rect l="l" t="t" r="r" b="b"/>
              <a:pathLst>
                <a:path w="10" h="6" extrusionOk="0">
                  <a:moveTo>
                    <a:pt x="7" y="0"/>
                  </a:moveTo>
                  <a:cubicBezTo>
                    <a:pt x="3" y="0"/>
                    <a:pt x="3" y="0"/>
                    <a:pt x="3" y="0"/>
                  </a:cubicBezTo>
                  <a:cubicBezTo>
                    <a:pt x="2" y="0"/>
                    <a:pt x="1" y="1"/>
                    <a:pt x="1" y="3"/>
                  </a:cubicBezTo>
                  <a:cubicBezTo>
                    <a:pt x="0" y="4"/>
                    <a:pt x="2" y="6"/>
                    <a:pt x="3" y="6"/>
                  </a:cubicBezTo>
                  <a:cubicBezTo>
                    <a:pt x="7" y="6"/>
                    <a:pt x="7" y="6"/>
                    <a:pt x="7" y="6"/>
                  </a:cubicBezTo>
                  <a:cubicBezTo>
                    <a:pt x="8" y="6"/>
                    <a:pt x="9" y="5"/>
                    <a:pt x="10" y="3"/>
                  </a:cubicBezTo>
                  <a:cubicBezTo>
                    <a:pt x="10" y="2"/>
                    <a:pt x="8" y="0"/>
                    <a:pt x="7"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02" name="Google Shape;1002;p48"/>
          <p:cNvGrpSpPr/>
          <p:nvPr/>
        </p:nvGrpSpPr>
        <p:grpSpPr>
          <a:xfrm>
            <a:off x="3134275" y="1378406"/>
            <a:ext cx="379464" cy="377258"/>
            <a:chOff x="3143652" y="1378406"/>
            <a:chExt cx="379464" cy="377258"/>
          </a:xfrm>
        </p:grpSpPr>
        <p:sp>
          <p:nvSpPr>
            <p:cNvPr id="1003" name="Google Shape;1003;p48"/>
            <p:cNvSpPr/>
            <p:nvPr/>
          </p:nvSpPr>
          <p:spPr>
            <a:xfrm>
              <a:off x="3143652" y="1378406"/>
              <a:ext cx="379464" cy="377258"/>
            </a:xfrm>
            <a:custGeom>
              <a:avLst/>
              <a:gdLst/>
              <a:ahLst/>
              <a:cxnLst/>
              <a:rect l="l" t="t" r="r" b="b"/>
              <a:pathLst>
                <a:path w="145" h="144" extrusionOk="0">
                  <a:moveTo>
                    <a:pt x="145" y="1"/>
                  </a:moveTo>
                  <a:cubicBezTo>
                    <a:pt x="145" y="1"/>
                    <a:pt x="144" y="0"/>
                    <a:pt x="144" y="0"/>
                  </a:cubicBezTo>
                  <a:cubicBezTo>
                    <a:pt x="106" y="0"/>
                    <a:pt x="106" y="0"/>
                    <a:pt x="106" y="0"/>
                  </a:cubicBezTo>
                  <a:cubicBezTo>
                    <a:pt x="106" y="0"/>
                    <a:pt x="105" y="1"/>
                    <a:pt x="104" y="1"/>
                  </a:cubicBezTo>
                  <a:cubicBezTo>
                    <a:pt x="37" y="92"/>
                    <a:pt x="37" y="92"/>
                    <a:pt x="37" y="92"/>
                  </a:cubicBezTo>
                  <a:cubicBezTo>
                    <a:pt x="35" y="91"/>
                    <a:pt x="35" y="89"/>
                    <a:pt x="36" y="87"/>
                  </a:cubicBezTo>
                  <a:cubicBezTo>
                    <a:pt x="36" y="86"/>
                    <a:pt x="36" y="86"/>
                    <a:pt x="37" y="86"/>
                  </a:cubicBezTo>
                  <a:cubicBezTo>
                    <a:pt x="38" y="85"/>
                    <a:pt x="38" y="83"/>
                    <a:pt x="37" y="82"/>
                  </a:cubicBezTo>
                  <a:cubicBezTo>
                    <a:pt x="36" y="81"/>
                    <a:pt x="34" y="81"/>
                    <a:pt x="33" y="82"/>
                  </a:cubicBezTo>
                  <a:cubicBezTo>
                    <a:pt x="30" y="85"/>
                    <a:pt x="29" y="90"/>
                    <a:pt x="31" y="94"/>
                  </a:cubicBezTo>
                  <a:cubicBezTo>
                    <a:pt x="31" y="95"/>
                    <a:pt x="32" y="95"/>
                    <a:pt x="32" y="95"/>
                  </a:cubicBezTo>
                  <a:cubicBezTo>
                    <a:pt x="33" y="96"/>
                    <a:pt x="33" y="96"/>
                    <a:pt x="33" y="96"/>
                  </a:cubicBezTo>
                  <a:cubicBezTo>
                    <a:pt x="14" y="116"/>
                    <a:pt x="14" y="116"/>
                    <a:pt x="14" y="116"/>
                  </a:cubicBezTo>
                  <a:cubicBezTo>
                    <a:pt x="9" y="116"/>
                    <a:pt x="5" y="119"/>
                    <a:pt x="3" y="124"/>
                  </a:cubicBezTo>
                  <a:cubicBezTo>
                    <a:pt x="3" y="124"/>
                    <a:pt x="3" y="124"/>
                    <a:pt x="2" y="124"/>
                  </a:cubicBezTo>
                  <a:cubicBezTo>
                    <a:pt x="0" y="130"/>
                    <a:pt x="2" y="136"/>
                    <a:pt x="6" y="140"/>
                  </a:cubicBezTo>
                  <a:cubicBezTo>
                    <a:pt x="8" y="142"/>
                    <a:pt x="12" y="144"/>
                    <a:pt x="16" y="144"/>
                  </a:cubicBezTo>
                  <a:cubicBezTo>
                    <a:pt x="19" y="144"/>
                    <a:pt x="23" y="142"/>
                    <a:pt x="26" y="140"/>
                  </a:cubicBezTo>
                  <a:cubicBezTo>
                    <a:pt x="28" y="137"/>
                    <a:pt x="29" y="135"/>
                    <a:pt x="30" y="132"/>
                  </a:cubicBezTo>
                  <a:cubicBezTo>
                    <a:pt x="49" y="112"/>
                    <a:pt x="49" y="112"/>
                    <a:pt x="49" y="112"/>
                  </a:cubicBezTo>
                  <a:cubicBezTo>
                    <a:pt x="49" y="112"/>
                    <a:pt x="49" y="112"/>
                    <a:pt x="49" y="112"/>
                  </a:cubicBezTo>
                  <a:cubicBezTo>
                    <a:pt x="51" y="114"/>
                    <a:pt x="54" y="115"/>
                    <a:pt x="56" y="115"/>
                  </a:cubicBezTo>
                  <a:cubicBezTo>
                    <a:pt x="59" y="115"/>
                    <a:pt x="61" y="114"/>
                    <a:pt x="63" y="112"/>
                  </a:cubicBezTo>
                  <a:cubicBezTo>
                    <a:pt x="64" y="111"/>
                    <a:pt x="64" y="110"/>
                    <a:pt x="63" y="108"/>
                  </a:cubicBezTo>
                  <a:cubicBezTo>
                    <a:pt x="62" y="107"/>
                    <a:pt x="60" y="107"/>
                    <a:pt x="59" y="108"/>
                  </a:cubicBezTo>
                  <a:cubicBezTo>
                    <a:pt x="58" y="110"/>
                    <a:pt x="55" y="110"/>
                    <a:pt x="53" y="109"/>
                  </a:cubicBezTo>
                  <a:cubicBezTo>
                    <a:pt x="104" y="70"/>
                    <a:pt x="104" y="70"/>
                    <a:pt x="104" y="70"/>
                  </a:cubicBezTo>
                  <a:cubicBezTo>
                    <a:pt x="106" y="69"/>
                    <a:pt x="106" y="68"/>
                    <a:pt x="105" y="66"/>
                  </a:cubicBezTo>
                  <a:cubicBezTo>
                    <a:pt x="104" y="65"/>
                    <a:pt x="102" y="65"/>
                    <a:pt x="101" y="66"/>
                  </a:cubicBezTo>
                  <a:cubicBezTo>
                    <a:pt x="49" y="105"/>
                    <a:pt x="49" y="105"/>
                    <a:pt x="49" y="105"/>
                  </a:cubicBezTo>
                  <a:cubicBezTo>
                    <a:pt x="41" y="96"/>
                    <a:pt x="41" y="96"/>
                    <a:pt x="41" y="96"/>
                  </a:cubicBezTo>
                  <a:cubicBezTo>
                    <a:pt x="104" y="12"/>
                    <a:pt x="104" y="12"/>
                    <a:pt x="104" y="12"/>
                  </a:cubicBezTo>
                  <a:cubicBezTo>
                    <a:pt x="104" y="38"/>
                    <a:pt x="104" y="38"/>
                    <a:pt x="104" y="38"/>
                  </a:cubicBezTo>
                  <a:cubicBezTo>
                    <a:pt x="65" y="76"/>
                    <a:pt x="65" y="76"/>
                    <a:pt x="65" y="76"/>
                  </a:cubicBezTo>
                  <a:cubicBezTo>
                    <a:pt x="64" y="77"/>
                    <a:pt x="64" y="79"/>
                    <a:pt x="65" y="80"/>
                  </a:cubicBezTo>
                  <a:cubicBezTo>
                    <a:pt x="66" y="80"/>
                    <a:pt x="67" y="81"/>
                    <a:pt x="67" y="81"/>
                  </a:cubicBezTo>
                  <a:cubicBezTo>
                    <a:pt x="68" y="81"/>
                    <a:pt x="69" y="80"/>
                    <a:pt x="69" y="80"/>
                  </a:cubicBezTo>
                  <a:cubicBezTo>
                    <a:pt x="108" y="41"/>
                    <a:pt x="108" y="41"/>
                    <a:pt x="108" y="41"/>
                  </a:cubicBezTo>
                  <a:cubicBezTo>
                    <a:pt x="134" y="41"/>
                    <a:pt x="134" y="41"/>
                    <a:pt x="134" y="41"/>
                  </a:cubicBezTo>
                  <a:cubicBezTo>
                    <a:pt x="119" y="53"/>
                    <a:pt x="119" y="53"/>
                    <a:pt x="119" y="53"/>
                  </a:cubicBezTo>
                  <a:cubicBezTo>
                    <a:pt x="117" y="54"/>
                    <a:pt x="117" y="55"/>
                    <a:pt x="118" y="57"/>
                  </a:cubicBezTo>
                  <a:cubicBezTo>
                    <a:pt x="119" y="58"/>
                    <a:pt x="121" y="58"/>
                    <a:pt x="122" y="57"/>
                  </a:cubicBezTo>
                  <a:cubicBezTo>
                    <a:pt x="144" y="41"/>
                    <a:pt x="144" y="41"/>
                    <a:pt x="144" y="41"/>
                  </a:cubicBezTo>
                  <a:cubicBezTo>
                    <a:pt x="144" y="40"/>
                    <a:pt x="145" y="40"/>
                    <a:pt x="145" y="39"/>
                  </a:cubicBezTo>
                  <a:lnTo>
                    <a:pt x="145" y="1"/>
                  </a:lnTo>
                  <a:close/>
                  <a:moveTo>
                    <a:pt x="139" y="36"/>
                  </a:moveTo>
                  <a:cubicBezTo>
                    <a:pt x="109" y="36"/>
                    <a:pt x="109" y="36"/>
                    <a:pt x="109" y="36"/>
                  </a:cubicBezTo>
                  <a:cubicBezTo>
                    <a:pt x="109" y="6"/>
                    <a:pt x="109" y="6"/>
                    <a:pt x="109" y="6"/>
                  </a:cubicBezTo>
                  <a:cubicBezTo>
                    <a:pt x="139" y="6"/>
                    <a:pt x="139" y="6"/>
                    <a:pt x="139" y="6"/>
                  </a:cubicBezTo>
                  <a:lnTo>
                    <a:pt x="139" y="36"/>
                  </a:lnTo>
                  <a:close/>
                  <a:moveTo>
                    <a:pt x="22" y="136"/>
                  </a:moveTo>
                  <a:cubicBezTo>
                    <a:pt x="20" y="137"/>
                    <a:pt x="18" y="138"/>
                    <a:pt x="16" y="138"/>
                  </a:cubicBezTo>
                  <a:cubicBezTo>
                    <a:pt x="13" y="138"/>
                    <a:pt x="11" y="137"/>
                    <a:pt x="10" y="136"/>
                  </a:cubicBezTo>
                  <a:cubicBezTo>
                    <a:pt x="8" y="134"/>
                    <a:pt x="7" y="132"/>
                    <a:pt x="7" y="130"/>
                  </a:cubicBezTo>
                  <a:cubicBezTo>
                    <a:pt x="7" y="127"/>
                    <a:pt x="8" y="125"/>
                    <a:pt x="10" y="124"/>
                  </a:cubicBezTo>
                  <a:cubicBezTo>
                    <a:pt x="11" y="122"/>
                    <a:pt x="13" y="121"/>
                    <a:pt x="16" y="121"/>
                  </a:cubicBezTo>
                  <a:cubicBezTo>
                    <a:pt x="18" y="121"/>
                    <a:pt x="20" y="122"/>
                    <a:pt x="22" y="124"/>
                  </a:cubicBezTo>
                  <a:cubicBezTo>
                    <a:pt x="25" y="127"/>
                    <a:pt x="25" y="132"/>
                    <a:pt x="22" y="136"/>
                  </a:cubicBezTo>
                  <a:close/>
                  <a:moveTo>
                    <a:pt x="29" y="124"/>
                  </a:moveTo>
                  <a:cubicBezTo>
                    <a:pt x="28" y="123"/>
                    <a:pt x="27" y="121"/>
                    <a:pt x="26" y="120"/>
                  </a:cubicBezTo>
                  <a:cubicBezTo>
                    <a:pt x="24" y="118"/>
                    <a:pt x="22" y="117"/>
                    <a:pt x="21" y="116"/>
                  </a:cubicBezTo>
                  <a:cubicBezTo>
                    <a:pt x="24" y="113"/>
                    <a:pt x="24" y="113"/>
                    <a:pt x="24" y="113"/>
                  </a:cubicBezTo>
                  <a:cubicBezTo>
                    <a:pt x="28" y="117"/>
                    <a:pt x="28" y="117"/>
                    <a:pt x="28" y="117"/>
                  </a:cubicBezTo>
                  <a:cubicBezTo>
                    <a:pt x="28" y="118"/>
                    <a:pt x="29" y="118"/>
                    <a:pt x="30" y="118"/>
                  </a:cubicBezTo>
                  <a:cubicBezTo>
                    <a:pt x="30" y="118"/>
                    <a:pt x="31" y="118"/>
                    <a:pt x="32" y="117"/>
                  </a:cubicBezTo>
                  <a:cubicBezTo>
                    <a:pt x="33" y="116"/>
                    <a:pt x="33" y="114"/>
                    <a:pt x="32" y="113"/>
                  </a:cubicBezTo>
                  <a:cubicBezTo>
                    <a:pt x="28" y="109"/>
                    <a:pt x="28" y="109"/>
                    <a:pt x="28" y="109"/>
                  </a:cubicBezTo>
                  <a:cubicBezTo>
                    <a:pt x="30" y="107"/>
                    <a:pt x="30" y="107"/>
                    <a:pt x="30" y="107"/>
                  </a:cubicBezTo>
                  <a:cubicBezTo>
                    <a:pt x="34" y="111"/>
                    <a:pt x="34" y="111"/>
                    <a:pt x="34" y="111"/>
                  </a:cubicBezTo>
                  <a:cubicBezTo>
                    <a:pt x="34" y="112"/>
                    <a:pt x="35" y="112"/>
                    <a:pt x="36" y="112"/>
                  </a:cubicBezTo>
                  <a:cubicBezTo>
                    <a:pt x="37" y="112"/>
                    <a:pt x="37" y="112"/>
                    <a:pt x="38" y="111"/>
                  </a:cubicBezTo>
                  <a:cubicBezTo>
                    <a:pt x="39" y="110"/>
                    <a:pt x="39" y="108"/>
                    <a:pt x="38" y="107"/>
                  </a:cubicBezTo>
                  <a:cubicBezTo>
                    <a:pt x="34" y="103"/>
                    <a:pt x="34" y="103"/>
                    <a:pt x="34" y="103"/>
                  </a:cubicBezTo>
                  <a:cubicBezTo>
                    <a:pt x="37" y="100"/>
                    <a:pt x="37" y="100"/>
                    <a:pt x="37" y="100"/>
                  </a:cubicBezTo>
                  <a:cubicBezTo>
                    <a:pt x="45" y="108"/>
                    <a:pt x="45" y="108"/>
                    <a:pt x="45" y="108"/>
                  </a:cubicBezTo>
                  <a:lnTo>
                    <a:pt x="29" y="124"/>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4" name="Google Shape;1004;p48"/>
            <p:cNvSpPr/>
            <p:nvPr/>
          </p:nvSpPr>
          <p:spPr>
            <a:xfrm>
              <a:off x="3428250" y="1530633"/>
              <a:ext cx="16547" cy="15443"/>
            </a:xfrm>
            <a:custGeom>
              <a:avLst/>
              <a:gdLst/>
              <a:ahLst/>
              <a:cxnLst/>
              <a:rect l="l" t="t" r="r" b="b"/>
              <a:pathLst>
                <a:path w="6" h="6" extrusionOk="0">
                  <a:moveTo>
                    <a:pt x="5" y="5"/>
                  </a:moveTo>
                  <a:cubicBezTo>
                    <a:pt x="5" y="5"/>
                    <a:pt x="6" y="4"/>
                    <a:pt x="6" y="3"/>
                  </a:cubicBezTo>
                  <a:cubicBezTo>
                    <a:pt x="6" y="2"/>
                    <a:pt x="5" y="2"/>
                    <a:pt x="5" y="1"/>
                  </a:cubicBezTo>
                  <a:cubicBezTo>
                    <a:pt x="4" y="1"/>
                    <a:pt x="4" y="0"/>
                    <a:pt x="3" y="0"/>
                  </a:cubicBezTo>
                  <a:cubicBezTo>
                    <a:pt x="2" y="0"/>
                    <a:pt x="1" y="1"/>
                    <a:pt x="1" y="1"/>
                  </a:cubicBezTo>
                  <a:cubicBezTo>
                    <a:pt x="0" y="2"/>
                    <a:pt x="0" y="2"/>
                    <a:pt x="0" y="3"/>
                  </a:cubicBezTo>
                  <a:cubicBezTo>
                    <a:pt x="0" y="4"/>
                    <a:pt x="0" y="5"/>
                    <a:pt x="1" y="5"/>
                  </a:cubicBezTo>
                  <a:cubicBezTo>
                    <a:pt x="1" y="6"/>
                    <a:pt x="2" y="6"/>
                    <a:pt x="3" y="6"/>
                  </a:cubicBezTo>
                  <a:cubicBezTo>
                    <a:pt x="4" y="6"/>
                    <a:pt x="4" y="6"/>
                    <a:pt x="5"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5" name="Google Shape;1005;p48"/>
            <p:cNvSpPr/>
            <p:nvPr/>
          </p:nvSpPr>
          <p:spPr>
            <a:xfrm>
              <a:off x="3292569" y="1595715"/>
              <a:ext cx="13237" cy="13237"/>
            </a:xfrm>
            <a:custGeom>
              <a:avLst/>
              <a:gdLst/>
              <a:ahLst/>
              <a:cxnLst/>
              <a:rect l="l" t="t" r="r" b="b"/>
              <a:pathLst>
                <a:path w="5" h="5" extrusionOk="0">
                  <a:moveTo>
                    <a:pt x="1" y="1"/>
                  </a:moveTo>
                  <a:cubicBezTo>
                    <a:pt x="0" y="1"/>
                    <a:pt x="0" y="2"/>
                    <a:pt x="0" y="3"/>
                  </a:cubicBezTo>
                  <a:cubicBezTo>
                    <a:pt x="0" y="3"/>
                    <a:pt x="0" y="4"/>
                    <a:pt x="1" y="4"/>
                  </a:cubicBezTo>
                  <a:cubicBezTo>
                    <a:pt x="1" y="5"/>
                    <a:pt x="2" y="5"/>
                    <a:pt x="3" y="5"/>
                  </a:cubicBezTo>
                  <a:cubicBezTo>
                    <a:pt x="3" y="5"/>
                    <a:pt x="4" y="5"/>
                    <a:pt x="4" y="4"/>
                  </a:cubicBezTo>
                  <a:cubicBezTo>
                    <a:pt x="5" y="4"/>
                    <a:pt x="5" y="3"/>
                    <a:pt x="5" y="3"/>
                  </a:cubicBezTo>
                  <a:cubicBezTo>
                    <a:pt x="5" y="2"/>
                    <a:pt x="5" y="1"/>
                    <a:pt x="4" y="1"/>
                  </a:cubicBezTo>
                  <a:cubicBezTo>
                    <a:pt x="4" y="0"/>
                    <a:pt x="3" y="0"/>
                    <a:pt x="3" y="0"/>
                  </a:cubicBezTo>
                  <a:cubicBezTo>
                    <a:pt x="2" y="0"/>
                    <a:pt x="1" y="0"/>
                    <a:pt x="1"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6" name="Google Shape;1006;p48"/>
            <p:cNvSpPr/>
            <p:nvPr/>
          </p:nvSpPr>
          <p:spPr>
            <a:xfrm>
              <a:off x="3447002" y="1632117"/>
              <a:ext cx="15443" cy="26474"/>
            </a:xfrm>
            <a:custGeom>
              <a:avLst/>
              <a:gdLst/>
              <a:ahLst/>
              <a:cxnLst/>
              <a:rect l="l" t="t" r="r" b="b"/>
              <a:pathLst>
                <a:path w="6" h="10" extrusionOk="0">
                  <a:moveTo>
                    <a:pt x="0" y="3"/>
                  </a:moveTo>
                  <a:cubicBezTo>
                    <a:pt x="0" y="6"/>
                    <a:pt x="0" y="6"/>
                    <a:pt x="0" y="6"/>
                  </a:cubicBezTo>
                  <a:cubicBezTo>
                    <a:pt x="0" y="8"/>
                    <a:pt x="1" y="9"/>
                    <a:pt x="3" y="9"/>
                  </a:cubicBezTo>
                  <a:cubicBezTo>
                    <a:pt x="4" y="10"/>
                    <a:pt x="6" y="8"/>
                    <a:pt x="6" y="7"/>
                  </a:cubicBezTo>
                  <a:cubicBezTo>
                    <a:pt x="6" y="3"/>
                    <a:pt x="6" y="3"/>
                    <a:pt x="6" y="3"/>
                  </a:cubicBezTo>
                  <a:cubicBezTo>
                    <a:pt x="6" y="1"/>
                    <a:pt x="4" y="0"/>
                    <a:pt x="3" y="0"/>
                  </a:cubicBezTo>
                  <a:cubicBezTo>
                    <a:pt x="1" y="0"/>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7" name="Google Shape;1007;p48"/>
            <p:cNvSpPr/>
            <p:nvPr/>
          </p:nvSpPr>
          <p:spPr>
            <a:xfrm>
              <a:off x="3447002" y="1677344"/>
              <a:ext cx="15443" cy="23165"/>
            </a:xfrm>
            <a:custGeom>
              <a:avLst/>
              <a:gdLst/>
              <a:ahLst/>
              <a:cxnLst/>
              <a:rect l="l" t="t" r="r" b="b"/>
              <a:pathLst>
                <a:path w="6" h="9" extrusionOk="0">
                  <a:moveTo>
                    <a:pt x="0" y="3"/>
                  </a:moveTo>
                  <a:cubicBezTo>
                    <a:pt x="0" y="6"/>
                    <a:pt x="0" y="6"/>
                    <a:pt x="0" y="6"/>
                  </a:cubicBezTo>
                  <a:cubicBezTo>
                    <a:pt x="0" y="8"/>
                    <a:pt x="1" y="9"/>
                    <a:pt x="3" y="9"/>
                  </a:cubicBezTo>
                  <a:cubicBezTo>
                    <a:pt x="4" y="9"/>
                    <a:pt x="6" y="8"/>
                    <a:pt x="6" y="6"/>
                  </a:cubicBezTo>
                  <a:cubicBezTo>
                    <a:pt x="6" y="3"/>
                    <a:pt x="6" y="3"/>
                    <a:pt x="6" y="3"/>
                  </a:cubicBezTo>
                  <a:cubicBezTo>
                    <a:pt x="6" y="1"/>
                    <a:pt x="4" y="0"/>
                    <a:pt x="3" y="0"/>
                  </a:cubicBezTo>
                  <a:cubicBezTo>
                    <a:pt x="1" y="0"/>
                    <a:pt x="0" y="1"/>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8" name="Google Shape;1008;p48"/>
            <p:cNvSpPr/>
            <p:nvPr/>
          </p:nvSpPr>
          <p:spPr>
            <a:xfrm>
              <a:off x="3465755" y="1658591"/>
              <a:ext cx="23165" cy="15443"/>
            </a:xfrm>
            <a:custGeom>
              <a:avLst/>
              <a:gdLst/>
              <a:ahLst/>
              <a:cxnLst/>
              <a:rect l="l" t="t" r="r" b="b"/>
              <a:pathLst>
                <a:path w="9" h="6" extrusionOk="0">
                  <a:moveTo>
                    <a:pt x="6" y="0"/>
                  </a:moveTo>
                  <a:cubicBezTo>
                    <a:pt x="3" y="0"/>
                    <a:pt x="3" y="0"/>
                    <a:pt x="3" y="0"/>
                  </a:cubicBezTo>
                  <a:cubicBezTo>
                    <a:pt x="1" y="0"/>
                    <a:pt x="0" y="1"/>
                    <a:pt x="0" y="3"/>
                  </a:cubicBezTo>
                  <a:cubicBezTo>
                    <a:pt x="0" y="4"/>
                    <a:pt x="1" y="6"/>
                    <a:pt x="3" y="6"/>
                  </a:cubicBezTo>
                  <a:cubicBezTo>
                    <a:pt x="6" y="6"/>
                    <a:pt x="6" y="6"/>
                    <a:pt x="6" y="6"/>
                  </a:cubicBezTo>
                  <a:cubicBezTo>
                    <a:pt x="7" y="6"/>
                    <a:pt x="9" y="5"/>
                    <a:pt x="9" y="4"/>
                  </a:cubicBezTo>
                  <a:cubicBezTo>
                    <a:pt x="9" y="2"/>
                    <a:pt x="8" y="0"/>
                    <a:pt x="6"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9" name="Google Shape;1009;p48"/>
            <p:cNvSpPr/>
            <p:nvPr/>
          </p:nvSpPr>
          <p:spPr>
            <a:xfrm>
              <a:off x="3420528" y="1658591"/>
              <a:ext cx="24268" cy="15443"/>
            </a:xfrm>
            <a:custGeom>
              <a:avLst/>
              <a:gdLst/>
              <a:ahLst/>
              <a:cxnLst/>
              <a:rect l="l" t="t" r="r" b="b"/>
              <a:pathLst>
                <a:path w="9" h="6" extrusionOk="0">
                  <a:moveTo>
                    <a:pt x="6" y="0"/>
                  </a:moveTo>
                  <a:cubicBezTo>
                    <a:pt x="3" y="0"/>
                    <a:pt x="3" y="0"/>
                    <a:pt x="3" y="0"/>
                  </a:cubicBezTo>
                  <a:cubicBezTo>
                    <a:pt x="2" y="0"/>
                    <a:pt x="0" y="1"/>
                    <a:pt x="0" y="3"/>
                  </a:cubicBezTo>
                  <a:cubicBezTo>
                    <a:pt x="0" y="4"/>
                    <a:pt x="1" y="6"/>
                    <a:pt x="3" y="6"/>
                  </a:cubicBezTo>
                  <a:cubicBezTo>
                    <a:pt x="6" y="6"/>
                    <a:pt x="6" y="6"/>
                    <a:pt x="6" y="6"/>
                  </a:cubicBezTo>
                  <a:cubicBezTo>
                    <a:pt x="8" y="6"/>
                    <a:pt x="9" y="5"/>
                    <a:pt x="9" y="4"/>
                  </a:cubicBezTo>
                  <a:cubicBezTo>
                    <a:pt x="9" y="2"/>
                    <a:pt x="8" y="0"/>
                    <a:pt x="6"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0" name="Google Shape;1010;p48"/>
            <p:cNvSpPr/>
            <p:nvPr/>
          </p:nvSpPr>
          <p:spPr>
            <a:xfrm>
              <a:off x="3242930" y="1437973"/>
              <a:ext cx="26474" cy="16547"/>
            </a:xfrm>
            <a:custGeom>
              <a:avLst/>
              <a:gdLst/>
              <a:ahLst/>
              <a:cxnLst/>
              <a:rect l="l" t="t" r="r" b="b"/>
              <a:pathLst>
                <a:path w="10" h="6" extrusionOk="0">
                  <a:moveTo>
                    <a:pt x="3" y="6"/>
                  </a:moveTo>
                  <a:cubicBezTo>
                    <a:pt x="7" y="6"/>
                    <a:pt x="7" y="6"/>
                    <a:pt x="7" y="6"/>
                  </a:cubicBezTo>
                  <a:cubicBezTo>
                    <a:pt x="8" y="6"/>
                    <a:pt x="10" y="5"/>
                    <a:pt x="10" y="3"/>
                  </a:cubicBezTo>
                  <a:cubicBezTo>
                    <a:pt x="10" y="2"/>
                    <a:pt x="9" y="0"/>
                    <a:pt x="7" y="0"/>
                  </a:cubicBezTo>
                  <a:cubicBezTo>
                    <a:pt x="4" y="0"/>
                    <a:pt x="4" y="0"/>
                    <a:pt x="4" y="0"/>
                  </a:cubicBezTo>
                  <a:cubicBezTo>
                    <a:pt x="2" y="0"/>
                    <a:pt x="1" y="1"/>
                    <a:pt x="1" y="3"/>
                  </a:cubicBezTo>
                  <a:cubicBezTo>
                    <a:pt x="0" y="4"/>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1" name="Google Shape;1011;p48"/>
            <p:cNvSpPr/>
            <p:nvPr/>
          </p:nvSpPr>
          <p:spPr>
            <a:xfrm>
              <a:off x="3201012" y="1437973"/>
              <a:ext cx="23165" cy="16547"/>
            </a:xfrm>
            <a:custGeom>
              <a:avLst/>
              <a:gdLst/>
              <a:ahLst/>
              <a:cxnLst/>
              <a:rect l="l" t="t" r="r" b="b"/>
              <a:pathLst>
                <a:path w="9" h="6" extrusionOk="0">
                  <a:moveTo>
                    <a:pt x="3" y="6"/>
                  </a:moveTo>
                  <a:cubicBezTo>
                    <a:pt x="6" y="6"/>
                    <a:pt x="6" y="6"/>
                    <a:pt x="6" y="6"/>
                  </a:cubicBezTo>
                  <a:cubicBezTo>
                    <a:pt x="8" y="6"/>
                    <a:pt x="9" y="5"/>
                    <a:pt x="9" y="3"/>
                  </a:cubicBezTo>
                  <a:cubicBezTo>
                    <a:pt x="9" y="2"/>
                    <a:pt x="8" y="0"/>
                    <a:pt x="6" y="0"/>
                  </a:cubicBezTo>
                  <a:cubicBezTo>
                    <a:pt x="3" y="0"/>
                    <a:pt x="3" y="0"/>
                    <a:pt x="3" y="0"/>
                  </a:cubicBezTo>
                  <a:cubicBezTo>
                    <a:pt x="1" y="0"/>
                    <a:pt x="0" y="1"/>
                    <a:pt x="0" y="3"/>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2" name="Google Shape;1012;p48"/>
            <p:cNvSpPr/>
            <p:nvPr/>
          </p:nvSpPr>
          <p:spPr>
            <a:xfrm>
              <a:off x="3227487" y="1412601"/>
              <a:ext cx="15443" cy="23165"/>
            </a:xfrm>
            <a:custGeom>
              <a:avLst/>
              <a:gdLst/>
              <a:ahLst/>
              <a:cxnLst/>
              <a:rect l="l" t="t" r="r" b="b"/>
              <a:pathLst>
                <a:path w="6" h="9" extrusionOk="0">
                  <a:moveTo>
                    <a:pt x="6" y="6"/>
                  </a:moveTo>
                  <a:cubicBezTo>
                    <a:pt x="6" y="3"/>
                    <a:pt x="6" y="3"/>
                    <a:pt x="6" y="3"/>
                  </a:cubicBezTo>
                  <a:cubicBezTo>
                    <a:pt x="6" y="2"/>
                    <a:pt x="5" y="0"/>
                    <a:pt x="3" y="0"/>
                  </a:cubicBezTo>
                  <a:cubicBezTo>
                    <a:pt x="1" y="0"/>
                    <a:pt x="0" y="1"/>
                    <a:pt x="0" y="3"/>
                  </a:cubicBezTo>
                  <a:cubicBezTo>
                    <a:pt x="0" y="6"/>
                    <a:pt x="0" y="6"/>
                    <a:pt x="0" y="6"/>
                  </a:cubicBezTo>
                  <a:cubicBezTo>
                    <a:pt x="0" y="8"/>
                    <a:pt x="1" y="9"/>
                    <a:pt x="3" y="9"/>
                  </a:cubicBezTo>
                  <a:cubicBezTo>
                    <a:pt x="5" y="9"/>
                    <a:pt x="6" y="8"/>
                    <a:pt x="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3" name="Google Shape;1013;p48"/>
            <p:cNvSpPr/>
            <p:nvPr/>
          </p:nvSpPr>
          <p:spPr>
            <a:xfrm>
              <a:off x="3227487" y="1456725"/>
              <a:ext cx="15443" cy="23165"/>
            </a:xfrm>
            <a:custGeom>
              <a:avLst/>
              <a:gdLst/>
              <a:ahLst/>
              <a:cxnLst/>
              <a:rect l="l" t="t" r="r" b="b"/>
              <a:pathLst>
                <a:path w="6" h="9" extrusionOk="0">
                  <a:moveTo>
                    <a:pt x="6" y="6"/>
                  </a:moveTo>
                  <a:cubicBezTo>
                    <a:pt x="6" y="3"/>
                    <a:pt x="6" y="3"/>
                    <a:pt x="6" y="3"/>
                  </a:cubicBezTo>
                  <a:cubicBezTo>
                    <a:pt x="6" y="1"/>
                    <a:pt x="5" y="0"/>
                    <a:pt x="3" y="0"/>
                  </a:cubicBezTo>
                  <a:cubicBezTo>
                    <a:pt x="1" y="0"/>
                    <a:pt x="0" y="1"/>
                    <a:pt x="0" y="3"/>
                  </a:cubicBezTo>
                  <a:cubicBezTo>
                    <a:pt x="0" y="6"/>
                    <a:pt x="0" y="6"/>
                    <a:pt x="0" y="6"/>
                  </a:cubicBezTo>
                  <a:cubicBezTo>
                    <a:pt x="0" y="8"/>
                    <a:pt x="1" y="9"/>
                    <a:pt x="3" y="9"/>
                  </a:cubicBezTo>
                  <a:cubicBezTo>
                    <a:pt x="5" y="9"/>
                    <a:pt x="6" y="7"/>
                    <a:pt x="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4" name="Google Shape;1014;p48"/>
            <p:cNvSpPr/>
            <p:nvPr/>
          </p:nvSpPr>
          <p:spPr>
            <a:xfrm>
              <a:off x="3177847" y="1711540"/>
              <a:ext cx="12134" cy="12134"/>
            </a:xfrm>
            <a:custGeom>
              <a:avLst/>
              <a:gdLst/>
              <a:ahLst/>
              <a:cxnLst/>
              <a:rect l="l" t="t" r="r" b="b"/>
              <a:pathLst>
                <a:path w="5" h="5" extrusionOk="0">
                  <a:moveTo>
                    <a:pt x="3" y="0"/>
                  </a:moveTo>
                  <a:cubicBezTo>
                    <a:pt x="2" y="0"/>
                    <a:pt x="1" y="0"/>
                    <a:pt x="1" y="1"/>
                  </a:cubicBezTo>
                  <a:cubicBezTo>
                    <a:pt x="0" y="1"/>
                    <a:pt x="0" y="2"/>
                    <a:pt x="0" y="3"/>
                  </a:cubicBezTo>
                  <a:cubicBezTo>
                    <a:pt x="0" y="3"/>
                    <a:pt x="0" y="4"/>
                    <a:pt x="1" y="5"/>
                  </a:cubicBezTo>
                  <a:cubicBezTo>
                    <a:pt x="1" y="5"/>
                    <a:pt x="2" y="5"/>
                    <a:pt x="3" y="5"/>
                  </a:cubicBezTo>
                  <a:cubicBezTo>
                    <a:pt x="3" y="5"/>
                    <a:pt x="4" y="5"/>
                    <a:pt x="5" y="5"/>
                  </a:cubicBezTo>
                  <a:cubicBezTo>
                    <a:pt x="5" y="4"/>
                    <a:pt x="5" y="3"/>
                    <a:pt x="5" y="3"/>
                  </a:cubicBezTo>
                  <a:cubicBezTo>
                    <a:pt x="5" y="2"/>
                    <a:pt x="5" y="1"/>
                    <a:pt x="5" y="1"/>
                  </a:cubicBezTo>
                  <a:cubicBezTo>
                    <a:pt x="4" y="0"/>
                    <a:pt x="3"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15" name="Google Shape;1015;p48"/>
          <p:cNvGrpSpPr/>
          <p:nvPr/>
        </p:nvGrpSpPr>
        <p:grpSpPr>
          <a:xfrm>
            <a:off x="2357146" y="1378406"/>
            <a:ext cx="334237" cy="377258"/>
            <a:chOff x="2350528" y="1378406"/>
            <a:chExt cx="334237" cy="377258"/>
          </a:xfrm>
        </p:grpSpPr>
        <p:sp>
          <p:nvSpPr>
            <p:cNvPr id="1016" name="Google Shape;1016;p48"/>
            <p:cNvSpPr/>
            <p:nvPr/>
          </p:nvSpPr>
          <p:spPr>
            <a:xfrm>
              <a:off x="2373693" y="1664107"/>
              <a:ext cx="15443" cy="13237"/>
            </a:xfrm>
            <a:custGeom>
              <a:avLst/>
              <a:gdLst/>
              <a:ahLst/>
              <a:cxnLst/>
              <a:rect l="l" t="t" r="r" b="b"/>
              <a:pathLst>
                <a:path w="6" h="5" extrusionOk="0">
                  <a:moveTo>
                    <a:pt x="5" y="5"/>
                  </a:moveTo>
                  <a:cubicBezTo>
                    <a:pt x="5" y="4"/>
                    <a:pt x="6" y="3"/>
                    <a:pt x="6" y="3"/>
                  </a:cubicBezTo>
                  <a:cubicBezTo>
                    <a:pt x="6" y="2"/>
                    <a:pt x="5" y="1"/>
                    <a:pt x="5" y="1"/>
                  </a:cubicBezTo>
                  <a:cubicBezTo>
                    <a:pt x="4" y="0"/>
                    <a:pt x="4" y="0"/>
                    <a:pt x="3" y="0"/>
                  </a:cubicBezTo>
                  <a:cubicBezTo>
                    <a:pt x="2" y="0"/>
                    <a:pt x="1" y="0"/>
                    <a:pt x="1" y="1"/>
                  </a:cubicBezTo>
                  <a:cubicBezTo>
                    <a:pt x="0" y="1"/>
                    <a:pt x="0" y="2"/>
                    <a:pt x="0" y="3"/>
                  </a:cubicBezTo>
                  <a:cubicBezTo>
                    <a:pt x="0" y="3"/>
                    <a:pt x="0" y="4"/>
                    <a:pt x="1" y="5"/>
                  </a:cubicBezTo>
                  <a:cubicBezTo>
                    <a:pt x="1" y="5"/>
                    <a:pt x="2" y="5"/>
                    <a:pt x="3" y="5"/>
                  </a:cubicBezTo>
                  <a:cubicBezTo>
                    <a:pt x="4" y="5"/>
                    <a:pt x="4" y="5"/>
                    <a:pt x="5"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7" name="Google Shape;1017;p48"/>
            <p:cNvSpPr/>
            <p:nvPr/>
          </p:nvSpPr>
          <p:spPr>
            <a:xfrm>
              <a:off x="2350528" y="1378406"/>
              <a:ext cx="334237" cy="377258"/>
            </a:xfrm>
            <a:custGeom>
              <a:avLst/>
              <a:gdLst/>
              <a:ahLst/>
              <a:cxnLst/>
              <a:rect l="l" t="t" r="r" b="b"/>
              <a:pathLst>
                <a:path w="128" h="144" extrusionOk="0">
                  <a:moveTo>
                    <a:pt x="120" y="0"/>
                  </a:moveTo>
                  <a:cubicBezTo>
                    <a:pt x="120" y="0"/>
                    <a:pt x="120" y="0"/>
                    <a:pt x="119" y="0"/>
                  </a:cubicBezTo>
                  <a:cubicBezTo>
                    <a:pt x="12" y="0"/>
                    <a:pt x="12" y="0"/>
                    <a:pt x="12" y="0"/>
                  </a:cubicBezTo>
                  <a:cubicBezTo>
                    <a:pt x="5" y="0"/>
                    <a:pt x="0" y="6"/>
                    <a:pt x="0" y="12"/>
                  </a:cubicBezTo>
                  <a:cubicBezTo>
                    <a:pt x="0" y="18"/>
                    <a:pt x="4" y="22"/>
                    <a:pt x="9" y="24"/>
                  </a:cubicBezTo>
                  <a:cubicBezTo>
                    <a:pt x="9" y="100"/>
                    <a:pt x="9" y="100"/>
                    <a:pt x="9" y="100"/>
                  </a:cubicBezTo>
                  <a:cubicBezTo>
                    <a:pt x="9" y="102"/>
                    <a:pt x="10" y="103"/>
                    <a:pt x="12" y="103"/>
                  </a:cubicBezTo>
                  <a:cubicBezTo>
                    <a:pt x="13" y="103"/>
                    <a:pt x="15" y="102"/>
                    <a:pt x="15" y="100"/>
                  </a:cubicBezTo>
                  <a:cubicBezTo>
                    <a:pt x="15" y="24"/>
                    <a:pt x="15" y="24"/>
                    <a:pt x="15" y="24"/>
                  </a:cubicBezTo>
                  <a:cubicBezTo>
                    <a:pt x="123" y="24"/>
                    <a:pt x="123" y="24"/>
                    <a:pt x="123" y="24"/>
                  </a:cubicBezTo>
                  <a:cubicBezTo>
                    <a:pt x="123" y="121"/>
                    <a:pt x="123" y="121"/>
                    <a:pt x="123" y="121"/>
                  </a:cubicBezTo>
                  <a:cubicBezTo>
                    <a:pt x="122" y="120"/>
                    <a:pt x="120" y="120"/>
                    <a:pt x="119" y="120"/>
                  </a:cubicBezTo>
                  <a:cubicBezTo>
                    <a:pt x="12" y="120"/>
                    <a:pt x="12" y="120"/>
                    <a:pt x="12" y="120"/>
                  </a:cubicBezTo>
                  <a:cubicBezTo>
                    <a:pt x="5" y="120"/>
                    <a:pt x="0" y="125"/>
                    <a:pt x="0" y="132"/>
                  </a:cubicBezTo>
                  <a:cubicBezTo>
                    <a:pt x="0" y="138"/>
                    <a:pt x="5" y="144"/>
                    <a:pt x="12" y="144"/>
                  </a:cubicBezTo>
                  <a:cubicBezTo>
                    <a:pt x="121" y="144"/>
                    <a:pt x="121" y="144"/>
                    <a:pt x="121" y="144"/>
                  </a:cubicBezTo>
                  <a:cubicBezTo>
                    <a:pt x="123" y="144"/>
                    <a:pt x="124" y="142"/>
                    <a:pt x="124" y="141"/>
                  </a:cubicBezTo>
                  <a:cubicBezTo>
                    <a:pt x="124" y="139"/>
                    <a:pt x="123" y="138"/>
                    <a:pt x="121" y="138"/>
                  </a:cubicBezTo>
                  <a:cubicBezTo>
                    <a:pt x="117" y="138"/>
                    <a:pt x="114" y="135"/>
                    <a:pt x="114" y="131"/>
                  </a:cubicBezTo>
                  <a:cubicBezTo>
                    <a:pt x="114" y="128"/>
                    <a:pt x="116" y="126"/>
                    <a:pt x="119" y="126"/>
                  </a:cubicBezTo>
                  <a:cubicBezTo>
                    <a:pt x="121" y="126"/>
                    <a:pt x="123" y="127"/>
                    <a:pt x="123" y="129"/>
                  </a:cubicBezTo>
                  <a:cubicBezTo>
                    <a:pt x="123" y="131"/>
                    <a:pt x="122" y="132"/>
                    <a:pt x="120" y="132"/>
                  </a:cubicBezTo>
                  <a:cubicBezTo>
                    <a:pt x="119" y="132"/>
                    <a:pt x="118" y="133"/>
                    <a:pt x="118" y="134"/>
                  </a:cubicBezTo>
                  <a:cubicBezTo>
                    <a:pt x="118" y="136"/>
                    <a:pt x="119" y="137"/>
                    <a:pt x="120" y="137"/>
                  </a:cubicBezTo>
                  <a:cubicBezTo>
                    <a:pt x="125" y="137"/>
                    <a:pt x="128" y="134"/>
                    <a:pt x="128" y="129"/>
                  </a:cubicBezTo>
                  <a:cubicBezTo>
                    <a:pt x="128" y="10"/>
                    <a:pt x="128" y="10"/>
                    <a:pt x="128" y="10"/>
                  </a:cubicBezTo>
                  <a:cubicBezTo>
                    <a:pt x="128" y="5"/>
                    <a:pt x="125" y="1"/>
                    <a:pt x="120" y="0"/>
                  </a:cubicBezTo>
                  <a:close/>
                  <a:moveTo>
                    <a:pt x="111" y="138"/>
                  </a:moveTo>
                  <a:cubicBezTo>
                    <a:pt x="12" y="138"/>
                    <a:pt x="12" y="138"/>
                    <a:pt x="12" y="138"/>
                  </a:cubicBezTo>
                  <a:cubicBezTo>
                    <a:pt x="8" y="138"/>
                    <a:pt x="6" y="135"/>
                    <a:pt x="6" y="132"/>
                  </a:cubicBezTo>
                  <a:cubicBezTo>
                    <a:pt x="6" y="129"/>
                    <a:pt x="8" y="126"/>
                    <a:pt x="12" y="126"/>
                  </a:cubicBezTo>
                  <a:cubicBezTo>
                    <a:pt x="110" y="126"/>
                    <a:pt x="110" y="126"/>
                    <a:pt x="110" y="126"/>
                  </a:cubicBezTo>
                  <a:cubicBezTo>
                    <a:pt x="109" y="127"/>
                    <a:pt x="108" y="129"/>
                    <a:pt x="108" y="131"/>
                  </a:cubicBezTo>
                  <a:cubicBezTo>
                    <a:pt x="108" y="134"/>
                    <a:pt x="109" y="136"/>
                    <a:pt x="111" y="138"/>
                  </a:cubicBezTo>
                  <a:close/>
                  <a:moveTo>
                    <a:pt x="109" y="18"/>
                  </a:moveTo>
                  <a:cubicBezTo>
                    <a:pt x="12" y="18"/>
                    <a:pt x="12" y="18"/>
                    <a:pt x="12" y="18"/>
                  </a:cubicBezTo>
                  <a:cubicBezTo>
                    <a:pt x="8" y="18"/>
                    <a:pt x="6" y="15"/>
                    <a:pt x="6" y="12"/>
                  </a:cubicBezTo>
                  <a:cubicBezTo>
                    <a:pt x="6" y="9"/>
                    <a:pt x="8" y="6"/>
                    <a:pt x="12" y="6"/>
                  </a:cubicBezTo>
                  <a:cubicBezTo>
                    <a:pt x="109" y="6"/>
                    <a:pt x="109" y="6"/>
                    <a:pt x="109" y="6"/>
                  </a:cubicBezTo>
                  <a:cubicBezTo>
                    <a:pt x="108" y="8"/>
                    <a:pt x="108" y="10"/>
                    <a:pt x="108" y="12"/>
                  </a:cubicBezTo>
                  <a:cubicBezTo>
                    <a:pt x="108" y="14"/>
                    <a:pt x="108" y="16"/>
                    <a:pt x="109" y="18"/>
                  </a:cubicBezTo>
                  <a:close/>
                  <a:moveTo>
                    <a:pt x="119" y="18"/>
                  </a:moveTo>
                  <a:cubicBezTo>
                    <a:pt x="116" y="18"/>
                    <a:pt x="113" y="15"/>
                    <a:pt x="113" y="12"/>
                  </a:cubicBezTo>
                  <a:cubicBezTo>
                    <a:pt x="113" y="9"/>
                    <a:pt x="116" y="6"/>
                    <a:pt x="119" y="6"/>
                  </a:cubicBezTo>
                  <a:cubicBezTo>
                    <a:pt x="121" y="6"/>
                    <a:pt x="123" y="8"/>
                    <a:pt x="123" y="10"/>
                  </a:cubicBezTo>
                  <a:cubicBezTo>
                    <a:pt x="123" y="18"/>
                    <a:pt x="123" y="18"/>
                    <a:pt x="123" y="18"/>
                  </a:cubicBezTo>
                  <a:lnTo>
                    <a:pt x="119" y="1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8" name="Google Shape;1018;p48"/>
            <p:cNvSpPr/>
            <p:nvPr/>
          </p:nvSpPr>
          <p:spPr>
            <a:xfrm>
              <a:off x="2632919" y="1479890"/>
              <a:ext cx="15443" cy="13237"/>
            </a:xfrm>
            <a:custGeom>
              <a:avLst/>
              <a:gdLst/>
              <a:ahLst/>
              <a:cxnLst/>
              <a:rect l="l" t="t" r="r" b="b"/>
              <a:pathLst>
                <a:path w="6" h="5" extrusionOk="0">
                  <a:moveTo>
                    <a:pt x="5" y="5"/>
                  </a:moveTo>
                  <a:cubicBezTo>
                    <a:pt x="6" y="4"/>
                    <a:pt x="6" y="3"/>
                    <a:pt x="6" y="3"/>
                  </a:cubicBezTo>
                  <a:cubicBezTo>
                    <a:pt x="6" y="2"/>
                    <a:pt x="6" y="1"/>
                    <a:pt x="5" y="1"/>
                  </a:cubicBezTo>
                  <a:cubicBezTo>
                    <a:pt x="5" y="0"/>
                    <a:pt x="4" y="0"/>
                    <a:pt x="3" y="0"/>
                  </a:cubicBezTo>
                  <a:cubicBezTo>
                    <a:pt x="2" y="0"/>
                    <a:pt x="2" y="0"/>
                    <a:pt x="1" y="1"/>
                  </a:cubicBezTo>
                  <a:cubicBezTo>
                    <a:pt x="1" y="1"/>
                    <a:pt x="0" y="2"/>
                    <a:pt x="0" y="3"/>
                  </a:cubicBezTo>
                  <a:cubicBezTo>
                    <a:pt x="0" y="3"/>
                    <a:pt x="1" y="4"/>
                    <a:pt x="1" y="5"/>
                  </a:cubicBezTo>
                  <a:cubicBezTo>
                    <a:pt x="2" y="5"/>
                    <a:pt x="2" y="5"/>
                    <a:pt x="3" y="5"/>
                  </a:cubicBezTo>
                  <a:cubicBezTo>
                    <a:pt x="4" y="5"/>
                    <a:pt x="5" y="5"/>
                    <a:pt x="5"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9" name="Google Shape;1019;p48"/>
            <p:cNvSpPr/>
            <p:nvPr/>
          </p:nvSpPr>
          <p:spPr>
            <a:xfrm>
              <a:off x="2405682" y="1464447"/>
              <a:ext cx="214000" cy="31990"/>
            </a:xfrm>
            <a:custGeom>
              <a:avLst/>
              <a:gdLst/>
              <a:ahLst/>
              <a:cxnLst/>
              <a:rect l="l" t="t" r="r" b="b"/>
              <a:pathLst>
                <a:path w="82" h="12" extrusionOk="0">
                  <a:moveTo>
                    <a:pt x="4" y="11"/>
                  </a:moveTo>
                  <a:cubicBezTo>
                    <a:pt x="12" y="6"/>
                    <a:pt x="12" y="6"/>
                    <a:pt x="12" y="6"/>
                  </a:cubicBezTo>
                  <a:cubicBezTo>
                    <a:pt x="13" y="8"/>
                    <a:pt x="13" y="8"/>
                    <a:pt x="13" y="8"/>
                  </a:cubicBezTo>
                  <a:cubicBezTo>
                    <a:pt x="14" y="10"/>
                    <a:pt x="17" y="11"/>
                    <a:pt x="20" y="10"/>
                  </a:cubicBezTo>
                  <a:cubicBezTo>
                    <a:pt x="25" y="7"/>
                    <a:pt x="25" y="7"/>
                    <a:pt x="25" y="7"/>
                  </a:cubicBezTo>
                  <a:cubicBezTo>
                    <a:pt x="28" y="10"/>
                    <a:pt x="28" y="10"/>
                    <a:pt x="28" y="10"/>
                  </a:cubicBezTo>
                  <a:cubicBezTo>
                    <a:pt x="30" y="11"/>
                    <a:pt x="32" y="12"/>
                    <a:pt x="34" y="11"/>
                  </a:cubicBezTo>
                  <a:cubicBezTo>
                    <a:pt x="43" y="8"/>
                    <a:pt x="43" y="8"/>
                    <a:pt x="43" y="8"/>
                  </a:cubicBezTo>
                  <a:cubicBezTo>
                    <a:pt x="51" y="11"/>
                    <a:pt x="51" y="11"/>
                    <a:pt x="51" y="11"/>
                  </a:cubicBezTo>
                  <a:cubicBezTo>
                    <a:pt x="52" y="12"/>
                    <a:pt x="52" y="12"/>
                    <a:pt x="52" y="12"/>
                  </a:cubicBezTo>
                  <a:cubicBezTo>
                    <a:pt x="78" y="12"/>
                    <a:pt x="78" y="12"/>
                    <a:pt x="78" y="12"/>
                  </a:cubicBezTo>
                  <a:cubicBezTo>
                    <a:pt x="79" y="12"/>
                    <a:pt x="79" y="11"/>
                    <a:pt x="80" y="11"/>
                  </a:cubicBezTo>
                  <a:cubicBezTo>
                    <a:pt x="82" y="9"/>
                    <a:pt x="80" y="6"/>
                    <a:pt x="78" y="6"/>
                  </a:cubicBezTo>
                  <a:cubicBezTo>
                    <a:pt x="53" y="6"/>
                    <a:pt x="53" y="6"/>
                    <a:pt x="53" y="6"/>
                  </a:cubicBezTo>
                  <a:cubicBezTo>
                    <a:pt x="45" y="3"/>
                    <a:pt x="45" y="3"/>
                    <a:pt x="45" y="3"/>
                  </a:cubicBezTo>
                  <a:cubicBezTo>
                    <a:pt x="44" y="3"/>
                    <a:pt x="43" y="3"/>
                    <a:pt x="42" y="3"/>
                  </a:cubicBezTo>
                  <a:cubicBezTo>
                    <a:pt x="32" y="6"/>
                    <a:pt x="32" y="6"/>
                    <a:pt x="32" y="6"/>
                  </a:cubicBezTo>
                  <a:cubicBezTo>
                    <a:pt x="29" y="3"/>
                    <a:pt x="29" y="3"/>
                    <a:pt x="29" y="3"/>
                  </a:cubicBezTo>
                  <a:cubicBezTo>
                    <a:pt x="28" y="1"/>
                    <a:pt x="25" y="1"/>
                    <a:pt x="23" y="2"/>
                  </a:cubicBezTo>
                  <a:cubicBezTo>
                    <a:pt x="18" y="5"/>
                    <a:pt x="18" y="5"/>
                    <a:pt x="18" y="5"/>
                  </a:cubicBezTo>
                  <a:cubicBezTo>
                    <a:pt x="16" y="3"/>
                    <a:pt x="16" y="3"/>
                    <a:pt x="16" y="3"/>
                  </a:cubicBezTo>
                  <a:cubicBezTo>
                    <a:pt x="16" y="1"/>
                    <a:pt x="15" y="0"/>
                    <a:pt x="13" y="0"/>
                  </a:cubicBezTo>
                  <a:cubicBezTo>
                    <a:pt x="12" y="0"/>
                    <a:pt x="10" y="0"/>
                    <a:pt x="9" y="1"/>
                  </a:cubicBezTo>
                  <a:cubicBezTo>
                    <a:pt x="1" y="6"/>
                    <a:pt x="1" y="6"/>
                    <a:pt x="1" y="6"/>
                  </a:cubicBezTo>
                  <a:cubicBezTo>
                    <a:pt x="0" y="7"/>
                    <a:pt x="0" y="9"/>
                    <a:pt x="1" y="10"/>
                  </a:cubicBezTo>
                  <a:cubicBezTo>
                    <a:pt x="1" y="11"/>
                    <a:pt x="3" y="12"/>
                    <a:pt x="4"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0" name="Google Shape;1020;p48"/>
            <p:cNvSpPr/>
            <p:nvPr/>
          </p:nvSpPr>
          <p:spPr>
            <a:xfrm>
              <a:off x="2405682" y="1519602"/>
              <a:ext cx="245990" cy="31990"/>
            </a:xfrm>
            <a:custGeom>
              <a:avLst/>
              <a:gdLst/>
              <a:ahLst/>
              <a:cxnLst/>
              <a:rect l="l" t="t" r="r" b="b"/>
              <a:pathLst>
                <a:path w="94" h="12" extrusionOk="0">
                  <a:moveTo>
                    <a:pt x="1" y="10"/>
                  </a:moveTo>
                  <a:cubicBezTo>
                    <a:pt x="1" y="11"/>
                    <a:pt x="3" y="12"/>
                    <a:pt x="4" y="11"/>
                  </a:cubicBezTo>
                  <a:cubicBezTo>
                    <a:pt x="12" y="6"/>
                    <a:pt x="12" y="6"/>
                    <a:pt x="12" y="6"/>
                  </a:cubicBezTo>
                  <a:cubicBezTo>
                    <a:pt x="13" y="8"/>
                    <a:pt x="13" y="8"/>
                    <a:pt x="13" y="8"/>
                  </a:cubicBezTo>
                  <a:cubicBezTo>
                    <a:pt x="14" y="10"/>
                    <a:pt x="17" y="11"/>
                    <a:pt x="20" y="10"/>
                  </a:cubicBezTo>
                  <a:cubicBezTo>
                    <a:pt x="25" y="7"/>
                    <a:pt x="25" y="7"/>
                    <a:pt x="25" y="7"/>
                  </a:cubicBezTo>
                  <a:cubicBezTo>
                    <a:pt x="28" y="10"/>
                    <a:pt x="28" y="10"/>
                    <a:pt x="28" y="10"/>
                  </a:cubicBezTo>
                  <a:cubicBezTo>
                    <a:pt x="30" y="11"/>
                    <a:pt x="32" y="12"/>
                    <a:pt x="34" y="11"/>
                  </a:cubicBezTo>
                  <a:cubicBezTo>
                    <a:pt x="43" y="9"/>
                    <a:pt x="43" y="9"/>
                    <a:pt x="43" y="9"/>
                  </a:cubicBezTo>
                  <a:cubicBezTo>
                    <a:pt x="51" y="12"/>
                    <a:pt x="51" y="12"/>
                    <a:pt x="51" y="12"/>
                  </a:cubicBezTo>
                  <a:cubicBezTo>
                    <a:pt x="52" y="12"/>
                    <a:pt x="52" y="12"/>
                    <a:pt x="52" y="12"/>
                  </a:cubicBezTo>
                  <a:cubicBezTo>
                    <a:pt x="91" y="12"/>
                    <a:pt x="91" y="12"/>
                    <a:pt x="91" y="12"/>
                  </a:cubicBezTo>
                  <a:cubicBezTo>
                    <a:pt x="91" y="12"/>
                    <a:pt x="92" y="12"/>
                    <a:pt x="92" y="11"/>
                  </a:cubicBezTo>
                  <a:cubicBezTo>
                    <a:pt x="94" y="9"/>
                    <a:pt x="92" y="6"/>
                    <a:pt x="90" y="6"/>
                  </a:cubicBezTo>
                  <a:cubicBezTo>
                    <a:pt x="53" y="6"/>
                    <a:pt x="53" y="6"/>
                    <a:pt x="53" y="6"/>
                  </a:cubicBezTo>
                  <a:cubicBezTo>
                    <a:pt x="45" y="3"/>
                    <a:pt x="45" y="3"/>
                    <a:pt x="45" y="3"/>
                  </a:cubicBezTo>
                  <a:cubicBezTo>
                    <a:pt x="44" y="3"/>
                    <a:pt x="43" y="3"/>
                    <a:pt x="42" y="3"/>
                  </a:cubicBezTo>
                  <a:cubicBezTo>
                    <a:pt x="32" y="6"/>
                    <a:pt x="32" y="6"/>
                    <a:pt x="32" y="6"/>
                  </a:cubicBezTo>
                  <a:cubicBezTo>
                    <a:pt x="29" y="3"/>
                    <a:pt x="29" y="3"/>
                    <a:pt x="29" y="3"/>
                  </a:cubicBezTo>
                  <a:cubicBezTo>
                    <a:pt x="28" y="1"/>
                    <a:pt x="25" y="1"/>
                    <a:pt x="23" y="2"/>
                  </a:cubicBezTo>
                  <a:cubicBezTo>
                    <a:pt x="18" y="5"/>
                    <a:pt x="18" y="5"/>
                    <a:pt x="18" y="5"/>
                  </a:cubicBezTo>
                  <a:cubicBezTo>
                    <a:pt x="16" y="3"/>
                    <a:pt x="16" y="3"/>
                    <a:pt x="16" y="3"/>
                  </a:cubicBezTo>
                  <a:cubicBezTo>
                    <a:pt x="16" y="2"/>
                    <a:pt x="15" y="1"/>
                    <a:pt x="13" y="0"/>
                  </a:cubicBezTo>
                  <a:cubicBezTo>
                    <a:pt x="12" y="0"/>
                    <a:pt x="10" y="0"/>
                    <a:pt x="9" y="1"/>
                  </a:cubicBezTo>
                  <a:cubicBezTo>
                    <a:pt x="1" y="6"/>
                    <a:pt x="1" y="6"/>
                    <a:pt x="1" y="6"/>
                  </a:cubicBezTo>
                  <a:cubicBezTo>
                    <a:pt x="0" y="7"/>
                    <a:pt x="0" y="9"/>
                    <a:pt x="1"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1" name="Google Shape;1021;p48"/>
            <p:cNvSpPr/>
            <p:nvPr/>
          </p:nvSpPr>
          <p:spPr>
            <a:xfrm>
              <a:off x="2405682" y="1574756"/>
              <a:ext cx="245990" cy="30887"/>
            </a:xfrm>
            <a:custGeom>
              <a:avLst/>
              <a:gdLst/>
              <a:ahLst/>
              <a:cxnLst/>
              <a:rect l="l" t="t" r="r" b="b"/>
              <a:pathLst>
                <a:path w="94" h="12" extrusionOk="0">
                  <a:moveTo>
                    <a:pt x="1" y="10"/>
                  </a:moveTo>
                  <a:cubicBezTo>
                    <a:pt x="1" y="12"/>
                    <a:pt x="3" y="12"/>
                    <a:pt x="4" y="11"/>
                  </a:cubicBezTo>
                  <a:cubicBezTo>
                    <a:pt x="12" y="6"/>
                    <a:pt x="12" y="6"/>
                    <a:pt x="12" y="6"/>
                  </a:cubicBezTo>
                  <a:cubicBezTo>
                    <a:pt x="13" y="8"/>
                    <a:pt x="13" y="8"/>
                    <a:pt x="13" y="8"/>
                  </a:cubicBezTo>
                  <a:cubicBezTo>
                    <a:pt x="14" y="11"/>
                    <a:pt x="17" y="12"/>
                    <a:pt x="20" y="10"/>
                  </a:cubicBezTo>
                  <a:cubicBezTo>
                    <a:pt x="25" y="7"/>
                    <a:pt x="25" y="7"/>
                    <a:pt x="25" y="7"/>
                  </a:cubicBezTo>
                  <a:cubicBezTo>
                    <a:pt x="28" y="10"/>
                    <a:pt x="28" y="10"/>
                    <a:pt x="28" y="10"/>
                  </a:cubicBezTo>
                  <a:cubicBezTo>
                    <a:pt x="30" y="12"/>
                    <a:pt x="32" y="12"/>
                    <a:pt x="34" y="12"/>
                  </a:cubicBezTo>
                  <a:cubicBezTo>
                    <a:pt x="43" y="9"/>
                    <a:pt x="43" y="9"/>
                    <a:pt x="43" y="9"/>
                  </a:cubicBezTo>
                  <a:cubicBezTo>
                    <a:pt x="51" y="12"/>
                    <a:pt x="51" y="12"/>
                    <a:pt x="51" y="12"/>
                  </a:cubicBezTo>
                  <a:cubicBezTo>
                    <a:pt x="52" y="12"/>
                    <a:pt x="52" y="12"/>
                    <a:pt x="52" y="12"/>
                  </a:cubicBezTo>
                  <a:cubicBezTo>
                    <a:pt x="91" y="12"/>
                    <a:pt x="91" y="12"/>
                    <a:pt x="91" y="12"/>
                  </a:cubicBezTo>
                  <a:cubicBezTo>
                    <a:pt x="91" y="12"/>
                    <a:pt x="92" y="12"/>
                    <a:pt x="92" y="12"/>
                  </a:cubicBezTo>
                  <a:cubicBezTo>
                    <a:pt x="94" y="9"/>
                    <a:pt x="92" y="7"/>
                    <a:pt x="90" y="7"/>
                  </a:cubicBezTo>
                  <a:cubicBezTo>
                    <a:pt x="53" y="7"/>
                    <a:pt x="53" y="7"/>
                    <a:pt x="53" y="7"/>
                  </a:cubicBezTo>
                  <a:cubicBezTo>
                    <a:pt x="45" y="4"/>
                    <a:pt x="45" y="4"/>
                    <a:pt x="45" y="4"/>
                  </a:cubicBezTo>
                  <a:cubicBezTo>
                    <a:pt x="44" y="3"/>
                    <a:pt x="43" y="3"/>
                    <a:pt x="42" y="3"/>
                  </a:cubicBezTo>
                  <a:cubicBezTo>
                    <a:pt x="32" y="6"/>
                    <a:pt x="32" y="6"/>
                    <a:pt x="32" y="6"/>
                  </a:cubicBezTo>
                  <a:cubicBezTo>
                    <a:pt x="29" y="3"/>
                    <a:pt x="29" y="3"/>
                    <a:pt x="29" y="3"/>
                  </a:cubicBezTo>
                  <a:cubicBezTo>
                    <a:pt x="28" y="2"/>
                    <a:pt x="25" y="1"/>
                    <a:pt x="23" y="2"/>
                  </a:cubicBezTo>
                  <a:cubicBezTo>
                    <a:pt x="18" y="5"/>
                    <a:pt x="18" y="5"/>
                    <a:pt x="18" y="5"/>
                  </a:cubicBezTo>
                  <a:cubicBezTo>
                    <a:pt x="16" y="3"/>
                    <a:pt x="16" y="3"/>
                    <a:pt x="16" y="3"/>
                  </a:cubicBezTo>
                  <a:cubicBezTo>
                    <a:pt x="16" y="2"/>
                    <a:pt x="15" y="1"/>
                    <a:pt x="13" y="1"/>
                  </a:cubicBezTo>
                  <a:cubicBezTo>
                    <a:pt x="12" y="0"/>
                    <a:pt x="10" y="1"/>
                    <a:pt x="9" y="1"/>
                  </a:cubicBezTo>
                  <a:cubicBezTo>
                    <a:pt x="1" y="7"/>
                    <a:pt x="1" y="7"/>
                    <a:pt x="1" y="7"/>
                  </a:cubicBezTo>
                  <a:cubicBezTo>
                    <a:pt x="0" y="7"/>
                    <a:pt x="0" y="9"/>
                    <a:pt x="1"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2" name="Google Shape;1022;p48"/>
            <p:cNvSpPr/>
            <p:nvPr/>
          </p:nvSpPr>
          <p:spPr>
            <a:xfrm>
              <a:off x="2405682" y="1629911"/>
              <a:ext cx="245990" cy="30887"/>
            </a:xfrm>
            <a:custGeom>
              <a:avLst/>
              <a:gdLst/>
              <a:ahLst/>
              <a:cxnLst/>
              <a:rect l="l" t="t" r="r" b="b"/>
              <a:pathLst>
                <a:path w="94" h="12" extrusionOk="0">
                  <a:moveTo>
                    <a:pt x="1" y="10"/>
                  </a:moveTo>
                  <a:cubicBezTo>
                    <a:pt x="1" y="12"/>
                    <a:pt x="3" y="12"/>
                    <a:pt x="4" y="11"/>
                  </a:cubicBezTo>
                  <a:cubicBezTo>
                    <a:pt x="12" y="6"/>
                    <a:pt x="12" y="6"/>
                    <a:pt x="12" y="6"/>
                  </a:cubicBezTo>
                  <a:cubicBezTo>
                    <a:pt x="13" y="8"/>
                    <a:pt x="13" y="8"/>
                    <a:pt x="13" y="8"/>
                  </a:cubicBezTo>
                  <a:cubicBezTo>
                    <a:pt x="14" y="11"/>
                    <a:pt x="17" y="12"/>
                    <a:pt x="20" y="10"/>
                  </a:cubicBezTo>
                  <a:cubicBezTo>
                    <a:pt x="25" y="7"/>
                    <a:pt x="25" y="7"/>
                    <a:pt x="25" y="7"/>
                  </a:cubicBezTo>
                  <a:cubicBezTo>
                    <a:pt x="28" y="10"/>
                    <a:pt x="28" y="10"/>
                    <a:pt x="28" y="10"/>
                  </a:cubicBezTo>
                  <a:cubicBezTo>
                    <a:pt x="30" y="12"/>
                    <a:pt x="32" y="12"/>
                    <a:pt x="34" y="12"/>
                  </a:cubicBezTo>
                  <a:cubicBezTo>
                    <a:pt x="43" y="9"/>
                    <a:pt x="43" y="9"/>
                    <a:pt x="43" y="9"/>
                  </a:cubicBezTo>
                  <a:cubicBezTo>
                    <a:pt x="51" y="12"/>
                    <a:pt x="51" y="12"/>
                    <a:pt x="51" y="12"/>
                  </a:cubicBezTo>
                  <a:cubicBezTo>
                    <a:pt x="52" y="12"/>
                    <a:pt x="52" y="12"/>
                    <a:pt x="52" y="12"/>
                  </a:cubicBezTo>
                  <a:cubicBezTo>
                    <a:pt x="91" y="12"/>
                    <a:pt x="91" y="12"/>
                    <a:pt x="91" y="12"/>
                  </a:cubicBezTo>
                  <a:cubicBezTo>
                    <a:pt x="91" y="12"/>
                    <a:pt x="92" y="12"/>
                    <a:pt x="92" y="12"/>
                  </a:cubicBezTo>
                  <a:cubicBezTo>
                    <a:pt x="94" y="9"/>
                    <a:pt x="92" y="7"/>
                    <a:pt x="90" y="7"/>
                  </a:cubicBezTo>
                  <a:cubicBezTo>
                    <a:pt x="53" y="7"/>
                    <a:pt x="53" y="7"/>
                    <a:pt x="53" y="7"/>
                  </a:cubicBezTo>
                  <a:cubicBezTo>
                    <a:pt x="45" y="4"/>
                    <a:pt x="45" y="4"/>
                    <a:pt x="45" y="4"/>
                  </a:cubicBezTo>
                  <a:cubicBezTo>
                    <a:pt x="44" y="3"/>
                    <a:pt x="43" y="3"/>
                    <a:pt x="42" y="3"/>
                  </a:cubicBezTo>
                  <a:cubicBezTo>
                    <a:pt x="32" y="6"/>
                    <a:pt x="32" y="6"/>
                    <a:pt x="32" y="6"/>
                  </a:cubicBezTo>
                  <a:cubicBezTo>
                    <a:pt x="29" y="3"/>
                    <a:pt x="29" y="3"/>
                    <a:pt x="29" y="3"/>
                  </a:cubicBezTo>
                  <a:cubicBezTo>
                    <a:pt x="28" y="2"/>
                    <a:pt x="25" y="1"/>
                    <a:pt x="23" y="2"/>
                  </a:cubicBezTo>
                  <a:cubicBezTo>
                    <a:pt x="18" y="5"/>
                    <a:pt x="18" y="5"/>
                    <a:pt x="18" y="5"/>
                  </a:cubicBezTo>
                  <a:cubicBezTo>
                    <a:pt x="16" y="3"/>
                    <a:pt x="16" y="3"/>
                    <a:pt x="16" y="3"/>
                  </a:cubicBezTo>
                  <a:cubicBezTo>
                    <a:pt x="16" y="2"/>
                    <a:pt x="15" y="1"/>
                    <a:pt x="13" y="1"/>
                  </a:cubicBezTo>
                  <a:cubicBezTo>
                    <a:pt x="12" y="0"/>
                    <a:pt x="10" y="1"/>
                    <a:pt x="9" y="1"/>
                  </a:cubicBezTo>
                  <a:cubicBezTo>
                    <a:pt x="1" y="7"/>
                    <a:pt x="1" y="7"/>
                    <a:pt x="1" y="7"/>
                  </a:cubicBezTo>
                  <a:cubicBezTo>
                    <a:pt x="0" y="7"/>
                    <a:pt x="0" y="9"/>
                    <a:pt x="1"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23" name="Google Shape;1023;p48"/>
          <p:cNvGrpSpPr/>
          <p:nvPr/>
        </p:nvGrpSpPr>
        <p:grpSpPr>
          <a:xfrm>
            <a:off x="1534534" y="1378406"/>
            <a:ext cx="354621" cy="377258"/>
            <a:chOff x="1470834" y="1378406"/>
            <a:chExt cx="354621" cy="377258"/>
          </a:xfrm>
        </p:grpSpPr>
        <p:sp>
          <p:nvSpPr>
            <p:cNvPr id="1024" name="Google Shape;1024;p48"/>
            <p:cNvSpPr/>
            <p:nvPr/>
          </p:nvSpPr>
          <p:spPr>
            <a:xfrm>
              <a:off x="1688672" y="1637632"/>
              <a:ext cx="79423" cy="78320"/>
            </a:xfrm>
            <a:custGeom>
              <a:avLst/>
              <a:gdLst/>
              <a:ahLst/>
              <a:cxnLst/>
              <a:rect l="l" t="t" r="r" b="b"/>
              <a:pathLst>
                <a:path w="30" h="30" extrusionOk="0">
                  <a:moveTo>
                    <a:pt x="15" y="0"/>
                  </a:moveTo>
                  <a:cubicBezTo>
                    <a:pt x="7" y="0"/>
                    <a:pt x="0" y="7"/>
                    <a:pt x="0" y="15"/>
                  </a:cubicBezTo>
                  <a:cubicBezTo>
                    <a:pt x="0" y="24"/>
                    <a:pt x="7" y="30"/>
                    <a:pt x="15" y="30"/>
                  </a:cubicBezTo>
                  <a:cubicBezTo>
                    <a:pt x="23" y="30"/>
                    <a:pt x="30" y="24"/>
                    <a:pt x="30" y="15"/>
                  </a:cubicBezTo>
                  <a:cubicBezTo>
                    <a:pt x="30" y="7"/>
                    <a:pt x="23" y="0"/>
                    <a:pt x="15" y="0"/>
                  </a:cubicBezTo>
                  <a:close/>
                  <a:moveTo>
                    <a:pt x="15" y="25"/>
                  </a:moveTo>
                  <a:cubicBezTo>
                    <a:pt x="10" y="25"/>
                    <a:pt x="5" y="20"/>
                    <a:pt x="5" y="15"/>
                  </a:cubicBezTo>
                  <a:cubicBezTo>
                    <a:pt x="5" y="10"/>
                    <a:pt x="10" y="6"/>
                    <a:pt x="15" y="6"/>
                  </a:cubicBezTo>
                  <a:cubicBezTo>
                    <a:pt x="20" y="6"/>
                    <a:pt x="24" y="10"/>
                    <a:pt x="24" y="15"/>
                  </a:cubicBezTo>
                  <a:cubicBezTo>
                    <a:pt x="24" y="20"/>
                    <a:pt x="20" y="25"/>
                    <a:pt x="15" y="2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025" name="Google Shape;1025;p48"/>
            <p:cNvGrpSpPr/>
            <p:nvPr/>
          </p:nvGrpSpPr>
          <p:grpSpPr>
            <a:xfrm>
              <a:off x="1470834" y="1378406"/>
              <a:ext cx="354621" cy="377258"/>
              <a:chOff x="1470834" y="1378406"/>
              <a:chExt cx="354621" cy="377258"/>
            </a:xfrm>
          </p:grpSpPr>
          <p:sp>
            <p:nvSpPr>
              <p:cNvPr id="1026" name="Google Shape;1026;p48"/>
              <p:cNvSpPr/>
              <p:nvPr/>
            </p:nvSpPr>
            <p:spPr>
              <a:xfrm>
                <a:off x="1631312" y="1563725"/>
                <a:ext cx="194144" cy="191938"/>
              </a:xfrm>
              <a:custGeom>
                <a:avLst/>
                <a:gdLst/>
                <a:ahLst/>
                <a:cxnLst/>
                <a:rect l="l" t="t" r="r" b="b"/>
                <a:pathLst>
                  <a:path w="74" h="73" extrusionOk="0">
                    <a:moveTo>
                      <a:pt x="57" y="15"/>
                    </a:moveTo>
                    <a:cubicBezTo>
                      <a:pt x="56" y="14"/>
                      <a:pt x="56" y="14"/>
                      <a:pt x="55" y="14"/>
                    </a:cubicBezTo>
                    <a:cubicBezTo>
                      <a:pt x="55" y="6"/>
                      <a:pt x="55" y="6"/>
                      <a:pt x="55" y="6"/>
                    </a:cubicBezTo>
                    <a:cubicBezTo>
                      <a:pt x="57" y="6"/>
                      <a:pt x="58" y="4"/>
                      <a:pt x="58" y="3"/>
                    </a:cubicBezTo>
                    <a:cubicBezTo>
                      <a:pt x="57" y="2"/>
                      <a:pt x="56" y="0"/>
                      <a:pt x="55" y="0"/>
                    </a:cubicBezTo>
                    <a:cubicBezTo>
                      <a:pt x="19" y="0"/>
                      <a:pt x="19" y="0"/>
                      <a:pt x="19" y="0"/>
                    </a:cubicBezTo>
                    <a:cubicBezTo>
                      <a:pt x="17" y="0"/>
                      <a:pt x="16" y="2"/>
                      <a:pt x="16" y="3"/>
                    </a:cubicBezTo>
                    <a:cubicBezTo>
                      <a:pt x="16" y="4"/>
                      <a:pt x="17" y="6"/>
                      <a:pt x="18" y="6"/>
                    </a:cubicBezTo>
                    <a:cubicBezTo>
                      <a:pt x="18" y="14"/>
                      <a:pt x="18" y="14"/>
                      <a:pt x="18" y="14"/>
                    </a:cubicBezTo>
                    <a:cubicBezTo>
                      <a:pt x="18" y="14"/>
                      <a:pt x="17" y="14"/>
                      <a:pt x="17" y="15"/>
                    </a:cubicBezTo>
                    <a:cubicBezTo>
                      <a:pt x="0" y="31"/>
                      <a:pt x="0" y="31"/>
                      <a:pt x="0" y="31"/>
                    </a:cubicBezTo>
                    <a:cubicBezTo>
                      <a:pt x="0" y="32"/>
                      <a:pt x="0" y="32"/>
                      <a:pt x="0" y="33"/>
                    </a:cubicBezTo>
                    <a:cubicBezTo>
                      <a:pt x="0" y="63"/>
                      <a:pt x="0" y="63"/>
                      <a:pt x="0" y="63"/>
                    </a:cubicBezTo>
                    <a:cubicBezTo>
                      <a:pt x="0" y="69"/>
                      <a:pt x="4" y="73"/>
                      <a:pt x="9" y="73"/>
                    </a:cubicBezTo>
                    <a:cubicBezTo>
                      <a:pt x="65" y="73"/>
                      <a:pt x="65" y="73"/>
                      <a:pt x="65" y="73"/>
                    </a:cubicBezTo>
                    <a:cubicBezTo>
                      <a:pt x="70" y="73"/>
                      <a:pt x="74" y="69"/>
                      <a:pt x="74" y="63"/>
                    </a:cubicBezTo>
                    <a:cubicBezTo>
                      <a:pt x="74" y="33"/>
                      <a:pt x="74" y="33"/>
                      <a:pt x="74" y="33"/>
                    </a:cubicBezTo>
                    <a:cubicBezTo>
                      <a:pt x="74" y="32"/>
                      <a:pt x="74" y="32"/>
                      <a:pt x="73" y="31"/>
                    </a:cubicBezTo>
                    <a:lnTo>
                      <a:pt x="57" y="15"/>
                    </a:lnTo>
                    <a:close/>
                    <a:moveTo>
                      <a:pt x="50" y="6"/>
                    </a:moveTo>
                    <a:cubicBezTo>
                      <a:pt x="50" y="14"/>
                      <a:pt x="50" y="14"/>
                      <a:pt x="50" y="14"/>
                    </a:cubicBezTo>
                    <a:cubicBezTo>
                      <a:pt x="24" y="14"/>
                      <a:pt x="24" y="14"/>
                      <a:pt x="24" y="14"/>
                    </a:cubicBezTo>
                    <a:cubicBezTo>
                      <a:pt x="24" y="6"/>
                      <a:pt x="24" y="6"/>
                      <a:pt x="24" y="6"/>
                    </a:cubicBezTo>
                    <a:lnTo>
                      <a:pt x="50" y="6"/>
                    </a:lnTo>
                    <a:close/>
                    <a:moveTo>
                      <a:pt x="68" y="63"/>
                    </a:moveTo>
                    <a:cubicBezTo>
                      <a:pt x="68" y="66"/>
                      <a:pt x="67" y="67"/>
                      <a:pt x="65" y="67"/>
                    </a:cubicBezTo>
                    <a:cubicBezTo>
                      <a:pt x="63" y="67"/>
                      <a:pt x="63" y="67"/>
                      <a:pt x="63" y="67"/>
                    </a:cubicBezTo>
                    <a:cubicBezTo>
                      <a:pt x="63" y="53"/>
                      <a:pt x="63" y="53"/>
                      <a:pt x="63" y="53"/>
                    </a:cubicBezTo>
                    <a:cubicBezTo>
                      <a:pt x="63" y="52"/>
                      <a:pt x="62" y="50"/>
                      <a:pt x="60" y="50"/>
                    </a:cubicBezTo>
                    <a:cubicBezTo>
                      <a:pt x="59" y="50"/>
                      <a:pt x="57" y="51"/>
                      <a:pt x="57" y="53"/>
                    </a:cubicBezTo>
                    <a:cubicBezTo>
                      <a:pt x="57" y="67"/>
                      <a:pt x="57" y="67"/>
                      <a:pt x="57" y="67"/>
                    </a:cubicBezTo>
                    <a:cubicBezTo>
                      <a:pt x="9" y="67"/>
                      <a:pt x="9" y="67"/>
                      <a:pt x="9" y="67"/>
                    </a:cubicBezTo>
                    <a:cubicBezTo>
                      <a:pt x="7" y="67"/>
                      <a:pt x="5" y="66"/>
                      <a:pt x="5" y="63"/>
                    </a:cubicBezTo>
                    <a:cubicBezTo>
                      <a:pt x="5" y="34"/>
                      <a:pt x="5" y="34"/>
                      <a:pt x="5" y="34"/>
                    </a:cubicBezTo>
                    <a:cubicBezTo>
                      <a:pt x="20" y="20"/>
                      <a:pt x="20" y="20"/>
                      <a:pt x="20" y="20"/>
                    </a:cubicBezTo>
                    <a:cubicBezTo>
                      <a:pt x="54" y="20"/>
                      <a:pt x="54" y="20"/>
                      <a:pt x="54" y="20"/>
                    </a:cubicBezTo>
                    <a:cubicBezTo>
                      <a:pt x="68" y="34"/>
                      <a:pt x="68" y="34"/>
                      <a:pt x="68" y="34"/>
                    </a:cubicBezTo>
                    <a:lnTo>
                      <a:pt x="68" y="6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1027;p48"/>
              <p:cNvSpPr/>
              <p:nvPr/>
            </p:nvSpPr>
            <p:spPr>
              <a:xfrm>
                <a:off x="1470834" y="1378406"/>
                <a:ext cx="177598" cy="377258"/>
              </a:xfrm>
              <a:custGeom>
                <a:avLst/>
                <a:gdLst/>
                <a:ahLst/>
                <a:cxnLst/>
                <a:rect l="l" t="t" r="r" b="b"/>
                <a:pathLst>
                  <a:path w="68" h="144" extrusionOk="0">
                    <a:moveTo>
                      <a:pt x="67" y="3"/>
                    </a:moveTo>
                    <a:cubicBezTo>
                      <a:pt x="67" y="2"/>
                      <a:pt x="66" y="1"/>
                      <a:pt x="65" y="1"/>
                    </a:cubicBezTo>
                    <a:cubicBezTo>
                      <a:pt x="64" y="1"/>
                      <a:pt x="58" y="0"/>
                      <a:pt x="50" y="1"/>
                    </a:cubicBezTo>
                    <a:cubicBezTo>
                      <a:pt x="40" y="3"/>
                      <a:pt x="31" y="8"/>
                      <a:pt x="26" y="16"/>
                    </a:cubicBezTo>
                    <a:cubicBezTo>
                      <a:pt x="25" y="16"/>
                      <a:pt x="25" y="17"/>
                      <a:pt x="25" y="18"/>
                    </a:cubicBezTo>
                    <a:cubicBezTo>
                      <a:pt x="25" y="18"/>
                      <a:pt x="26" y="21"/>
                      <a:pt x="26" y="25"/>
                    </a:cubicBezTo>
                    <a:cubicBezTo>
                      <a:pt x="23" y="21"/>
                      <a:pt x="23" y="21"/>
                      <a:pt x="23" y="21"/>
                    </a:cubicBezTo>
                    <a:cubicBezTo>
                      <a:pt x="23" y="20"/>
                      <a:pt x="22" y="20"/>
                      <a:pt x="21" y="20"/>
                    </a:cubicBezTo>
                    <a:cubicBezTo>
                      <a:pt x="20" y="20"/>
                      <a:pt x="19" y="21"/>
                      <a:pt x="18" y="21"/>
                    </a:cubicBezTo>
                    <a:cubicBezTo>
                      <a:pt x="18" y="22"/>
                      <a:pt x="6" y="42"/>
                      <a:pt x="4" y="60"/>
                    </a:cubicBezTo>
                    <a:cubicBezTo>
                      <a:pt x="4" y="61"/>
                      <a:pt x="4" y="62"/>
                      <a:pt x="4" y="62"/>
                    </a:cubicBezTo>
                    <a:cubicBezTo>
                      <a:pt x="8" y="68"/>
                      <a:pt x="8" y="68"/>
                      <a:pt x="8" y="68"/>
                    </a:cubicBezTo>
                    <a:cubicBezTo>
                      <a:pt x="4" y="67"/>
                      <a:pt x="4" y="67"/>
                      <a:pt x="4" y="67"/>
                    </a:cubicBezTo>
                    <a:cubicBezTo>
                      <a:pt x="3" y="67"/>
                      <a:pt x="2" y="67"/>
                      <a:pt x="1" y="68"/>
                    </a:cubicBezTo>
                    <a:cubicBezTo>
                      <a:pt x="1" y="68"/>
                      <a:pt x="0" y="69"/>
                      <a:pt x="0" y="70"/>
                    </a:cubicBezTo>
                    <a:cubicBezTo>
                      <a:pt x="0" y="71"/>
                      <a:pt x="0" y="102"/>
                      <a:pt x="13" y="121"/>
                    </a:cubicBezTo>
                    <a:cubicBezTo>
                      <a:pt x="9" y="140"/>
                      <a:pt x="9" y="140"/>
                      <a:pt x="9" y="140"/>
                    </a:cubicBezTo>
                    <a:cubicBezTo>
                      <a:pt x="9" y="142"/>
                      <a:pt x="10" y="143"/>
                      <a:pt x="11" y="144"/>
                    </a:cubicBezTo>
                    <a:cubicBezTo>
                      <a:pt x="12" y="144"/>
                      <a:pt x="12" y="144"/>
                      <a:pt x="12" y="144"/>
                    </a:cubicBezTo>
                    <a:cubicBezTo>
                      <a:pt x="13" y="144"/>
                      <a:pt x="14" y="143"/>
                      <a:pt x="15" y="141"/>
                    </a:cubicBezTo>
                    <a:cubicBezTo>
                      <a:pt x="18" y="122"/>
                      <a:pt x="18" y="122"/>
                      <a:pt x="18" y="122"/>
                    </a:cubicBezTo>
                    <a:cubicBezTo>
                      <a:pt x="39" y="110"/>
                      <a:pt x="51" y="85"/>
                      <a:pt x="51" y="84"/>
                    </a:cubicBezTo>
                    <a:cubicBezTo>
                      <a:pt x="52" y="82"/>
                      <a:pt x="51" y="81"/>
                      <a:pt x="50" y="80"/>
                    </a:cubicBezTo>
                    <a:cubicBezTo>
                      <a:pt x="46" y="78"/>
                      <a:pt x="46" y="78"/>
                      <a:pt x="46" y="78"/>
                    </a:cubicBezTo>
                    <a:cubicBezTo>
                      <a:pt x="51" y="77"/>
                      <a:pt x="51" y="77"/>
                      <a:pt x="51" y="77"/>
                    </a:cubicBezTo>
                    <a:cubicBezTo>
                      <a:pt x="52" y="77"/>
                      <a:pt x="53" y="76"/>
                      <a:pt x="53" y="75"/>
                    </a:cubicBezTo>
                    <a:cubicBezTo>
                      <a:pt x="59" y="56"/>
                      <a:pt x="57" y="46"/>
                      <a:pt x="57" y="46"/>
                    </a:cubicBezTo>
                    <a:cubicBezTo>
                      <a:pt x="57" y="44"/>
                      <a:pt x="56" y="44"/>
                      <a:pt x="55" y="43"/>
                    </a:cubicBezTo>
                    <a:cubicBezTo>
                      <a:pt x="53" y="43"/>
                      <a:pt x="53" y="43"/>
                      <a:pt x="53" y="43"/>
                    </a:cubicBezTo>
                    <a:cubicBezTo>
                      <a:pt x="57" y="42"/>
                      <a:pt x="57" y="42"/>
                      <a:pt x="57" y="42"/>
                    </a:cubicBezTo>
                    <a:cubicBezTo>
                      <a:pt x="57" y="41"/>
                      <a:pt x="58" y="41"/>
                      <a:pt x="58" y="40"/>
                    </a:cubicBezTo>
                    <a:cubicBezTo>
                      <a:pt x="68" y="21"/>
                      <a:pt x="67" y="4"/>
                      <a:pt x="67" y="3"/>
                    </a:cubicBezTo>
                    <a:close/>
                    <a:moveTo>
                      <a:pt x="25" y="18"/>
                    </a:moveTo>
                    <a:cubicBezTo>
                      <a:pt x="25" y="18"/>
                      <a:pt x="25" y="18"/>
                      <a:pt x="25" y="18"/>
                    </a:cubicBezTo>
                    <a:cubicBezTo>
                      <a:pt x="25" y="18"/>
                      <a:pt x="25" y="18"/>
                      <a:pt x="25" y="18"/>
                    </a:cubicBezTo>
                    <a:close/>
                    <a:moveTo>
                      <a:pt x="6" y="73"/>
                    </a:moveTo>
                    <a:cubicBezTo>
                      <a:pt x="13" y="75"/>
                      <a:pt x="13" y="75"/>
                      <a:pt x="13" y="75"/>
                    </a:cubicBezTo>
                    <a:cubicBezTo>
                      <a:pt x="14" y="75"/>
                      <a:pt x="15" y="74"/>
                      <a:pt x="16" y="73"/>
                    </a:cubicBezTo>
                    <a:cubicBezTo>
                      <a:pt x="16" y="72"/>
                      <a:pt x="16" y="71"/>
                      <a:pt x="16" y="70"/>
                    </a:cubicBezTo>
                    <a:cubicBezTo>
                      <a:pt x="9" y="60"/>
                      <a:pt x="9" y="60"/>
                      <a:pt x="9" y="60"/>
                    </a:cubicBezTo>
                    <a:cubicBezTo>
                      <a:pt x="11" y="48"/>
                      <a:pt x="18" y="34"/>
                      <a:pt x="21" y="28"/>
                    </a:cubicBezTo>
                    <a:cubicBezTo>
                      <a:pt x="27" y="37"/>
                      <a:pt x="27" y="37"/>
                      <a:pt x="27" y="37"/>
                    </a:cubicBezTo>
                    <a:cubicBezTo>
                      <a:pt x="28" y="38"/>
                      <a:pt x="30" y="38"/>
                      <a:pt x="31" y="38"/>
                    </a:cubicBezTo>
                    <a:cubicBezTo>
                      <a:pt x="32" y="37"/>
                      <a:pt x="33" y="36"/>
                      <a:pt x="33" y="35"/>
                    </a:cubicBezTo>
                    <a:cubicBezTo>
                      <a:pt x="32" y="24"/>
                      <a:pt x="31" y="20"/>
                      <a:pt x="31" y="18"/>
                    </a:cubicBezTo>
                    <a:cubicBezTo>
                      <a:pt x="36" y="12"/>
                      <a:pt x="42" y="8"/>
                      <a:pt x="51" y="6"/>
                    </a:cubicBezTo>
                    <a:cubicBezTo>
                      <a:pt x="53" y="6"/>
                      <a:pt x="55" y="6"/>
                      <a:pt x="57" y="6"/>
                    </a:cubicBezTo>
                    <a:cubicBezTo>
                      <a:pt x="54" y="9"/>
                      <a:pt x="49" y="13"/>
                      <a:pt x="44" y="20"/>
                    </a:cubicBezTo>
                    <a:cubicBezTo>
                      <a:pt x="36" y="30"/>
                      <a:pt x="26" y="46"/>
                      <a:pt x="22" y="68"/>
                    </a:cubicBezTo>
                    <a:cubicBezTo>
                      <a:pt x="14" y="112"/>
                      <a:pt x="14" y="112"/>
                      <a:pt x="14" y="112"/>
                    </a:cubicBezTo>
                    <a:cubicBezTo>
                      <a:pt x="8" y="98"/>
                      <a:pt x="6" y="81"/>
                      <a:pt x="6" y="73"/>
                    </a:cubicBezTo>
                    <a:close/>
                    <a:moveTo>
                      <a:pt x="53" y="37"/>
                    </a:moveTo>
                    <a:cubicBezTo>
                      <a:pt x="44" y="42"/>
                      <a:pt x="44" y="42"/>
                      <a:pt x="44" y="42"/>
                    </a:cubicBezTo>
                    <a:cubicBezTo>
                      <a:pt x="42" y="43"/>
                      <a:pt x="42" y="44"/>
                      <a:pt x="42" y="45"/>
                    </a:cubicBezTo>
                    <a:cubicBezTo>
                      <a:pt x="42" y="46"/>
                      <a:pt x="43" y="47"/>
                      <a:pt x="44" y="47"/>
                    </a:cubicBezTo>
                    <a:cubicBezTo>
                      <a:pt x="52" y="49"/>
                      <a:pt x="52" y="49"/>
                      <a:pt x="52" y="49"/>
                    </a:cubicBezTo>
                    <a:cubicBezTo>
                      <a:pt x="52" y="52"/>
                      <a:pt x="52" y="60"/>
                      <a:pt x="48" y="72"/>
                    </a:cubicBezTo>
                    <a:cubicBezTo>
                      <a:pt x="37" y="74"/>
                      <a:pt x="37" y="74"/>
                      <a:pt x="37" y="74"/>
                    </a:cubicBezTo>
                    <a:cubicBezTo>
                      <a:pt x="36" y="74"/>
                      <a:pt x="35" y="75"/>
                      <a:pt x="35" y="76"/>
                    </a:cubicBezTo>
                    <a:cubicBezTo>
                      <a:pt x="35" y="77"/>
                      <a:pt x="35" y="78"/>
                      <a:pt x="36" y="79"/>
                    </a:cubicBezTo>
                    <a:cubicBezTo>
                      <a:pt x="45" y="84"/>
                      <a:pt x="45" y="84"/>
                      <a:pt x="45" y="84"/>
                    </a:cubicBezTo>
                    <a:cubicBezTo>
                      <a:pt x="42" y="89"/>
                      <a:pt x="33" y="105"/>
                      <a:pt x="19" y="114"/>
                    </a:cubicBezTo>
                    <a:cubicBezTo>
                      <a:pt x="27" y="69"/>
                      <a:pt x="27" y="69"/>
                      <a:pt x="27" y="69"/>
                    </a:cubicBezTo>
                    <a:cubicBezTo>
                      <a:pt x="31" y="48"/>
                      <a:pt x="41" y="33"/>
                      <a:pt x="48" y="24"/>
                    </a:cubicBezTo>
                    <a:cubicBezTo>
                      <a:pt x="53" y="17"/>
                      <a:pt x="58" y="13"/>
                      <a:pt x="61" y="10"/>
                    </a:cubicBezTo>
                    <a:cubicBezTo>
                      <a:pt x="60" y="16"/>
                      <a:pt x="59" y="26"/>
                      <a:pt x="53" y="3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28" name="Google Shape;1028;p48"/>
            <p:cNvSpPr/>
            <p:nvPr/>
          </p:nvSpPr>
          <p:spPr>
            <a:xfrm>
              <a:off x="1720110" y="1671829"/>
              <a:ext cx="16547" cy="13237"/>
            </a:xfrm>
            <a:custGeom>
              <a:avLst/>
              <a:gdLst/>
              <a:ahLst/>
              <a:cxnLst/>
              <a:rect l="l" t="t" r="r" b="b"/>
              <a:pathLst>
                <a:path w="6" h="5" extrusionOk="0">
                  <a:moveTo>
                    <a:pt x="3" y="5"/>
                  </a:moveTo>
                  <a:cubicBezTo>
                    <a:pt x="4" y="5"/>
                    <a:pt x="4" y="5"/>
                    <a:pt x="5" y="4"/>
                  </a:cubicBezTo>
                  <a:cubicBezTo>
                    <a:pt x="5" y="4"/>
                    <a:pt x="6" y="3"/>
                    <a:pt x="6" y="2"/>
                  </a:cubicBezTo>
                  <a:cubicBezTo>
                    <a:pt x="6" y="2"/>
                    <a:pt x="5" y="1"/>
                    <a:pt x="5" y="0"/>
                  </a:cubicBezTo>
                  <a:cubicBezTo>
                    <a:pt x="4" y="0"/>
                    <a:pt x="4" y="0"/>
                    <a:pt x="3" y="0"/>
                  </a:cubicBezTo>
                  <a:cubicBezTo>
                    <a:pt x="2" y="0"/>
                    <a:pt x="2" y="0"/>
                    <a:pt x="1" y="0"/>
                  </a:cubicBezTo>
                  <a:cubicBezTo>
                    <a:pt x="0" y="1"/>
                    <a:pt x="0" y="2"/>
                    <a:pt x="0" y="2"/>
                  </a:cubicBezTo>
                  <a:cubicBezTo>
                    <a:pt x="0" y="3"/>
                    <a:pt x="0" y="4"/>
                    <a:pt x="1" y="4"/>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29" name="Google Shape;1029;p48"/>
          <p:cNvSpPr/>
          <p:nvPr/>
        </p:nvSpPr>
        <p:spPr>
          <a:xfrm>
            <a:off x="8069512" y="3783148"/>
            <a:ext cx="327619" cy="371743"/>
          </a:xfrm>
          <a:custGeom>
            <a:avLst/>
            <a:gdLst/>
            <a:ahLst/>
            <a:cxnLst/>
            <a:rect l="l" t="t" r="r" b="b"/>
            <a:pathLst>
              <a:path w="125" h="142" extrusionOk="0">
                <a:moveTo>
                  <a:pt x="122" y="48"/>
                </a:moveTo>
                <a:cubicBezTo>
                  <a:pt x="29" y="48"/>
                  <a:pt x="29" y="48"/>
                  <a:pt x="29" y="48"/>
                </a:cubicBezTo>
                <a:cubicBezTo>
                  <a:pt x="97" y="29"/>
                  <a:pt x="97" y="29"/>
                  <a:pt x="97" y="29"/>
                </a:cubicBezTo>
                <a:cubicBezTo>
                  <a:pt x="97" y="29"/>
                  <a:pt x="98" y="29"/>
                  <a:pt x="98" y="29"/>
                </a:cubicBezTo>
                <a:cubicBezTo>
                  <a:pt x="119" y="23"/>
                  <a:pt x="119" y="23"/>
                  <a:pt x="119" y="23"/>
                </a:cubicBezTo>
                <a:cubicBezTo>
                  <a:pt x="121" y="23"/>
                  <a:pt x="121" y="22"/>
                  <a:pt x="121" y="20"/>
                </a:cubicBezTo>
                <a:cubicBezTo>
                  <a:pt x="116" y="2"/>
                  <a:pt x="116" y="2"/>
                  <a:pt x="116" y="2"/>
                </a:cubicBezTo>
                <a:cubicBezTo>
                  <a:pt x="116" y="1"/>
                  <a:pt x="114" y="0"/>
                  <a:pt x="113" y="0"/>
                </a:cubicBezTo>
                <a:cubicBezTo>
                  <a:pt x="2" y="30"/>
                  <a:pt x="2" y="30"/>
                  <a:pt x="2" y="30"/>
                </a:cubicBezTo>
                <a:cubicBezTo>
                  <a:pt x="1" y="30"/>
                  <a:pt x="0" y="32"/>
                  <a:pt x="0" y="33"/>
                </a:cubicBezTo>
                <a:cubicBezTo>
                  <a:pt x="5" y="51"/>
                  <a:pt x="5" y="51"/>
                  <a:pt x="5" y="51"/>
                </a:cubicBezTo>
                <a:cubicBezTo>
                  <a:pt x="5" y="139"/>
                  <a:pt x="5" y="139"/>
                  <a:pt x="5" y="139"/>
                </a:cubicBezTo>
                <a:cubicBezTo>
                  <a:pt x="5" y="141"/>
                  <a:pt x="6" y="142"/>
                  <a:pt x="8" y="142"/>
                </a:cubicBezTo>
                <a:cubicBezTo>
                  <a:pt x="122" y="142"/>
                  <a:pt x="122" y="142"/>
                  <a:pt x="122" y="142"/>
                </a:cubicBezTo>
                <a:cubicBezTo>
                  <a:pt x="124" y="142"/>
                  <a:pt x="125" y="141"/>
                  <a:pt x="125" y="139"/>
                </a:cubicBezTo>
                <a:cubicBezTo>
                  <a:pt x="125" y="112"/>
                  <a:pt x="125" y="112"/>
                  <a:pt x="125" y="112"/>
                </a:cubicBezTo>
                <a:cubicBezTo>
                  <a:pt x="125" y="110"/>
                  <a:pt x="124" y="109"/>
                  <a:pt x="122" y="109"/>
                </a:cubicBezTo>
                <a:cubicBezTo>
                  <a:pt x="121" y="109"/>
                  <a:pt x="120" y="110"/>
                  <a:pt x="120" y="112"/>
                </a:cubicBezTo>
                <a:cubicBezTo>
                  <a:pt x="120" y="137"/>
                  <a:pt x="120" y="137"/>
                  <a:pt x="120" y="137"/>
                </a:cubicBezTo>
                <a:cubicBezTo>
                  <a:pt x="83" y="137"/>
                  <a:pt x="83" y="137"/>
                  <a:pt x="83" y="137"/>
                </a:cubicBezTo>
                <a:cubicBezTo>
                  <a:pt x="83" y="111"/>
                  <a:pt x="83" y="111"/>
                  <a:pt x="83" y="111"/>
                </a:cubicBezTo>
                <a:cubicBezTo>
                  <a:pt x="85" y="112"/>
                  <a:pt x="87" y="112"/>
                  <a:pt x="89" y="112"/>
                </a:cubicBezTo>
                <a:cubicBezTo>
                  <a:pt x="96" y="112"/>
                  <a:pt x="102" y="106"/>
                  <a:pt x="102" y="99"/>
                </a:cubicBezTo>
                <a:cubicBezTo>
                  <a:pt x="102" y="90"/>
                  <a:pt x="95" y="83"/>
                  <a:pt x="86" y="83"/>
                </a:cubicBezTo>
                <a:cubicBezTo>
                  <a:pt x="44" y="83"/>
                  <a:pt x="44" y="83"/>
                  <a:pt x="44" y="83"/>
                </a:cubicBezTo>
                <a:cubicBezTo>
                  <a:pt x="35" y="83"/>
                  <a:pt x="28" y="90"/>
                  <a:pt x="28" y="99"/>
                </a:cubicBezTo>
                <a:cubicBezTo>
                  <a:pt x="28" y="106"/>
                  <a:pt x="34" y="112"/>
                  <a:pt x="41" y="112"/>
                </a:cubicBezTo>
                <a:cubicBezTo>
                  <a:pt x="43" y="112"/>
                  <a:pt x="45" y="112"/>
                  <a:pt x="47" y="111"/>
                </a:cubicBezTo>
                <a:cubicBezTo>
                  <a:pt x="47" y="137"/>
                  <a:pt x="47" y="137"/>
                  <a:pt x="47" y="137"/>
                </a:cubicBezTo>
                <a:cubicBezTo>
                  <a:pt x="11" y="137"/>
                  <a:pt x="11" y="137"/>
                  <a:pt x="11" y="137"/>
                </a:cubicBezTo>
                <a:cubicBezTo>
                  <a:pt x="11" y="72"/>
                  <a:pt x="11" y="72"/>
                  <a:pt x="11" y="72"/>
                </a:cubicBezTo>
                <a:cubicBezTo>
                  <a:pt x="11" y="72"/>
                  <a:pt x="42" y="72"/>
                  <a:pt x="42" y="72"/>
                </a:cubicBezTo>
                <a:cubicBezTo>
                  <a:pt x="42" y="72"/>
                  <a:pt x="120" y="72"/>
                  <a:pt x="120" y="72"/>
                </a:cubicBezTo>
                <a:cubicBezTo>
                  <a:pt x="120" y="92"/>
                  <a:pt x="120" y="92"/>
                  <a:pt x="120" y="92"/>
                </a:cubicBezTo>
                <a:cubicBezTo>
                  <a:pt x="120" y="94"/>
                  <a:pt x="121" y="95"/>
                  <a:pt x="122" y="95"/>
                </a:cubicBezTo>
                <a:cubicBezTo>
                  <a:pt x="124" y="95"/>
                  <a:pt x="125" y="94"/>
                  <a:pt x="125" y="92"/>
                </a:cubicBezTo>
                <a:cubicBezTo>
                  <a:pt x="125" y="50"/>
                  <a:pt x="125" y="50"/>
                  <a:pt x="125" y="50"/>
                </a:cubicBezTo>
                <a:cubicBezTo>
                  <a:pt x="125" y="49"/>
                  <a:pt x="124" y="48"/>
                  <a:pt x="122" y="48"/>
                </a:cubicBezTo>
                <a:close/>
                <a:moveTo>
                  <a:pt x="52" y="104"/>
                </a:moveTo>
                <a:cubicBezTo>
                  <a:pt x="78" y="104"/>
                  <a:pt x="78" y="104"/>
                  <a:pt x="78" y="104"/>
                </a:cubicBezTo>
                <a:cubicBezTo>
                  <a:pt x="78" y="107"/>
                  <a:pt x="78" y="107"/>
                  <a:pt x="78" y="107"/>
                </a:cubicBezTo>
                <a:cubicBezTo>
                  <a:pt x="52" y="107"/>
                  <a:pt x="52" y="107"/>
                  <a:pt x="52" y="107"/>
                </a:cubicBezTo>
                <a:lnTo>
                  <a:pt x="52" y="104"/>
                </a:lnTo>
                <a:close/>
                <a:moveTo>
                  <a:pt x="68" y="113"/>
                </a:moveTo>
                <a:cubicBezTo>
                  <a:pt x="68" y="137"/>
                  <a:pt x="68" y="137"/>
                  <a:pt x="68" y="137"/>
                </a:cubicBezTo>
                <a:cubicBezTo>
                  <a:pt x="63" y="137"/>
                  <a:pt x="63" y="137"/>
                  <a:pt x="63" y="137"/>
                </a:cubicBezTo>
                <a:cubicBezTo>
                  <a:pt x="63" y="113"/>
                  <a:pt x="63" y="113"/>
                  <a:pt x="63" y="113"/>
                </a:cubicBezTo>
                <a:lnTo>
                  <a:pt x="68" y="113"/>
                </a:lnTo>
                <a:close/>
                <a:moveTo>
                  <a:pt x="73" y="137"/>
                </a:moveTo>
                <a:cubicBezTo>
                  <a:pt x="73" y="113"/>
                  <a:pt x="73" y="113"/>
                  <a:pt x="73" y="113"/>
                </a:cubicBezTo>
                <a:cubicBezTo>
                  <a:pt x="78" y="113"/>
                  <a:pt x="78" y="113"/>
                  <a:pt x="78" y="113"/>
                </a:cubicBezTo>
                <a:cubicBezTo>
                  <a:pt x="78" y="137"/>
                  <a:pt x="78" y="137"/>
                  <a:pt x="78" y="137"/>
                </a:cubicBezTo>
                <a:lnTo>
                  <a:pt x="73" y="137"/>
                </a:lnTo>
                <a:close/>
                <a:moveTo>
                  <a:pt x="41" y="107"/>
                </a:moveTo>
                <a:cubicBezTo>
                  <a:pt x="37" y="107"/>
                  <a:pt x="33" y="103"/>
                  <a:pt x="33" y="99"/>
                </a:cubicBezTo>
                <a:cubicBezTo>
                  <a:pt x="33" y="93"/>
                  <a:pt x="38" y="89"/>
                  <a:pt x="44" y="89"/>
                </a:cubicBezTo>
                <a:cubicBezTo>
                  <a:pt x="86" y="89"/>
                  <a:pt x="86" y="89"/>
                  <a:pt x="86" y="89"/>
                </a:cubicBezTo>
                <a:cubicBezTo>
                  <a:pt x="92" y="89"/>
                  <a:pt x="97" y="93"/>
                  <a:pt x="97" y="99"/>
                </a:cubicBezTo>
                <a:cubicBezTo>
                  <a:pt x="97" y="103"/>
                  <a:pt x="93" y="107"/>
                  <a:pt x="89" y="107"/>
                </a:cubicBezTo>
                <a:cubicBezTo>
                  <a:pt x="86" y="107"/>
                  <a:pt x="83" y="104"/>
                  <a:pt x="83" y="101"/>
                </a:cubicBezTo>
                <a:cubicBezTo>
                  <a:pt x="83" y="99"/>
                  <a:pt x="85" y="97"/>
                  <a:pt x="87" y="97"/>
                </a:cubicBezTo>
                <a:cubicBezTo>
                  <a:pt x="89" y="97"/>
                  <a:pt x="90" y="98"/>
                  <a:pt x="90" y="100"/>
                </a:cubicBezTo>
                <a:cubicBezTo>
                  <a:pt x="90" y="101"/>
                  <a:pt x="91" y="103"/>
                  <a:pt x="93" y="103"/>
                </a:cubicBezTo>
                <a:cubicBezTo>
                  <a:pt x="94" y="103"/>
                  <a:pt x="95" y="101"/>
                  <a:pt x="95" y="100"/>
                </a:cubicBezTo>
                <a:cubicBezTo>
                  <a:pt x="95" y="95"/>
                  <a:pt x="92" y="92"/>
                  <a:pt x="87" y="92"/>
                </a:cubicBezTo>
                <a:cubicBezTo>
                  <a:pt x="83" y="92"/>
                  <a:pt x="80" y="95"/>
                  <a:pt x="78" y="98"/>
                </a:cubicBezTo>
                <a:cubicBezTo>
                  <a:pt x="52" y="98"/>
                  <a:pt x="52" y="98"/>
                  <a:pt x="52" y="98"/>
                </a:cubicBezTo>
                <a:cubicBezTo>
                  <a:pt x="51" y="95"/>
                  <a:pt x="47" y="92"/>
                  <a:pt x="43" y="92"/>
                </a:cubicBezTo>
                <a:cubicBezTo>
                  <a:pt x="38" y="92"/>
                  <a:pt x="35" y="95"/>
                  <a:pt x="35" y="100"/>
                </a:cubicBezTo>
                <a:cubicBezTo>
                  <a:pt x="35" y="101"/>
                  <a:pt x="36" y="103"/>
                  <a:pt x="37" y="103"/>
                </a:cubicBezTo>
                <a:cubicBezTo>
                  <a:pt x="39" y="103"/>
                  <a:pt x="40" y="101"/>
                  <a:pt x="40" y="100"/>
                </a:cubicBezTo>
                <a:cubicBezTo>
                  <a:pt x="40" y="98"/>
                  <a:pt x="41" y="97"/>
                  <a:pt x="43" y="97"/>
                </a:cubicBezTo>
                <a:cubicBezTo>
                  <a:pt x="45" y="97"/>
                  <a:pt x="47" y="99"/>
                  <a:pt x="47" y="101"/>
                </a:cubicBezTo>
                <a:cubicBezTo>
                  <a:pt x="47" y="104"/>
                  <a:pt x="44" y="107"/>
                  <a:pt x="41" y="107"/>
                </a:cubicBezTo>
                <a:close/>
                <a:moveTo>
                  <a:pt x="52" y="113"/>
                </a:moveTo>
                <a:cubicBezTo>
                  <a:pt x="57" y="113"/>
                  <a:pt x="57" y="113"/>
                  <a:pt x="57" y="113"/>
                </a:cubicBezTo>
                <a:cubicBezTo>
                  <a:pt x="57" y="137"/>
                  <a:pt x="57" y="137"/>
                  <a:pt x="57" y="137"/>
                </a:cubicBezTo>
                <a:cubicBezTo>
                  <a:pt x="52" y="137"/>
                  <a:pt x="52" y="137"/>
                  <a:pt x="52" y="137"/>
                </a:cubicBezTo>
                <a:lnTo>
                  <a:pt x="52" y="113"/>
                </a:lnTo>
                <a:close/>
                <a:moveTo>
                  <a:pt x="94" y="66"/>
                </a:moveTo>
                <a:cubicBezTo>
                  <a:pt x="81" y="53"/>
                  <a:pt x="81" y="53"/>
                  <a:pt x="81" y="53"/>
                </a:cubicBezTo>
                <a:cubicBezTo>
                  <a:pt x="99" y="53"/>
                  <a:pt x="99" y="53"/>
                  <a:pt x="99" y="53"/>
                </a:cubicBezTo>
                <a:cubicBezTo>
                  <a:pt x="112" y="66"/>
                  <a:pt x="112" y="66"/>
                  <a:pt x="112" y="66"/>
                </a:cubicBezTo>
                <a:lnTo>
                  <a:pt x="94" y="66"/>
                </a:lnTo>
                <a:close/>
                <a:moveTo>
                  <a:pt x="69" y="66"/>
                </a:moveTo>
                <a:cubicBezTo>
                  <a:pt x="56" y="53"/>
                  <a:pt x="56" y="53"/>
                  <a:pt x="56" y="53"/>
                </a:cubicBezTo>
                <a:cubicBezTo>
                  <a:pt x="73" y="53"/>
                  <a:pt x="73" y="53"/>
                  <a:pt x="73" y="53"/>
                </a:cubicBezTo>
                <a:cubicBezTo>
                  <a:pt x="86" y="66"/>
                  <a:pt x="86" y="66"/>
                  <a:pt x="86" y="66"/>
                </a:cubicBezTo>
                <a:lnTo>
                  <a:pt x="69" y="66"/>
                </a:lnTo>
                <a:close/>
                <a:moveTo>
                  <a:pt x="43" y="66"/>
                </a:moveTo>
                <a:cubicBezTo>
                  <a:pt x="30" y="53"/>
                  <a:pt x="30" y="53"/>
                  <a:pt x="30" y="53"/>
                </a:cubicBezTo>
                <a:cubicBezTo>
                  <a:pt x="48" y="53"/>
                  <a:pt x="48" y="53"/>
                  <a:pt x="48" y="53"/>
                </a:cubicBezTo>
                <a:cubicBezTo>
                  <a:pt x="61" y="66"/>
                  <a:pt x="61" y="66"/>
                  <a:pt x="61" y="66"/>
                </a:cubicBezTo>
                <a:lnTo>
                  <a:pt x="43" y="66"/>
                </a:lnTo>
                <a:close/>
                <a:moveTo>
                  <a:pt x="120" y="66"/>
                </a:moveTo>
                <a:cubicBezTo>
                  <a:pt x="106" y="53"/>
                  <a:pt x="106" y="53"/>
                  <a:pt x="106" y="53"/>
                </a:cubicBezTo>
                <a:cubicBezTo>
                  <a:pt x="120" y="53"/>
                  <a:pt x="120" y="53"/>
                  <a:pt x="120" y="53"/>
                </a:cubicBezTo>
                <a:lnTo>
                  <a:pt x="120" y="66"/>
                </a:lnTo>
                <a:close/>
                <a:moveTo>
                  <a:pt x="55" y="21"/>
                </a:moveTo>
                <a:cubicBezTo>
                  <a:pt x="46" y="37"/>
                  <a:pt x="46" y="37"/>
                  <a:pt x="46" y="37"/>
                </a:cubicBezTo>
                <a:cubicBezTo>
                  <a:pt x="29" y="42"/>
                  <a:pt x="29" y="42"/>
                  <a:pt x="29" y="42"/>
                </a:cubicBezTo>
                <a:cubicBezTo>
                  <a:pt x="38" y="26"/>
                  <a:pt x="38" y="26"/>
                  <a:pt x="38" y="26"/>
                </a:cubicBezTo>
                <a:lnTo>
                  <a:pt x="55" y="21"/>
                </a:lnTo>
                <a:close/>
                <a:moveTo>
                  <a:pt x="80" y="15"/>
                </a:moveTo>
                <a:cubicBezTo>
                  <a:pt x="70" y="31"/>
                  <a:pt x="70" y="31"/>
                  <a:pt x="70" y="31"/>
                </a:cubicBezTo>
                <a:cubicBezTo>
                  <a:pt x="54" y="35"/>
                  <a:pt x="54" y="35"/>
                  <a:pt x="54" y="35"/>
                </a:cubicBezTo>
                <a:cubicBezTo>
                  <a:pt x="63" y="19"/>
                  <a:pt x="63" y="19"/>
                  <a:pt x="63" y="19"/>
                </a:cubicBezTo>
                <a:lnTo>
                  <a:pt x="80" y="15"/>
                </a:lnTo>
                <a:close/>
                <a:moveTo>
                  <a:pt x="104" y="8"/>
                </a:moveTo>
                <a:cubicBezTo>
                  <a:pt x="95" y="24"/>
                  <a:pt x="95" y="24"/>
                  <a:pt x="95" y="24"/>
                </a:cubicBezTo>
                <a:cubicBezTo>
                  <a:pt x="78" y="29"/>
                  <a:pt x="78" y="29"/>
                  <a:pt x="78" y="29"/>
                </a:cubicBezTo>
                <a:cubicBezTo>
                  <a:pt x="87" y="13"/>
                  <a:pt x="87" y="13"/>
                  <a:pt x="87" y="13"/>
                </a:cubicBezTo>
                <a:lnTo>
                  <a:pt x="104" y="8"/>
                </a:lnTo>
                <a:close/>
                <a:moveTo>
                  <a:pt x="115" y="19"/>
                </a:moveTo>
                <a:cubicBezTo>
                  <a:pt x="103" y="22"/>
                  <a:pt x="103" y="22"/>
                  <a:pt x="103" y="22"/>
                </a:cubicBezTo>
                <a:cubicBezTo>
                  <a:pt x="112" y="6"/>
                  <a:pt x="112" y="6"/>
                  <a:pt x="112" y="6"/>
                </a:cubicBezTo>
                <a:lnTo>
                  <a:pt x="115" y="19"/>
                </a:lnTo>
                <a:close/>
                <a:moveTo>
                  <a:pt x="31" y="28"/>
                </a:moveTo>
                <a:cubicBezTo>
                  <a:pt x="21" y="44"/>
                  <a:pt x="21" y="44"/>
                  <a:pt x="21" y="44"/>
                </a:cubicBezTo>
                <a:cubicBezTo>
                  <a:pt x="10" y="47"/>
                  <a:pt x="10" y="47"/>
                  <a:pt x="10" y="47"/>
                </a:cubicBezTo>
                <a:cubicBezTo>
                  <a:pt x="6" y="34"/>
                  <a:pt x="6" y="34"/>
                  <a:pt x="6" y="34"/>
                </a:cubicBezTo>
                <a:lnTo>
                  <a:pt x="31" y="28"/>
                </a:lnTo>
                <a:close/>
                <a:moveTo>
                  <a:pt x="11" y="66"/>
                </a:moveTo>
                <a:cubicBezTo>
                  <a:pt x="11" y="53"/>
                  <a:pt x="11" y="53"/>
                  <a:pt x="11" y="53"/>
                </a:cubicBezTo>
                <a:cubicBezTo>
                  <a:pt x="22" y="53"/>
                  <a:pt x="22" y="53"/>
                  <a:pt x="22" y="53"/>
                </a:cubicBezTo>
                <a:cubicBezTo>
                  <a:pt x="36" y="66"/>
                  <a:pt x="36" y="66"/>
                  <a:pt x="36" y="66"/>
                </a:cubicBezTo>
                <a:lnTo>
                  <a:pt x="11" y="66"/>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030" name="Google Shape;1030;p48"/>
          <p:cNvGrpSpPr/>
          <p:nvPr/>
        </p:nvGrpSpPr>
        <p:grpSpPr>
          <a:xfrm>
            <a:off x="1571934" y="2584086"/>
            <a:ext cx="373949" cy="378361"/>
            <a:chOff x="1571934" y="2584086"/>
            <a:chExt cx="373949" cy="378361"/>
          </a:xfrm>
        </p:grpSpPr>
        <p:grpSp>
          <p:nvGrpSpPr>
            <p:cNvPr id="1031" name="Google Shape;1031;p48"/>
            <p:cNvGrpSpPr/>
            <p:nvPr/>
          </p:nvGrpSpPr>
          <p:grpSpPr>
            <a:xfrm>
              <a:off x="1571934" y="2584086"/>
              <a:ext cx="373949" cy="378361"/>
              <a:chOff x="1571934" y="2584086"/>
              <a:chExt cx="373949" cy="378361"/>
            </a:xfrm>
          </p:grpSpPr>
          <p:sp>
            <p:nvSpPr>
              <p:cNvPr id="1032" name="Google Shape;1032;p48"/>
              <p:cNvSpPr/>
              <p:nvPr/>
            </p:nvSpPr>
            <p:spPr>
              <a:xfrm>
                <a:off x="1571934" y="2584086"/>
                <a:ext cx="373949" cy="378361"/>
              </a:xfrm>
              <a:custGeom>
                <a:avLst/>
                <a:gdLst/>
                <a:ahLst/>
                <a:cxnLst/>
                <a:rect l="l" t="t" r="r" b="b"/>
                <a:pathLst>
                  <a:path w="143" h="144" extrusionOk="0">
                    <a:moveTo>
                      <a:pt x="143" y="140"/>
                    </a:moveTo>
                    <a:cubicBezTo>
                      <a:pt x="137" y="126"/>
                      <a:pt x="137" y="126"/>
                      <a:pt x="137" y="126"/>
                    </a:cubicBezTo>
                    <a:cubicBezTo>
                      <a:pt x="137" y="125"/>
                      <a:pt x="137" y="125"/>
                      <a:pt x="137" y="125"/>
                    </a:cubicBezTo>
                    <a:cubicBezTo>
                      <a:pt x="127" y="115"/>
                      <a:pt x="127" y="115"/>
                      <a:pt x="127" y="115"/>
                    </a:cubicBezTo>
                    <a:cubicBezTo>
                      <a:pt x="126" y="114"/>
                      <a:pt x="124" y="114"/>
                      <a:pt x="123" y="115"/>
                    </a:cubicBezTo>
                    <a:cubicBezTo>
                      <a:pt x="122" y="116"/>
                      <a:pt x="122" y="118"/>
                      <a:pt x="123" y="119"/>
                    </a:cubicBezTo>
                    <a:cubicBezTo>
                      <a:pt x="132" y="128"/>
                      <a:pt x="132" y="128"/>
                      <a:pt x="132" y="128"/>
                    </a:cubicBezTo>
                    <a:cubicBezTo>
                      <a:pt x="135" y="136"/>
                      <a:pt x="135" y="136"/>
                      <a:pt x="135" y="136"/>
                    </a:cubicBezTo>
                    <a:cubicBezTo>
                      <a:pt x="128" y="133"/>
                      <a:pt x="128" y="133"/>
                      <a:pt x="128" y="133"/>
                    </a:cubicBezTo>
                    <a:cubicBezTo>
                      <a:pt x="106" y="111"/>
                      <a:pt x="106" y="111"/>
                      <a:pt x="106" y="111"/>
                    </a:cubicBezTo>
                    <a:cubicBezTo>
                      <a:pt x="115" y="100"/>
                      <a:pt x="120" y="87"/>
                      <a:pt x="120" y="72"/>
                    </a:cubicBezTo>
                    <a:cubicBezTo>
                      <a:pt x="120" y="56"/>
                      <a:pt x="114" y="41"/>
                      <a:pt x="103" y="29"/>
                    </a:cubicBezTo>
                    <a:cubicBezTo>
                      <a:pt x="91" y="18"/>
                      <a:pt x="76" y="12"/>
                      <a:pt x="60" y="12"/>
                    </a:cubicBezTo>
                    <a:cubicBezTo>
                      <a:pt x="50" y="12"/>
                      <a:pt x="40" y="14"/>
                      <a:pt x="31" y="19"/>
                    </a:cubicBezTo>
                    <a:cubicBezTo>
                      <a:pt x="13" y="1"/>
                      <a:pt x="13" y="1"/>
                      <a:pt x="13" y="1"/>
                    </a:cubicBezTo>
                    <a:cubicBezTo>
                      <a:pt x="13" y="1"/>
                      <a:pt x="12" y="0"/>
                      <a:pt x="11" y="0"/>
                    </a:cubicBezTo>
                    <a:cubicBezTo>
                      <a:pt x="10" y="0"/>
                      <a:pt x="10" y="1"/>
                      <a:pt x="9" y="1"/>
                    </a:cubicBezTo>
                    <a:cubicBezTo>
                      <a:pt x="1" y="10"/>
                      <a:pt x="1" y="10"/>
                      <a:pt x="1" y="10"/>
                    </a:cubicBezTo>
                    <a:cubicBezTo>
                      <a:pt x="0" y="11"/>
                      <a:pt x="0" y="13"/>
                      <a:pt x="1" y="14"/>
                    </a:cubicBezTo>
                    <a:cubicBezTo>
                      <a:pt x="17" y="30"/>
                      <a:pt x="17" y="30"/>
                      <a:pt x="17" y="30"/>
                    </a:cubicBezTo>
                    <a:cubicBezTo>
                      <a:pt x="6" y="41"/>
                      <a:pt x="0" y="56"/>
                      <a:pt x="0" y="72"/>
                    </a:cubicBezTo>
                    <a:cubicBezTo>
                      <a:pt x="0" y="88"/>
                      <a:pt x="6" y="103"/>
                      <a:pt x="17" y="115"/>
                    </a:cubicBezTo>
                    <a:cubicBezTo>
                      <a:pt x="29" y="126"/>
                      <a:pt x="44" y="133"/>
                      <a:pt x="60" y="133"/>
                    </a:cubicBezTo>
                    <a:cubicBezTo>
                      <a:pt x="76" y="133"/>
                      <a:pt x="91" y="126"/>
                      <a:pt x="102" y="115"/>
                    </a:cubicBezTo>
                    <a:cubicBezTo>
                      <a:pt x="124" y="137"/>
                      <a:pt x="124" y="137"/>
                      <a:pt x="124" y="137"/>
                    </a:cubicBezTo>
                    <a:cubicBezTo>
                      <a:pt x="124" y="137"/>
                      <a:pt x="125" y="137"/>
                      <a:pt x="125" y="138"/>
                    </a:cubicBezTo>
                    <a:cubicBezTo>
                      <a:pt x="139" y="144"/>
                      <a:pt x="139" y="144"/>
                      <a:pt x="139" y="144"/>
                    </a:cubicBezTo>
                    <a:cubicBezTo>
                      <a:pt x="139" y="144"/>
                      <a:pt x="140" y="144"/>
                      <a:pt x="140" y="144"/>
                    </a:cubicBezTo>
                    <a:cubicBezTo>
                      <a:pt x="141" y="144"/>
                      <a:pt x="142" y="143"/>
                      <a:pt x="142" y="143"/>
                    </a:cubicBezTo>
                    <a:cubicBezTo>
                      <a:pt x="143" y="142"/>
                      <a:pt x="143" y="141"/>
                      <a:pt x="143" y="140"/>
                    </a:cubicBezTo>
                    <a:close/>
                    <a:moveTo>
                      <a:pt x="11" y="7"/>
                    </a:moveTo>
                    <a:cubicBezTo>
                      <a:pt x="26" y="22"/>
                      <a:pt x="26" y="22"/>
                      <a:pt x="26" y="22"/>
                    </a:cubicBezTo>
                    <a:cubicBezTo>
                      <a:pt x="24" y="23"/>
                      <a:pt x="23" y="25"/>
                      <a:pt x="21" y="26"/>
                    </a:cubicBezTo>
                    <a:cubicBezTo>
                      <a:pt x="7" y="12"/>
                      <a:pt x="7" y="12"/>
                      <a:pt x="7" y="12"/>
                    </a:cubicBezTo>
                    <a:lnTo>
                      <a:pt x="11" y="7"/>
                    </a:lnTo>
                    <a:close/>
                    <a:moveTo>
                      <a:pt x="60" y="127"/>
                    </a:moveTo>
                    <a:cubicBezTo>
                      <a:pt x="30" y="127"/>
                      <a:pt x="5" y="102"/>
                      <a:pt x="5" y="72"/>
                    </a:cubicBezTo>
                    <a:cubicBezTo>
                      <a:pt x="5" y="42"/>
                      <a:pt x="30" y="17"/>
                      <a:pt x="60" y="17"/>
                    </a:cubicBezTo>
                    <a:cubicBezTo>
                      <a:pt x="90" y="17"/>
                      <a:pt x="115" y="42"/>
                      <a:pt x="115" y="72"/>
                    </a:cubicBezTo>
                    <a:cubicBezTo>
                      <a:pt x="115" y="102"/>
                      <a:pt x="90" y="127"/>
                      <a:pt x="60" y="12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1033;p48"/>
              <p:cNvSpPr/>
              <p:nvPr/>
            </p:nvSpPr>
            <p:spPr>
              <a:xfrm>
                <a:off x="1599873" y="2657994"/>
                <a:ext cx="257021" cy="230547"/>
              </a:xfrm>
              <a:custGeom>
                <a:avLst/>
                <a:gdLst/>
                <a:ahLst/>
                <a:cxnLst/>
                <a:rect l="l" t="t" r="r" b="b"/>
                <a:pathLst>
                  <a:path w="98" h="88" extrusionOk="0">
                    <a:moveTo>
                      <a:pt x="80" y="11"/>
                    </a:moveTo>
                    <a:cubicBezTo>
                      <a:pt x="79" y="10"/>
                      <a:pt x="77" y="10"/>
                      <a:pt x="76" y="12"/>
                    </a:cubicBezTo>
                    <a:cubicBezTo>
                      <a:pt x="75" y="13"/>
                      <a:pt x="75" y="14"/>
                      <a:pt x="76" y="15"/>
                    </a:cubicBezTo>
                    <a:cubicBezTo>
                      <a:pt x="78" y="18"/>
                      <a:pt x="80" y="20"/>
                      <a:pt x="82" y="22"/>
                    </a:cubicBezTo>
                    <a:cubicBezTo>
                      <a:pt x="62" y="42"/>
                      <a:pt x="62" y="42"/>
                      <a:pt x="62" y="42"/>
                    </a:cubicBezTo>
                    <a:cubicBezTo>
                      <a:pt x="61" y="43"/>
                      <a:pt x="61" y="45"/>
                      <a:pt x="62" y="46"/>
                    </a:cubicBezTo>
                    <a:cubicBezTo>
                      <a:pt x="82" y="66"/>
                      <a:pt x="82" y="66"/>
                      <a:pt x="82" y="66"/>
                    </a:cubicBezTo>
                    <a:cubicBezTo>
                      <a:pt x="75" y="76"/>
                      <a:pt x="63" y="83"/>
                      <a:pt x="50" y="83"/>
                    </a:cubicBezTo>
                    <a:cubicBezTo>
                      <a:pt x="45" y="83"/>
                      <a:pt x="40" y="82"/>
                      <a:pt x="35" y="80"/>
                    </a:cubicBezTo>
                    <a:cubicBezTo>
                      <a:pt x="28" y="77"/>
                      <a:pt x="22" y="72"/>
                      <a:pt x="18" y="66"/>
                    </a:cubicBezTo>
                    <a:cubicBezTo>
                      <a:pt x="38" y="46"/>
                      <a:pt x="38" y="46"/>
                      <a:pt x="38" y="46"/>
                    </a:cubicBezTo>
                    <a:cubicBezTo>
                      <a:pt x="39" y="45"/>
                      <a:pt x="39" y="43"/>
                      <a:pt x="38" y="42"/>
                    </a:cubicBezTo>
                    <a:cubicBezTo>
                      <a:pt x="18" y="22"/>
                      <a:pt x="18" y="22"/>
                      <a:pt x="18" y="22"/>
                    </a:cubicBezTo>
                    <a:cubicBezTo>
                      <a:pt x="25" y="12"/>
                      <a:pt x="38" y="5"/>
                      <a:pt x="51" y="5"/>
                    </a:cubicBezTo>
                    <a:cubicBezTo>
                      <a:pt x="53" y="5"/>
                      <a:pt x="54" y="4"/>
                      <a:pt x="54" y="3"/>
                    </a:cubicBezTo>
                    <a:cubicBezTo>
                      <a:pt x="54" y="1"/>
                      <a:pt x="53" y="0"/>
                      <a:pt x="51" y="0"/>
                    </a:cubicBezTo>
                    <a:cubicBezTo>
                      <a:pt x="42" y="0"/>
                      <a:pt x="34" y="2"/>
                      <a:pt x="26" y="7"/>
                    </a:cubicBezTo>
                    <a:cubicBezTo>
                      <a:pt x="19" y="12"/>
                      <a:pt x="13" y="19"/>
                      <a:pt x="9" y="27"/>
                    </a:cubicBezTo>
                    <a:cubicBezTo>
                      <a:pt x="0" y="50"/>
                      <a:pt x="11" y="76"/>
                      <a:pt x="33" y="85"/>
                    </a:cubicBezTo>
                    <a:cubicBezTo>
                      <a:pt x="39" y="87"/>
                      <a:pt x="44" y="88"/>
                      <a:pt x="50" y="88"/>
                    </a:cubicBezTo>
                    <a:cubicBezTo>
                      <a:pt x="56" y="88"/>
                      <a:pt x="62" y="87"/>
                      <a:pt x="67" y="85"/>
                    </a:cubicBezTo>
                    <a:cubicBezTo>
                      <a:pt x="78" y="80"/>
                      <a:pt x="86" y="72"/>
                      <a:pt x="91" y="61"/>
                    </a:cubicBezTo>
                    <a:cubicBezTo>
                      <a:pt x="98" y="44"/>
                      <a:pt x="94" y="24"/>
                      <a:pt x="80" y="11"/>
                    </a:cubicBezTo>
                    <a:close/>
                    <a:moveTo>
                      <a:pt x="32" y="44"/>
                    </a:moveTo>
                    <a:cubicBezTo>
                      <a:pt x="15" y="61"/>
                      <a:pt x="15" y="61"/>
                      <a:pt x="15" y="61"/>
                    </a:cubicBezTo>
                    <a:cubicBezTo>
                      <a:pt x="14" y="59"/>
                      <a:pt x="14" y="58"/>
                      <a:pt x="13" y="56"/>
                    </a:cubicBezTo>
                    <a:cubicBezTo>
                      <a:pt x="24" y="46"/>
                      <a:pt x="24" y="46"/>
                      <a:pt x="24" y="46"/>
                    </a:cubicBezTo>
                    <a:cubicBezTo>
                      <a:pt x="24" y="46"/>
                      <a:pt x="24" y="45"/>
                      <a:pt x="24" y="44"/>
                    </a:cubicBezTo>
                    <a:cubicBezTo>
                      <a:pt x="24" y="43"/>
                      <a:pt x="24" y="43"/>
                      <a:pt x="24" y="42"/>
                    </a:cubicBezTo>
                    <a:cubicBezTo>
                      <a:pt x="13" y="32"/>
                      <a:pt x="13" y="32"/>
                      <a:pt x="13" y="32"/>
                    </a:cubicBezTo>
                    <a:cubicBezTo>
                      <a:pt x="14" y="31"/>
                      <a:pt x="14" y="30"/>
                      <a:pt x="14" y="29"/>
                    </a:cubicBezTo>
                    <a:cubicBezTo>
                      <a:pt x="15" y="29"/>
                      <a:pt x="15" y="28"/>
                      <a:pt x="15" y="27"/>
                    </a:cubicBezTo>
                    <a:lnTo>
                      <a:pt x="32" y="44"/>
                    </a:lnTo>
                    <a:close/>
                    <a:moveTo>
                      <a:pt x="12" y="38"/>
                    </a:moveTo>
                    <a:cubicBezTo>
                      <a:pt x="18" y="44"/>
                      <a:pt x="18" y="44"/>
                      <a:pt x="18" y="44"/>
                    </a:cubicBezTo>
                    <a:cubicBezTo>
                      <a:pt x="12" y="50"/>
                      <a:pt x="12" y="50"/>
                      <a:pt x="12" y="50"/>
                    </a:cubicBezTo>
                    <a:cubicBezTo>
                      <a:pt x="11" y="46"/>
                      <a:pt x="11" y="42"/>
                      <a:pt x="12" y="38"/>
                    </a:cubicBezTo>
                    <a:close/>
                    <a:moveTo>
                      <a:pt x="68" y="44"/>
                    </a:moveTo>
                    <a:cubicBezTo>
                      <a:pt x="85" y="27"/>
                      <a:pt x="85" y="27"/>
                      <a:pt x="85" y="27"/>
                    </a:cubicBezTo>
                    <a:cubicBezTo>
                      <a:pt x="86" y="29"/>
                      <a:pt x="86" y="30"/>
                      <a:pt x="87" y="32"/>
                    </a:cubicBezTo>
                    <a:cubicBezTo>
                      <a:pt x="76" y="42"/>
                      <a:pt x="76" y="42"/>
                      <a:pt x="76" y="42"/>
                    </a:cubicBezTo>
                    <a:cubicBezTo>
                      <a:pt x="76" y="43"/>
                      <a:pt x="76" y="43"/>
                      <a:pt x="76" y="44"/>
                    </a:cubicBezTo>
                    <a:cubicBezTo>
                      <a:pt x="76" y="45"/>
                      <a:pt x="76" y="46"/>
                      <a:pt x="76" y="46"/>
                    </a:cubicBezTo>
                    <a:cubicBezTo>
                      <a:pt x="87" y="56"/>
                      <a:pt x="87" y="56"/>
                      <a:pt x="87" y="56"/>
                    </a:cubicBezTo>
                    <a:cubicBezTo>
                      <a:pt x="86" y="57"/>
                      <a:pt x="86" y="58"/>
                      <a:pt x="86" y="59"/>
                    </a:cubicBezTo>
                    <a:cubicBezTo>
                      <a:pt x="85" y="59"/>
                      <a:pt x="85" y="60"/>
                      <a:pt x="85" y="61"/>
                    </a:cubicBezTo>
                    <a:lnTo>
                      <a:pt x="68" y="44"/>
                    </a:lnTo>
                    <a:close/>
                    <a:moveTo>
                      <a:pt x="88" y="50"/>
                    </a:moveTo>
                    <a:cubicBezTo>
                      <a:pt x="82" y="44"/>
                      <a:pt x="82" y="44"/>
                      <a:pt x="82" y="44"/>
                    </a:cubicBezTo>
                    <a:cubicBezTo>
                      <a:pt x="88" y="38"/>
                      <a:pt x="88" y="38"/>
                      <a:pt x="88" y="38"/>
                    </a:cubicBezTo>
                    <a:cubicBezTo>
                      <a:pt x="89" y="42"/>
                      <a:pt x="89" y="46"/>
                      <a:pt x="88" y="5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1034;p48"/>
              <p:cNvSpPr/>
              <p:nvPr/>
            </p:nvSpPr>
            <p:spPr>
              <a:xfrm>
                <a:off x="1707425" y="2715354"/>
                <a:ext cx="41918" cy="115825"/>
              </a:xfrm>
              <a:custGeom>
                <a:avLst/>
                <a:gdLst/>
                <a:ahLst/>
                <a:cxnLst/>
                <a:rect l="l" t="t" r="r" b="b"/>
                <a:pathLst>
                  <a:path w="16" h="44" extrusionOk="0">
                    <a:moveTo>
                      <a:pt x="0" y="9"/>
                    </a:moveTo>
                    <a:cubicBezTo>
                      <a:pt x="0" y="35"/>
                      <a:pt x="0" y="35"/>
                      <a:pt x="0" y="35"/>
                    </a:cubicBezTo>
                    <a:cubicBezTo>
                      <a:pt x="0" y="39"/>
                      <a:pt x="3" y="43"/>
                      <a:pt x="7" y="43"/>
                    </a:cubicBezTo>
                    <a:cubicBezTo>
                      <a:pt x="12" y="44"/>
                      <a:pt x="16" y="40"/>
                      <a:pt x="16" y="35"/>
                    </a:cubicBezTo>
                    <a:cubicBezTo>
                      <a:pt x="16" y="9"/>
                      <a:pt x="16" y="9"/>
                      <a:pt x="16" y="9"/>
                    </a:cubicBezTo>
                    <a:cubicBezTo>
                      <a:pt x="16" y="5"/>
                      <a:pt x="13" y="1"/>
                      <a:pt x="9" y="1"/>
                    </a:cubicBezTo>
                    <a:cubicBezTo>
                      <a:pt x="4" y="0"/>
                      <a:pt x="0" y="4"/>
                      <a:pt x="0" y="9"/>
                    </a:cubicBezTo>
                    <a:close/>
                    <a:moveTo>
                      <a:pt x="11" y="9"/>
                    </a:moveTo>
                    <a:cubicBezTo>
                      <a:pt x="11" y="35"/>
                      <a:pt x="11" y="35"/>
                      <a:pt x="11" y="35"/>
                    </a:cubicBezTo>
                    <a:cubicBezTo>
                      <a:pt x="11" y="36"/>
                      <a:pt x="10" y="38"/>
                      <a:pt x="8" y="38"/>
                    </a:cubicBezTo>
                    <a:cubicBezTo>
                      <a:pt x="7" y="38"/>
                      <a:pt x="5" y="37"/>
                      <a:pt x="5" y="35"/>
                    </a:cubicBezTo>
                    <a:cubicBezTo>
                      <a:pt x="5" y="9"/>
                      <a:pt x="5" y="9"/>
                      <a:pt x="5" y="9"/>
                    </a:cubicBezTo>
                    <a:cubicBezTo>
                      <a:pt x="5" y="8"/>
                      <a:pt x="6" y="6"/>
                      <a:pt x="8" y="6"/>
                    </a:cubicBezTo>
                    <a:cubicBezTo>
                      <a:pt x="9" y="6"/>
                      <a:pt x="11" y="7"/>
                      <a:pt x="11"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1035;p48"/>
              <p:cNvSpPr/>
              <p:nvPr/>
            </p:nvSpPr>
            <p:spPr>
              <a:xfrm>
                <a:off x="1722316" y="2764993"/>
                <a:ext cx="12134" cy="15443"/>
              </a:xfrm>
              <a:custGeom>
                <a:avLst/>
                <a:gdLst/>
                <a:ahLst/>
                <a:cxnLst/>
                <a:rect l="l" t="t" r="r" b="b"/>
                <a:pathLst>
                  <a:path w="5" h="6" extrusionOk="0">
                    <a:moveTo>
                      <a:pt x="5" y="1"/>
                    </a:moveTo>
                    <a:cubicBezTo>
                      <a:pt x="4" y="1"/>
                      <a:pt x="3" y="0"/>
                      <a:pt x="3" y="0"/>
                    </a:cubicBezTo>
                    <a:cubicBezTo>
                      <a:pt x="2" y="0"/>
                      <a:pt x="1" y="1"/>
                      <a:pt x="1" y="1"/>
                    </a:cubicBezTo>
                    <a:cubicBezTo>
                      <a:pt x="0" y="2"/>
                      <a:pt x="0" y="2"/>
                      <a:pt x="0" y="3"/>
                    </a:cubicBezTo>
                    <a:cubicBezTo>
                      <a:pt x="0" y="4"/>
                      <a:pt x="0" y="5"/>
                      <a:pt x="1" y="5"/>
                    </a:cubicBezTo>
                    <a:cubicBezTo>
                      <a:pt x="1" y="6"/>
                      <a:pt x="2" y="6"/>
                      <a:pt x="3" y="6"/>
                    </a:cubicBezTo>
                    <a:cubicBezTo>
                      <a:pt x="3" y="6"/>
                      <a:pt x="4" y="6"/>
                      <a:pt x="5" y="5"/>
                    </a:cubicBezTo>
                    <a:cubicBezTo>
                      <a:pt x="5" y="5"/>
                      <a:pt x="5" y="4"/>
                      <a:pt x="5" y="3"/>
                    </a:cubicBezTo>
                    <a:cubicBezTo>
                      <a:pt x="5" y="2"/>
                      <a:pt x="5" y="2"/>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1036;p48"/>
              <p:cNvSpPr/>
              <p:nvPr/>
            </p:nvSpPr>
            <p:spPr>
              <a:xfrm>
                <a:off x="1721765" y="2764993"/>
                <a:ext cx="13237" cy="15443"/>
              </a:xfrm>
              <a:custGeom>
                <a:avLst/>
                <a:gdLst/>
                <a:ahLst/>
                <a:cxnLst/>
                <a:rect l="l" t="t" r="r" b="b"/>
                <a:pathLst>
                  <a:path w="5" h="6" extrusionOk="0">
                    <a:moveTo>
                      <a:pt x="2" y="0"/>
                    </a:moveTo>
                    <a:cubicBezTo>
                      <a:pt x="2" y="0"/>
                      <a:pt x="1" y="1"/>
                      <a:pt x="0" y="1"/>
                    </a:cubicBezTo>
                    <a:cubicBezTo>
                      <a:pt x="0" y="2"/>
                      <a:pt x="0" y="2"/>
                      <a:pt x="0" y="3"/>
                    </a:cubicBezTo>
                    <a:cubicBezTo>
                      <a:pt x="0" y="4"/>
                      <a:pt x="0" y="5"/>
                      <a:pt x="0" y="5"/>
                    </a:cubicBezTo>
                    <a:cubicBezTo>
                      <a:pt x="1" y="6"/>
                      <a:pt x="2" y="6"/>
                      <a:pt x="2" y="6"/>
                    </a:cubicBezTo>
                    <a:cubicBezTo>
                      <a:pt x="3" y="6"/>
                      <a:pt x="4" y="6"/>
                      <a:pt x="4" y="5"/>
                    </a:cubicBezTo>
                    <a:cubicBezTo>
                      <a:pt x="5" y="5"/>
                      <a:pt x="5" y="4"/>
                      <a:pt x="5" y="3"/>
                    </a:cubicBezTo>
                    <a:cubicBezTo>
                      <a:pt x="5" y="2"/>
                      <a:pt x="5" y="2"/>
                      <a:pt x="4" y="1"/>
                    </a:cubicBezTo>
                    <a:cubicBezTo>
                      <a:pt x="4" y="1"/>
                      <a:pt x="3" y="0"/>
                      <a:pt x="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1037;p48"/>
              <p:cNvSpPr/>
              <p:nvPr/>
            </p:nvSpPr>
            <p:spPr>
              <a:xfrm>
                <a:off x="1720662" y="2896262"/>
                <a:ext cx="15443" cy="13237"/>
              </a:xfrm>
              <a:custGeom>
                <a:avLst/>
                <a:gdLst/>
                <a:ahLst/>
                <a:cxnLst/>
                <a:rect l="l" t="t" r="r" b="b"/>
                <a:pathLst>
                  <a:path w="6" h="5" extrusionOk="0">
                    <a:moveTo>
                      <a:pt x="3" y="0"/>
                    </a:moveTo>
                    <a:cubicBezTo>
                      <a:pt x="2" y="0"/>
                      <a:pt x="2" y="0"/>
                      <a:pt x="1" y="1"/>
                    </a:cubicBezTo>
                    <a:cubicBezTo>
                      <a:pt x="0" y="1"/>
                      <a:pt x="0" y="2"/>
                      <a:pt x="0" y="3"/>
                    </a:cubicBezTo>
                    <a:cubicBezTo>
                      <a:pt x="0" y="3"/>
                      <a:pt x="0" y="4"/>
                      <a:pt x="1" y="5"/>
                    </a:cubicBezTo>
                    <a:cubicBezTo>
                      <a:pt x="2" y="5"/>
                      <a:pt x="2" y="5"/>
                      <a:pt x="3" y="5"/>
                    </a:cubicBezTo>
                    <a:cubicBezTo>
                      <a:pt x="4" y="5"/>
                      <a:pt x="4" y="5"/>
                      <a:pt x="5" y="5"/>
                    </a:cubicBezTo>
                    <a:cubicBezTo>
                      <a:pt x="5" y="4"/>
                      <a:pt x="6" y="3"/>
                      <a:pt x="6" y="3"/>
                    </a:cubicBezTo>
                    <a:cubicBezTo>
                      <a:pt x="6" y="2"/>
                      <a:pt x="5" y="1"/>
                      <a:pt x="5" y="1"/>
                    </a:cubicBezTo>
                    <a:cubicBezTo>
                      <a:pt x="4"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1038;p48"/>
              <p:cNvSpPr/>
              <p:nvPr/>
            </p:nvSpPr>
            <p:spPr>
              <a:xfrm>
                <a:off x="1720662" y="2637034"/>
                <a:ext cx="15443" cy="13237"/>
              </a:xfrm>
              <a:custGeom>
                <a:avLst/>
                <a:gdLst/>
                <a:ahLst/>
                <a:cxnLst/>
                <a:rect l="l" t="t" r="r" b="b"/>
                <a:pathLst>
                  <a:path w="6" h="5" extrusionOk="0">
                    <a:moveTo>
                      <a:pt x="3" y="5"/>
                    </a:moveTo>
                    <a:cubicBezTo>
                      <a:pt x="4" y="5"/>
                      <a:pt x="4" y="5"/>
                      <a:pt x="5" y="4"/>
                    </a:cubicBezTo>
                    <a:cubicBezTo>
                      <a:pt x="5" y="4"/>
                      <a:pt x="6" y="3"/>
                      <a:pt x="6" y="2"/>
                    </a:cubicBezTo>
                    <a:cubicBezTo>
                      <a:pt x="6" y="2"/>
                      <a:pt x="5" y="1"/>
                      <a:pt x="5" y="0"/>
                    </a:cubicBezTo>
                    <a:cubicBezTo>
                      <a:pt x="4" y="0"/>
                      <a:pt x="4" y="0"/>
                      <a:pt x="3" y="0"/>
                    </a:cubicBezTo>
                    <a:cubicBezTo>
                      <a:pt x="2" y="0"/>
                      <a:pt x="2" y="0"/>
                      <a:pt x="1" y="0"/>
                    </a:cubicBezTo>
                    <a:cubicBezTo>
                      <a:pt x="0" y="1"/>
                      <a:pt x="0" y="2"/>
                      <a:pt x="0" y="2"/>
                    </a:cubicBezTo>
                    <a:cubicBezTo>
                      <a:pt x="0" y="3"/>
                      <a:pt x="0" y="4"/>
                      <a:pt x="1" y="4"/>
                    </a:cubicBezTo>
                    <a:cubicBezTo>
                      <a:pt x="2" y="5"/>
                      <a:pt x="2"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1039;p48"/>
              <p:cNvSpPr/>
              <p:nvPr/>
            </p:nvSpPr>
            <p:spPr>
              <a:xfrm>
                <a:off x="1851037" y="2765000"/>
                <a:ext cx="15443" cy="16547"/>
              </a:xfrm>
              <a:custGeom>
                <a:avLst/>
                <a:gdLst/>
                <a:ahLst/>
                <a:cxnLst/>
                <a:rect l="l" t="t" r="r" b="b"/>
                <a:pathLst>
                  <a:path w="6" h="6" extrusionOk="0">
                    <a:moveTo>
                      <a:pt x="3" y="0"/>
                    </a:moveTo>
                    <a:cubicBezTo>
                      <a:pt x="2" y="0"/>
                      <a:pt x="1" y="1"/>
                      <a:pt x="1" y="1"/>
                    </a:cubicBezTo>
                    <a:cubicBezTo>
                      <a:pt x="0" y="2"/>
                      <a:pt x="0" y="2"/>
                      <a:pt x="0" y="3"/>
                    </a:cubicBezTo>
                    <a:cubicBezTo>
                      <a:pt x="0" y="4"/>
                      <a:pt x="0" y="5"/>
                      <a:pt x="1" y="5"/>
                    </a:cubicBezTo>
                    <a:cubicBezTo>
                      <a:pt x="1" y="6"/>
                      <a:pt x="2" y="6"/>
                      <a:pt x="3" y="6"/>
                    </a:cubicBezTo>
                    <a:cubicBezTo>
                      <a:pt x="4" y="6"/>
                      <a:pt x="4" y="6"/>
                      <a:pt x="5" y="5"/>
                    </a:cubicBezTo>
                    <a:cubicBezTo>
                      <a:pt x="5" y="5"/>
                      <a:pt x="6" y="4"/>
                      <a:pt x="6" y="3"/>
                    </a:cubicBezTo>
                    <a:cubicBezTo>
                      <a:pt x="6" y="2"/>
                      <a:pt x="5" y="2"/>
                      <a:pt x="5" y="1"/>
                    </a:cubicBezTo>
                    <a:cubicBezTo>
                      <a:pt x="4"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1040;p48"/>
              <p:cNvSpPr/>
              <p:nvPr/>
            </p:nvSpPr>
            <p:spPr>
              <a:xfrm>
                <a:off x="1593262" y="2765000"/>
                <a:ext cx="15443" cy="16547"/>
              </a:xfrm>
              <a:custGeom>
                <a:avLst/>
                <a:gdLst/>
                <a:ahLst/>
                <a:cxnLst/>
                <a:rect l="l" t="t" r="r" b="b"/>
                <a:pathLst>
                  <a:path w="6" h="6" extrusionOk="0">
                    <a:moveTo>
                      <a:pt x="3" y="0"/>
                    </a:moveTo>
                    <a:cubicBezTo>
                      <a:pt x="2" y="0"/>
                      <a:pt x="1" y="1"/>
                      <a:pt x="1" y="1"/>
                    </a:cubicBezTo>
                    <a:cubicBezTo>
                      <a:pt x="0" y="2"/>
                      <a:pt x="0" y="2"/>
                      <a:pt x="0" y="3"/>
                    </a:cubicBezTo>
                    <a:cubicBezTo>
                      <a:pt x="0" y="4"/>
                      <a:pt x="0" y="5"/>
                      <a:pt x="1" y="5"/>
                    </a:cubicBezTo>
                    <a:cubicBezTo>
                      <a:pt x="1" y="6"/>
                      <a:pt x="2" y="6"/>
                      <a:pt x="3" y="6"/>
                    </a:cubicBezTo>
                    <a:cubicBezTo>
                      <a:pt x="4" y="6"/>
                      <a:pt x="4" y="6"/>
                      <a:pt x="5" y="5"/>
                    </a:cubicBezTo>
                    <a:cubicBezTo>
                      <a:pt x="5" y="5"/>
                      <a:pt x="6" y="4"/>
                      <a:pt x="6" y="3"/>
                    </a:cubicBezTo>
                    <a:cubicBezTo>
                      <a:pt x="6" y="2"/>
                      <a:pt x="5" y="2"/>
                      <a:pt x="5" y="1"/>
                    </a:cubicBezTo>
                    <a:cubicBezTo>
                      <a:pt x="4"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41" name="Google Shape;1041;p48"/>
            <p:cNvSpPr/>
            <p:nvPr/>
          </p:nvSpPr>
          <p:spPr>
            <a:xfrm>
              <a:off x="1869487" y="2860250"/>
              <a:ext cx="15443" cy="16547"/>
            </a:xfrm>
            <a:custGeom>
              <a:avLst/>
              <a:gdLst/>
              <a:ahLst/>
              <a:cxnLst/>
              <a:rect l="l" t="t" r="r" b="b"/>
              <a:pathLst>
                <a:path w="6" h="6" extrusionOk="0">
                  <a:moveTo>
                    <a:pt x="3" y="0"/>
                  </a:moveTo>
                  <a:cubicBezTo>
                    <a:pt x="2" y="0"/>
                    <a:pt x="1" y="1"/>
                    <a:pt x="1" y="1"/>
                  </a:cubicBezTo>
                  <a:cubicBezTo>
                    <a:pt x="0" y="2"/>
                    <a:pt x="0" y="2"/>
                    <a:pt x="0" y="3"/>
                  </a:cubicBezTo>
                  <a:cubicBezTo>
                    <a:pt x="0" y="4"/>
                    <a:pt x="0" y="5"/>
                    <a:pt x="1" y="5"/>
                  </a:cubicBezTo>
                  <a:cubicBezTo>
                    <a:pt x="1" y="6"/>
                    <a:pt x="2" y="6"/>
                    <a:pt x="3" y="6"/>
                  </a:cubicBezTo>
                  <a:cubicBezTo>
                    <a:pt x="4" y="6"/>
                    <a:pt x="4" y="6"/>
                    <a:pt x="5" y="5"/>
                  </a:cubicBezTo>
                  <a:cubicBezTo>
                    <a:pt x="5" y="5"/>
                    <a:pt x="6" y="4"/>
                    <a:pt x="6" y="3"/>
                  </a:cubicBezTo>
                  <a:cubicBezTo>
                    <a:pt x="6" y="2"/>
                    <a:pt x="5" y="2"/>
                    <a:pt x="5" y="1"/>
                  </a:cubicBezTo>
                  <a:cubicBezTo>
                    <a:pt x="4"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045"/>
        <p:cNvGrpSpPr/>
        <p:nvPr/>
      </p:nvGrpSpPr>
      <p:grpSpPr>
        <a:xfrm>
          <a:off x="0" y="0"/>
          <a:ext cx="0" cy="0"/>
          <a:chOff x="0" y="0"/>
          <a:chExt cx="0" cy="0"/>
        </a:xfrm>
      </p:grpSpPr>
      <p:sp>
        <p:nvSpPr>
          <p:cNvPr id="1046" name="Google Shape;1046;p49"/>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 II</a:t>
            </a:r>
            <a:endParaRPr/>
          </a:p>
        </p:txBody>
      </p:sp>
      <p:grpSp>
        <p:nvGrpSpPr>
          <p:cNvPr id="1047" name="Google Shape;1047;p49"/>
          <p:cNvGrpSpPr/>
          <p:nvPr/>
        </p:nvGrpSpPr>
        <p:grpSpPr>
          <a:xfrm>
            <a:off x="713225" y="3777092"/>
            <a:ext cx="354094" cy="394783"/>
            <a:chOff x="713225" y="3777092"/>
            <a:chExt cx="354094" cy="394783"/>
          </a:xfrm>
        </p:grpSpPr>
        <p:sp>
          <p:nvSpPr>
            <p:cNvPr id="1048" name="Google Shape;1048;p49"/>
            <p:cNvSpPr/>
            <p:nvPr/>
          </p:nvSpPr>
          <p:spPr>
            <a:xfrm>
              <a:off x="772607" y="3976133"/>
              <a:ext cx="18695" cy="18695"/>
            </a:xfrm>
            <a:custGeom>
              <a:avLst/>
              <a:gdLst/>
              <a:ahLst/>
              <a:cxnLst/>
              <a:rect l="l" t="t" r="r" b="b"/>
              <a:pathLst>
                <a:path w="7" h="7" extrusionOk="0">
                  <a:moveTo>
                    <a:pt x="3" y="0"/>
                  </a:moveTo>
                  <a:cubicBezTo>
                    <a:pt x="1" y="0"/>
                    <a:pt x="0" y="2"/>
                    <a:pt x="1" y="4"/>
                  </a:cubicBezTo>
                  <a:cubicBezTo>
                    <a:pt x="1" y="5"/>
                    <a:pt x="1" y="5"/>
                    <a:pt x="2" y="6"/>
                  </a:cubicBezTo>
                  <a:cubicBezTo>
                    <a:pt x="5" y="7"/>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1049;p49"/>
            <p:cNvSpPr/>
            <p:nvPr/>
          </p:nvSpPr>
          <p:spPr>
            <a:xfrm>
              <a:off x="713225" y="3777092"/>
              <a:ext cx="354094" cy="394783"/>
            </a:xfrm>
            <a:custGeom>
              <a:avLst/>
              <a:gdLst/>
              <a:ahLst/>
              <a:cxnLst/>
              <a:rect l="l" t="t" r="r" b="b"/>
              <a:pathLst>
                <a:path w="136" h="151" extrusionOk="0">
                  <a:moveTo>
                    <a:pt x="134" y="35"/>
                  </a:moveTo>
                  <a:cubicBezTo>
                    <a:pt x="132" y="18"/>
                    <a:pt x="118" y="4"/>
                    <a:pt x="101" y="2"/>
                  </a:cubicBezTo>
                  <a:cubicBezTo>
                    <a:pt x="84" y="0"/>
                    <a:pt x="69" y="9"/>
                    <a:pt x="63" y="23"/>
                  </a:cubicBezTo>
                  <a:cubicBezTo>
                    <a:pt x="62" y="23"/>
                    <a:pt x="62" y="23"/>
                    <a:pt x="61" y="23"/>
                  </a:cubicBezTo>
                  <a:cubicBezTo>
                    <a:pt x="48" y="23"/>
                    <a:pt x="35" y="28"/>
                    <a:pt x="26" y="37"/>
                  </a:cubicBezTo>
                  <a:cubicBezTo>
                    <a:pt x="16" y="47"/>
                    <a:pt x="11" y="59"/>
                    <a:pt x="11" y="72"/>
                  </a:cubicBezTo>
                  <a:cubicBezTo>
                    <a:pt x="11" y="75"/>
                    <a:pt x="8" y="81"/>
                    <a:pt x="4" y="87"/>
                  </a:cubicBezTo>
                  <a:cubicBezTo>
                    <a:pt x="0" y="93"/>
                    <a:pt x="0" y="97"/>
                    <a:pt x="1" y="99"/>
                  </a:cubicBezTo>
                  <a:cubicBezTo>
                    <a:pt x="3" y="102"/>
                    <a:pt x="6" y="105"/>
                    <a:pt x="14" y="106"/>
                  </a:cubicBezTo>
                  <a:cubicBezTo>
                    <a:pt x="14" y="118"/>
                    <a:pt x="14" y="118"/>
                    <a:pt x="14" y="118"/>
                  </a:cubicBezTo>
                  <a:cubicBezTo>
                    <a:pt x="14" y="127"/>
                    <a:pt x="21" y="134"/>
                    <a:pt x="30" y="134"/>
                  </a:cubicBezTo>
                  <a:cubicBezTo>
                    <a:pt x="37" y="134"/>
                    <a:pt x="41" y="134"/>
                    <a:pt x="43" y="136"/>
                  </a:cubicBezTo>
                  <a:cubicBezTo>
                    <a:pt x="45" y="137"/>
                    <a:pt x="46" y="141"/>
                    <a:pt x="46" y="148"/>
                  </a:cubicBezTo>
                  <a:cubicBezTo>
                    <a:pt x="46" y="150"/>
                    <a:pt x="47" y="151"/>
                    <a:pt x="49" y="151"/>
                  </a:cubicBezTo>
                  <a:cubicBezTo>
                    <a:pt x="91" y="151"/>
                    <a:pt x="91" y="151"/>
                    <a:pt x="91" y="151"/>
                  </a:cubicBezTo>
                  <a:cubicBezTo>
                    <a:pt x="91" y="151"/>
                    <a:pt x="91" y="151"/>
                    <a:pt x="92" y="151"/>
                  </a:cubicBezTo>
                  <a:cubicBezTo>
                    <a:pt x="93" y="150"/>
                    <a:pt x="94" y="149"/>
                    <a:pt x="94" y="148"/>
                  </a:cubicBezTo>
                  <a:cubicBezTo>
                    <a:pt x="93" y="142"/>
                    <a:pt x="93" y="138"/>
                    <a:pt x="93" y="134"/>
                  </a:cubicBezTo>
                  <a:cubicBezTo>
                    <a:pt x="93" y="133"/>
                    <a:pt x="92" y="131"/>
                    <a:pt x="90" y="131"/>
                  </a:cubicBezTo>
                  <a:cubicBezTo>
                    <a:pt x="90" y="131"/>
                    <a:pt x="90" y="131"/>
                    <a:pt x="90" y="131"/>
                  </a:cubicBezTo>
                  <a:cubicBezTo>
                    <a:pt x="88" y="131"/>
                    <a:pt x="87" y="133"/>
                    <a:pt x="87" y="134"/>
                  </a:cubicBezTo>
                  <a:cubicBezTo>
                    <a:pt x="87" y="137"/>
                    <a:pt x="87" y="141"/>
                    <a:pt x="87" y="145"/>
                  </a:cubicBezTo>
                  <a:cubicBezTo>
                    <a:pt x="52" y="145"/>
                    <a:pt x="52" y="145"/>
                    <a:pt x="52" y="145"/>
                  </a:cubicBezTo>
                  <a:cubicBezTo>
                    <a:pt x="51" y="139"/>
                    <a:pt x="50" y="134"/>
                    <a:pt x="47" y="131"/>
                  </a:cubicBezTo>
                  <a:cubicBezTo>
                    <a:pt x="43" y="128"/>
                    <a:pt x="38" y="128"/>
                    <a:pt x="30" y="128"/>
                  </a:cubicBezTo>
                  <a:cubicBezTo>
                    <a:pt x="24" y="128"/>
                    <a:pt x="20" y="124"/>
                    <a:pt x="20" y="118"/>
                  </a:cubicBezTo>
                  <a:cubicBezTo>
                    <a:pt x="20" y="114"/>
                    <a:pt x="20" y="114"/>
                    <a:pt x="20" y="114"/>
                  </a:cubicBezTo>
                  <a:cubicBezTo>
                    <a:pt x="21" y="114"/>
                    <a:pt x="24" y="115"/>
                    <a:pt x="27" y="117"/>
                  </a:cubicBezTo>
                  <a:cubicBezTo>
                    <a:pt x="27" y="117"/>
                    <a:pt x="28" y="117"/>
                    <a:pt x="28" y="117"/>
                  </a:cubicBezTo>
                  <a:cubicBezTo>
                    <a:pt x="30" y="117"/>
                    <a:pt x="31" y="117"/>
                    <a:pt x="31" y="115"/>
                  </a:cubicBezTo>
                  <a:cubicBezTo>
                    <a:pt x="32" y="114"/>
                    <a:pt x="31" y="113"/>
                    <a:pt x="30" y="112"/>
                  </a:cubicBezTo>
                  <a:cubicBezTo>
                    <a:pt x="28" y="111"/>
                    <a:pt x="24" y="109"/>
                    <a:pt x="20" y="109"/>
                  </a:cubicBezTo>
                  <a:cubicBezTo>
                    <a:pt x="20" y="103"/>
                    <a:pt x="20" y="103"/>
                    <a:pt x="20" y="103"/>
                  </a:cubicBezTo>
                  <a:cubicBezTo>
                    <a:pt x="20" y="101"/>
                    <a:pt x="18" y="100"/>
                    <a:pt x="17" y="100"/>
                  </a:cubicBezTo>
                  <a:cubicBezTo>
                    <a:pt x="11" y="100"/>
                    <a:pt x="8" y="99"/>
                    <a:pt x="7" y="97"/>
                  </a:cubicBezTo>
                  <a:cubicBezTo>
                    <a:pt x="6" y="95"/>
                    <a:pt x="7" y="93"/>
                    <a:pt x="8" y="90"/>
                  </a:cubicBezTo>
                  <a:cubicBezTo>
                    <a:pt x="12" y="85"/>
                    <a:pt x="17" y="78"/>
                    <a:pt x="17" y="72"/>
                  </a:cubicBezTo>
                  <a:cubicBezTo>
                    <a:pt x="17" y="48"/>
                    <a:pt x="36" y="29"/>
                    <a:pt x="60" y="28"/>
                  </a:cubicBezTo>
                  <a:cubicBezTo>
                    <a:pt x="59" y="32"/>
                    <a:pt x="59" y="36"/>
                    <a:pt x="59" y="39"/>
                  </a:cubicBezTo>
                  <a:cubicBezTo>
                    <a:pt x="59" y="49"/>
                    <a:pt x="62" y="57"/>
                    <a:pt x="68" y="64"/>
                  </a:cubicBezTo>
                  <a:cubicBezTo>
                    <a:pt x="67" y="65"/>
                    <a:pt x="67" y="65"/>
                    <a:pt x="67" y="65"/>
                  </a:cubicBezTo>
                  <a:cubicBezTo>
                    <a:pt x="60" y="64"/>
                    <a:pt x="60" y="64"/>
                    <a:pt x="60" y="64"/>
                  </a:cubicBezTo>
                  <a:cubicBezTo>
                    <a:pt x="59" y="63"/>
                    <a:pt x="58" y="64"/>
                    <a:pt x="57" y="64"/>
                  </a:cubicBezTo>
                  <a:cubicBezTo>
                    <a:pt x="47" y="75"/>
                    <a:pt x="47" y="75"/>
                    <a:pt x="47" y="75"/>
                  </a:cubicBezTo>
                  <a:cubicBezTo>
                    <a:pt x="46" y="76"/>
                    <a:pt x="46" y="77"/>
                    <a:pt x="46" y="78"/>
                  </a:cubicBezTo>
                  <a:cubicBezTo>
                    <a:pt x="47" y="79"/>
                    <a:pt x="48" y="80"/>
                    <a:pt x="48" y="80"/>
                  </a:cubicBezTo>
                  <a:cubicBezTo>
                    <a:pt x="55" y="81"/>
                    <a:pt x="55" y="81"/>
                    <a:pt x="55" y="81"/>
                  </a:cubicBezTo>
                  <a:cubicBezTo>
                    <a:pt x="56" y="88"/>
                    <a:pt x="56" y="88"/>
                    <a:pt x="56" y="88"/>
                  </a:cubicBezTo>
                  <a:cubicBezTo>
                    <a:pt x="56" y="88"/>
                    <a:pt x="57" y="89"/>
                    <a:pt x="57" y="89"/>
                  </a:cubicBezTo>
                  <a:cubicBezTo>
                    <a:pt x="58" y="90"/>
                    <a:pt x="59" y="90"/>
                    <a:pt x="59" y="90"/>
                  </a:cubicBezTo>
                  <a:cubicBezTo>
                    <a:pt x="60" y="90"/>
                    <a:pt x="61" y="90"/>
                    <a:pt x="61" y="89"/>
                  </a:cubicBezTo>
                  <a:cubicBezTo>
                    <a:pt x="72" y="79"/>
                    <a:pt x="72" y="79"/>
                    <a:pt x="72" y="79"/>
                  </a:cubicBezTo>
                  <a:cubicBezTo>
                    <a:pt x="72" y="78"/>
                    <a:pt x="73" y="77"/>
                    <a:pt x="72" y="76"/>
                  </a:cubicBezTo>
                  <a:cubicBezTo>
                    <a:pt x="71" y="70"/>
                    <a:pt x="71" y="70"/>
                    <a:pt x="71" y="70"/>
                  </a:cubicBezTo>
                  <a:cubicBezTo>
                    <a:pt x="72" y="68"/>
                    <a:pt x="72" y="68"/>
                    <a:pt x="72" y="68"/>
                  </a:cubicBezTo>
                  <a:cubicBezTo>
                    <a:pt x="79" y="74"/>
                    <a:pt x="87" y="77"/>
                    <a:pt x="97" y="77"/>
                  </a:cubicBezTo>
                  <a:cubicBezTo>
                    <a:pt x="99" y="77"/>
                    <a:pt x="102" y="77"/>
                    <a:pt x="105" y="76"/>
                  </a:cubicBezTo>
                  <a:cubicBezTo>
                    <a:pt x="104" y="83"/>
                    <a:pt x="102" y="89"/>
                    <a:pt x="99" y="95"/>
                  </a:cubicBezTo>
                  <a:cubicBezTo>
                    <a:pt x="96" y="99"/>
                    <a:pt x="94" y="103"/>
                    <a:pt x="92" y="107"/>
                  </a:cubicBezTo>
                  <a:cubicBezTo>
                    <a:pt x="92" y="109"/>
                    <a:pt x="92" y="110"/>
                    <a:pt x="93" y="111"/>
                  </a:cubicBezTo>
                  <a:cubicBezTo>
                    <a:pt x="94" y="111"/>
                    <a:pt x="94" y="112"/>
                    <a:pt x="95" y="112"/>
                  </a:cubicBezTo>
                  <a:cubicBezTo>
                    <a:pt x="96" y="112"/>
                    <a:pt x="97" y="111"/>
                    <a:pt x="98" y="110"/>
                  </a:cubicBezTo>
                  <a:cubicBezTo>
                    <a:pt x="99" y="106"/>
                    <a:pt x="101" y="102"/>
                    <a:pt x="104" y="98"/>
                  </a:cubicBezTo>
                  <a:cubicBezTo>
                    <a:pt x="108" y="91"/>
                    <a:pt x="111" y="83"/>
                    <a:pt x="111" y="74"/>
                  </a:cubicBezTo>
                  <a:cubicBezTo>
                    <a:pt x="126" y="68"/>
                    <a:pt x="136" y="53"/>
                    <a:pt x="134" y="35"/>
                  </a:cubicBezTo>
                  <a:close/>
                  <a:moveTo>
                    <a:pt x="61" y="82"/>
                  </a:moveTo>
                  <a:cubicBezTo>
                    <a:pt x="60" y="78"/>
                    <a:pt x="60" y="78"/>
                    <a:pt x="60" y="78"/>
                  </a:cubicBezTo>
                  <a:cubicBezTo>
                    <a:pt x="60" y="77"/>
                    <a:pt x="59" y="77"/>
                    <a:pt x="58" y="76"/>
                  </a:cubicBezTo>
                  <a:cubicBezTo>
                    <a:pt x="55" y="75"/>
                    <a:pt x="55" y="75"/>
                    <a:pt x="55" y="75"/>
                  </a:cubicBezTo>
                  <a:cubicBezTo>
                    <a:pt x="60" y="70"/>
                    <a:pt x="60" y="70"/>
                    <a:pt x="60" y="70"/>
                  </a:cubicBezTo>
                  <a:cubicBezTo>
                    <a:pt x="65" y="71"/>
                    <a:pt x="65" y="71"/>
                    <a:pt x="65" y="71"/>
                  </a:cubicBezTo>
                  <a:cubicBezTo>
                    <a:pt x="66" y="76"/>
                    <a:pt x="66" y="76"/>
                    <a:pt x="66" y="76"/>
                  </a:cubicBezTo>
                  <a:lnTo>
                    <a:pt x="61" y="82"/>
                  </a:lnTo>
                  <a:close/>
                  <a:moveTo>
                    <a:pt x="97" y="72"/>
                  </a:moveTo>
                  <a:cubicBezTo>
                    <a:pt x="89" y="72"/>
                    <a:pt x="82" y="69"/>
                    <a:pt x="76" y="64"/>
                  </a:cubicBezTo>
                  <a:cubicBezTo>
                    <a:pt x="80" y="60"/>
                    <a:pt x="80" y="60"/>
                    <a:pt x="80" y="60"/>
                  </a:cubicBezTo>
                  <a:cubicBezTo>
                    <a:pt x="85" y="64"/>
                    <a:pt x="90" y="66"/>
                    <a:pt x="97" y="66"/>
                  </a:cubicBezTo>
                  <a:cubicBezTo>
                    <a:pt x="111" y="66"/>
                    <a:pt x="123" y="54"/>
                    <a:pt x="123" y="40"/>
                  </a:cubicBezTo>
                  <a:cubicBezTo>
                    <a:pt x="123" y="25"/>
                    <a:pt x="111" y="13"/>
                    <a:pt x="97" y="13"/>
                  </a:cubicBezTo>
                  <a:cubicBezTo>
                    <a:pt x="82" y="13"/>
                    <a:pt x="70" y="25"/>
                    <a:pt x="70" y="40"/>
                  </a:cubicBezTo>
                  <a:cubicBezTo>
                    <a:pt x="70" y="46"/>
                    <a:pt x="73" y="52"/>
                    <a:pt x="76" y="56"/>
                  </a:cubicBezTo>
                  <a:cubicBezTo>
                    <a:pt x="72" y="60"/>
                    <a:pt x="72" y="60"/>
                    <a:pt x="72" y="60"/>
                  </a:cubicBezTo>
                  <a:cubicBezTo>
                    <a:pt x="67" y="55"/>
                    <a:pt x="65" y="47"/>
                    <a:pt x="65" y="40"/>
                  </a:cubicBezTo>
                  <a:cubicBezTo>
                    <a:pt x="65" y="22"/>
                    <a:pt x="79" y="8"/>
                    <a:pt x="97" y="8"/>
                  </a:cubicBezTo>
                  <a:cubicBezTo>
                    <a:pt x="114" y="8"/>
                    <a:pt x="129" y="22"/>
                    <a:pt x="129" y="40"/>
                  </a:cubicBezTo>
                  <a:cubicBezTo>
                    <a:pt x="129" y="57"/>
                    <a:pt x="114" y="72"/>
                    <a:pt x="97" y="72"/>
                  </a:cubicBezTo>
                  <a:close/>
                  <a:moveTo>
                    <a:pt x="76" y="40"/>
                  </a:moveTo>
                  <a:cubicBezTo>
                    <a:pt x="76" y="28"/>
                    <a:pt x="85" y="19"/>
                    <a:pt x="97" y="19"/>
                  </a:cubicBezTo>
                  <a:cubicBezTo>
                    <a:pt x="108" y="19"/>
                    <a:pt x="117" y="28"/>
                    <a:pt x="117" y="40"/>
                  </a:cubicBezTo>
                  <a:cubicBezTo>
                    <a:pt x="117" y="51"/>
                    <a:pt x="108" y="60"/>
                    <a:pt x="97" y="60"/>
                  </a:cubicBezTo>
                  <a:cubicBezTo>
                    <a:pt x="92" y="60"/>
                    <a:pt x="88" y="59"/>
                    <a:pt x="84" y="56"/>
                  </a:cubicBezTo>
                  <a:cubicBezTo>
                    <a:pt x="89" y="52"/>
                    <a:pt x="89" y="52"/>
                    <a:pt x="89" y="52"/>
                  </a:cubicBezTo>
                  <a:cubicBezTo>
                    <a:pt x="91" y="53"/>
                    <a:pt x="94" y="54"/>
                    <a:pt x="97" y="54"/>
                  </a:cubicBezTo>
                  <a:cubicBezTo>
                    <a:pt x="105" y="54"/>
                    <a:pt x="111" y="48"/>
                    <a:pt x="111" y="40"/>
                  </a:cubicBezTo>
                  <a:cubicBezTo>
                    <a:pt x="111" y="32"/>
                    <a:pt x="105" y="25"/>
                    <a:pt x="97" y="25"/>
                  </a:cubicBezTo>
                  <a:cubicBezTo>
                    <a:pt x="89" y="25"/>
                    <a:pt x="82" y="32"/>
                    <a:pt x="82" y="40"/>
                  </a:cubicBezTo>
                  <a:cubicBezTo>
                    <a:pt x="82" y="43"/>
                    <a:pt x="83" y="45"/>
                    <a:pt x="84" y="48"/>
                  </a:cubicBezTo>
                  <a:cubicBezTo>
                    <a:pt x="80" y="52"/>
                    <a:pt x="80" y="52"/>
                    <a:pt x="80" y="52"/>
                  </a:cubicBezTo>
                  <a:cubicBezTo>
                    <a:pt x="78" y="48"/>
                    <a:pt x="76" y="44"/>
                    <a:pt x="76" y="40"/>
                  </a:cubicBezTo>
                  <a:close/>
                  <a:moveTo>
                    <a:pt x="88" y="40"/>
                  </a:moveTo>
                  <a:cubicBezTo>
                    <a:pt x="88" y="35"/>
                    <a:pt x="92" y="31"/>
                    <a:pt x="97" y="31"/>
                  </a:cubicBezTo>
                  <a:cubicBezTo>
                    <a:pt x="101" y="31"/>
                    <a:pt x="105" y="35"/>
                    <a:pt x="105" y="40"/>
                  </a:cubicBezTo>
                  <a:cubicBezTo>
                    <a:pt x="105" y="45"/>
                    <a:pt x="101" y="48"/>
                    <a:pt x="97" y="48"/>
                  </a:cubicBezTo>
                  <a:cubicBezTo>
                    <a:pt x="95" y="48"/>
                    <a:pt x="94" y="48"/>
                    <a:pt x="93" y="48"/>
                  </a:cubicBezTo>
                  <a:cubicBezTo>
                    <a:pt x="99" y="42"/>
                    <a:pt x="99" y="42"/>
                    <a:pt x="99" y="42"/>
                  </a:cubicBezTo>
                  <a:cubicBezTo>
                    <a:pt x="100" y="41"/>
                    <a:pt x="100" y="39"/>
                    <a:pt x="99" y="38"/>
                  </a:cubicBezTo>
                  <a:cubicBezTo>
                    <a:pt x="97" y="37"/>
                    <a:pt x="96" y="37"/>
                    <a:pt x="94" y="38"/>
                  </a:cubicBezTo>
                  <a:cubicBezTo>
                    <a:pt x="89" y="43"/>
                    <a:pt x="89" y="43"/>
                    <a:pt x="89" y="43"/>
                  </a:cubicBezTo>
                  <a:cubicBezTo>
                    <a:pt x="88" y="42"/>
                    <a:pt x="88" y="41"/>
                    <a:pt x="88" y="4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1050;p49"/>
            <p:cNvSpPr/>
            <p:nvPr/>
          </p:nvSpPr>
          <p:spPr>
            <a:xfrm>
              <a:off x="941957" y="4086100"/>
              <a:ext cx="18695" cy="18695"/>
            </a:xfrm>
            <a:custGeom>
              <a:avLst/>
              <a:gdLst/>
              <a:ahLst/>
              <a:cxnLst/>
              <a:rect l="l" t="t" r="r" b="b"/>
              <a:pathLst>
                <a:path w="7" h="7" extrusionOk="0">
                  <a:moveTo>
                    <a:pt x="3" y="0"/>
                  </a:moveTo>
                  <a:cubicBezTo>
                    <a:pt x="3" y="0"/>
                    <a:pt x="3" y="0"/>
                    <a:pt x="3" y="0"/>
                  </a:cubicBezTo>
                  <a:cubicBezTo>
                    <a:pt x="2" y="0"/>
                    <a:pt x="1" y="1"/>
                    <a:pt x="1" y="2"/>
                  </a:cubicBezTo>
                  <a:cubicBezTo>
                    <a:pt x="0" y="4"/>
                    <a:pt x="2" y="7"/>
                    <a:pt x="4" y="6"/>
                  </a:cubicBezTo>
                  <a:cubicBezTo>
                    <a:pt x="5" y="6"/>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51" name="Google Shape;1051;p49"/>
          <p:cNvGrpSpPr/>
          <p:nvPr/>
        </p:nvGrpSpPr>
        <p:grpSpPr>
          <a:xfrm>
            <a:off x="3962207" y="3782591"/>
            <a:ext cx="321104" cy="389284"/>
            <a:chOff x="3952859" y="3782591"/>
            <a:chExt cx="321104" cy="389284"/>
          </a:xfrm>
        </p:grpSpPr>
        <p:sp>
          <p:nvSpPr>
            <p:cNvPr id="1052" name="Google Shape;1052;p49"/>
            <p:cNvSpPr/>
            <p:nvPr/>
          </p:nvSpPr>
          <p:spPr>
            <a:xfrm>
              <a:off x="3952859" y="3782591"/>
              <a:ext cx="321104" cy="389284"/>
            </a:xfrm>
            <a:custGeom>
              <a:avLst/>
              <a:gdLst/>
              <a:ahLst/>
              <a:cxnLst/>
              <a:rect l="l" t="t" r="r" b="b"/>
              <a:pathLst>
                <a:path w="123" h="149" extrusionOk="0">
                  <a:moveTo>
                    <a:pt x="114" y="0"/>
                  </a:moveTo>
                  <a:cubicBezTo>
                    <a:pt x="16" y="0"/>
                    <a:pt x="16" y="0"/>
                    <a:pt x="16" y="0"/>
                  </a:cubicBezTo>
                  <a:cubicBezTo>
                    <a:pt x="7" y="0"/>
                    <a:pt x="0" y="7"/>
                    <a:pt x="0" y="16"/>
                  </a:cubicBezTo>
                  <a:cubicBezTo>
                    <a:pt x="0" y="133"/>
                    <a:pt x="0" y="133"/>
                    <a:pt x="0" y="133"/>
                  </a:cubicBezTo>
                  <a:cubicBezTo>
                    <a:pt x="0" y="142"/>
                    <a:pt x="7" y="149"/>
                    <a:pt x="16" y="149"/>
                  </a:cubicBezTo>
                  <a:cubicBezTo>
                    <a:pt x="114" y="149"/>
                    <a:pt x="114" y="149"/>
                    <a:pt x="114" y="149"/>
                  </a:cubicBezTo>
                  <a:cubicBezTo>
                    <a:pt x="119" y="149"/>
                    <a:pt x="123" y="145"/>
                    <a:pt x="123" y="140"/>
                  </a:cubicBezTo>
                  <a:cubicBezTo>
                    <a:pt x="123" y="8"/>
                    <a:pt x="123" y="8"/>
                    <a:pt x="123" y="8"/>
                  </a:cubicBezTo>
                  <a:cubicBezTo>
                    <a:pt x="123" y="4"/>
                    <a:pt x="119" y="0"/>
                    <a:pt x="114" y="0"/>
                  </a:cubicBezTo>
                  <a:close/>
                  <a:moveTo>
                    <a:pt x="16" y="143"/>
                  </a:moveTo>
                  <a:cubicBezTo>
                    <a:pt x="10" y="143"/>
                    <a:pt x="6" y="138"/>
                    <a:pt x="6" y="132"/>
                  </a:cubicBezTo>
                  <a:cubicBezTo>
                    <a:pt x="6" y="127"/>
                    <a:pt x="11" y="123"/>
                    <a:pt x="16" y="123"/>
                  </a:cubicBezTo>
                  <a:cubicBezTo>
                    <a:pt x="105" y="123"/>
                    <a:pt x="105" y="123"/>
                    <a:pt x="105" y="123"/>
                  </a:cubicBezTo>
                  <a:cubicBezTo>
                    <a:pt x="105" y="143"/>
                    <a:pt x="105" y="143"/>
                    <a:pt x="105" y="143"/>
                  </a:cubicBezTo>
                  <a:lnTo>
                    <a:pt x="16" y="143"/>
                  </a:lnTo>
                  <a:close/>
                  <a:moveTo>
                    <a:pt x="114" y="143"/>
                  </a:moveTo>
                  <a:cubicBezTo>
                    <a:pt x="111" y="143"/>
                    <a:pt x="111" y="143"/>
                    <a:pt x="111" y="143"/>
                  </a:cubicBezTo>
                  <a:cubicBezTo>
                    <a:pt x="111" y="123"/>
                    <a:pt x="111" y="123"/>
                    <a:pt x="111" y="123"/>
                  </a:cubicBezTo>
                  <a:cubicBezTo>
                    <a:pt x="114" y="123"/>
                    <a:pt x="114" y="123"/>
                    <a:pt x="114" y="123"/>
                  </a:cubicBezTo>
                  <a:cubicBezTo>
                    <a:pt x="115" y="123"/>
                    <a:pt x="116" y="122"/>
                    <a:pt x="117" y="122"/>
                  </a:cubicBezTo>
                  <a:cubicBezTo>
                    <a:pt x="117" y="140"/>
                    <a:pt x="117" y="140"/>
                    <a:pt x="117" y="140"/>
                  </a:cubicBezTo>
                  <a:cubicBezTo>
                    <a:pt x="117" y="142"/>
                    <a:pt x="115" y="143"/>
                    <a:pt x="114" y="143"/>
                  </a:cubicBezTo>
                  <a:close/>
                  <a:moveTo>
                    <a:pt x="117" y="114"/>
                  </a:moveTo>
                  <a:cubicBezTo>
                    <a:pt x="117" y="115"/>
                    <a:pt x="115" y="117"/>
                    <a:pt x="114" y="117"/>
                  </a:cubicBezTo>
                  <a:cubicBezTo>
                    <a:pt x="19" y="117"/>
                    <a:pt x="19" y="117"/>
                    <a:pt x="19" y="117"/>
                  </a:cubicBezTo>
                  <a:cubicBezTo>
                    <a:pt x="19" y="74"/>
                    <a:pt x="19" y="74"/>
                    <a:pt x="19" y="74"/>
                  </a:cubicBezTo>
                  <a:cubicBezTo>
                    <a:pt x="19" y="73"/>
                    <a:pt x="18" y="72"/>
                    <a:pt x="17" y="71"/>
                  </a:cubicBezTo>
                  <a:cubicBezTo>
                    <a:pt x="15" y="71"/>
                    <a:pt x="13" y="72"/>
                    <a:pt x="13" y="74"/>
                  </a:cubicBezTo>
                  <a:cubicBezTo>
                    <a:pt x="13" y="117"/>
                    <a:pt x="13" y="117"/>
                    <a:pt x="13" y="117"/>
                  </a:cubicBezTo>
                  <a:cubicBezTo>
                    <a:pt x="11" y="117"/>
                    <a:pt x="8" y="119"/>
                    <a:pt x="6" y="120"/>
                  </a:cubicBezTo>
                  <a:cubicBezTo>
                    <a:pt x="6" y="16"/>
                    <a:pt x="6" y="16"/>
                    <a:pt x="6" y="16"/>
                  </a:cubicBezTo>
                  <a:cubicBezTo>
                    <a:pt x="6" y="11"/>
                    <a:pt x="9" y="7"/>
                    <a:pt x="13" y="6"/>
                  </a:cubicBezTo>
                  <a:cubicBezTo>
                    <a:pt x="13" y="48"/>
                    <a:pt x="13" y="48"/>
                    <a:pt x="13" y="48"/>
                  </a:cubicBezTo>
                  <a:cubicBezTo>
                    <a:pt x="13" y="49"/>
                    <a:pt x="14" y="51"/>
                    <a:pt x="16" y="51"/>
                  </a:cubicBezTo>
                  <a:cubicBezTo>
                    <a:pt x="18" y="51"/>
                    <a:pt x="19" y="50"/>
                    <a:pt x="19" y="48"/>
                  </a:cubicBezTo>
                  <a:cubicBezTo>
                    <a:pt x="19" y="5"/>
                    <a:pt x="19" y="5"/>
                    <a:pt x="19" y="5"/>
                  </a:cubicBezTo>
                  <a:cubicBezTo>
                    <a:pt x="114" y="5"/>
                    <a:pt x="114" y="5"/>
                    <a:pt x="114" y="5"/>
                  </a:cubicBezTo>
                  <a:cubicBezTo>
                    <a:pt x="115" y="5"/>
                    <a:pt x="117" y="7"/>
                    <a:pt x="117" y="8"/>
                  </a:cubicBezTo>
                  <a:cubicBezTo>
                    <a:pt x="117" y="114"/>
                    <a:pt x="117" y="114"/>
                    <a:pt x="117" y="11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1053;p49"/>
            <p:cNvSpPr/>
            <p:nvPr/>
          </p:nvSpPr>
          <p:spPr>
            <a:xfrm>
              <a:off x="3986950" y="3934346"/>
              <a:ext cx="15395" cy="15395"/>
            </a:xfrm>
            <a:custGeom>
              <a:avLst/>
              <a:gdLst/>
              <a:ahLst/>
              <a:cxnLst/>
              <a:rect l="l" t="t" r="r" b="b"/>
              <a:pathLst>
                <a:path w="6" h="6" extrusionOk="0">
                  <a:moveTo>
                    <a:pt x="4" y="0"/>
                  </a:moveTo>
                  <a:cubicBezTo>
                    <a:pt x="2" y="0"/>
                    <a:pt x="0" y="1"/>
                    <a:pt x="0" y="3"/>
                  </a:cubicBezTo>
                  <a:cubicBezTo>
                    <a:pt x="0" y="5"/>
                    <a:pt x="2" y="6"/>
                    <a:pt x="3" y="6"/>
                  </a:cubicBezTo>
                  <a:cubicBezTo>
                    <a:pt x="5" y="6"/>
                    <a:pt x="6" y="5"/>
                    <a:pt x="6" y="3"/>
                  </a:cubicBezTo>
                  <a:cubicBezTo>
                    <a:pt x="6" y="3"/>
                    <a:pt x="6" y="3"/>
                    <a:pt x="6" y="3"/>
                  </a:cubicBezTo>
                  <a:cubicBezTo>
                    <a:pt x="6" y="2"/>
                    <a:pt x="5" y="1"/>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1054;p49"/>
            <p:cNvSpPr/>
            <p:nvPr/>
          </p:nvSpPr>
          <p:spPr>
            <a:xfrm>
              <a:off x="4078222" y="3898056"/>
              <a:ext cx="104469" cy="104469"/>
            </a:xfrm>
            <a:custGeom>
              <a:avLst/>
              <a:gdLst/>
              <a:ahLst/>
              <a:cxnLst/>
              <a:rect l="l" t="t" r="r" b="b"/>
              <a:pathLst>
                <a:path w="40" h="40" extrusionOk="0">
                  <a:moveTo>
                    <a:pt x="37" y="0"/>
                  </a:moveTo>
                  <a:cubicBezTo>
                    <a:pt x="33" y="0"/>
                    <a:pt x="30" y="3"/>
                    <a:pt x="30" y="7"/>
                  </a:cubicBezTo>
                  <a:cubicBezTo>
                    <a:pt x="30" y="13"/>
                    <a:pt x="30" y="13"/>
                    <a:pt x="30" y="13"/>
                  </a:cubicBezTo>
                  <a:cubicBezTo>
                    <a:pt x="30" y="17"/>
                    <a:pt x="27" y="20"/>
                    <a:pt x="23" y="20"/>
                  </a:cubicBezTo>
                  <a:cubicBezTo>
                    <a:pt x="23" y="20"/>
                    <a:pt x="23" y="20"/>
                    <a:pt x="23" y="20"/>
                  </a:cubicBezTo>
                  <a:cubicBezTo>
                    <a:pt x="23" y="5"/>
                    <a:pt x="23" y="5"/>
                    <a:pt x="23" y="5"/>
                  </a:cubicBezTo>
                  <a:cubicBezTo>
                    <a:pt x="25" y="5"/>
                    <a:pt x="25" y="5"/>
                    <a:pt x="25" y="5"/>
                  </a:cubicBezTo>
                  <a:cubicBezTo>
                    <a:pt x="25" y="5"/>
                    <a:pt x="25" y="5"/>
                    <a:pt x="26" y="5"/>
                  </a:cubicBezTo>
                  <a:cubicBezTo>
                    <a:pt x="28" y="2"/>
                    <a:pt x="26" y="0"/>
                    <a:pt x="24" y="0"/>
                  </a:cubicBezTo>
                  <a:cubicBezTo>
                    <a:pt x="16" y="0"/>
                    <a:pt x="16" y="0"/>
                    <a:pt x="16" y="0"/>
                  </a:cubicBezTo>
                  <a:cubicBezTo>
                    <a:pt x="15" y="0"/>
                    <a:pt x="15" y="0"/>
                    <a:pt x="15" y="0"/>
                  </a:cubicBezTo>
                  <a:cubicBezTo>
                    <a:pt x="12" y="3"/>
                    <a:pt x="14" y="5"/>
                    <a:pt x="16" y="5"/>
                  </a:cubicBezTo>
                  <a:cubicBezTo>
                    <a:pt x="17" y="5"/>
                    <a:pt x="17" y="5"/>
                    <a:pt x="17" y="5"/>
                  </a:cubicBezTo>
                  <a:cubicBezTo>
                    <a:pt x="17" y="20"/>
                    <a:pt x="17" y="20"/>
                    <a:pt x="17" y="20"/>
                  </a:cubicBezTo>
                  <a:cubicBezTo>
                    <a:pt x="17" y="20"/>
                    <a:pt x="17" y="20"/>
                    <a:pt x="17" y="20"/>
                  </a:cubicBezTo>
                  <a:cubicBezTo>
                    <a:pt x="13" y="20"/>
                    <a:pt x="10" y="17"/>
                    <a:pt x="10" y="13"/>
                  </a:cubicBezTo>
                  <a:cubicBezTo>
                    <a:pt x="10" y="7"/>
                    <a:pt x="10" y="7"/>
                    <a:pt x="10" y="7"/>
                  </a:cubicBezTo>
                  <a:cubicBezTo>
                    <a:pt x="10" y="3"/>
                    <a:pt x="7" y="0"/>
                    <a:pt x="3" y="0"/>
                  </a:cubicBezTo>
                  <a:cubicBezTo>
                    <a:pt x="2" y="0"/>
                    <a:pt x="0" y="1"/>
                    <a:pt x="0" y="2"/>
                  </a:cubicBezTo>
                  <a:cubicBezTo>
                    <a:pt x="0" y="4"/>
                    <a:pt x="1" y="5"/>
                    <a:pt x="3" y="5"/>
                  </a:cubicBezTo>
                  <a:cubicBezTo>
                    <a:pt x="4" y="5"/>
                    <a:pt x="4" y="6"/>
                    <a:pt x="4" y="7"/>
                  </a:cubicBezTo>
                  <a:cubicBezTo>
                    <a:pt x="4" y="13"/>
                    <a:pt x="4" y="13"/>
                    <a:pt x="4" y="13"/>
                  </a:cubicBezTo>
                  <a:cubicBezTo>
                    <a:pt x="4" y="20"/>
                    <a:pt x="10" y="26"/>
                    <a:pt x="17" y="26"/>
                  </a:cubicBezTo>
                  <a:cubicBezTo>
                    <a:pt x="17" y="26"/>
                    <a:pt x="17" y="26"/>
                    <a:pt x="17" y="26"/>
                  </a:cubicBezTo>
                  <a:cubicBezTo>
                    <a:pt x="17" y="35"/>
                    <a:pt x="17" y="35"/>
                    <a:pt x="17" y="35"/>
                  </a:cubicBezTo>
                  <a:cubicBezTo>
                    <a:pt x="15" y="35"/>
                    <a:pt x="15" y="35"/>
                    <a:pt x="15" y="35"/>
                  </a:cubicBezTo>
                  <a:cubicBezTo>
                    <a:pt x="15" y="35"/>
                    <a:pt x="15" y="35"/>
                    <a:pt x="14" y="35"/>
                  </a:cubicBezTo>
                  <a:cubicBezTo>
                    <a:pt x="12" y="38"/>
                    <a:pt x="14" y="40"/>
                    <a:pt x="16" y="40"/>
                  </a:cubicBezTo>
                  <a:cubicBezTo>
                    <a:pt x="24" y="40"/>
                    <a:pt x="24" y="40"/>
                    <a:pt x="24" y="40"/>
                  </a:cubicBezTo>
                  <a:cubicBezTo>
                    <a:pt x="25" y="40"/>
                    <a:pt x="25" y="40"/>
                    <a:pt x="25" y="40"/>
                  </a:cubicBezTo>
                  <a:cubicBezTo>
                    <a:pt x="28" y="37"/>
                    <a:pt x="26" y="35"/>
                    <a:pt x="23" y="35"/>
                  </a:cubicBezTo>
                  <a:cubicBezTo>
                    <a:pt x="23" y="35"/>
                    <a:pt x="23" y="35"/>
                    <a:pt x="23" y="35"/>
                  </a:cubicBezTo>
                  <a:cubicBezTo>
                    <a:pt x="23" y="26"/>
                    <a:pt x="23" y="26"/>
                    <a:pt x="23" y="26"/>
                  </a:cubicBezTo>
                  <a:cubicBezTo>
                    <a:pt x="23" y="26"/>
                    <a:pt x="23" y="26"/>
                    <a:pt x="23" y="26"/>
                  </a:cubicBezTo>
                  <a:cubicBezTo>
                    <a:pt x="30" y="26"/>
                    <a:pt x="36" y="20"/>
                    <a:pt x="36" y="13"/>
                  </a:cubicBezTo>
                  <a:cubicBezTo>
                    <a:pt x="36" y="7"/>
                    <a:pt x="36" y="7"/>
                    <a:pt x="36" y="7"/>
                  </a:cubicBezTo>
                  <a:cubicBezTo>
                    <a:pt x="36" y="6"/>
                    <a:pt x="36" y="5"/>
                    <a:pt x="37" y="5"/>
                  </a:cubicBezTo>
                  <a:cubicBezTo>
                    <a:pt x="39" y="5"/>
                    <a:pt x="40" y="4"/>
                    <a:pt x="40" y="2"/>
                  </a:cubicBezTo>
                  <a:cubicBezTo>
                    <a:pt x="40" y="1"/>
                    <a:pt x="38" y="0"/>
                    <a:pt x="37"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1055;p49"/>
            <p:cNvSpPr/>
            <p:nvPr/>
          </p:nvSpPr>
          <p:spPr>
            <a:xfrm>
              <a:off x="4032036" y="3843072"/>
              <a:ext cx="197941" cy="199041"/>
            </a:xfrm>
            <a:custGeom>
              <a:avLst/>
              <a:gdLst/>
              <a:ahLst/>
              <a:cxnLst/>
              <a:rect l="l" t="t" r="r" b="b"/>
              <a:pathLst>
                <a:path w="76" h="76" extrusionOk="0">
                  <a:moveTo>
                    <a:pt x="38" y="0"/>
                  </a:moveTo>
                  <a:cubicBezTo>
                    <a:pt x="17" y="0"/>
                    <a:pt x="0" y="17"/>
                    <a:pt x="0" y="38"/>
                  </a:cubicBezTo>
                  <a:cubicBezTo>
                    <a:pt x="0" y="59"/>
                    <a:pt x="17" y="76"/>
                    <a:pt x="38" y="76"/>
                  </a:cubicBezTo>
                  <a:cubicBezTo>
                    <a:pt x="59" y="76"/>
                    <a:pt x="76" y="59"/>
                    <a:pt x="76" y="38"/>
                  </a:cubicBezTo>
                  <a:cubicBezTo>
                    <a:pt x="76" y="17"/>
                    <a:pt x="59" y="0"/>
                    <a:pt x="38" y="0"/>
                  </a:cubicBezTo>
                  <a:close/>
                  <a:moveTo>
                    <a:pt x="38" y="70"/>
                  </a:moveTo>
                  <a:cubicBezTo>
                    <a:pt x="20" y="70"/>
                    <a:pt x="6" y="56"/>
                    <a:pt x="6" y="38"/>
                  </a:cubicBezTo>
                  <a:cubicBezTo>
                    <a:pt x="6" y="20"/>
                    <a:pt x="20" y="6"/>
                    <a:pt x="38" y="6"/>
                  </a:cubicBezTo>
                  <a:cubicBezTo>
                    <a:pt x="56" y="6"/>
                    <a:pt x="70" y="20"/>
                    <a:pt x="70" y="38"/>
                  </a:cubicBezTo>
                  <a:cubicBezTo>
                    <a:pt x="70" y="56"/>
                    <a:pt x="56" y="70"/>
                    <a:pt x="38" y="7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56" name="Google Shape;1056;p49"/>
          <p:cNvGrpSpPr/>
          <p:nvPr/>
        </p:nvGrpSpPr>
        <p:grpSpPr>
          <a:xfrm>
            <a:off x="8040341" y="3782591"/>
            <a:ext cx="292513" cy="389284"/>
            <a:chOff x="7942470" y="3782591"/>
            <a:chExt cx="292513" cy="389284"/>
          </a:xfrm>
        </p:grpSpPr>
        <p:sp>
          <p:nvSpPr>
            <p:cNvPr id="1057" name="Google Shape;1057;p49"/>
            <p:cNvSpPr/>
            <p:nvPr/>
          </p:nvSpPr>
          <p:spPr>
            <a:xfrm>
              <a:off x="7942470" y="3782591"/>
              <a:ext cx="292513" cy="389284"/>
            </a:xfrm>
            <a:custGeom>
              <a:avLst/>
              <a:gdLst/>
              <a:ahLst/>
              <a:cxnLst/>
              <a:rect l="l" t="t" r="r" b="b"/>
              <a:pathLst>
                <a:path w="112" h="149" extrusionOk="0">
                  <a:moveTo>
                    <a:pt x="99" y="37"/>
                  </a:moveTo>
                  <a:cubicBezTo>
                    <a:pt x="106" y="28"/>
                    <a:pt x="106" y="28"/>
                    <a:pt x="106" y="28"/>
                  </a:cubicBezTo>
                  <a:cubicBezTo>
                    <a:pt x="107" y="27"/>
                    <a:pt x="107" y="26"/>
                    <a:pt x="107" y="25"/>
                  </a:cubicBezTo>
                  <a:cubicBezTo>
                    <a:pt x="107" y="24"/>
                    <a:pt x="106" y="24"/>
                    <a:pt x="105" y="23"/>
                  </a:cubicBezTo>
                  <a:cubicBezTo>
                    <a:pt x="96" y="21"/>
                    <a:pt x="96" y="21"/>
                    <a:pt x="96" y="21"/>
                  </a:cubicBezTo>
                  <a:cubicBezTo>
                    <a:pt x="105" y="4"/>
                    <a:pt x="105" y="4"/>
                    <a:pt x="105" y="4"/>
                  </a:cubicBezTo>
                  <a:cubicBezTo>
                    <a:pt x="106" y="3"/>
                    <a:pt x="106" y="1"/>
                    <a:pt x="105" y="0"/>
                  </a:cubicBezTo>
                  <a:cubicBezTo>
                    <a:pt x="104" y="0"/>
                    <a:pt x="103" y="0"/>
                    <a:pt x="103" y="0"/>
                  </a:cubicBezTo>
                  <a:cubicBezTo>
                    <a:pt x="79" y="0"/>
                    <a:pt x="79" y="0"/>
                    <a:pt x="79" y="0"/>
                  </a:cubicBezTo>
                  <a:cubicBezTo>
                    <a:pt x="77" y="0"/>
                    <a:pt x="76" y="1"/>
                    <a:pt x="76" y="2"/>
                  </a:cubicBezTo>
                  <a:cubicBezTo>
                    <a:pt x="71" y="22"/>
                    <a:pt x="71" y="22"/>
                    <a:pt x="71" y="22"/>
                  </a:cubicBezTo>
                  <a:cubicBezTo>
                    <a:pt x="68" y="21"/>
                    <a:pt x="65" y="21"/>
                    <a:pt x="62" y="21"/>
                  </a:cubicBezTo>
                  <a:cubicBezTo>
                    <a:pt x="48" y="21"/>
                    <a:pt x="36" y="26"/>
                    <a:pt x="26" y="35"/>
                  </a:cubicBezTo>
                  <a:cubicBezTo>
                    <a:pt x="17" y="45"/>
                    <a:pt x="12" y="57"/>
                    <a:pt x="12" y="70"/>
                  </a:cubicBezTo>
                  <a:cubicBezTo>
                    <a:pt x="12" y="73"/>
                    <a:pt x="9" y="79"/>
                    <a:pt x="4" y="85"/>
                  </a:cubicBezTo>
                  <a:cubicBezTo>
                    <a:pt x="0" y="91"/>
                    <a:pt x="1" y="95"/>
                    <a:pt x="2" y="97"/>
                  </a:cubicBezTo>
                  <a:cubicBezTo>
                    <a:pt x="3" y="100"/>
                    <a:pt x="7" y="103"/>
                    <a:pt x="14" y="104"/>
                  </a:cubicBezTo>
                  <a:cubicBezTo>
                    <a:pt x="14" y="116"/>
                    <a:pt x="14" y="116"/>
                    <a:pt x="14" y="116"/>
                  </a:cubicBezTo>
                  <a:cubicBezTo>
                    <a:pt x="14" y="125"/>
                    <a:pt x="22" y="132"/>
                    <a:pt x="30" y="132"/>
                  </a:cubicBezTo>
                  <a:cubicBezTo>
                    <a:pt x="38" y="132"/>
                    <a:pt x="42" y="132"/>
                    <a:pt x="44" y="134"/>
                  </a:cubicBezTo>
                  <a:cubicBezTo>
                    <a:pt x="46" y="135"/>
                    <a:pt x="46" y="139"/>
                    <a:pt x="47" y="146"/>
                  </a:cubicBezTo>
                  <a:cubicBezTo>
                    <a:pt x="47" y="148"/>
                    <a:pt x="48" y="149"/>
                    <a:pt x="49" y="149"/>
                  </a:cubicBezTo>
                  <a:cubicBezTo>
                    <a:pt x="91" y="149"/>
                    <a:pt x="91" y="149"/>
                    <a:pt x="91" y="149"/>
                  </a:cubicBezTo>
                  <a:cubicBezTo>
                    <a:pt x="92" y="149"/>
                    <a:pt x="92" y="149"/>
                    <a:pt x="92" y="149"/>
                  </a:cubicBezTo>
                  <a:cubicBezTo>
                    <a:pt x="94" y="148"/>
                    <a:pt x="94" y="147"/>
                    <a:pt x="94" y="146"/>
                  </a:cubicBezTo>
                  <a:cubicBezTo>
                    <a:pt x="94" y="140"/>
                    <a:pt x="94" y="136"/>
                    <a:pt x="94" y="132"/>
                  </a:cubicBezTo>
                  <a:cubicBezTo>
                    <a:pt x="94" y="131"/>
                    <a:pt x="92" y="129"/>
                    <a:pt x="91" y="129"/>
                  </a:cubicBezTo>
                  <a:cubicBezTo>
                    <a:pt x="89" y="129"/>
                    <a:pt x="88" y="131"/>
                    <a:pt x="88" y="132"/>
                  </a:cubicBezTo>
                  <a:cubicBezTo>
                    <a:pt x="88" y="135"/>
                    <a:pt x="88" y="139"/>
                    <a:pt x="88" y="143"/>
                  </a:cubicBezTo>
                  <a:cubicBezTo>
                    <a:pt x="52" y="143"/>
                    <a:pt x="52" y="143"/>
                    <a:pt x="52" y="143"/>
                  </a:cubicBezTo>
                  <a:cubicBezTo>
                    <a:pt x="52" y="137"/>
                    <a:pt x="51" y="132"/>
                    <a:pt x="48" y="129"/>
                  </a:cubicBezTo>
                  <a:cubicBezTo>
                    <a:pt x="44" y="126"/>
                    <a:pt x="39" y="126"/>
                    <a:pt x="30" y="126"/>
                  </a:cubicBezTo>
                  <a:cubicBezTo>
                    <a:pt x="25" y="126"/>
                    <a:pt x="20" y="122"/>
                    <a:pt x="20" y="116"/>
                  </a:cubicBezTo>
                  <a:cubicBezTo>
                    <a:pt x="20" y="112"/>
                    <a:pt x="20" y="112"/>
                    <a:pt x="20" y="112"/>
                  </a:cubicBezTo>
                  <a:cubicBezTo>
                    <a:pt x="22" y="112"/>
                    <a:pt x="25" y="113"/>
                    <a:pt x="28" y="115"/>
                  </a:cubicBezTo>
                  <a:cubicBezTo>
                    <a:pt x="28" y="115"/>
                    <a:pt x="29" y="115"/>
                    <a:pt x="29" y="115"/>
                  </a:cubicBezTo>
                  <a:cubicBezTo>
                    <a:pt x="30" y="115"/>
                    <a:pt x="31" y="115"/>
                    <a:pt x="32" y="114"/>
                  </a:cubicBezTo>
                  <a:cubicBezTo>
                    <a:pt x="32" y="112"/>
                    <a:pt x="32" y="111"/>
                    <a:pt x="31" y="110"/>
                  </a:cubicBezTo>
                  <a:cubicBezTo>
                    <a:pt x="27" y="108"/>
                    <a:pt x="23" y="107"/>
                    <a:pt x="20" y="107"/>
                  </a:cubicBezTo>
                  <a:cubicBezTo>
                    <a:pt x="20" y="101"/>
                    <a:pt x="20" y="101"/>
                    <a:pt x="20" y="101"/>
                  </a:cubicBezTo>
                  <a:cubicBezTo>
                    <a:pt x="20" y="99"/>
                    <a:pt x="19" y="98"/>
                    <a:pt x="17" y="98"/>
                  </a:cubicBezTo>
                  <a:cubicBezTo>
                    <a:pt x="12" y="98"/>
                    <a:pt x="8" y="97"/>
                    <a:pt x="7" y="95"/>
                  </a:cubicBezTo>
                  <a:cubicBezTo>
                    <a:pt x="6" y="93"/>
                    <a:pt x="7" y="91"/>
                    <a:pt x="9" y="88"/>
                  </a:cubicBezTo>
                  <a:cubicBezTo>
                    <a:pt x="13" y="83"/>
                    <a:pt x="17" y="76"/>
                    <a:pt x="17" y="70"/>
                  </a:cubicBezTo>
                  <a:cubicBezTo>
                    <a:pt x="17" y="46"/>
                    <a:pt x="37" y="26"/>
                    <a:pt x="62" y="26"/>
                  </a:cubicBezTo>
                  <a:cubicBezTo>
                    <a:pt x="64" y="26"/>
                    <a:pt x="67" y="27"/>
                    <a:pt x="70" y="27"/>
                  </a:cubicBezTo>
                  <a:cubicBezTo>
                    <a:pt x="69" y="32"/>
                    <a:pt x="69" y="32"/>
                    <a:pt x="69" y="32"/>
                  </a:cubicBezTo>
                  <a:cubicBezTo>
                    <a:pt x="69" y="32"/>
                    <a:pt x="69" y="32"/>
                    <a:pt x="69" y="33"/>
                  </a:cubicBezTo>
                  <a:cubicBezTo>
                    <a:pt x="69" y="34"/>
                    <a:pt x="70" y="35"/>
                    <a:pt x="71" y="35"/>
                  </a:cubicBezTo>
                  <a:cubicBezTo>
                    <a:pt x="80" y="36"/>
                    <a:pt x="80" y="36"/>
                    <a:pt x="80" y="36"/>
                  </a:cubicBezTo>
                  <a:cubicBezTo>
                    <a:pt x="75" y="59"/>
                    <a:pt x="75" y="59"/>
                    <a:pt x="75" y="59"/>
                  </a:cubicBezTo>
                  <a:cubicBezTo>
                    <a:pt x="75" y="61"/>
                    <a:pt x="75" y="62"/>
                    <a:pt x="77" y="63"/>
                  </a:cubicBezTo>
                  <a:cubicBezTo>
                    <a:pt x="77" y="63"/>
                    <a:pt x="77" y="63"/>
                    <a:pt x="78" y="63"/>
                  </a:cubicBezTo>
                  <a:cubicBezTo>
                    <a:pt x="79" y="63"/>
                    <a:pt x="80" y="63"/>
                    <a:pt x="80" y="62"/>
                  </a:cubicBezTo>
                  <a:cubicBezTo>
                    <a:pt x="96" y="42"/>
                    <a:pt x="96" y="42"/>
                    <a:pt x="96" y="42"/>
                  </a:cubicBezTo>
                  <a:cubicBezTo>
                    <a:pt x="102" y="50"/>
                    <a:pt x="106" y="60"/>
                    <a:pt x="106" y="70"/>
                  </a:cubicBezTo>
                  <a:cubicBezTo>
                    <a:pt x="106" y="78"/>
                    <a:pt x="104" y="86"/>
                    <a:pt x="99" y="93"/>
                  </a:cubicBezTo>
                  <a:cubicBezTo>
                    <a:pt x="97" y="97"/>
                    <a:pt x="95" y="101"/>
                    <a:pt x="93" y="105"/>
                  </a:cubicBezTo>
                  <a:cubicBezTo>
                    <a:pt x="92" y="107"/>
                    <a:pt x="93" y="108"/>
                    <a:pt x="94" y="109"/>
                  </a:cubicBezTo>
                  <a:cubicBezTo>
                    <a:pt x="95" y="109"/>
                    <a:pt x="95" y="109"/>
                    <a:pt x="96" y="109"/>
                  </a:cubicBezTo>
                  <a:cubicBezTo>
                    <a:pt x="97" y="109"/>
                    <a:pt x="98" y="109"/>
                    <a:pt x="98" y="108"/>
                  </a:cubicBezTo>
                  <a:cubicBezTo>
                    <a:pt x="100" y="104"/>
                    <a:pt x="102" y="100"/>
                    <a:pt x="104" y="96"/>
                  </a:cubicBezTo>
                  <a:cubicBezTo>
                    <a:pt x="109" y="88"/>
                    <a:pt x="112" y="79"/>
                    <a:pt x="112" y="70"/>
                  </a:cubicBezTo>
                  <a:cubicBezTo>
                    <a:pt x="112" y="58"/>
                    <a:pt x="107" y="47"/>
                    <a:pt x="99" y="37"/>
                  </a:cubicBezTo>
                  <a:close/>
                  <a:moveTo>
                    <a:pt x="86" y="32"/>
                  </a:moveTo>
                  <a:cubicBezTo>
                    <a:pt x="85" y="31"/>
                    <a:pt x="84" y="31"/>
                    <a:pt x="84" y="31"/>
                  </a:cubicBezTo>
                  <a:cubicBezTo>
                    <a:pt x="75" y="30"/>
                    <a:pt x="75" y="30"/>
                    <a:pt x="75" y="30"/>
                  </a:cubicBezTo>
                  <a:cubicBezTo>
                    <a:pt x="81" y="5"/>
                    <a:pt x="81" y="5"/>
                    <a:pt x="81" y="5"/>
                  </a:cubicBezTo>
                  <a:cubicBezTo>
                    <a:pt x="98" y="5"/>
                    <a:pt x="98" y="5"/>
                    <a:pt x="98" y="5"/>
                  </a:cubicBezTo>
                  <a:cubicBezTo>
                    <a:pt x="89" y="22"/>
                    <a:pt x="89" y="22"/>
                    <a:pt x="89" y="22"/>
                  </a:cubicBezTo>
                  <a:cubicBezTo>
                    <a:pt x="89" y="23"/>
                    <a:pt x="89" y="24"/>
                    <a:pt x="89" y="25"/>
                  </a:cubicBezTo>
                  <a:cubicBezTo>
                    <a:pt x="89" y="25"/>
                    <a:pt x="90" y="26"/>
                    <a:pt x="91" y="26"/>
                  </a:cubicBezTo>
                  <a:cubicBezTo>
                    <a:pt x="99" y="28"/>
                    <a:pt x="99" y="28"/>
                    <a:pt x="99" y="28"/>
                  </a:cubicBezTo>
                  <a:cubicBezTo>
                    <a:pt x="83" y="48"/>
                    <a:pt x="83" y="48"/>
                    <a:pt x="83" y="48"/>
                  </a:cubicBezTo>
                  <a:cubicBezTo>
                    <a:pt x="86" y="34"/>
                    <a:pt x="86" y="34"/>
                    <a:pt x="86" y="34"/>
                  </a:cubicBezTo>
                  <a:cubicBezTo>
                    <a:pt x="86" y="34"/>
                    <a:pt x="86" y="33"/>
                    <a:pt x="86" y="3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1058;p49"/>
            <p:cNvSpPr/>
            <p:nvPr/>
          </p:nvSpPr>
          <p:spPr>
            <a:xfrm>
              <a:off x="8001853" y="3976133"/>
              <a:ext cx="18695" cy="15395"/>
            </a:xfrm>
            <a:custGeom>
              <a:avLst/>
              <a:gdLst/>
              <a:ahLst/>
              <a:cxnLst/>
              <a:rect l="l" t="t" r="r" b="b"/>
              <a:pathLst>
                <a:path w="7" h="6" extrusionOk="0">
                  <a:moveTo>
                    <a:pt x="4" y="0"/>
                  </a:moveTo>
                  <a:cubicBezTo>
                    <a:pt x="2" y="0"/>
                    <a:pt x="0" y="2"/>
                    <a:pt x="1" y="4"/>
                  </a:cubicBezTo>
                  <a:cubicBezTo>
                    <a:pt x="1" y="5"/>
                    <a:pt x="2" y="5"/>
                    <a:pt x="3" y="6"/>
                  </a:cubicBezTo>
                  <a:cubicBezTo>
                    <a:pt x="5" y="6"/>
                    <a:pt x="7" y="4"/>
                    <a:pt x="6"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9;p49"/>
            <p:cNvSpPr/>
            <p:nvPr/>
          </p:nvSpPr>
          <p:spPr>
            <a:xfrm>
              <a:off x="8052438" y="3877163"/>
              <a:ext cx="74778" cy="114366"/>
            </a:xfrm>
            <a:custGeom>
              <a:avLst/>
              <a:gdLst/>
              <a:ahLst/>
              <a:cxnLst/>
              <a:rect l="l" t="t" r="r" b="b"/>
              <a:pathLst>
                <a:path w="29" h="44" extrusionOk="0">
                  <a:moveTo>
                    <a:pt x="5" y="43"/>
                  </a:moveTo>
                  <a:cubicBezTo>
                    <a:pt x="6" y="44"/>
                    <a:pt x="6" y="44"/>
                    <a:pt x="7" y="44"/>
                  </a:cubicBezTo>
                  <a:cubicBezTo>
                    <a:pt x="8" y="44"/>
                    <a:pt x="8" y="43"/>
                    <a:pt x="9" y="43"/>
                  </a:cubicBezTo>
                  <a:cubicBezTo>
                    <a:pt x="29" y="19"/>
                    <a:pt x="29" y="19"/>
                    <a:pt x="29" y="19"/>
                  </a:cubicBezTo>
                  <a:cubicBezTo>
                    <a:pt x="29" y="19"/>
                    <a:pt x="29" y="18"/>
                    <a:pt x="29" y="17"/>
                  </a:cubicBezTo>
                  <a:cubicBezTo>
                    <a:pt x="29" y="16"/>
                    <a:pt x="28" y="15"/>
                    <a:pt x="27" y="14"/>
                  </a:cubicBezTo>
                  <a:cubicBezTo>
                    <a:pt x="22" y="13"/>
                    <a:pt x="22" y="13"/>
                    <a:pt x="22" y="13"/>
                  </a:cubicBezTo>
                  <a:cubicBezTo>
                    <a:pt x="26" y="4"/>
                    <a:pt x="26" y="4"/>
                    <a:pt x="26" y="4"/>
                  </a:cubicBezTo>
                  <a:cubicBezTo>
                    <a:pt x="26" y="3"/>
                    <a:pt x="26" y="2"/>
                    <a:pt x="25" y="1"/>
                  </a:cubicBezTo>
                  <a:cubicBezTo>
                    <a:pt x="24" y="1"/>
                    <a:pt x="24" y="0"/>
                    <a:pt x="23" y="0"/>
                  </a:cubicBezTo>
                  <a:cubicBezTo>
                    <a:pt x="7" y="0"/>
                    <a:pt x="7" y="0"/>
                    <a:pt x="7" y="0"/>
                  </a:cubicBezTo>
                  <a:cubicBezTo>
                    <a:pt x="6" y="0"/>
                    <a:pt x="5" y="1"/>
                    <a:pt x="4" y="3"/>
                  </a:cubicBezTo>
                  <a:cubicBezTo>
                    <a:pt x="0" y="22"/>
                    <a:pt x="0" y="22"/>
                    <a:pt x="0" y="22"/>
                  </a:cubicBezTo>
                  <a:cubicBezTo>
                    <a:pt x="0" y="22"/>
                    <a:pt x="0" y="23"/>
                    <a:pt x="0" y="23"/>
                  </a:cubicBezTo>
                  <a:cubicBezTo>
                    <a:pt x="0" y="25"/>
                    <a:pt x="1" y="26"/>
                    <a:pt x="2" y="26"/>
                  </a:cubicBezTo>
                  <a:cubicBezTo>
                    <a:pt x="7" y="26"/>
                    <a:pt x="7" y="26"/>
                    <a:pt x="7" y="26"/>
                  </a:cubicBezTo>
                  <a:cubicBezTo>
                    <a:pt x="4" y="40"/>
                    <a:pt x="4" y="40"/>
                    <a:pt x="4" y="40"/>
                  </a:cubicBezTo>
                  <a:cubicBezTo>
                    <a:pt x="4" y="42"/>
                    <a:pt x="4" y="43"/>
                    <a:pt x="5" y="43"/>
                  </a:cubicBezTo>
                  <a:close/>
                  <a:moveTo>
                    <a:pt x="6" y="20"/>
                  </a:moveTo>
                  <a:cubicBezTo>
                    <a:pt x="10" y="6"/>
                    <a:pt x="10" y="6"/>
                    <a:pt x="10" y="6"/>
                  </a:cubicBezTo>
                  <a:cubicBezTo>
                    <a:pt x="19" y="6"/>
                    <a:pt x="19" y="6"/>
                    <a:pt x="19" y="6"/>
                  </a:cubicBezTo>
                  <a:cubicBezTo>
                    <a:pt x="16" y="14"/>
                    <a:pt x="16" y="14"/>
                    <a:pt x="16" y="14"/>
                  </a:cubicBezTo>
                  <a:cubicBezTo>
                    <a:pt x="15" y="15"/>
                    <a:pt x="15" y="15"/>
                    <a:pt x="15" y="15"/>
                  </a:cubicBezTo>
                  <a:cubicBezTo>
                    <a:pt x="15" y="17"/>
                    <a:pt x="16" y="18"/>
                    <a:pt x="18" y="18"/>
                  </a:cubicBezTo>
                  <a:cubicBezTo>
                    <a:pt x="21" y="19"/>
                    <a:pt x="21" y="19"/>
                    <a:pt x="21" y="19"/>
                  </a:cubicBezTo>
                  <a:cubicBezTo>
                    <a:pt x="12" y="30"/>
                    <a:pt x="12" y="30"/>
                    <a:pt x="12" y="30"/>
                  </a:cubicBezTo>
                  <a:cubicBezTo>
                    <a:pt x="13" y="24"/>
                    <a:pt x="13" y="24"/>
                    <a:pt x="13" y="24"/>
                  </a:cubicBezTo>
                  <a:cubicBezTo>
                    <a:pt x="13" y="24"/>
                    <a:pt x="13" y="24"/>
                    <a:pt x="13" y="23"/>
                  </a:cubicBezTo>
                  <a:cubicBezTo>
                    <a:pt x="13" y="22"/>
                    <a:pt x="12" y="21"/>
                    <a:pt x="11" y="21"/>
                  </a:cubicBezTo>
                  <a:lnTo>
                    <a:pt x="6" y="20"/>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60;p49"/>
            <p:cNvSpPr/>
            <p:nvPr/>
          </p:nvSpPr>
          <p:spPr>
            <a:xfrm>
              <a:off x="8172302" y="4086100"/>
              <a:ext cx="17595" cy="18695"/>
            </a:xfrm>
            <a:custGeom>
              <a:avLst/>
              <a:gdLst/>
              <a:ahLst/>
              <a:cxnLst/>
              <a:rect l="l" t="t" r="r" b="b"/>
              <a:pathLst>
                <a:path w="7" h="7" extrusionOk="0">
                  <a:moveTo>
                    <a:pt x="4" y="0"/>
                  </a:moveTo>
                  <a:cubicBezTo>
                    <a:pt x="4" y="0"/>
                    <a:pt x="4" y="0"/>
                    <a:pt x="4" y="0"/>
                  </a:cubicBezTo>
                  <a:cubicBezTo>
                    <a:pt x="3" y="0"/>
                    <a:pt x="2" y="1"/>
                    <a:pt x="1" y="2"/>
                  </a:cubicBezTo>
                  <a:cubicBezTo>
                    <a:pt x="0" y="4"/>
                    <a:pt x="2" y="7"/>
                    <a:pt x="5" y="6"/>
                  </a:cubicBezTo>
                  <a:cubicBezTo>
                    <a:pt x="6" y="5"/>
                    <a:pt x="6" y="5"/>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61" name="Google Shape;1061;p49"/>
          <p:cNvGrpSpPr/>
          <p:nvPr/>
        </p:nvGrpSpPr>
        <p:grpSpPr>
          <a:xfrm>
            <a:off x="3174292" y="3782591"/>
            <a:ext cx="349696" cy="389284"/>
            <a:chOff x="3165494" y="3782591"/>
            <a:chExt cx="349696" cy="389284"/>
          </a:xfrm>
        </p:grpSpPr>
        <p:sp>
          <p:nvSpPr>
            <p:cNvPr id="1062" name="Google Shape;1062;p49"/>
            <p:cNvSpPr/>
            <p:nvPr/>
          </p:nvSpPr>
          <p:spPr>
            <a:xfrm>
              <a:off x="3165494" y="3782591"/>
              <a:ext cx="349696" cy="389284"/>
            </a:xfrm>
            <a:custGeom>
              <a:avLst/>
              <a:gdLst/>
              <a:ahLst/>
              <a:cxnLst/>
              <a:rect l="l" t="t" r="r" b="b"/>
              <a:pathLst>
                <a:path w="134" h="149" extrusionOk="0">
                  <a:moveTo>
                    <a:pt x="134" y="88"/>
                  </a:moveTo>
                  <a:cubicBezTo>
                    <a:pt x="134" y="80"/>
                    <a:pt x="130" y="72"/>
                    <a:pt x="123" y="67"/>
                  </a:cubicBezTo>
                  <a:cubicBezTo>
                    <a:pt x="126" y="63"/>
                    <a:pt x="128" y="58"/>
                    <a:pt x="128" y="53"/>
                  </a:cubicBezTo>
                  <a:cubicBezTo>
                    <a:pt x="128" y="45"/>
                    <a:pt x="124" y="38"/>
                    <a:pt x="117" y="34"/>
                  </a:cubicBezTo>
                  <a:cubicBezTo>
                    <a:pt x="118" y="33"/>
                    <a:pt x="118" y="32"/>
                    <a:pt x="118" y="30"/>
                  </a:cubicBezTo>
                  <a:cubicBezTo>
                    <a:pt x="118" y="20"/>
                    <a:pt x="110" y="12"/>
                    <a:pt x="100" y="12"/>
                  </a:cubicBezTo>
                  <a:cubicBezTo>
                    <a:pt x="99" y="12"/>
                    <a:pt x="97" y="13"/>
                    <a:pt x="96" y="13"/>
                  </a:cubicBezTo>
                  <a:cubicBezTo>
                    <a:pt x="95" y="5"/>
                    <a:pt x="88" y="0"/>
                    <a:pt x="80" y="0"/>
                  </a:cubicBezTo>
                  <a:cubicBezTo>
                    <a:pt x="75" y="0"/>
                    <a:pt x="70" y="2"/>
                    <a:pt x="67" y="6"/>
                  </a:cubicBezTo>
                  <a:cubicBezTo>
                    <a:pt x="65" y="2"/>
                    <a:pt x="60" y="0"/>
                    <a:pt x="54" y="0"/>
                  </a:cubicBezTo>
                  <a:cubicBezTo>
                    <a:pt x="47" y="0"/>
                    <a:pt x="40" y="5"/>
                    <a:pt x="39" y="13"/>
                  </a:cubicBezTo>
                  <a:cubicBezTo>
                    <a:pt x="38" y="13"/>
                    <a:pt x="38" y="13"/>
                    <a:pt x="37" y="13"/>
                  </a:cubicBezTo>
                  <a:cubicBezTo>
                    <a:pt x="35" y="12"/>
                    <a:pt x="34" y="14"/>
                    <a:pt x="34" y="16"/>
                  </a:cubicBezTo>
                  <a:cubicBezTo>
                    <a:pt x="34" y="17"/>
                    <a:pt x="35" y="18"/>
                    <a:pt x="36" y="18"/>
                  </a:cubicBezTo>
                  <a:cubicBezTo>
                    <a:pt x="38" y="18"/>
                    <a:pt x="39" y="19"/>
                    <a:pt x="40" y="19"/>
                  </a:cubicBezTo>
                  <a:cubicBezTo>
                    <a:pt x="40" y="19"/>
                    <a:pt x="40" y="19"/>
                    <a:pt x="40" y="19"/>
                  </a:cubicBezTo>
                  <a:cubicBezTo>
                    <a:pt x="42" y="20"/>
                    <a:pt x="44" y="22"/>
                    <a:pt x="46" y="24"/>
                  </a:cubicBezTo>
                  <a:cubicBezTo>
                    <a:pt x="46" y="25"/>
                    <a:pt x="47" y="26"/>
                    <a:pt x="48" y="26"/>
                  </a:cubicBezTo>
                  <a:cubicBezTo>
                    <a:pt x="49" y="26"/>
                    <a:pt x="50" y="25"/>
                    <a:pt x="50" y="25"/>
                  </a:cubicBezTo>
                  <a:cubicBezTo>
                    <a:pt x="51" y="24"/>
                    <a:pt x="51" y="22"/>
                    <a:pt x="51" y="21"/>
                  </a:cubicBezTo>
                  <a:cubicBezTo>
                    <a:pt x="49" y="19"/>
                    <a:pt x="47" y="17"/>
                    <a:pt x="44" y="15"/>
                  </a:cubicBezTo>
                  <a:cubicBezTo>
                    <a:pt x="45" y="9"/>
                    <a:pt x="51" y="4"/>
                    <a:pt x="58" y="6"/>
                  </a:cubicBezTo>
                  <a:cubicBezTo>
                    <a:pt x="62" y="7"/>
                    <a:pt x="64" y="11"/>
                    <a:pt x="64" y="16"/>
                  </a:cubicBezTo>
                  <a:cubicBezTo>
                    <a:pt x="64" y="53"/>
                    <a:pt x="64" y="53"/>
                    <a:pt x="64" y="53"/>
                  </a:cubicBezTo>
                  <a:cubicBezTo>
                    <a:pt x="58" y="49"/>
                    <a:pt x="50" y="49"/>
                    <a:pt x="44" y="55"/>
                  </a:cubicBezTo>
                  <a:cubicBezTo>
                    <a:pt x="40" y="59"/>
                    <a:pt x="39" y="64"/>
                    <a:pt x="40" y="70"/>
                  </a:cubicBezTo>
                  <a:cubicBezTo>
                    <a:pt x="42" y="78"/>
                    <a:pt x="49" y="85"/>
                    <a:pt x="52" y="88"/>
                  </a:cubicBezTo>
                  <a:cubicBezTo>
                    <a:pt x="56" y="92"/>
                    <a:pt x="61" y="96"/>
                    <a:pt x="64" y="97"/>
                  </a:cubicBezTo>
                  <a:cubicBezTo>
                    <a:pt x="64" y="129"/>
                    <a:pt x="64" y="129"/>
                    <a:pt x="64" y="129"/>
                  </a:cubicBezTo>
                  <a:cubicBezTo>
                    <a:pt x="64" y="135"/>
                    <a:pt x="61" y="140"/>
                    <a:pt x="56" y="142"/>
                  </a:cubicBezTo>
                  <a:cubicBezTo>
                    <a:pt x="48" y="145"/>
                    <a:pt x="41" y="141"/>
                    <a:pt x="38" y="135"/>
                  </a:cubicBezTo>
                  <a:cubicBezTo>
                    <a:pt x="39" y="135"/>
                    <a:pt x="41" y="135"/>
                    <a:pt x="43" y="135"/>
                  </a:cubicBezTo>
                  <a:cubicBezTo>
                    <a:pt x="44" y="134"/>
                    <a:pt x="45" y="133"/>
                    <a:pt x="45" y="132"/>
                  </a:cubicBezTo>
                  <a:cubicBezTo>
                    <a:pt x="45" y="130"/>
                    <a:pt x="43" y="128"/>
                    <a:pt x="41" y="129"/>
                  </a:cubicBezTo>
                  <a:cubicBezTo>
                    <a:pt x="39" y="130"/>
                    <a:pt x="36" y="130"/>
                    <a:pt x="34" y="129"/>
                  </a:cubicBezTo>
                  <a:cubicBezTo>
                    <a:pt x="34" y="129"/>
                    <a:pt x="34" y="129"/>
                    <a:pt x="34" y="129"/>
                  </a:cubicBezTo>
                  <a:cubicBezTo>
                    <a:pt x="26" y="128"/>
                    <a:pt x="20" y="121"/>
                    <a:pt x="20" y="113"/>
                  </a:cubicBezTo>
                  <a:cubicBezTo>
                    <a:pt x="22" y="114"/>
                    <a:pt x="24" y="114"/>
                    <a:pt x="26" y="114"/>
                  </a:cubicBezTo>
                  <a:cubicBezTo>
                    <a:pt x="28" y="114"/>
                    <a:pt x="30" y="113"/>
                    <a:pt x="33" y="113"/>
                  </a:cubicBezTo>
                  <a:cubicBezTo>
                    <a:pt x="34" y="113"/>
                    <a:pt x="35" y="111"/>
                    <a:pt x="35" y="110"/>
                  </a:cubicBezTo>
                  <a:cubicBezTo>
                    <a:pt x="35" y="108"/>
                    <a:pt x="33" y="107"/>
                    <a:pt x="31" y="107"/>
                  </a:cubicBezTo>
                  <a:cubicBezTo>
                    <a:pt x="30" y="108"/>
                    <a:pt x="28" y="108"/>
                    <a:pt x="26" y="108"/>
                  </a:cubicBezTo>
                  <a:cubicBezTo>
                    <a:pt x="24" y="108"/>
                    <a:pt x="21" y="107"/>
                    <a:pt x="19" y="106"/>
                  </a:cubicBezTo>
                  <a:cubicBezTo>
                    <a:pt x="19" y="106"/>
                    <a:pt x="19" y="106"/>
                    <a:pt x="19" y="106"/>
                  </a:cubicBezTo>
                  <a:cubicBezTo>
                    <a:pt x="11" y="103"/>
                    <a:pt x="6" y="96"/>
                    <a:pt x="6" y="88"/>
                  </a:cubicBezTo>
                  <a:cubicBezTo>
                    <a:pt x="6" y="81"/>
                    <a:pt x="11" y="74"/>
                    <a:pt x="17" y="70"/>
                  </a:cubicBezTo>
                  <a:cubicBezTo>
                    <a:pt x="17" y="70"/>
                    <a:pt x="17" y="70"/>
                    <a:pt x="17" y="70"/>
                  </a:cubicBezTo>
                  <a:cubicBezTo>
                    <a:pt x="18" y="69"/>
                    <a:pt x="19" y="69"/>
                    <a:pt x="20" y="69"/>
                  </a:cubicBezTo>
                  <a:cubicBezTo>
                    <a:pt x="22" y="69"/>
                    <a:pt x="24" y="67"/>
                    <a:pt x="23" y="65"/>
                  </a:cubicBezTo>
                  <a:cubicBezTo>
                    <a:pt x="23" y="64"/>
                    <a:pt x="21" y="63"/>
                    <a:pt x="19" y="63"/>
                  </a:cubicBezTo>
                  <a:cubicBezTo>
                    <a:pt x="19" y="64"/>
                    <a:pt x="18" y="64"/>
                    <a:pt x="17" y="64"/>
                  </a:cubicBezTo>
                  <a:cubicBezTo>
                    <a:pt x="14" y="61"/>
                    <a:pt x="12" y="57"/>
                    <a:pt x="12" y="53"/>
                  </a:cubicBezTo>
                  <a:cubicBezTo>
                    <a:pt x="12" y="48"/>
                    <a:pt x="15" y="42"/>
                    <a:pt x="20" y="39"/>
                  </a:cubicBezTo>
                  <a:cubicBezTo>
                    <a:pt x="21" y="42"/>
                    <a:pt x="23" y="44"/>
                    <a:pt x="26" y="46"/>
                  </a:cubicBezTo>
                  <a:cubicBezTo>
                    <a:pt x="27" y="46"/>
                    <a:pt x="27" y="46"/>
                    <a:pt x="28" y="46"/>
                  </a:cubicBezTo>
                  <a:cubicBezTo>
                    <a:pt x="29" y="46"/>
                    <a:pt x="30" y="45"/>
                    <a:pt x="30" y="44"/>
                  </a:cubicBezTo>
                  <a:cubicBezTo>
                    <a:pt x="31" y="43"/>
                    <a:pt x="30" y="41"/>
                    <a:pt x="29" y="41"/>
                  </a:cubicBezTo>
                  <a:cubicBezTo>
                    <a:pt x="26" y="39"/>
                    <a:pt x="25" y="37"/>
                    <a:pt x="24" y="34"/>
                  </a:cubicBezTo>
                  <a:cubicBezTo>
                    <a:pt x="24" y="34"/>
                    <a:pt x="24" y="34"/>
                    <a:pt x="24" y="34"/>
                  </a:cubicBezTo>
                  <a:cubicBezTo>
                    <a:pt x="23" y="33"/>
                    <a:pt x="23" y="33"/>
                    <a:pt x="23" y="32"/>
                  </a:cubicBezTo>
                  <a:cubicBezTo>
                    <a:pt x="23" y="30"/>
                    <a:pt x="21" y="29"/>
                    <a:pt x="20" y="29"/>
                  </a:cubicBezTo>
                  <a:cubicBezTo>
                    <a:pt x="18" y="29"/>
                    <a:pt x="17" y="31"/>
                    <a:pt x="17" y="32"/>
                  </a:cubicBezTo>
                  <a:cubicBezTo>
                    <a:pt x="17" y="33"/>
                    <a:pt x="17" y="33"/>
                    <a:pt x="17" y="34"/>
                  </a:cubicBezTo>
                  <a:cubicBezTo>
                    <a:pt x="11" y="38"/>
                    <a:pt x="7" y="45"/>
                    <a:pt x="7" y="53"/>
                  </a:cubicBezTo>
                  <a:cubicBezTo>
                    <a:pt x="7" y="58"/>
                    <a:pt x="8" y="63"/>
                    <a:pt x="11" y="67"/>
                  </a:cubicBezTo>
                  <a:cubicBezTo>
                    <a:pt x="5" y="72"/>
                    <a:pt x="0" y="80"/>
                    <a:pt x="0" y="88"/>
                  </a:cubicBezTo>
                  <a:cubicBezTo>
                    <a:pt x="0" y="98"/>
                    <a:pt x="6" y="107"/>
                    <a:pt x="14" y="111"/>
                  </a:cubicBezTo>
                  <a:cubicBezTo>
                    <a:pt x="14" y="112"/>
                    <a:pt x="14" y="112"/>
                    <a:pt x="14" y="113"/>
                  </a:cubicBezTo>
                  <a:cubicBezTo>
                    <a:pt x="14" y="118"/>
                    <a:pt x="16" y="123"/>
                    <a:pt x="20" y="127"/>
                  </a:cubicBezTo>
                  <a:cubicBezTo>
                    <a:pt x="23" y="131"/>
                    <a:pt x="27" y="133"/>
                    <a:pt x="31" y="135"/>
                  </a:cubicBezTo>
                  <a:cubicBezTo>
                    <a:pt x="34" y="143"/>
                    <a:pt x="42" y="149"/>
                    <a:pt x="50" y="149"/>
                  </a:cubicBezTo>
                  <a:cubicBezTo>
                    <a:pt x="58" y="149"/>
                    <a:pt x="64" y="145"/>
                    <a:pt x="67" y="139"/>
                  </a:cubicBezTo>
                  <a:cubicBezTo>
                    <a:pt x="71" y="145"/>
                    <a:pt x="77" y="149"/>
                    <a:pt x="84" y="149"/>
                  </a:cubicBezTo>
                  <a:cubicBezTo>
                    <a:pt x="93" y="149"/>
                    <a:pt x="101" y="143"/>
                    <a:pt x="104" y="135"/>
                  </a:cubicBezTo>
                  <a:cubicBezTo>
                    <a:pt x="108" y="133"/>
                    <a:pt x="112" y="131"/>
                    <a:pt x="115" y="127"/>
                  </a:cubicBezTo>
                  <a:cubicBezTo>
                    <a:pt x="119" y="123"/>
                    <a:pt x="121" y="118"/>
                    <a:pt x="121" y="113"/>
                  </a:cubicBezTo>
                  <a:cubicBezTo>
                    <a:pt x="121" y="112"/>
                    <a:pt x="120" y="112"/>
                    <a:pt x="120" y="111"/>
                  </a:cubicBezTo>
                  <a:cubicBezTo>
                    <a:pt x="129" y="107"/>
                    <a:pt x="134" y="98"/>
                    <a:pt x="134" y="88"/>
                  </a:cubicBezTo>
                  <a:close/>
                  <a:moveTo>
                    <a:pt x="46" y="69"/>
                  </a:moveTo>
                  <a:cubicBezTo>
                    <a:pt x="45" y="65"/>
                    <a:pt x="46" y="61"/>
                    <a:pt x="48" y="59"/>
                  </a:cubicBezTo>
                  <a:cubicBezTo>
                    <a:pt x="50" y="57"/>
                    <a:pt x="53" y="56"/>
                    <a:pt x="55" y="56"/>
                  </a:cubicBezTo>
                  <a:cubicBezTo>
                    <a:pt x="58" y="56"/>
                    <a:pt x="60" y="57"/>
                    <a:pt x="62" y="59"/>
                  </a:cubicBezTo>
                  <a:cubicBezTo>
                    <a:pt x="65" y="62"/>
                    <a:pt x="70" y="62"/>
                    <a:pt x="73" y="59"/>
                  </a:cubicBezTo>
                  <a:cubicBezTo>
                    <a:pt x="76" y="55"/>
                    <a:pt x="83" y="55"/>
                    <a:pt x="86" y="59"/>
                  </a:cubicBezTo>
                  <a:cubicBezTo>
                    <a:pt x="89" y="61"/>
                    <a:pt x="90" y="65"/>
                    <a:pt x="89" y="69"/>
                  </a:cubicBezTo>
                  <a:cubicBezTo>
                    <a:pt x="87" y="74"/>
                    <a:pt x="84" y="79"/>
                    <a:pt x="79" y="84"/>
                  </a:cubicBezTo>
                  <a:cubicBezTo>
                    <a:pt x="74" y="89"/>
                    <a:pt x="70" y="91"/>
                    <a:pt x="67" y="92"/>
                  </a:cubicBezTo>
                  <a:cubicBezTo>
                    <a:pt x="65" y="91"/>
                    <a:pt x="61" y="89"/>
                    <a:pt x="56" y="84"/>
                  </a:cubicBezTo>
                  <a:cubicBezTo>
                    <a:pt x="51" y="79"/>
                    <a:pt x="47" y="74"/>
                    <a:pt x="46" y="69"/>
                  </a:cubicBezTo>
                  <a:close/>
                  <a:moveTo>
                    <a:pt x="116" y="106"/>
                  </a:moveTo>
                  <a:cubicBezTo>
                    <a:pt x="116" y="106"/>
                    <a:pt x="116" y="106"/>
                    <a:pt x="116" y="106"/>
                  </a:cubicBezTo>
                  <a:cubicBezTo>
                    <a:pt x="114" y="107"/>
                    <a:pt x="111" y="108"/>
                    <a:pt x="109" y="108"/>
                  </a:cubicBezTo>
                  <a:cubicBezTo>
                    <a:pt x="107" y="108"/>
                    <a:pt x="105" y="108"/>
                    <a:pt x="104" y="107"/>
                  </a:cubicBezTo>
                  <a:cubicBezTo>
                    <a:pt x="102" y="107"/>
                    <a:pt x="100" y="108"/>
                    <a:pt x="100" y="109"/>
                  </a:cubicBezTo>
                  <a:cubicBezTo>
                    <a:pt x="100" y="111"/>
                    <a:pt x="101" y="112"/>
                    <a:pt x="102" y="113"/>
                  </a:cubicBezTo>
                  <a:cubicBezTo>
                    <a:pt x="104" y="113"/>
                    <a:pt x="107" y="114"/>
                    <a:pt x="109" y="114"/>
                  </a:cubicBezTo>
                  <a:cubicBezTo>
                    <a:pt x="111" y="114"/>
                    <a:pt x="113" y="114"/>
                    <a:pt x="115" y="113"/>
                  </a:cubicBezTo>
                  <a:cubicBezTo>
                    <a:pt x="115" y="121"/>
                    <a:pt x="109" y="128"/>
                    <a:pt x="101" y="129"/>
                  </a:cubicBezTo>
                  <a:cubicBezTo>
                    <a:pt x="101" y="129"/>
                    <a:pt x="101" y="129"/>
                    <a:pt x="101" y="129"/>
                  </a:cubicBezTo>
                  <a:cubicBezTo>
                    <a:pt x="98" y="130"/>
                    <a:pt x="95" y="129"/>
                    <a:pt x="93" y="129"/>
                  </a:cubicBezTo>
                  <a:cubicBezTo>
                    <a:pt x="93" y="129"/>
                    <a:pt x="92" y="129"/>
                    <a:pt x="92" y="129"/>
                  </a:cubicBezTo>
                  <a:cubicBezTo>
                    <a:pt x="89" y="130"/>
                    <a:pt x="90" y="134"/>
                    <a:pt x="92" y="135"/>
                  </a:cubicBezTo>
                  <a:cubicBezTo>
                    <a:pt x="94" y="135"/>
                    <a:pt x="95" y="135"/>
                    <a:pt x="97" y="135"/>
                  </a:cubicBezTo>
                  <a:cubicBezTo>
                    <a:pt x="93" y="144"/>
                    <a:pt x="80" y="147"/>
                    <a:pt x="71" y="136"/>
                  </a:cubicBezTo>
                  <a:cubicBezTo>
                    <a:pt x="71" y="135"/>
                    <a:pt x="70" y="134"/>
                    <a:pt x="70" y="134"/>
                  </a:cubicBezTo>
                  <a:cubicBezTo>
                    <a:pt x="70" y="97"/>
                    <a:pt x="70" y="97"/>
                    <a:pt x="70" y="97"/>
                  </a:cubicBezTo>
                  <a:cubicBezTo>
                    <a:pt x="74" y="96"/>
                    <a:pt x="79" y="92"/>
                    <a:pt x="83" y="88"/>
                  </a:cubicBezTo>
                  <a:cubicBezTo>
                    <a:pt x="86" y="85"/>
                    <a:pt x="92" y="78"/>
                    <a:pt x="94" y="70"/>
                  </a:cubicBezTo>
                  <a:cubicBezTo>
                    <a:pt x="96" y="64"/>
                    <a:pt x="95" y="59"/>
                    <a:pt x="90" y="55"/>
                  </a:cubicBezTo>
                  <a:cubicBezTo>
                    <a:pt x="85" y="49"/>
                    <a:pt x="76" y="49"/>
                    <a:pt x="70" y="53"/>
                  </a:cubicBezTo>
                  <a:cubicBezTo>
                    <a:pt x="70" y="12"/>
                    <a:pt x="70" y="12"/>
                    <a:pt x="70" y="12"/>
                  </a:cubicBezTo>
                  <a:cubicBezTo>
                    <a:pt x="70" y="11"/>
                    <a:pt x="71" y="11"/>
                    <a:pt x="71" y="10"/>
                  </a:cubicBezTo>
                  <a:cubicBezTo>
                    <a:pt x="80" y="1"/>
                    <a:pt x="90" y="7"/>
                    <a:pt x="91" y="15"/>
                  </a:cubicBezTo>
                  <a:cubicBezTo>
                    <a:pt x="88" y="17"/>
                    <a:pt x="85" y="19"/>
                    <a:pt x="84" y="22"/>
                  </a:cubicBezTo>
                  <a:cubicBezTo>
                    <a:pt x="84" y="23"/>
                    <a:pt x="84" y="23"/>
                    <a:pt x="84" y="23"/>
                  </a:cubicBezTo>
                  <a:cubicBezTo>
                    <a:pt x="84" y="25"/>
                    <a:pt x="85" y="26"/>
                    <a:pt x="87" y="26"/>
                  </a:cubicBezTo>
                  <a:cubicBezTo>
                    <a:pt x="88" y="26"/>
                    <a:pt x="89" y="25"/>
                    <a:pt x="89" y="24"/>
                  </a:cubicBezTo>
                  <a:cubicBezTo>
                    <a:pt x="91" y="22"/>
                    <a:pt x="92" y="20"/>
                    <a:pt x="95" y="19"/>
                  </a:cubicBezTo>
                  <a:cubicBezTo>
                    <a:pt x="95" y="19"/>
                    <a:pt x="95" y="19"/>
                    <a:pt x="95" y="19"/>
                  </a:cubicBezTo>
                  <a:cubicBezTo>
                    <a:pt x="99" y="18"/>
                    <a:pt x="103" y="18"/>
                    <a:pt x="108" y="21"/>
                  </a:cubicBezTo>
                  <a:cubicBezTo>
                    <a:pt x="108" y="21"/>
                    <a:pt x="108" y="21"/>
                    <a:pt x="108" y="21"/>
                  </a:cubicBezTo>
                  <a:cubicBezTo>
                    <a:pt x="112" y="25"/>
                    <a:pt x="113" y="30"/>
                    <a:pt x="111" y="34"/>
                  </a:cubicBezTo>
                  <a:cubicBezTo>
                    <a:pt x="111" y="34"/>
                    <a:pt x="111" y="34"/>
                    <a:pt x="111" y="34"/>
                  </a:cubicBezTo>
                  <a:cubicBezTo>
                    <a:pt x="110" y="37"/>
                    <a:pt x="108" y="40"/>
                    <a:pt x="105" y="41"/>
                  </a:cubicBezTo>
                  <a:cubicBezTo>
                    <a:pt x="105" y="41"/>
                    <a:pt x="105" y="42"/>
                    <a:pt x="105" y="42"/>
                  </a:cubicBezTo>
                  <a:cubicBezTo>
                    <a:pt x="104" y="45"/>
                    <a:pt x="105" y="46"/>
                    <a:pt x="107" y="46"/>
                  </a:cubicBezTo>
                  <a:cubicBezTo>
                    <a:pt x="108" y="46"/>
                    <a:pt x="108" y="46"/>
                    <a:pt x="109" y="46"/>
                  </a:cubicBezTo>
                  <a:cubicBezTo>
                    <a:pt x="111" y="44"/>
                    <a:pt x="114" y="42"/>
                    <a:pt x="115" y="39"/>
                  </a:cubicBezTo>
                  <a:cubicBezTo>
                    <a:pt x="120" y="42"/>
                    <a:pt x="122" y="48"/>
                    <a:pt x="122" y="53"/>
                  </a:cubicBezTo>
                  <a:cubicBezTo>
                    <a:pt x="122" y="57"/>
                    <a:pt x="121" y="61"/>
                    <a:pt x="118" y="64"/>
                  </a:cubicBezTo>
                  <a:cubicBezTo>
                    <a:pt x="117" y="64"/>
                    <a:pt x="116" y="63"/>
                    <a:pt x="114" y="63"/>
                  </a:cubicBezTo>
                  <a:cubicBezTo>
                    <a:pt x="114" y="63"/>
                    <a:pt x="114" y="63"/>
                    <a:pt x="114" y="63"/>
                  </a:cubicBezTo>
                  <a:cubicBezTo>
                    <a:pt x="110" y="66"/>
                    <a:pt x="112" y="71"/>
                    <a:pt x="117" y="69"/>
                  </a:cubicBezTo>
                  <a:cubicBezTo>
                    <a:pt x="117" y="68"/>
                    <a:pt x="117" y="69"/>
                    <a:pt x="117" y="69"/>
                  </a:cubicBezTo>
                  <a:cubicBezTo>
                    <a:pt x="117" y="70"/>
                    <a:pt x="117" y="70"/>
                    <a:pt x="117" y="70"/>
                  </a:cubicBezTo>
                  <a:cubicBezTo>
                    <a:pt x="124" y="74"/>
                    <a:pt x="129" y="81"/>
                    <a:pt x="129" y="88"/>
                  </a:cubicBezTo>
                  <a:cubicBezTo>
                    <a:pt x="129" y="96"/>
                    <a:pt x="124" y="103"/>
                    <a:pt x="116" y="10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3;p49"/>
            <p:cNvSpPr/>
            <p:nvPr/>
          </p:nvSpPr>
          <p:spPr>
            <a:xfrm>
              <a:off x="3220478" y="3936545"/>
              <a:ext cx="38489" cy="63781"/>
            </a:xfrm>
            <a:custGeom>
              <a:avLst/>
              <a:gdLst/>
              <a:ahLst/>
              <a:cxnLst/>
              <a:rect l="l" t="t" r="r" b="b"/>
              <a:pathLst>
                <a:path w="15" h="24" extrusionOk="0">
                  <a:moveTo>
                    <a:pt x="8" y="5"/>
                  </a:moveTo>
                  <a:cubicBezTo>
                    <a:pt x="9" y="6"/>
                    <a:pt x="9" y="8"/>
                    <a:pt x="9" y="9"/>
                  </a:cubicBezTo>
                  <a:cubicBezTo>
                    <a:pt x="9" y="13"/>
                    <a:pt x="6" y="17"/>
                    <a:pt x="2" y="18"/>
                  </a:cubicBezTo>
                  <a:cubicBezTo>
                    <a:pt x="1" y="18"/>
                    <a:pt x="0" y="20"/>
                    <a:pt x="0" y="22"/>
                  </a:cubicBezTo>
                  <a:cubicBezTo>
                    <a:pt x="1" y="23"/>
                    <a:pt x="2" y="24"/>
                    <a:pt x="3" y="24"/>
                  </a:cubicBezTo>
                  <a:cubicBezTo>
                    <a:pt x="3" y="24"/>
                    <a:pt x="4" y="24"/>
                    <a:pt x="4" y="24"/>
                  </a:cubicBezTo>
                  <a:cubicBezTo>
                    <a:pt x="10" y="22"/>
                    <a:pt x="15" y="16"/>
                    <a:pt x="15" y="9"/>
                  </a:cubicBezTo>
                  <a:cubicBezTo>
                    <a:pt x="15" y="7"/>
                    <a:pt x="14" y="4"/>
                    <a:pt x="13" y="2"/>
                  </a:cubicBezTo>
                  <a:cubicBezTo>
                    <a:pt x="12" y="1"/>
                    <a:pt x="10" y="0"/>
                    <a:pt x="9" y="1"/>
                  </a:cubicBezTo>
                  <a:cubicBezTo>
                    <a:pt x="7" y="2"/>
                    <a:pt x="7" y="3"/>
                    <a:pt x="8"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4" name="Google Shape;1064;p49"/>
            <p:cNvSpPr/>
            <p:nvPr/>
          </p:nvSpPr>
          <p:spPr>
            <a:xfrm>
              <a:off x="3254568" y="4028917"/>
              <a:ext cx="46186" cy="54984"/>
            </a:xfrm>
            <a:custGeom>
              <a:avLst/>
              <a:gdLst/>
              <a:ahLst/>
              <a:cxnLst/>
              <a:rect l="l" t="t" r="r" b="b"/>
              <a:pathLst>
                <a:path w="18" h="21" extrusionOk="0">
                  <a:moveTo>
                    <a:pt x="0" y="3"/>
                  </a:moveTo>
                  <a:cubicBezTo>
                    <a:pt x="0" y="5"/>
                    <a:pt x="2" y="6"/>
                    <a:pt x="3" y="6"/>
                  </a:cubicBezTo>
                  <a:cubicBezTo>
                    <a:pt x="8" y="6"/>
                    <a:pt x="12" y="10"/>
                    <a:pt x="12" y="15"/>
                  </a:cubicBezTo>
                  <a:cubicBezTo>
                    <a:pt x="12" y="16"/>
                    <a:pt x="12" y="17"/>
                    <a:pt x="12" y="17"/>
                  </a:cubicBezTo>
                  <a:cubicBezTo>
                    <a:pt x="11" y="19"/>
                    <a:pt x="12" y="21"/>
                    <a:pt x="14" y="21"/>
                  </a:cubicBezTo>
                  <a:cubicBezTo>
                    <a:pt x="14" y="21"/>
                    <a:pt x="14" y="21"/>
                    <a:pt x="15" y="21"/>
                  </a:cubicBezTo>
                  <a:cubicBezTo>
                    <a:pt x="16" y="21"/>
                    <a:pt x="17" y="20"/>
                    <a:pt x="17" y="19"/>
                  </a:cubicBezTo>
                  <a:cubicBezTo>
                    <a:pt x="18" y="18"/>
                    <a:pt x="18" y="16"/>
                    <a:pt x="18" y="15"/>
                  </a:cubicBezTo>
                  <a:cubicBezTo>
                    <a:pt x="18" y="7"/>
                    <a:pt x="11" y="0"/>
                    <a:pt x="3" y="0"/>
                  </a:cubicBezTo>
                  <a:cubicBezTo>
                    <a:pt x="2" y="0"/>
                    <a:pt x="0" y="2"/>
                    <a:pt x="0" y="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5;p49"/>
            <p:cNvSpPr/>
            <p:nvPr/>
          </p:nvSpPr>
          <p:spPr>
            <a:xfrm>
              <a:off x="3262265" y="3869464"/>
              <a:ext cx="59382" cy="25293"/>
            </a:xfrm>
            <a:custGeom>
              <a:avLst/>
              <a:gdLst/>
              <a:ahLst/>
              <a:cxnLst/>
              <a:rect l="l" t="t" r="r" b="b"/>
              <a:pathLst>
                <a:path w="23" h="10" extrusionOk="0">
                  <a:moveTo>
                    <a:pt x="22" y="5"/>
                  </a:moveTo>
                  <a:cubicBezTo>
                    <a:pt x="23" y="4"/>
                    <a:pt x="23" y="2"/>
                    <a:pt x="22" y="1"/>
                  </a:cubicBezTo>
                  <a:cubicBezTo>
                    <a:pt x="21" y="0"/>
                    <a:pt x="19" y="0"/>
                    <a:pt x="18" y="1"/>
                  </a:cubicBezTo>
                  <a:cubicBezTo>
                    <a:pt x="16" y="3"/>
                    <a:pt x="14" y="4"/>
                    <a:pt x="12" y="4"/>
                  </a:cubicBezTo>
                  <a:cubicBezTo>
                    <a:pt x="9" y="4"/>
                    <a:pt x="7" y="3"/>
                    <a:pt x="5" y="1"/>
                  </a:cubicBezTo>
                  <a:cubicBezTo>
                    <a:pt x="4" y="0"/>
                    <a:pt x="2" y="0"/>
                    <a:pt x="1" y="1"/>
                  </a:cubicBezTo>
                  <a:cubicBezTo>
                    <a:pt x="0" y="2"/>
                    <a:pt x="0" y="4"/>
                    <a:pt x="1" y="5"/>
                  </a:cubicBezTo>
                  <a:cubicBezTo>
                    <a:pt x="4" y="8"/>
                    <a:pt x="8" y="10"/>
                    <a:pt x="12" y="10"/>
                  </a:cubicBezTo>
                  <a:cubicBezTo>
                    <a:pt x="15" y="10"/>
                    <a:pt x="19" y="8"/>
                    <a:pt x="2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6" name="Google Shape;1066;p49"/>
            <p:cNvSpPr/>
            <p:nvPr/>
          </p:nvSpPr>
          <p:spPr>
            <a:xfrm>
              <a:off x="3423917" y="3936545"/>
              <a:ext cx="38489" cy="63781"/>
            </a:xfrm>
            <a:custGeom>
              <a:avLst/>
              <a:gdLst/>
              <a:ahLst/>
              <a:cxnLst/>
              <a:rect l="l" t="t" r="r" b="b"/>
              <a:pathLst>
                <a:path w="15" h="24" extrusionOk="0">
                  <a:moveTo>
                    <a:pt x="12" y="18"/>
                  </a:moveTo>
                  <a:cubicBezTo>
                    <a:pt x="8" y="17"/>
                    <a:pt x="6" y="13"/>
                    <a:pt x="6" y="9"/>
                  </a:cubicBezTo>
                  <a:cubicBezTo>
                    <a:pt x="6" y="8"/>
                    <a:pt x="6" y="6"/>
                    <a:pt x="7" y="5"/>
                  </a:cubicBezTo>
                  <a:cubicBezTo>
                    <a:pt x="8" y="3"/>
                    <a:pt x="7" y="2"/>
                    <a:pt x="6" y="1"/>
                  </a:cubicBezTo>
                  <a:cubicBezTo>
                    <a:pt x="4" y="0"/>
                    <a:pt x="3" y="1"/>
                    <a:pt x="2" y="2"/>
                  </a:cubicBezTo>
                  <a:cubicBezTo>
                    <a:pt x="1" y="4"/>
                    <a:pt x="0" y="7"/>
                    <a:pt x="0" y="9"/>
                  </a:cubicBezTo>
                  <a:cubicBezTo>
                    <a:pt x="0" y="16"/>
                    <a:pt x="4" y="22"/>
                    <a:pt x="11" y="24"/>
                  </a:cubicBezTo>
                  <a:cubicBezTo>
                    <a:pt x="11" y="24"/>
                    <a:pt x="11" y="24"/>
                    <a:pt x="12" y="24"/>
                  </a:cubicBezTo>
                  <a:cubicBezTo>
                    <a:pt x="13" y="24"/>
                    <a:pt x="14" y="23"/>
                    <a:pt x="14" y="22"/>
                  </a:cubicBezTo>
                  <a:cubicBezTo>
                    <a:pt x="15" y="20"/>
                    <a:pt x="14" y="18"/>
                    <a:pt x="12"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7" name="Google Shape;1067;p49"/>
            <p:cNvSpPr/>
            <p:nvPr/>
          </p:nvSpPr>
          <p:spPr>
            <a:xfrm>
              <a:off x="3382130" y="4028917"/>
              <a:ext cx="43987" cy="54984"/>
            </a:xfrm>
            <a:custGeom>
              <a:avLst/>
              <a:gdLst/>
              <a:ahLst/>
              <a:cxnLst/>
              <a:rect l="l" t="t" r="r" b="b"/>
              <a:pathLst>
                <a:path w="17" h="21" extrusionOk="0">
                  <a:moveTo>
                    <a:pt x="15" y="0"/>
                  </a:moveTo>
                  <a:cubicBezTo>
                    <a:pt x="6" y="0"/>
                    <a:pt x="0" y="7"/>
                    <a:pt x="0" y="15"/>
                  </a:cubicBezTo>
                  <a:cubicBezTo>
                    <a:pt x="0" y="16"/>
                    <a:pt x="0" y="18"/>
                    <a:pt x="0" y="19"/>
                  </a:cubicBezTo>
                  <a:cubicBezTo>
                    <a:pt x="1" y="20"/>
                    <a:pt x="2" y="21"/>
                    <a:pt x="3" y="21"/>
                  </a:cubicBezTo>
                  <a:cubicBezTo>
                    <a:pt x="3" y="21"/>
                    <a:pt x="4" y="21"/>
                    <a:pt x="4" y="21"/>
                  </a:cubicBezTo>
                  <a:cubicBezTo>
                    <a:pt x="5" y="21"/>
                    <a:pt x="6" y="19"/>
                    <a:pt x="6" y="17"/>
                  </a:cubicBezTo>
                  <a:cubicBezTo>
                    <a:pt x="6" y="17"/>
                    <a:pt x="6" y="16"/>
                    <a:pt x="6" y="15"/>
                  </a:cubicBezTo>
                  <a:cubicBezTo>
                    <a:pt x="6" y="10"/>
                    <a:pt x="10" y="6"/>
                    <a:pt x="15" y="6"/>
                  </a:cubicBezTo>
                  <a:cubicBezTo>
                    <a:pt x="16" y="6"/>
                    <a:pt x="17" y="5"/>
                    <a:pt x="17" y="3"/>
                  </a:cubicBezTo>
                  <a:cubicBezTo>
                    <a:pt x="17" y="2"/>
                    <a:pt x="16" y="0"/>
                    <a:pt x="15"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8;p49"/>
            <p:cNvSpPr/>
            <p:nvPr/>
          </p:nvSpPr>
          <p:spPr>
            <a:xfrm>
              <a:off x="3357937" y="3869464"/>
              <a:ext cx="62682" cy="25293"/>
            </a:xfrm>
            <a:custGeom>
              <a:avLst/>
              <a:gdLst/>
              <a:ahLst/>
              <a:cxnLst/>
              <a:rect l="l" t="t" r="r" b="b"/>
              <a:pathLst>
                <a:path w="24" h="10" extrusionOk="0">
                  <a:moveTo>
                    <a:pt x="23" y="1"/>
                  </a:moveTo>
                  <a:cubicBezTo>
                    <a:pt x="21" y="0"/>
                    <a:pt x="20" y="0"/>
                    <a:pt x="18" y="1"/>
                  </a:cubicBezTo>
                  <a:cubicBezTo>
                    <a:pt x="17" y="3"/>
                    <a:pt x="15" y="4"/>
                    <a:pt x="12" y="4"/>
                  </a:cubicBezTo>
                  <a:cubicBezTo>
                    <a:pt x="10" y="4"/>
                    <a:pt x="7" y="3"/>
                    <a:pt x="6" y="1"/>
                  </a:cubicBezTo>
                  <a:cubicBezTo>
                    <a:pt x="5" y="0"/>
                    <a:pt x="3" y="0"/>
                    <a:pt x="2" y="1"/>
                  </a:cubicBezTo>
                  <a:cubicBezTo>
                    <a:pt x="0" y="2"/>
                    <a:pt x="0" y="4"/>
                    <a:pt x="2" y="5"/>
                  </a:cubicBezTo>
                  <a:cubicBezTo>
                    <a:pt x="4" y="8"/>
                    <a:pt x="8" y="10"/>
                    <a:pt x="12" y="10"/>
                  </a:cubicBezTo>
                  <a:cubicBezTo>
                    <a:pt x="16" y="10"/>
                    <a:pt x="20" y="8"/>
                    <a:pt x="23" y="5"/>
                  </a:cubicBezTo>
                  <a:cubicBezTo>
                    <a:pt x="24" y="4"/>
                    <a:pt x="24" y="2"/>
                    <a:pt x="23"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9;p49"/>
            <p:cNvSpPr/>
            <p:nvPr/>
          </p:nvSpPr>
          <p:spPr>
            <a:xfrm>
              <a:off x="3220478" y="3827677"/>
              <a:ext cx="17595" cy="15395"/>
            </a:xfrm>
            <a:custGeom>
              <a:avLst/>
              <a:gdLst/>
              <a:ahLst/>
              <a:cxnLst/>
              <a:rect l="l" t="t" r="r" b="b"/>
              <a:pathLst>
                <a:path w="7" h="6" extrusionOk="0">
                  <a:moveTo>
                    <a:pt x="3" y="6"/>
                  </a:moveTo>
                  <a:cubicBezTo>
                    <a:pt x="5" y="6"/>
                    <a:pt x="7" y="3"/>
                    <a:pt x="6" y="1"/>
                  </a:cubicBezTo>
                  <a:cubicBezTo>
                    <a:pt x="5" y="0"/>
                    <a:pt x="4" y="0"/>
                    <a:pt x="4" y="0"/>
                  </a:cubicBezTo>
                  <a:cubicBezTo>
                    <a:pt x="3" y="0"/>
                    <a:pt x="3" y="0"/>
                    <a:pt x="3" y="0"/>
                  </a:cubicBezTo>
                  <a:cubicBezTo>
                    <a:pt x="2" y="0"/>
                    <a:pt x="1" y="0"/>
                    <a:pt x="1" y="1"/>
                  </a:cubicBezTo>
                  <a:cubicBezTo>
                    <a:pt x="0" y="3"/>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70;p49"/>
            <p:cNvSpPr/>
            <p:nvPr/>
          </p:nvSpPr>
          <p:spPr>
            <a:xfrm>
              <a:off x="3327146" y="3953040"/>
              <a:ext cx="28591" cy="47286"/>
            </a:xfrm>
            <a:custGeom>
              <a:avLst/>
              <a:gdLst/>
              <a:ahLst/>
              <a:cxnLst/>
              <a:rect l="l" t="t" r="r" b="b"/>
              <a:pathLst>
                <a:path w="11" h="18" extrusionOk="0">
                  <a:moveTo>
                    <a:pt x="8" y="15"/>
                  </a:moveTo>
                  <a:cubicBezTo>
                    <a:pt x="8" y="11"/>
                    <a:pt x="8" y="11"/>
                    <a:pt x="8" y="11"/>
                  </a:cubicBezTo>
                  <a:cubicBezTo>
                    <a:pt x="10" y="10"/>
                    <a:pt x="11" y="8"/>
                    <a:pt x="11" y="6"/>
                  </a:cubicBezTo>
                  <a:cubicBezTo>
                    <a:pt x="11" y="3"/>
                    <a:pt x="9" y="1"/>
                    <a:pt x="6" y="0"/>
                  </a:cubicBezTo>
                  <a:cubicBezTo>
                    <a:pt x="2" y="0"/>
                    <a:pt x="0" y="3"/>
                    <a:pt x="0" y="6"/>
                  </a:cubicBezTo>
                  <a:cubicBezTo>
                    <a:pt x="0" y="8"/>
                    <a:pt x="1" y="10"/>
                    <a:pt x="2" y="11"/>
                  </a:cubicBezTo>
                  <a:cubicBezTo>
                    <a:pt x="2" y="15"/>
                    <a:pt x="2" y="15"/>
                    <a:pt x="2" y="15"/>
                  </a:cubicBezTo>
                  <a:cubicBezTo>
                    <a:pt x="2" y="17"/>
                    <a:pt x="4" y="18"/>
                    <a:pt x="6" y="18"/>
                  </a:cubicBezTo>
                  <a:cubicBezTo>
                    <a:pt x="7" y="18"/>
                    <a:pt x="8" y="16"/>
                    <a:pt x="8"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71" name="Google Shape;1071;p49"/>
          <p:cNvGrpSpPr/>
          <p:nvPr/>
        </p:nvGrpSpPr>
        <p:grpSpPr>
          <a:xfrm>
            <a:off x="2319846" y="3782591"/>
            <a:ext cx="388184" cy="389284"/>
            <a:chOff x="2374830" y="3782591"/>
            <a:chExt cx="388184" cy="389284"/>
          </a:xfrm>
        </p:grpSpPr>
        <p:sp>
          <p:nvSpPr>
            <p:cNvPr id="1072" name="Google Shape;1072;p49"/>
            <p:cNvSpPr/>
            <p:nvPr/>
          </p:nvSpPr>
          <p:spPr>
            <a:xfrm>
              <a:off x="2374830" y="3782591"/>
              <a:ext cx="388184" cy="389284"/>
            </a:xfrm>
            <a:custGeom>
              <a:avLst/>
              <a:gdLst/>
              <a:ahLst/>
              <a:cxnLst/>
              <a:rect l="l" t="t" r="r" b="b"/>
              <a:pathLst>
                <a:path w="149" h="149" extrusionOk="0">
                  <a:moveTo>
                    <a:pt x="74" y="0"/>
                  </a:moveTo>
                  <a:cubicBezTo>
                    <a:pt x="33" y="0"/>
                    <a:pt x="0" y="33"/>
                    <a:pt x="0" y="74"/>
                  </a:cubicBezTo>
                  <a:cubicBezTo>
                    <a:pt x="0" y="115"/>
                    <a:pt x="33" y="149"/>
                    <a:pt x="74" y="149"/>
                  </a:cubicBezTo>
                  <a:cubicBezTo>
                    <a:pt x="115" y="149"/>
                    <a:pt x="149" y="115"/>
                    <a:pt x="149" y="74"/>
                  </a:cubicBezTo>
                  <a:cubicBezTo>
                    <a:pt x="149" y="33"/>
                    <a:pt x="115" y="0"/>
                    <a:pt x="74" y="0"/>
                  </a:cubicBezTo>
                  <a:close/>
                  <a:moveTo>
                    <a:pt x="135" y="106"/>
                  </a:moveTo>
                  <a:cubicBezTo>
                    <a:pt x="120" y="97"/>
                    <a:pt x="120" y="97"/>
                    <a:pt x="120" y="97"/>
                  </a:cubicBezTo>
                  <a:cubicBezTo>
                    <a:pt x="123" y="90"/>
                    <a:pt x="125" y="82"/>
                    <a:pt x="125" y="74"/>
                  </a:cubicBezTo>
                  <a:cubicBezTo>
                    <a:pt x="125" y="66"/>
                    <a:pt x="123" y="58"/>
                    <a:pt x="120" y="51"/>
                  </a:cubicBezTo>
                  <a:cubicBezTo>
                    <a:pt x="135" y="42"/>
                    <a:pt x="135" y="42"/>
                    <a:pt x="135" y="42"/>
                  </a:cubicBezTo>
                  <a:cubicBezTo>
                    <a:pt x="140" y="52"/>
                    <a:pt x="143" y="63"/>
                    <a:pt x="143" y="74"/>
                  </a:cubicBezTo>
                  <a:cubicBezTo>
                    <a:pt x="143" y="86"/>
                    <a:pt x="140" y="96"/>
                    <a:pt x="135" y="106"/>
                  </a:cubicBezTo>
                  <a:close/>
                  <a:moveTo>
                    <a:pt x="132" y="37"/>
                  </a:moveTo>
                  <a:cubicBezTo>
                    <a:pt x="117" y="46"/>
                    <a:pt x="117" y="46"/>
                    <a:pt x="117" y="46"/>
                  </a:cubicBezTo>
                  <a:cubicBezTo>
                    <a:pt x="113" y="40"/>
                    <a:pt x="108" y="35"/>
                    <a:pt x="102" y="32"/>
                  </a:cubicBezTo>
                  <a:cubicBezTo>
                    <a:pt x="111" y="16"/>
                    <a:pt x="111" y="16"/>
                    <a:pt x="111" y="16"/>
                  </a:cubicBezTo>
                  <a:cubicBezTo>
                    <a:pt x="120" y="22"/>
                    <a:pt x="127" y="29"/>
                    <a:pt x="132" y="37"/>
                  </a:cubicBezTo>
                  <a:close/>
                  <a:moveTo>
                    <a:pt x="106" y="13"/>
                  </a:moveTo>
                  <a:cubicBezTo>
                    <a:pt x="97" y="29"/>
                    <a:pt x="97" y="29"/>
                    <a:pt x="97" y="29"/>
                  </a:cubicBezTo>
                  <a:cubicBezTo>
                    <a:pt x="90" y="25"/>
                    <a:pt x="83" y="23"/>
                    <a:pt x="74" y="23"/>
                  </a:cubicBezTo>
                  <a:cubicBezTo>
                    <a:pt x="66" y="23"/>
                    <a:pt x="59" y="25"/>
                    <a:pt x="51" y="29"/>
                  </a:cubicBezTo>
                  <a:cubicBezTo>
                    <a:pt x="43" y="13"/>
                    <a:pt x="43" y="13"/>
                    <a:pt x="43" y="13"/>
                  </a:cubicBezTo>
                  <a:cubicBezTo>
                    <a:pt x="52" y="8"/>
                    <a:pt x="63" y="5"/>
                    <a:pt x="74" y="5"/>
                  </a:cubicBezTo>
                  <a:cubicBezTo>
                    <a:pt x="86" y="5"/>
                    <a:pt x="97" y="8"/>
                    <a:pt x="106" y="13"/>
                  </a:cubicBezTo>
                  <a:close/>
                  <a:moveTo>
                    <a:pt x="38" y="16"/>
                  </a:moveTo>
                  <a:cubicBezTo>
                    <a:pt x="46" y="32"/>
                    <a:pt x="46" y="32"/>
                    <a:pt x="46" y="32"/>
                  </a:cubicBezTo>
                  <a:cubicBezTo>
                    <a:pt x="45" y="32"/>
                    <a:pt x="44" y="33"/>
                    <a:pt x="43" y="34"/>
                  </a:cubicBezTo>
                  <a:cubicBezTo>
                    <a:pt x="39" y="37"/>
                    <a:pt x="35" y="42"/>
                    <a:pt x="32" y="46"/>
                  </a:cubicBezTo>
                  <a:cubicBezTo>
                    <a:pt x="16" y="37"/>
                    <a:pt x="16" y="37"/>
                    <a:pt x="16" y="37"/>
                  </a:cubicBezTo>
                  <a:cubicBezTo>
                    <a:pt x="22" y="29"/>
                    <a:pt x="29" y="22"/>
                    <a:pt x="38" y="16"/>
                  </a:cubicBezTo>
                  <a:close/>
                  <a:moveTo>
                    <a:pt x="14" y="42"/>
                  </a:moveTo>
                  <a:cubicBezTo>
                    <a:pt x="29" y="51"/>
                    <a:pt x="29" y="51"/>
                    <a:pt x="29" y="51"/>
                  </a:cubicBezTo>
                  <a:cubicBezTo>
                    <a:pt x="27" y="54"/>
                    <a:pt x="26" y="57"/>
                    <a:pt x="25" y="60"/>
                  </a:cubicBezTo>
                  <a:cubicBezTo>
                    <a:pt x="25" y="62"/>
                    <a:pt x="26" y="64"/>
                    <a:pt x="27" y="64"/>
                  </a:cubicBezTo>
                  <a:cubicBezTo>
                    <a:pt x="29" y="64"/>
                    <a:pt x="31" y="64"/>
                    <a:pt x="31" y="62"/>
                  </a:cubicBezTo>
                  <a:cubicBezTo>
                    <a:pt x="36" y="43"/>
                    <a:pt x="54" y="29"/>
                    <a:pt x="74" y="29"/>
                  </a:cubicBezTo>
                  <a:cubicBezTo>
                    <a:pt x="99" y="29"/>
                    <a:pt x="120" y="49"/>
                    <a:pt x="120" y="74"/>
                  </a:cubicBezTo>
                  <a:cubicBezTo>
                    <a:pt x="120" y="99"/>
                    <a:pt x="99" y="119"/>
                    <a:pt x="74" y="119"/>
                  </a:cubicBezTo>
                  <a:cubicBezTo>
                    <a:pt x="54" y="119"/>
                    <a:pt x="36" y="106"/>
                    <a:pt x="31" y="86"/>
                  </a:cubicBezTo>
                  <a:cubicBezTo>
                    <a:pt x="31" y="85"/>
                    <a:pt x="29" y="84"/>
                    <a:pt x="27" y="84"/>
                  </a:cubicBezTo>
                  <a:cubicBezTo>
                    <a:pt x="26" y="85"/>
                    <a:pt x="25" y="86"/>
                    <a:pt x="25" y="88"/>
                  </a:cubicBezTo>
                  <a:cubicBezTo>
                    <a:pt x="26" y="91"/>
                    <a:pt x="27" y="94"/>
                    <a:pt x="29" y="97"/>
                  </a:cubicBezTo>
                  <a:cubicBezTo>
                    <a:pt x="14" y="106"/>
                    <a:pt x="14" y="106"/>
                    <a:pt x="14" y="106"/>
                  </a:cubicBezTo>
                  <a:cubicBezTo>
                    <a:pt x="9" y="96"/>
                    <a:pt x="6" y="86"/>
                    <a:pt x="6" y="74"/>
                  </a:cubicBezTo>
                  <a:cubicBezTo>
                    <a:pt x="6" y="63"/>
                    <a:pt x="9" y="52"/>
                    <a:pt x="14" y="42"/>
                  </a:cubicBezTo>
                  <a:close/>
                  <a:moveTo>
                    <a:pt x="16" y="111"/>
                  </a:moveTo>
                  <a:cubicBezTo>
                    <a:pt x="32" y="102"/>
                    <a:pt x="32" y="102"/>
                    <a:pt x="32" y="102"/>
                  </a:cubicBezTo>
                  <a:cubicBezTo>
                    <a:pt x="35" y="107"/>
                    <a:pt x="39" y="111"/>
                    <a:pt x="43" y="115"/>
                  </a:cubicBezTo>
                  <a:cubicBezTo>
                    <a:pt x="44" y="115"/>
                    <a:pt x="45" y="116"/>
                    <a:pt x="46" y="117"/>
                  </a:cubicBezTo>
                  <a:cubicBezTo>
                    <a:pt x="38" y="132"/>
                    <a:pt x="38" y="132"/>
                    <a:pt x="38" y="132"/>
                  </a:cubicBezTo>
                  <a:cubicBezTo>
                    <a:pt x="29" y="127"/>
                    <a:pt x="22" y="120"/>
                    <a:pt x="16" y="111"/>
                  </a:cubicBezTo>
                  <a:close/>
                  <a:moveTo>
                    <a:pt x="43" y="135"/>
                  </a:moveTo>
                  <a:cubicBezTo>
                    <a:pt x="51" y="120"/>
                    <a:pt x="51" y="120"/>
                    <a:pt x="51" y="120"/>
                  </a:cubicBezTo>
                  <a:cubicBezTo>
                    <a:pt x="59" y="123"/>
                    <a:pt x="66" y="125"/>
                    <a:pt x="74" y="125"/>
                  </a:cubicBezTo>
                  <a:cubicBezTo>
                    <a:pt x="83" y="125"/>
                    <a:pt x="90" y="123"/>
                    <a:pt x="97" y="120"/>
                  </a:cubicBezTo>
                  <a:cubicBezTo>
                    <a:pt x="106" y="135"/>
                    <a:pt x="106" y="135"/>
                    <a:pt x="106" y="135"/>
                  </a:cubicBezTo>
                  <a:cubicBezTo>
                    <a:pt x="97" y="140"/>
                    <a:pt x="86" y="143"/>
                    <a:pt x="74" y="143"/>
                  </a:cubicBezTo>
                  <a:cubicBezTo>
                    <a:pt x="63" y="143"/>
                    <a:pt x="52" y="140"/>
                    <a:pt x="43" y="135"/>
                  </a:cubicBezTo>
                  <a:close/>
                  <a:moveTo>
                    <a:pt x="111" y="132"/>
                  </a:moveTo>
                  <a:cubicBezTo>
                    <a:pt x="102" y="117"/>
                    <a:pt x="102" y="117"/>
                    <a:pt x="102" y="117"/>
                  </a:cubicBezTo>
                  <a:cubicBezTo>
                    <a:pt x="108" y="113"/>
                    <a:pt x="113" y="108"/>
                    <a:pt x="117" y="102"/>
                  </a:cubicBezTo>
                  <a:cubicBezTo>
                    <a:pt x="132" y="111"/>
                    <a:pt x="132" y="111"/>
                    <a:pt x="132" y="111"/>
                  </a:cubicBezTo>
                  <a:cubicBezTo>
                    <a:pt x="127" y="120"/>
                    <a:pt x="120" y="127"/>
                    <a:pt x="111" y="13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3" name="Google Shape;1073;p49"/>
            <p:cNvSpPr/>
            <p:nvPr/>
          </p:nvSpPr>
          <p:spPr>
            <a:xfrm>
              <a:off x="2479299" y="3877163"/>
              <a:ext cx="180346" cy="201240"/>
            </a:xfrm>
            <a:custGeom>
              <a:avLst/>
              <a:gdLst/>
              <a:ahLst/>
              <a:cxnLst/>
              <a:rect l="l" t="t" r="r" b="b"/>
              <a:pathLst>
                <a:path w="69" h="77" extrusionOk="0">
                  <a:moveTo>
                    <a:pt x="7" y="57"/>
                  </a:moveTo>
                  <a:cubicBezTo>
                    <a:pt x="7" y="57"/>
                    <a:pt x="7" y="57"/>
                    <a:pt x="7" y="57"/>
                  </a:cubicBezTo>
                  <a:cubicBezTo>
                    <a:pt x="7" y="63"/>
                    <a:pt x="10" y="68"/>
                    <a:pt x="15" y="70"/>
                  </a:cubicBezTo>
                  <a:cubicBezTo>
                    <a:pt x="17" y="74"/>
                    <a:pt x="21" y="77"/>
                    <a:pt x="26" y="77"/>
                  </a:cubicBezTo>
                  <a:cubicBezTo>
                    <a:pt x="29" y="77"/>
                    <a:pt x="32" y="75"/>
                    <a:pt x="34" y="73"/>
                  </a:cubicBezTo>
                  <a:cubicBezTo>
                    <a:pt x="37" y="75"/>
                    <a:pt x="40" y="77"/>
                    <a:pt x="43" y="77"/>
                  </a:cubicBezTo>
                  <a:cubicBezTo>
                    <a:pt x="48" y="77"/>
                    <a:pt x="52" y="74"/>
                    <a:pt x="54" y="70"/>
                  </a:cubicBezTo>
                  <a:cubicBezTo>
                    <a:pt x="59" y="68"/>
                    <a:pt x="62" y="63"/>
                    <a:pt x="62" y="57"/>
                  </a:cubicBezTo>
                  <a:cubicBezTo>
                    <a:pt x="62" y="57"/>
                    <a:pt x="62" y="57"/>
                    <a:pt x="62" y="57"/>
                  </a:cubicBezTo>
                  <a:cubicBezTo>
                    <a:pt x="67" y="55"/>
                    <a:pt x="69" y="50"/>
                    <a:pt x="69" y="45"/>
                  </a:cubicBezTo>
                  <a:cubicBezTo>
                    <a:pt x="69" y="41"/>
                    <a:pt x="68" y="37"/>
                    <a:pt x="64" y="34"/>
                  </a:cubicBezTo>
                  <a:cubicBezTo>
                    <a:pt x="66" y="32"/>
                    <a:pt x="66" y="30"/>
                    <a:pt x="66" y="28"/>
                  </a:cubicBezTo>
                  <a:cubicBezTo>
                    <a:pt x="66" y="24"/>
                    <a:pt x="64" y="20"/>
                    <a:pt x="61" y="17"/>
                  </a:cubicBezTo>
                  <a:cubicBezTo>
                    <a:pt x="61" y="17"/>
                    <a:pt x="61" y="16"/>
                    <a:pt x="61" y="15"/>
                  </a:cubicBezTo>
                  <a:cubicBezTo>
                    <a:pt x="60" y="10"/>
                    <a:pt x="57" y="6"/>
                    <a:pt x="52" y="6"/>
                  </a:cubicBezTo>
                  <a:cubicBezTo>
                    <a:pt x="51" y="6"/>
                    <a:pt x="50" y="6"/>
                    <a:pt x="50" y="6"/>
                  </a:cubicBezTo>
                  <a:cubicBezTo>
                    <a:pt x="49" y="2"/>
                    <a:pt x="45" y="0"/>
                    <a:pt x="41" y="0"/>
                  </a:cubicBezTo>
                  <a:cubicBezTo>
                    <a:pt x="38" y="0"/>
                    <a:pt x="36" y="1"/>
                    <a:pt x="34" y="2"/>
                  </a:cubicBezTo>
                  <a:cubicBezTo>
                    <a:pt x="33" y="1"/>
                    <a:pt x="31" y="0"/>
                    <a:pt x="28" y="0"/>
                  </a:cubicBezTo>
                  <a:cubicBezTo>
                    <a:pt x="24" y="0"/>
                    <a:pt x="20" y="2"/>
                    <a:pt x="19" y="6"/>
                  </a:cubicBezTo>
                  <a:cubicBezTo>
                    <a:pt x="19" y="6"/>
                    <a:pt x="19" y="6"/>
                    <a:pt x="19" y="6"/>
                  </a:cubicBezTo>
                  <a:cubicBezTo>
                    <a:pt x="13" y="6"/>
                    <a:pt x="9" y="10"/>
                    <a:pt x="8" y="15"/>
                  </a:cubicBezTo>
                  <a:cubicBezTo>
                    <a:pt x="8" y="16"/>
                    <a:pt x="8" y="17"/>
                    <a:pt x="8" y="17"/>
                  </a:cubicBezTo>
                  <a:cubicBezTo>
                    <a:pt x="5" y="20"/>
                    <a:pt x="3" y="24"/>
                    <a:pt x="3" y="28"/>
                  </a:cubicBezTo>
                  <a:cubicBezTo>
                    <a:pt x="3" y="30"/>
                    <a:pt x="3" y="32"/>
                    <a:pt x="5" y="34"/>
                  </a:cubicBezTo>
                  <a:cubicBezTo>
                    <a:pt x="1" y="37"/>
                    <a:pt x="0" y="41"/>
                    <a:pt x="0" y="45"/>
                  </a:cubicBezTo>
                  <a:cubicBezTo>
                    <a:pt x="0" y="50"/>
                    <a:pt x="2" y="55"/>
                    <a:pt x="7" y="57"/>
                  </a:cubicBezTo>
                  <a:close/>
                  <a:moveTo>
                    <a:pt x="41" y="5"/>
                  </a:moveTo>
                  <a:cubicBezTo>
                    <a:pt x="43" y="5"/>
                    <a:pt x="44" y="6"/>
                    <a:pt x="44" y="8"/>
                  </a:cubicBezTo>
                  <a:cubicBezTo>
                    <a:pt x="43" y="9"/>
                    <a:pt x="42" y="10"/>
                    <a:pt x="41" y="12"/>
                  </a:cubicBezTo>
                  <a:cubicBezTo>
                    <a:pt x="41" y="12"/>
                    <a:pt x="41" y="13"/>
                    <a:pt x="41" y="13"/>
                  </a:cubicBezTo>
                  <a:cubicBezTo>
                    <a:pt x="42" y="15"/>
                    <a:pt x="43" y="15"/>
                    <a:pt x="44" y="15"/>
                  </a:cubicBezTo>
                  <a:cubicBezTo>
                    <a:pt x="45" y="15"/>
                    <a:pt x="47" y="15"/>
                    <a:pt x="47" y="13"/>
                  </a:cubicBezTo>
                  <a:cubicBezTo>
                    <a:pt x="47" y="12"/>
                    <a:pt x="48" y="12"/>
                    <a:pt x="49" y="12"/>
                  </a:cubicBezTo>
                  <a:cubicBezTo>
                    <a:pt x="49" y="12"/>
                    <a:pt x="49" y="12"/>
                    <a:pt x="49" y="12"/>
                  </a:cubicBezTo>
                  <a:cubicBezTo>
                    <a:pt x="50" y="11"/>
                    <a:pt x="52" y="12"/>
                    <a:pt x="53" y="12"/>
                  </a:cubicBezTo>
                  <a:cubicBezTo>
                    <a:pt x="54" y="13"/>
                    <a:pt x="54" y="13"/>
                    <a:pt x="54" y="13"/>
                  </a:cubicBezTo>
                  <a:cubicBezTo>
                    <a:pt x="55" y="15"/>
                    <a:pt x="56" y="16"/>
                    <a:pt x="55" y="18"/>
                  </a:cubicBezTo>
                  <a:cubicBezTo>
                    <a:pt x="55" y="18"/>
                    <a:pt x="55" y="18"/>
                    <a:pt x="55" y="18"/>
                  </a:cubicBezTo>
                  <a:cubicBezTo>
                    <a:pt x="55" y="19"/>
                    <a:pt x="54" y="20"/>
                    <a:pt x="52" y="21"/>
                  </a:cubicBezTo>
                  <a:cubicBezTo>
                    <a:pt x="52" y="21"/>
                    <a:pt x="52" y="21"/>
                    <a:pt x="52" y="22"/>
                  </a:cubicBezTo>
                  <a:cubicBezTo>
                    <a:pt x="51" y="24"/>
                    <a:pt x="53" y="26"/>
                    <a:pt x="54" y="26"/>
                  </a:cubicBezTo>
                  <a:cubicBezTo>
                    <a:pt x="55" y="26"/>
                    <a:pt x="55" y="26"/>
                    <a:pt x="56" y="25"/>
                  </a:cubicBezTo>
                  <a:cubicBezTo>
                    <a:pt x="57" y="25"/>
                    <a:pt x="58" y="24"/>
                    <a:pt x="59" y="23"/>
                  </a:cubicBezTo>
                  <a:cubicBezTo>
                    <a:pt x="60" y="24"/>
                    <a:pt x="61" y="26"/>
                    <a:pt x="61" y="28"/>
                  </a:cubicBezTo>
                  <a:cubicBezTo>
                    <a:pt x="61" y="29"/>
                    <a:pt x="60" y="30"/>
                    <a:pt x="59" y="32"/>
                  </a:cubicBezTo>
                  <a:cubicBezTo>
                    <a:pt x="59" y="31"/>
                    <a:pt x="59" y="31"/>
                    <a:pt x="59" y="31"/>
                  </a:cubicBezTo>
                  <a:cubicBezTo>
                    <a:pt x="57" y="31"/>
                    <a:pt x="54" y="33"/>
                    <a:pt x="56" y="36"/>
                  </a:cubicBezTo>
                  <a:cubicBezTo>
                    <a:pt x="56" y="36"/>
                    <a:pt x="56" y="37"/>
                    <a:pt x="57" y="37"/>
                  </a:cubicBezTo>
                  <a:cubicBezTo>
                    <a:pt x="57" y="37"/>
                    <a:pt x="58" y="37"/>
                    <a:pt x="59" y="38"/>
                  </a:cubicBezTo>
                  <a:cubicBezTo>
                    <a:pt x="59" y="38"/>
                    <a:pt x="59" y="38"/>
                    <a:pt x="59" y="38"/>
                  </a:cubicBezTo>
                  <a:cubicBezTo>
                    <a:pt x="62" y="39"/>
                    <a:pt x="64" y="42"/>
                    <a:pt x="64" y="45"/>
                  </a:cubicBezTo>
                  <a:cubicBezTo>
                    <a:pt x="64" y="49"/>
                    <a:pt x="62" y="52"/>
                    <a:pt x="58" y="53"/>
                  </a:cubicBezTo>
                  <a:cubicBezTo>
                    <a:pt x="58" y="53"/>
                    <a:pt x="58" y="53"/>
                    <a:pt x="58" y="53"/>
                  </a:cubicBezTo>
                  <a:cubicBezTo>
                    <a:pt x="57" y="53"/>
                    <a:pt x="56" y="54"/>
                    <a:pt x="55" y="54"/>
                  </a:cubicBezTo>
                  <a:cubicBezTo>
                    <a:pt x="54" y="54"/>
                    <a:pt x="53" y="53"/>
                    <a:pt x="52" y="53"/>
                  </a:cubicBezTo>
                  <a:cubicBezTo>
                    <a:pt x="52" y="53"/>
                    <a:pt x="51" y="53"/>
                    <a:pt x="51" y="53"/>
                  </a:cubicBezTo>
                  <a:cubicBezTo>
                    <a:pt x="48" y="55"/>
                    <a:pt x="49" y="58"/>
                    <a:pt x="51" y="59"/>
                  </a:cubicBezTo>
                  <a:cubicBezTo>
                    <a:pt x="53" y="59"/>
                    <a:pt x="54" y="59"/>
                    <a:pt x="55" y="59"/>
                  </a:cubicBezTo>
                  <a:cubicBezTo>
                    <a:pt x="56" y="59"/>
                    <a:pt x="56" y="59"/>
                    <a:pt x="56" y="59"/>
                  </a:cubicBezTo>
                  <a:cubicBezTo>
                    <a:pt x="56" y="62"/>
                    <a:pt x="54" y="64"/>
                    <a:pt x="51" y="64"/>
                  </a:cubicBezTo>
                  <a:cubicBezTo>
                    <a:pt x="51" y="64"/>
                    <a:pt x="51" y="64"/>
                    <a:pt x="51" y="65"/>
                  </a:cubicBezTo>
                  <a:cubicBezTo>
                    <a:pt x="51" y="66"/>
                    <a:pt x="50" y="66"/>
                    <a:pt x="50" y="65"/>
                  </a:cubicBezTo>
                  <a:cubicBezTo>
                    <a:pt x="48" y="63"/>
                    <a:pt x="45" y="64"/>
                    <a:pt x="44" y="66"/>
                  </a:cubicBezTo>
                  <a:cubicBezTo>
                    <a:pt x="44" y="68"/>
                    <a:pt x="45" y="69"/>
                    <a:pt x="47" y="70"/>
                  </a:cubicBezTo>
                  <a:cubicBezTo>
                    <a:pt x="47" y="70"/>
                    <a:pt x="47" y="70"/>
                    <a:pt x="47" y="70"/>
                  </a:cubicBezTo>
                  <a:cubicBezTo>
                    <a:pt x="45" y="72"/>
                    <a:pt x="41" y="72"/>
                    <a:pt x="38" y="69"/>
                  </a:cubicBezTo>
                  <a:cubicBezTo>
                    <a:pt x="38" y="68"/>
                    <a:pt x="37" y="68"/>
                    <a:pt x="37" y="67"/>
                  </a:cubicBezTo>
                  <a:cubicBezTo>
                    <a:pt x="37" y="55"/>
                    <a:pt x="37" y="55"/>
                    <a:pt x="37" y="55"/>
                  </a:cubicBezTo>
                  <a:cubicBezTo>
                    <a:pt x="38" y="53"/>
                    <a:pt x="40" y="51"/>
                    <a:pt x="42" y="51"/>
                  </a:cubicBezTo>
                  <a:cubicBezTo>
                    <a:pt x="43" y="51"/>
                    <a:pt x="43" y="51"/>
                    <a:pt x="43" y="51"/>
                  </a:cubicBezTo>
                  <a:cubicBezTo>
                    <a:pt x="46" y="52"/>
                    <a:pt x="48" y="50"/>
                    <a:pt x="47" y="47"/>
                  </a:cubicBezTo>
                  <a:cubicBezTo>
                    <a:pt x="46" y="46"/>
                    <a:pt x="46" y="46"/>
                    <a:pt x="46" y="46"/>
                  </a:cubicBezTo>
                  <a:cubicBezTo>
                    <a:pt x="45" y="46"/>
                    <a:pt x="43" y="45"/>
                    <a:pt x="42" y="45"/>
                  </a:cubicBezTo>
                  <a:cubicBezTo>
                    <a:pt x="40" y="45"/>
                    <a:pt x="39" y="46"/>
                    <a:pt x="37" y="46"/>
                  </a:cubicBezTo>
                  <a:cubicBezTo>
                    <a:pt x="37" y="9"/>
                    <a:pt x="37" y="9"/>
                    <a:pt x="37" y="9"/>
                  </a:cubicBezTo>
                  <a:cubicBezTo>
                    <a:pt x="37" y="7"/>
                    <a:pt x="39" y="5"/>
                    <a:pt x="41" y="5"/>
                  </a:cubicBezTo>
                  <a:close/>
                  <a:moveTo>
                    <a:pt x="10" y="38"/>
                  </a:moveTo>
                  <a:cubicBezTo>
                    <a:pt x="10" y="38"/>
                    <a:pt x="10" y="38"/>
                    <a:pt x="10" y="37"/>
                  </a:cubicBezTo>
                  <a:cubicBezTo>
                    <a:pt x="10" y="37"/>
                    <a:pt x="10" y="37"/>
                    <a:pt x="10" y="37"/>
                  </a:cubicBezTo>
                  <a:cubicBezTo>
                    <a:pt x="13" y="37"/>
                    <a:pt x="14" y="35"/>
                    <a:pt x="14" y="33"/>
                  </a:cubicBezTo>
                  <a:cubicBezTo>
                    <a:pt x="13" y="32"/>
                    <a:pt x="12" y="31"/>
                    <a:pt x="10" y="31"/>
                  </a:cubicBezTo>
                  <a:cubicBezTo>
                    <a:pt x="10" y="31"/>
                    <a:pt x="10" y="31"/>
                    <a:pt x="10" y="32"/>
                  </a:cubicBezTo>
                  <a:cubicBezTo>
                    <a:pt x="9" y="30"/>
                    <a:pt x="8" y="29"/>
                    <a:pt x="8" y="28"/>
                  </a:cubicBezTo>
                  <a:cubicBezTo>
                    <a:pt x="8" y="26"/>
                    <a:pt x="9" y="24"/>
                    <a:pt x="10" y="23"/>
                  </a:cubicBezTo>
                  <a:cubicBezTo>
                    <a:pt x="11" y="24"/>
                    <a:pt x="12" y="25"/>
                    <a:pt x="13" y="25"/>
                  </a:cubicBezTo>
                  <a:cubicBezTo>
                    <a:pt x="14" y="26"/>
                    <a:pt x="14" y="26"/>
                    <a:pt x="15" y="26"/>
                  </a:cubicBezTo>
                  <a:cubicBezTo>
                    <a:pt x="16" y="26"/>
                    <a:pt x="18" y="24"/>
                    <a:pt x="17" y="21"/>
                  </a:cubicBezTo>
                  <a:cubicBezTo>
                    <a:pt x="17" y="21"/>
                    <a:pt x="17" y="21"/>
                    <a:pt x="17" y="21"/>
                  </a:cubicBezTo>
                  <a:cubicBezTo>
                    <a:pt x="15" y="20"/>
                    <a:pt x="14" y="19"/>
                    <a:pt x="14" y="18"/>
                  </a:cubicBezTo>
                  <a:cubicBezTo>
                    <a:pt x="14" y="18"/>
                    <a:pt x="14" y="18"/>
                    <a:pt x="14" y="18"/>
                  </a:cubicBezTo>
                  <a:cubicBezTo>
                    <a:pt x="13" y="16"/>
                    <a:pt x="14" y="14"/>
                    <a:pt x="15" y="13"/>
                  </a:cubicBezTo>
                  <a:cubicBezTo>
                    <a:pt x="15" y="13"/>
                    <a:pt x="15" y="13"/>
                    <a:pt x="15" y="13"/>
                  </a:cubicBezTo>
                  <a:cubicBezTo>
                    <a:pt x="17" y="12"/>
                    <a:pt x="19" y="11"/>
                    <a:pt x="20" y="12"/>
                  </a:cubicBezTo>
                  <a:cubicBezTo>
                    <a:pt x="20" y="12"/>
                    <a:pt x="20" y="12"/>
                    <a:pt x="21" y="12"/>
                  </a:cubicBezTo>
                  <a:cubicBezTo>
                    <a:pt x="21" y="11"/>
                    <a:pt x="22" y="12"/>
                    <a:pt x="22" y="12"/>
                  </a:cubicBezTo>
                  <a:cubicBezTo>
                    <a:pt x="22" y="14"/>
                    <a:pt x="23" y="15"/>
                    <a:pt x="25" y="15"/>
                  </a:cubicBezTo>
                  <a:cubicBezTo>
                    <a:pt x="26" y="15"/>
                    <a:pt x="27" y="15"/>
                    <a:pt x="28" y="13"/>
                  </a:cubicBezTo>
                  <a:cubicBezTo>
                    <a:pt x="28" y="13"/>
                    <a:pt x="28" y="12"/>
                    <a:pt x="28" y="12"/>
                  </a:cubicBezTo>
                  <a:cubicBezTo>
                    <a:pt x="27" y="10"/>
                    <a:pt x="26" y="9"/>
                    <a:pt x="25" y="8"/>
                  </a:cubicBezTo>
                  <a:cubicBezTo>
                    <a:pt x="25" y="5"/>
                    <a:pt x="29" y="4"/>
                    <a:pt x="31" y="7"/>
                  </a:cubicBezTo>
                  <a:cubicBezTo>
                    <a:pt x="31" y="7"/>
                    <a:pt x="32" y="7"/>
                    <a:pt x="32" y="8"/>
                  </a:cubicBezTo>
                  <a:cubicBezTo>
                    <a:pt x="32" y="18"/>
                    <a:pt x="32" y="18"/>
                    <a:pt x="32" y="18"/>
                  </a:cubicBezTo>
                  <a:cubicBezTo>
                    <a:pt x="31" y="18"/>
                    <a:pt x="31" y="18"/>
                    <a:pt x="30" y="18"/>
                  </a:cubicBezTo>
                  <a:cubicBezTo>
                    <a:pt x="29" y="18"/>
                    <a:pt x="29" y="18"/>
                    <a:pt x="28" y="18"/>
                  </a:cubicBezTo>
                  <a:cubicBezTo>
                    <a:pt x="28" y="18"/>
                    <a:pt x="28" y="17"/>
                    <a:pt x="28" y="18"/>
                  </a:cubicBezTo>
                  <a:cubicBezTo>
                    <a:pt x="24" y="19"/>
                    <a:pt x="25" y="23"/>
                    <a:pt x="28" y="24"/>
                  </a:cubicBezTo>
                  <a:cubicBezTo>
                    <a:pt x="28" y="24"/>
                    <a:pt x="29" y="24"/>
                    <a:pt x="30" y="24"/>
                  </a:cubicBezTo>
                  <a:cubicBezTo>
                    <a:pt x="30" y="24"/>
                    <a:pt x="31" y="24"/>
                    <a:pt x="32" y="24"/>
                  </a:cubicBezTo>
                  <a:cubicBezTo>
                    <a:pt x="32" y="67"/>
                    <a:pt x="32" y="67"/>
                    <a:pt x="32" y="67"/>
                  </a:cubicBezTo>
                  <a:cubicBezTo>
                    <a:pt x="32" y="68"/>
                    <a:pt x="31" y="68"/>
                    <a:pt x="31" y="68"/>
                  </a:cubicBezTo>
                  <a:cubicBezTo>
                    <a:pt x="28" y="72"/>
                    <a:pt x="25" y="72"/>
                    <a:pt x="22" y="70"/>
                  </a:cubicBezTo>
                  <a:cubicBezTo>
                    <a:pt x="22" y="70"/>
                    <a:pt x="22" y="70"/>
                    <a:pt x="22" y="70"/>
                  </a:cubicBezTo>
                  <a:cubicBezTo>
                    <a:pt x="25" y="69"/>
                    <a:pt x="26" y="66"/>
                    <a:pt x="23" y="64"/>
                  </a:cubicBezTo>
                  <a:cubicBezTo>
                    <a:pt x="22" y="64"/>
                    <a:pt x="22" y="64"/>
                    <a:pt x="22" y="64"/>
                  </a:cubicBezTo>
                  <a:cubicBezTo>
                    <a:pt x="21" y="64"/>
                    <a:pt x="19" y="64"/>
                    <a:pt x="18" y="64"/>
                  </a:cubicBezTo>
                  <a:cubicBezTo>
                    <a:pt x="18" y="64"/>
                    <a:pt x="18" y="64"/>
                    <a:pt x="18" y="64"/>
                  </a:cubicBezTo>
                  <a:cubicBezTo>
                    <a:pt x="15" y="64"/>
                    <a:pt x="13" y="62"/>
                    <a:pt x="13" y="59"/>
                  </a:cubicBezTo>
                  <a:cubicBezTo>
                    <a:pt x="13" y="59"/>
                    <a:pt x="13" y="59"/>
                    <a:pt x="14" y="59"/>
                  </a:cubicBezTo>
                  <a:cubicBezTo>
                    <a:pt x="15" y="59"/>
                    <a:pt x="16" y="59"/>
                    <a:pt x="18" y="59"/>
                  </a:cubicBezTo>
                  <a:cubicBezTo>
                    <a:pt x="19" y="59"/>
                    <a:pt x="20" y="57"/>
                    <a:pt x="20" y="55"/>
                  </a:cubicBezTo>
                  <a:cubicBezTo>
                    <a:pt x="19" y="54"/>
                    <a:pt x="18" y="53"/>
                    <a:pt x="16" y="53"/>
                  </a:cubicBezTo>
                  <a:cubicBezTo>
                    <a:pt x="15" y="54"/>
                    <a:pt x="15" y="54"/>
                    <a:pt x="14" y="54"/>
                  </a:cubicBezTo>
                  <a:cubicBezTo>
                    <a:pt x="13" y="54"/>
                    <a:pt x="12" y="53"/>
                    <a:pt x="11" y="53"/>
                  </a:cubicBezTo>
                  <a:cubicBezTo>
                    <a:pt x="11" y="53"/>
                    <a:pt x="11" y="53"/>
                    <a:pt x="11" y="53"/>
                  </a:cubicBezTo>
                  <a:cubicBezTo>
                    <a:pt x="7" y="52"/>
                    <a:pt x="5" y="49"/>
                    <a:pt x="5" y="45"/>
                  </a:cubicBezTo>
                  <a:cubicBezTo>
                    <a:pt x="5" y="42"/>
                    <a:pt x="7" y="39"/>
                    <a:pt x="10" y="3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4;p49"/>
            <p:cNvSpPr/>
            <p:nvPr/>
          </p:nvSpPr>
          <p:spPr>
            <a:xfrm>
              <a:off x="2517787" y="3953040"/>
              <a:ext cx="29692" cy="43987"/>
            </a:xfrm>
            <a:custGeom>
              <a:avLst/>
              <a:gdLst/>
              <a:ahLst/>
              <a:cxnLst/>
              <a:rect l="l" t="t" r="r" b="b"/>
              <a:pathLst>
                <a:path w="11" h="17" extrusionOk="0">
                  <a:moveTo>
                    <a:pt x="3" y="17"/>
                  </a:moveTo>
                  <a:cubicBezTo>
                    <a:pt x="3" y="17"/>
                    <a:pt x="3" y="17"/>
                    <a:pt x="4" y="17"/>
                  </a:cubicBezTo>
                  <a:cubicBezTo>
                    <a:pt x="8" y="15"/>
                    <a:pt x="11" y="11"/>
                    <a:pt x="11" y="7"/>
                  </a:cubicBezTo>
                  <a:cubicBezTo>
                    <a:pt x="11" y="5"/>
                    <a:pt x="10" y="3"/>
                    <a:pt x="10" y="2"/>
                  </a:cubicBezTo>
                  <a:cubicBezTo>
                    <a:pt x="9" y="1"/>
                    <a:pt x="7" y="0"/>
                    <a:pt x="6" y="1"/>
                  </a:cubicBezTo>
                  <a:cubicBezTo>
                    <a:pt x="4" y="2"/>
                    <a:pt x="4" y="4"/>
                    <a:pt x="5" y="5"/>
                  </a:cubicBezTo>
                  <a:cubicBezTo>
                    <a:pt x="5" y="6"/>
                    <a:pt x="5" y="6"/>
                    <a:pt x="5" y="7"/>
                  </a:cubicBezTo>
                  <a:cubicBezTo>
                    <a:pt x="5" y="9"/>
                    <a:pt x="4" y="10"/>
                    <a:pt x="2" y="11"/>
                  </a:cubicBezTo>
                  <a:cubicBezTo>
                    <a:pt x="0" y="11"/>
                    <a:pt x="0" y="13"/>
                    <a:pt x="0" y="15"/>
                  </a:cubicBezTo>
                  <a:cubicBezTo>
                    <a:pt x="0" y="16"/>
                    <a:pt x="1" y="17"/>
                    <a:pt x="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5;p49"/>
            <p:cNvSpPr/>
            <p:nvPr/>
          </p:nvSpPr>
          <p:spPr>
            <a:xfrm>
              <a:off x="2585967" y="3928847"/>
              <a:ext cx="28591" cy="39588"/>
            </a:xfrm>
            <a:custGeom>
              <a:avLst/>
              <a:gdLst/>
              <a:ahLst/>
              <a:cxnLst/>
              <a:rect l="l" t="t" r="r" b="b"/>
              <a:pathLst>
                <a:path w="11" h="15" extrusionOk="0">
                  <a:moveTo>
                    <a:pt x="7" y="15"/>
                  </a:moveTo>
                  <a:cubicBezTo>
                    <a:pt x="7" y="15"/>
                    <a:pt x="7" y="15"/>
                    <a:pt x="7" y="15"/>
                  </a:cubicBezTo>
                  <a:cubicBezTo>
                    <a:pt x="9" y="15"/>
                    <a:pt x="10" y="15"/>
                    <a:pt x="10" y="13"/>
                  </a:cubicBezTo>
                  <a:cubicBezTo>
                    <a:pt x="11" y="12"/>
                    <a:pt x="10" y="10"/>
                    <a:pt x="8" y="10"/>
                  </a:cubicBezTo>
                  <a:cubicBezTo>
                    <a:pt x="7" y="9"/>
                    <a:pt x="6" y="8"/>
                    <a:pt x="6" y="7"/>
                  </a:cubicBezTo>
                  <a:cubicBezTo>
                    <a:pt x="6" y="6"/>
                    <a:pt x="6" y="6"/>
                    <a:pt x="6" y="5"/>
                  </a:cubicBezTo>
                  <a:cubicBezTo>
                    <a:pt x="7" y="4"/>
                    <a:pt x="7" y="2"/>
                    <a:pt x="5" y="1"/>
                  </a:cubicBezTo>
                  <a:cubicBezTo>
                    <a:pt x="4" y="0"/>
                    <a:pt x="2" y="1"/>
                    <a:pt x="1" y="2"/>
                  </a:cubicBezTo>
                  <a:cubicBezTo>
                    <a:pt x="0" y="4"/>
                    <a:pt x="0" y="5"/>
                    <a:pt x="0" y="7"/>
                  </a:cubicBezTo>
                  <a:cubicBezTo>
                    <a:pt x="0" y="11"/>
                    <a:pt x="3" y="14"/>
                    <a:pt x="7"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6;p49"/>
            <p:cNvSpPr/>
            <p:nvPr/>
          </p:nvSpPr>
          <p:spPr>
            <a:xfrm>
              <a:off x="2435312" y="3968435"/>
              <a:ext cx="17595" cy="15395"/>
            </a:xfrm>
            <a:custGeom>
              <a:avLst/>
              <a:gdLst/>
              <a:ahLst/>
              <a:cxnLst/>
              <a:rect l="l" t="t" r="r" b="b"/>
              <a:pathLst>
                <a:path w="7" h="6" extrusionOk="0">
                  <a:moveTo>
                    <a:pt x="3" y="6"/>
                  </a:moveTo>
                  <a:cubicBezTo>
                    <a:pt x="5" y="6"/>
                    <a:pt x="7" y="4"/>
                    <a:pt x="6" y="2"/>
                  </a:cubicBezTo>
                  <a:cubicBezTo>
                    <a:pt x="5" y="1"/>
                    <a:pt x="5" y="0"/>
                    <a:pt x="4" y="0"/>
                  </a:cubicBezTo>
                  <a:cubicBezTo>
                    <a:pt x="3" y="0"/>
                    <a:pt x="3" y="0"/>
                    <a:pt x="3" y="0"/>
                  </a:cubicBezTo>
                  <a:cubicBezTo>
                    <a:pt x="2" y="0"/>
                    <a:pt x="1" y="1"/>
                    <a:pt x="1" y="2"/>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77" name="Google Shape;1077;p49"/>
          <p:cNvGrpSpPr/>
          <p:nvPr/>
        </p:nvGrpSpPr>
        <p:grpSpPr>
          <a:xfrm>
            <a:off x="715424" y="3207461"/>
            <a:ext cx="349696" cy="390384"/>
            <a:chOff x="713225" y="3207461"/>
            <a:chExt cx="349696" cy="390384"/>
          </a:xfrm>
        </p:grpSpPr>
        <p:sp>
          <p:nvSpPr>
            <p:cNvPr id="1078" name="Google Shape;1078;p49"/>
            <p:cNvSpPr/>
            <p:nvPr/>
          </p:nvSpPr>
          <p:spPr>
            <a:xfrm>
              <a:off x="713225" y="3207461"/>
              <a:ext cx="349696" cy="390384"/>
            </a:xfrm>
            <a:custGeom>
              <a:avLst/>
              <a:gdLst/>
              <a:ahLst/>
              <a:cxnLst/>
              <a:rect l="l" t="t" r="r" b="b"/>
              <a:pathLst>
                <a:path w="134" h="149" extrusionOk="0">
                  <a:moveTo>
                    <a:pt x="134" y="88"/>
                  </a:moveTo>
                  <a:cubicBezTo>
                    <a:pt x="134" y="80"/>
                    <a:pt x="130" y="72"/>
                    <a:pt x="123" y="67"/>
                  </a:cubicBezTo>
                  <a:cubicBezTo>
                    <a:pt x="126" y="63"/>
                    <a:pt x="128" y="58"/>
                    <a:pt x="128" y="53"/>
                  </a:cubicBezTo>
                  <a:cubicBezTo>
                    <a:pt x="128" y="45"/>
                    <a:pt x="124" y="38"/>
                    <a:pt x="117" y="34"/>
                  </a:cubicBezTo>
                  <a:cubicBezTo>
                    <a:pt x="118" y="33"/>
                    <a:pt x="118" y="32"/>
                    <a:pt x="118" y="30"/>
                  </a:cubicBezTo>
                  <a:cubicBezTo>
                    <a:pt x="118" y="20"/>
                    <a:pt x="110" y="12"/>
                    <a:pt x="100" y="12"/>
                  </a:cubicBezTo>
                  <a:cubicBezTo>
                    <a:pt x="99" y="12"/>
                    <a:pt x="97" y="13"/>
                    <a:pt x="96" y="13"/>
                  </a:cubicBezTo>
                  <a:cubicBezTo>
                    <a:pt x="95" y="5"/>
                    <a:pt x="88" y="0"/>
                    <a:pt x="80" y="0"/>
                  </a:cubicBezTo>
                  <a:cubicBezTo>
                    <a:pt x="75" y="0"/>
                    <a:pt x="70" y="2"/>
                    <a:pt x="67" y="6"/>
                  </a:cubicBezTo>
                  <a:cubicBezTo>
                    <a:pt x="65" y="2"/>
                    <a:pt x="60" y="0"/>
                    <a:pt x="54" y="0"/>
                  </a:cubicBezTo>
                  <a:cubicBezTo>
                    <a:pt x="47" y="0"/>
                    <a:pt x="40" y="5"/>
                    <a:pt x="39" y="13"/>
                  </a:cubicBezTo>
                  <a:cubicBezTo>
                    <a:pt x="38" y="13"/>
                    <a:pt x="37" y="12"/>
                    <a:pt x="36" y="12"/>
                  </a:cubicBezTo>
                  <a:cubicBezTo>
                    <a:pt x="36" y="12"/>
                    <a:pt x="36" y="12"/>
                    <a:pt x="35" y="13"/>
                  </a:cubicBezTo>
                  <a:cubicBezTo>
                    <a:pt x="33" y="15"/>
                    <a:pt x="34" y="18"/>
                    <a:pt x="36" y="18"/>
                  </a:cubicBezTo>
                  <a:cubicBezTo>
                    <a:pt x="38" y="18"/>
                    <a:pt x="39" y="19"/>
                    <a:pt x="40" y="19"/>
                  </a:cubicBezTo>
                  <a:cubicBezTo>
                    <a:pt x="40" y="19"/>
                    <a:pt x="40" y="19"/>
                    <a:pt x="40" y="19"/>
                  </a:cubicBezTo>
                  <a:cubicBezTo>
                    <a:pt x="42" y="20"/>
                    <a:pt x="44" y="22"/>
                    <a:pt x="46" y="24"/>
                  </a:cubicBezTo>
                  <a:cubicBezTo>
                    <a:pt x="46" y="25"/>
                    <a:pt x="47" y="26"/>
                    <a:pt x="48" y="26"/>
                  </a:cubicBezTo>
                  <a:cubicBezTo>
                    <a:pt x="49" y="26"/>
                    <a:pt x="49" y="26"/>
                    <a:pt x="49" y="25"/>
                  </a:cubicBezTo>
                  <a:cubicBezTo>
                    <a:pt x="51" y="25"/>
                    <a:pt x="51" y="23"/>
                    <a:pt x="51" y="21"/>
                  </a:cubicBezTo>
                  <a:cubicBezTo>
                    <a:pt x="49" y="19"/>
                    <a:pt x="47" y="17"/>
                    <a:pt x="44" y="15"/>
                  </a:cubicBezTo>
                  <a:cubicBezTo>
                    <a:pt x="45" y="7"/>
                    <a:pt x="55" y="1"/>
                    <a:pt x="64" y="10"/>
                  </a:cubicBezTo>
                  <a:cubicBezTo>
                    <a:pt x="64" y="11"/>
                    <a:pt x="64" y="11"/>
                    <a:pt x="64" y="12"/>
                  </a:cubicBezTo>
                  <a:cubicBezTo>
                    <a:pt x="64" y="48"/>
                    <a:pt x="64" y="48"/>
                    <a:pt x="64" y="48"/>
                  </a:cubicBezTo>
                  <a:cubicBezTo>
                    <a:pt x="63" y="48"/>
                    <a:pt x="63" y="48"/>
                    <a:pt x="63" y="48"/>
                  </a:cubicBezTo>
                  <a:cubicBezTo>
                    <a:pt x="59" y="48"/>
                    <a:pt x="56" y="51"/>
                    <a:pt x="56" y="54"/>
                  </a:cubicBezTo>
                  <a:cubicBezTo>
                    <a:pt x="56" y="55"/>
                    <a:pt x="56" y="55"/>
                    <a:pt x="56" y="55"/>
                  </a:cubicBezTo>
                  <a:cubicBezTo>
                    <a:pt x="56" y="63"/>
                    <a:pt x="56" y="63"/>
                    <a:pt x="56" y="63"/>
                  </a:cubicBezTo>
                  <a:cubicBezTo>
                    <a:pt x="48" y="63"/>
                    <a:pt x="48" y="63"/>
                    <a:pt x="48" y="63"/>
                  </a:cubicBezTo>
                  <a:cubicBezTo>
                    <a:pt x="48" y="63"/>
                    <a:pt x="48" y="63"/>
                    <a:pt x="48" y="63"/>
                  </a:cubicBezTo>
                  <a:cubicBezTo>
                    <a:pt x="44" y="63"/>
                    <a:pt x="41" y="66"/>
                    <a:pt x="41" y="69"/>
                  </a:cubicBezTo>
                  <a:cubicBezTo>
                    <a:pt x="41" y="79"/>
                    <a:pt x="41" y="79"/>
                    <a:pt x="41" y="79"/>
                  </a:cubicBezTo>
                  <a:cubicBezTo>
                    <a:pt x="41" y="83"/>
                    <a:pt x="44" y="86"/>
                    <a:pt x="48" y="86"/>
                  </a:cubicBezTo>
                  <a:cubicBezTo>
                    <a:pt x="48" y="86"/>
                    <a:pt x="48" y="86"/>
                    <a:pt x="48" y="86"/>
                  </a:cubicBezTo>
                  <a:cubicBezTo>
                    <a:pt x="56" y="86"/>
                    <a:pt x="56" y="86"/>
                    <a:pt x="56" y="86"/>
                  </a:cubicBezTo>
                  <a:cubicBezTo>
                    <a:pt x="56" y="99"/>
                    <a:pt x="56" y="99"/>
                    <a:pt x="56" y="99"/>
                  </a:cubicBezTo>
                  <a:cubicBezTo>
                    <a:pt x="56" y="100"/>
                    <a:pt x="56" y="100"/>
                    <a:pt x="57" y="100"/>
                  </a:cubicBezTo>
                  <a:cubicBezTo>
                    <a:pt x="64" y="100"/>
                    <a:pt x="64" y="100"/>
                    <a:pt x="64" y="100"/>
                  </a:cubicBezTo>
                  <a:cubicBezTo>
                    <a:pt x="64" y="134"/>
                    <a:pt x="64" y="134"/>
                    <a:pt x="64" y="134"/>
                  </a:cubicBezTo>
                  <a:cubicBezTo>
                    <a:pt x="64" y="135"/>
                    <a:pt x="64" y="135"/>
                    <a:pt x="64" y="136"/>
                  </a:cubicBezTo>
                  <a:cubicBezTo>
                    <a:pt x="55" y="147"/>
                    <a:pt x="42" y="144"/>
                    <a:pt x="38" y="135"/>
                  </a:cubicBezTo>
                  <a:cubicBezTo>
                    <a:pt x="40" y="135"/>
                    <a:pt x="42" y="135"/>
                    <a:pt x="44" y="134"/>
                  </a:cubicBezTo>
                  <a:cubicBezTo>
                    <a:pt x="44" y="134"/>
                    <a:pt x="44" y="134"/>
                    <a:pt x="44" y="134"/>
                  </a:cubicBezTo>
                  <a:cubicBezTo>
                    <a:pt x="46" y="131"/>
                    <a:pt x="43" y="128"/>
                    <a:pt x="41" y="129"/>
                  </a:cubicBezTo>
                  <a:cubicBezTo>
                    <a:pt x="39" y="130"/>
                    <a:pt x="36" y="130"/>
                    <a:pt x="34" y="129"/>
                  </a:cubicBezTo>
                  <a:cubicBezTo>
                    <a:pt x="34" y="129"/>
                    <a:pt x="34" y="129"/>
                    <a:pt x="34" y="129"/>
                  </a:cubicBezTo>
                  <a:cubicBezTo>
                    <a:pt x="26" y="128"/>
                    <a:pt x="20" y="121"/>
                    <a:pt x="20" y="113"/>
                  </a:cubicBezTo>
                  <a:cubicBezTo>
                    <a:pt x="22" y="114"/>
                    <a:pt x="24" y="114"/>
                    <a:pt x="26" y="114"/>
                  </a:cubicBezTo>
                  <a:cubicBezTo>
                    <a:pt x="29" y="114"/>
                    <a:pt x="31" y="113"/>
                    <a:pt x="34" y="113"/>
                  </a:cubicBezTo>
                  <a:cubicBezTo>
                    <a:pt x="34" y="112"/>
                    <a:pt x="34" y="112"/>
                    <a:pt x="34" y="112"/>
                  </a:cubicBezTo>
                  <a:cubicBezTo>
                    <a:pt x="36" y="109"/>
                    <a:pt x="34" y="107"/>
                    <a:pt x="31" y="107"/>
                  </a:cubicBezTo>
                  <a:cubicBezTo>
                    <a:pt x="30" y="108"/>
                    <a:pt x="28" y="108"/>
                    <a:pt x="26" y="108"/>
                  </a:cubicBezTo>
                  <a:cubicBezTo>
                    <a:pt x="24" y="108"/>
                    <a:pt x="21" y="107"/>
                    <a:pt x="19" y="106"/>
                  </a:cubicBezTo>
                  <a:cubicBezTo>
                    <a:pt x="19" y="106"/>
                    <a:pt x="19" y="106"/>
                    <a:pt x="19" y="106"/>
                  </a:cubicBezTo>
                  <a:cubicBezTo>
                    <a:pt x="11" y="103"/>
                    <a:pt x="6" y="96"/>
                    <a:pt x="6" y="88"/>
                  </a:cubicBezTo>
                  <a:cubicBezTo>
                    <a:pt x="6" y="81"/>
                    <a:pt x="11" y="74"/>
                    <a:pt x="17" y="70"/>
                  </a:cubicBezTo>
                  <a:cubicBezTo>
                    <a:pt x="17" y="70"/>
                    <a:pt x="17" y="70"/>
                    <a:pt x="17" y="70"/>
                  </a:cubicBezTo>
                  <a:cubicBezTo>
                    <a:pt x="18" y="70"/>
                    <a:pt x="19" y="69"/>
                    <a:pt x="20" y="69"/>
                  </a:cubicBezTo>
                  <a:cubicBezTo>
                    <a:pt x="23" y="69"/>
                    <a:pt x="25" y="65"/>
                    <a:pt x="21" y="63"/>
                  </a:cubicBezTo>
                  <a:cubicBezTo>
                    <a:pt x="21" y="63"/>
                    <a:pt x="21" y="63"/>
                    <a:pt x="21" y="63"/>
                  </a:cubicBezTo>
                  <a:cubicBezTo>
                    <a:pt x="19" y="63"/>
                    <a:pt x="18" y="64"/>
                    <a:pt x="17" y="64"/>
                  </a:cubicBezTo>
                  <a:cubicBezTo>
                    <a:pt x="14" y="61"/>
                    <a:pt x="12" y="57"/>
                    <a:pt x="12" y="53"/>
                  </a:cubicBezTo>
                  <a:cubicBezTo>
                    <a:pt x="12" y="48"/>
                    <a:pt x="15" y="42"/>
                    <a:pt x="20" y="39"/>
                  </a:cubicBezTo>
                  <a:cubicBezTo>
                    <a:pt x="21" y="42"/>
                    <a:pt x="23" y="44"/>
                    <a:pt x="26" y="46"/>
                  </a:cubicBezTo>
                  <a:cubicBezTo>
                    <a:pt x="27" y="46"/>
                    <a:pt x="27" y="46"/>
                    <a:pt x="28" y="46"/>
                  </a:cubicBezTo>
                  <a:cubicBezTo>
                    <a:pt x="29" y="46"/>
                    <a:pt x="31" y="45"/>
                    <a:pt x="30" y="42"/>
                  </a:cubicBezTo>
                  <a:cubicBezTo>
                    <a:pt x="30" y="42"/>
                    <a:pt x="30" y="41"/>
                    <a:pt x="30" y="41"/>
                  </a:cubicBezTo>
                  <a:cubicBezTo>
                    <a:pt x="27" y="40"/>
                    <a:pt x="25" y="37"/>
                    <a:pt x="24" y="34"/>
                  </a:cubicBezTo>
                  <a:cubicBezTo>
                    <a:pt x="24" y="34"/>
                    <a:pt x="24" y="34"/>
                    <a:pt x="24" y="34"/>
                  </a:cubicBezTo>
                  <a:cubicBezTo>
                    <a:pt x="23" y="33"/>
                    <a:pt x="23" y="32"/>
                    <a:pt x="23" y="31"/>
                  </a:cubicBezTo>
                  <a:cubicBezTo>
                    <a:pt x="23" y="31"/>
                    <a:pt x="23" y="30"/>
                    <a:pt x="23" y="30"/>
                  </a:cubicBezTo>
                  <a:cubicBezTo>
                    <a:pt x="20" y="28"/>
                    <a:pt x="17" y="30"/>
                    <a:pt x="17" y="32"/>
                  </a:cubicBezTo>
                  <a:cubicBezTo>
                    <a:pt x="17" y="33"/>
                    <a:pt x="17" y="33"/>
                    <a:pt x="17" y="34"/>
                  </a:cubicBezTo>
                  <a:cubicBezTo>
                    <a:pt x="11" y="38"/>
                    <a:pt x="7" y="45"/>
                    <a:pt x="7" y="53"/>
                  </a:cubicBezTo>
                  <a:cubicBezTo>
                    <a:pt x="7" y="58"/>
                    <a:pt x="8" y="63"/>
                    <a:pt x="11" y="67"/>
                  </a:cubicBezTo>
                  <a:cubicBezTo>
                    <a:pt x="5" y="72"/>
                    <a:pt x="0" y="80"/>
                    <a:pt x="0" y="88"/>
                  </a:cubicBezTo>
                  <a:cubicBezTo>
                    <a:pt x="0" y="98"/>
                    <a:pt x="6" y="107"/>
                    <a:pt x="14" y="111"/>
                  </a:cubicBezTo>
                  <a:cubicBezTo>
                    <a:pt x="14" y="112"/>
                    <a:pt x="14" y="112"/>
                    <a:pt x="14" y="113"/>
                  </a:cubicBezTo>
                  <a:cubicBezTo>
                    <a:pt x="14" y="118"/>
                    <a:pt x="16" y="123"/>
                    <a:pt x="20" y="127"/>
                  </a:cubicBezTo>
                  <a:cubicBezTo>
                    <a:pt x="23" y="131"/>
                    <a:pt x="27" y="133"/>
                    <a:pt x="31" y="135"/>
                  </a:cubicBezTo>
                  <a:cubicBezTo>
                    <a:pt x="34" y="143"/>
                    <a:pt x="42" y="149"/>
                    <a:pt x="50" y="149"/>
                  </a:cubicBezTo>
                  <a:cubicBezTo>
                    <a:pt x="58" y="149"/>
                    <a:pt x="64" y="145"/>
                    <a:pt x="67" y="139"/>
                  </a:cubicBezTo>
                  <a:cubicBezTo>
                    <a:pt x="71" y="145"/>
                    <a:pt x="77" y="149"/>
                    <a:pt x="84" y="149"/>
                  </a:cubicBezTo>
                  <a:cubicBezTo>
                    <a:pt x="93" y="149"/>
                    <a:pt x="101" y="143"/>
                    <a:pt x="104" y="135"/>
                  </a:cubicBezTo>
                  <a:cubicBezTo>
                    <a:pt x="108" y="133"/>
                    <a:pt x="112" y="131"/>
                    <a:pt x="115" y="127"/>
                  </a:cubicBezTo>
                  <a:cubicBezTo>
                    <a:pt x="119" y="123"/>
                    <a:pt x="121" y="118"/>
                    <a:pt x="121" y="113"/>
                  </a:cubicBezTo>
                  <a:cubicBezTo>
                    <a:pt x="121" y="112"/>
                    <a:pt x="120" y="112"/>
                    <a:pt x="120" y="111"/>
                  </a:cubicBezTo>
                  <a:cubicBezTo>
                    <a:pt x="129" y="107"/>
                    <a:pt x="134" y="98"/>
                    <a:pt x="134" y="88"/>
                  </a:cubicBezTo>
                  <a:close/>
                  <a:moveTo>
                    <a:pt x="62" y="95"/>
                  </a:moveTo>
                  <a:cubicBezTo>
                    <a:pt x="62" y="95"/>
                    <a:pt x="62" y="94"/>
                    <a:pt x="62" y="94"/>
                  </a:cubicBezTo>
                  <a:cubicBezTo>
                    <a:pt x="62" y="83"/>
                    <a:pt x="62" y="83"/>
                    <a:pt x="62" y="83"/>
                  </a:cubicBezTo>
                  <a:cubicBezTo>
                    <a:pt x="62" y="81"/>
                    <a:pt x="60" y="80"/>
                    <a:pt x="59" y="80"/>
                  </a:cubicBezTo>
                  <a:cubicBezTo>
                    <a:pt x="48" y="80"/>
                    <a:pt x="48" y="80"/>
                    <a:pt x="48" y="80"/>
                  </a:cubicBezTo>
                  <a:cubicBezTo>
                    <a:pt x="47" y="80"/>
                    <a:pt x="47" y="80"/>
                    <a:pt x="47" y="79"/>
                  </a:cubicBezTo>
                  <a:cubicBezTo>
                    <a:pt x="47" y="69"/>
                    <a:pt x="47" y="69"/>
                    <a:pt x="47" y="69"/>
                  </a:cubicBezTo>
                  <a:cubicBezTo>
                    <a:pt x="47" y="69"/>
                    <a:pt x="47" y="68"/>
                    <a:pt x="48" y="68"/>
                  </a:cubicBezTo>
                  <a:cubicBezTo>
                    <a:pt x="59" y="68"/>
                    <a:pt x="59" y="68"/>
                    <a:pt x="59" y="68"/>
                  </a:cubicBezTo>
                  <a:cubicBezTo>
                    <a:pt x="60" y="68"/>
                    <a:pt x="62" y="67"/>
                    <a:pt x="62" y="65"/>
                  </a:cubicBezTo>
                  <a:cubicBezTo>
                    <a:pt x="62" y="55"/>
                    <a:pt x="62" y="55"/>
                    <a:pt x="62" y="55"/>
                  </a:cubicBezTo>
                  <a:cubicBezTo>
                    <a:pt x="62" y="54"/>
                    <a:pt x="62" y="54"/>
                    <a:pt x="63" y="54"/>
                  </a:cubicBezTo>
                  <a:cubicBezTo>
                    <a:pt x="72" y="54"/>
                    <a:pt x="72" y="54"/>
                    <a:pt x="72" y="54"/>
                  </a:cubicBezTo>
                  <a:cubicBezTo>
                    <a:pt x="73" y="54"/>
                    <a:pt x="73" y="54"/>
                    <a:pt x="73" y="55"/>
                  </a:cubicBezTo>
                  <a:cubicBezTo>
                    <a:pt x="73" y="65"/>
                    <a:pt x="73" y="65"/>
                    <a:pt x="73" y="65"/>
                  </a:cubicBezTo>
                  <a:cubicBezTo>
                    <a:pt x="73" y="67"/>
                    <a:pt x="75" y="68"/>
                    <a:pt x="76" y="68"/>
                  </a:cubicBezTo>
                  <a:cubicBezTo>
                    <a:pt x="87" y="68"/>
                    <a:pt x="87" y="68"/>
                    <a:pt x="87" y="68"/>
                  </a:cubicBezTo>
                  <a:cubicBezTo>
                    <a:pt x="87" y="68"/>
                    <a:pt x="88" y="69"/>
                    <a:pt x="88" y="69"/>
                  </a:cubicBezTo>
                  <a:cubicBezTo>
                    <a:pt x="88" y="79"/>
                    <a:pt x="88" y="79"/>
                    <a:pt x="88" y="79"/>
                  </a:cubicBezTo>
                  <a:cubicBezTo>
                    <a:pt x="88" y="80"/>
                    <a:pt x="87" y="80"/>
                    <a:pt x="87" y="80"/>
                  </a:cubicBezTo>
                  <a:cubicBezTo>
                    <a:pt x="76" y="80"/>
                    <a:pt x="76" y="80"/>
                    <a:pt x="76" y="80"/>
                  </a:cubicBezTo>
                  <a:cubicBezTo>
                    <a:pt x="75" y="80"/>
                    <a:pt x="73" y="81"/>
                    <a:pt x="73" y="83"/>
                  </a:cubicBezTo>
                  <a:cubicBezTo>
                    <a:pt x="73" y="94"/>
                    <a:pt x="73" y="94"/>
                    <a:pt x="73" y="94"/>
                  </a:cubicBezTo>
                  <a:cubicBezTo>
                    <a:pt x="73" y="94"/>
                    <a:pt x="73" y="95"/>
                    <a:pt x="72" y="95"/>
                  </a:cubicBezTo>
                  <a:cubicBezTo>
                    <a:pt x="62" y="95"/>
                    <a:pt x="62" y="95"/>
                    <a:pt x="62" y="95"/>
                  </a:cubicBezTo>
                  <a:close/>
                  <a:moveTo>
                    <a:pt x="116" y="106"/>
                  </a:moveTo>
                  <a:cubicBezTo>
                    <a:pt x="116" y="106"/>
                    <a:pt x="116" y="106"/>
                    <a:pt x="116" y="106"/>
                  </a:cubicBezTo>
                  <a:cubicBezTo>
                    <a:pt x="114" y="107"/>
                    <a:pt x="111" y="108"/>
                    <a:pt x="109" y="108"/>
                  </a:cubicBezTo>
                  <a:cubicBezTo>
                    <a:pt x="107" y="108"/>
                    <a:pt x="105" y="108"/>
                    <a:pt x="103" y="107"/>
                  </a:cubicBezTo>
                  <a:cubicBezTo>
                    <a:pt x="102" y="107"/>
                    <a:pt x="102" y="107"/>
                    <a:pt x="102" y="107"/>
                  </a:cubicBezTo>
                  <a:cubicBezTo>
                    <a:pt x="99" y="109"/>
                    <a:pt x="100" y="112"/>
                    <a:pt x="102" y="113"/>
                  </a:cubicBezTo>
                  <a:cubicBezTo>
                    <a:pt x="104" y="113"/>
                    <a:pt x="107" y="114"/>
                    <a:pt x="109" y="114"/>
                  </a:cubicBezTo>
                  <a:cubicBezTo>
                    <a:pt x="111" y="114"/>
                    <a:pt x="113" y="114"/>
                    <a:pt x="115" y="113"/>
                  </a:cubicBezTo>
                  <a:cubicBezTo>
                    <a:pt x="115" y="121"/>
                    <a:pt x="109" y="128"/>
                    <a:pt x="101" y="129"/>
                  </a:cubicBezTo>
                  <a:cubicBezTo>
                    <a:pt x="101" y="129"/>
                    <a:pt x="101" y="129"/>
                    <a:pt x="101" y="129"/>
                  </a:cubicBezTo>
                  <a:cubicBezTo>
                    <a:pt x="98" y="130"/>
                    <a:pt x="95" y="129"/>
                    <a:pt x="93" y="129"/>
                  </a:cubicBezTo>
                  <a:cubicBezTo>
                    <a:pt x="93" y="129"/>
                    <a:pt x="92" y="129"/>
                    <a:pt x="92" y="129"/>
                  </a:cubicBezTo>
                  <a:cubicBezTo>
                    <a:pt x="89" y="130"/>
                    <a:pt x="90" y="134"/>
                    <a:pt x="92" y="135"/>
                  </a:cubicBezTo>
                  <a:cubicBezTo>
                    <a:pt x="94" y="135"/>
                    <a:pt x="95" y="135"/>
                    <a:pt x="97" y="135"/>
                  </a:cubicBezTo>
                  <a:cubicBezTo>
                    <a:pt x="93" y="144"/>
                    <a:pt x="80" y="147"/>
                    <a:pt x="71" y="136"/>
                  </a:cubicBezTo>
                  <a:cubicBezTo>
                    <a:pt x="71" y="135"/>
                    <a:pt x="70" y="134"/>
                    <a:pt x="70" y="134"/>
                  </a:cubicBezTo>
                  <a:cubicBezTo>
                    <a:pt x="70" y="100"/>
                    <a:pt x="70" y="100"/>
                    <a:pt x="70" y="100"/>
                  </a:cubicBezTo>
                  <a:cubicBezTo>
                    <a:pt x="77" y="100"/>
                    <a:pt x="77" y="100"/>
                    <a:pt x="77" y="100"/>
                  </a:cubicBezTo>
                  <a:cubicBezTo>
                    <a:pt x="78" y="100"/>
                    <a:pt x="79" y="100"/>
                    <a:pt x="79" y="99"/>
                  </a:cubicBezTo>
                  <a:cubicBezTo>
                    <a:pt x="79" y="86"/>
                    <a:pt x="79" y="86"/>
                    <a:pt x="79" y="86"/>
                  </a:cubicBezTo>
                  <a:cubicBezTo>
                    <a:pt x="87" y="86"/>
                    <a:pt x="87" y="86"/>
                    <a:pt x="87" y="86"/>
                  </a:cubicBezTo>
                  <a:cubicBezTo>
                    <a:pt x="91" y="86"/>
                    <a:pt x="94" y="83"/>
                    <a:pt x="94" y="79"/>
                  </a:cubicBezTo>
                  <a:cubicBezTo>
                    <a:pt x="94" y="69"/>
                    <a:pt x="94" y="69"/>
                    <a:pt x="94" y="69"/>
                  </a:cubicBezTo>
                  <a:cubicBezTo>
                    <a:pt x="94" y="69"/>
                    <a:pt x="94" y="69"/>
                    <a:pt x="94" y="69"/>
                  </a:cubicBezTo>
                  <a:cubicBezTo>
                    <a:pt x="94" y="66"/>
                    <a:pt x="91" y="63"/>
                    <a:pt x="88" y="63"/>
                  </a:cubicBezTo>
                  <a:cubicBezTo>
                    <a:pt x="88" y="63"/>
                    <a:pt x="87" y="63"/>
                    <a:pt x="87" y="63"/>
                  </a:cubicBezTo>
                  <a:cubicBezTo>
                    <a:pt x="79" y="63"/>
                    <a:pt x="79" y="63"/>
                    <a:pt x="79" y="63"/>
                  </a:cubicBezTo>
                  <a:cubicBezTo>
                    <a:pt x="79" y="55"/>
                    <a:pt x="79" y="55"/>
                    <a:pt x="79" y="55"/>
                  </a:cubicBezTo>
                  <a:cubicBezTo>
                    <a:pt x="79" y="55"/>
                    <a:pt x="79" y="55"/>
                    <a:pt x="79" y="54"/>
                  </a:cubicBezTo>
                  <a:cubicBezTo>
                    <a:pt x="79" y="51"/>
                    <a:pt x="76" y="48"/>
                    <a:pt x="72" y="48"/>
                  </a:cubicBezTo>
                  <a:cubicBezTo>
                    <a:pt x="70" y="48"/>
                    <a:pt x="70" y="48"/>
                    <a:pt x="70" y="48"/>
                  </a:cubicBezTo>
                  <a:cubicBezTo>
                    <a:pt x="70" y="12"/>
                    <a:pt x="70" y="12"/>
                    <a:pt x="70" y="12"/>
                  </a:cubicBezTo>
                  <a:cubicBezTo>
                    <a:pt x="70" y="11"/>
                    <a:pt x="71" y="11"/>
                    <a:pt x="71" y="10"/>
                  </a:cubicBezTo>
                  <a:cubicBezTo>
                    <a:pt x="80" y="1"/>
                    <a:pt x="90" y="7"/>
                    <a:pt x="91" y="15"/>
                  </a:cubicBezTo>
                  <a:cubicBezTo>
                    <a:pt x="88" y="17"/>
                    <a:pt x="85" y="19"/>
                    <a:pt x="84" y="22"/>
                  </a:cubicBezTo>
                  <a:cubicBezTo>
                    <a:pt x="84" y="23"/>
                    <a:pt x="84" y="23"/>
                    <a:pt x="84" y="23"/>
                  </a:cubicBezTo>
                  <a:cubicBezTo>
                    <a:pt x="84" y="25"/>
                    <a:pt x="85" y="26"/>
                    <a:pt x="87" y="26"/>
                  </a:cubicBezTo>
                  <a:cubicBezTo>
                    <a:pt x="88" y="26"/>
                    <a:pt x="89" y="25"/>
                    <a:pt x="89" y="24"/>
                  </a:cubicBezTo>
                  <a:cubicBezTo>
                    <a:pt x="91" y="22"/>
                    <a:pt x="92" y="20"/>
                    <a:pt x="95" y="19"/>
                  </a:cubicBezTo>
                  <a:cubicBezTo>
                    <a:pt x="95" y="19"/>
                    <a:pt x="95" y="19"/>
                    <a:pt x="95" y="19"/>
                  </a:cubicBezTo>
                  <a:cubicBezTo>
                    <a:pt x="99" y="18"/>
                    <a:pt x="103" y="18"/>
                    <a:pt x="108" y="21"/>
                  </a:cubicBezTo>
                  <a:cubicBezTo>
                    <a:pt x="108" y="21"/>
                    <a:pt x="108" y="21"/>
                    <a:pt x="108" y="21"/>
                  </a:cubicBezTo>
                  <a:cubicBezTo>
                    <a:pt x="112" y="25"/>
                    <a:pt x="113" y="30"/>
                    <a:pt x="111" y="34"/>
                  </a:cubicBezTo>
                  <a:cubicBezTo>
                    <a:pt x="111" y="34"/>
                    <a:pt x="111" y="34"/>
                    <a:pt x="111" y="34"/>
                  </a:cubicBezTo>
                  <a:cubicBezTo>
                    <a:pt x="110" y="37"/>
                    <a:pt x="108" y="40"/>
                    <a:pt x="105" y="41"/>
                  </a:cubicBezTo>
                  <a:cubicBezTo>
                    <a:pt x="105" y="41"/>
                    <a:pt x="105" y="42"/>
                    <a:pt x="105" y="42"/>
                  </a:cubicBezTo>
                  <a:cubicBezTo>
                    <a:pt x="104" y="45"/>
                    <a:pt x="105" y="46"/>
                    <a:pt x="107" y="46"/>
                  </a:cubicBezTo>
                  <a:cubicBezTo>
                    <a:pt x="108" y="46"/>
                    <a:pt x="108" y="46"/>
                    <a:pt x="109" y="46"/>
                  </a:cubicBezTo>
                  <a:cubicBezTo>
                    <a:pt x="111" y="44"/>
                    <a:pt x="114" y="42"/>
                    <a:pt x="115" y="39"/>
                  </a:cubicBezTo>
                  <a:cubicBezTo>
                    <a:pt x="120" y="42"/>
                    <a:pt x="122" y="48"/>
                    <a:pt x="122" y="53"/>
                  </a:cubicBezTo>
                  <a:cubicBezTo>
                    <a:pt x="122" y="57"/>
                    <a:pt x="121" y="61"/>
                    <a:pt x="118" y="64"/>
                  </a:cubicBezTo>
                  <a:cubicBezTo>
                    <a:pt x="117" y="64"/>
                    <a:pt x="116" y="63"/>
                    <a:pt x="114" y="63"/>
                  </a:cubicBezTo>
                  <a:cubicBezTo>
                    <a:pt x="114" y="63"/>
                    <a:pt x="114" y="63"/>
                    <a:pt x="114" y="63"/>
                  </a:cubicBezTo>
                  <a:cubicBezTo>
                    <a:pt x="110" y="65"/>
                    <a:pt x="112" y="70"/>
                    <a:pt x="115" y="69"/>
                  </a:cubicBezTo>
                  <a:cubicBezTo>
                    <a:pt x="116" y="69"/>
                    <a:pt x="117" y="69"/>
                    <a:pt x="117" y="70"/>
                  </a:cubicBezTo>
                  <a:cubicBezTo>
                    <a:pt x="117" y="70"/>
                    <a:pt x="117" y="70"/>
                    <a:pt x="117" y="70"/>
                  </a:cubicBezTo>
                  <a:cubicBezTo>
                    <a:pt x="124" y="74"/>
                    <a:pt x="129" y="81"/>
                    <a:pt x="129" y="88"/>
                  </a:cubicBezTo>
                  <a:cubicBezTo>
                    <a:pt x="129" y="96"/>
                    <a:pt x="124" y="103"/>
                    <a:pt x="116" y="10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9;p49"/>
            <p:cNvSpPr/>
            <p:nvPr/>
          </p:nvSpPr>
          <p:spPr>
            <a:xfrm>
              <a:off x="775907" y="3353718"/>
              <a:ext cx="38489" cy="63781"/>
            </a:xfrm>
            <a:custGeom>
              <a:avLst/>
              <a:gdLst/>
              <a:ahLst/>
              <a:cxnLst/>
              <a:rect l="l" t="t" r="r" b="b"/>
              <a:pathLst>
                <a:path w="15" h="24" extrusionOk="0">
                  <a:moveTo>
                    <a:pt x="9" y="9"/>
                  </a:moveTo>
                  <a:cubicBezTo>
                    <a:pt x="9" y="13"/>
                    <a:pt x="6" y="17"/>
                    <a:pt x="2" y="18"/>
                  </a:cubicBezTo>
                  <a:cubicBezTo>
                    <a:pt x="1" y="18"/>
                    <a:pt x="0" y="20"/>
                    <a:pt x="0" y="22"/>
                  </a:cubicBezTo>
                  <a:cubicBezTo>
                    <a:pt x="0" y="23"/>
                    <a:pt x="2" y="24"/>
                    <a:pt x="3" y="24"/>
                  </a:cubicBezTo>
                  <a:cubicBezTo>
                    <a:pt x="3" y="24"/>
                    <a:pt x="3" y="24"/>
                    <a:pt x="4" y="24"/>
                  </a:cubicBezTo>
                  <a:cubicBezTo>
                    <a:pt x="10" y="22"/>
                    <a:pt x="15" y="16"/>
                    <a:pt x="15" y="9"/>
                  </a:cubicBezTo>
                  <a:cubicBezTo>
                    <a:pt x="15" y="7"/>
                    <a:pt x="14" y="4"/>
                    <a:pt x="13" y="2"/>
                  </a:cubicBezTo>
                  <a:cubicBezTo>
                    <a:pt x="12" y="0"/>
                    <a:pt x="10" y="0"/>
                    <a:pt x="9" y="1"/>
                  </a:cubicBezTo>
                  <a:cubicBezTo>
                    <a:pt x="7" y="2"/>
                    <a:pt x="7" y="3"/>
                    <a:pt x="8" y="5"/>
                  </a:cubicBezTo>
                  <a:cubicBezTo>
                    <a:pt x="8" y="6"/>
                    <a:pt x="9" y="8"/>
                    <a:pt x="9"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0" name="Google Shape;1080;p49"/>
            <p:cNvSpPr/>
            <p:nvPr/>
          </p:nvSpPr>
          <p:spPr>
            <a:xfrm>
              <a:off x="801199" y="3453788"/>
              <a:ext cx="47286" cy="54984"/>
            </a:xfrm>
            <a:custGeom>
              <a:avLst/>
              <a:gdLst/>
              <a:ahLst/>
              <a:cxnLst/>
              <a:rect l="l" t="t" r="r" b="b"/>
              <a:pathLst>
                <a:path w="18" h="21" extrusionOk="0">
                  <a:moveTo>
                    <a:pt x="14" y="21"/>
                  </a:moveTo>
                  <a:cubicBezTo>
                    <a:pt x="14" y="21"/>
                    <a:pt x="14" y="21"/>
                    <a:pt x="15" y="21"/>
                  </a:cubicBezTo>
                  <a:cubicBezTo>
                    <a:pt x="16" y="21"/>
                    <a:pt x="17" y="20"/>
                    <a:pt x="17" y="19"/>
                  </a:cubicBezTo>
                  <a:cubicBezTo>
                    <a:pt x="18" y="18"/>
                    <a:pt x="18" y="16"/>
                    <a:pt x="18" y="15"/>
                  </a:cubicBezTo>
                  <a:cubicBezTo>
                    <a:pt x="18" y="7"/>
                    <a:pt x="11" y="0"/>
                    <a:pt x="3" y="0"/>
                  </a:cubicBezTo>
                  <a:cubicBezTo>
                    <a:pt x="2" y="0"/>
                    <a:pt x="0" y="1"/>
                    <a:pt x="0" y="3"/>
                  </a:cubicBezTo>
                  <a:cubicBezTo>
                    <a:pt x="0" y="5"/>
                    <a:pt x="2" y="6"/>
                    <a:pt x="3" y="6"/>
                  </a:cubicBezTo>
                  <a:cubicBezTo>
                    <a:pt x="8" y="6"/>
                    <a:pt x="12" y="10"/>
                    <a:pt x="12" y="15"/>
                  </a:cubicBezTo>
                  <a:cubicBezTo>
                    <a:pt x="12" y="16"/>
                    <a:pt x="12" y="17"/>
                    <a:pt x="12" y="17"/>
                  </a:cubicBezTo>
                  <a:cubicBezTo>
                    <a:pt x="11" y="19"/>
                    <a:pt x="12" y="20"/>
                    <a:pt x="14" y="2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1" name="Google Shape;1081;p49"/>
            <p:cNvSpPr/>
            <p:nvPr/>
          </p:nvSpPr>
          <p:spPr>
            <a:xfrm>
              <a:off x="808897" y="3294336"/>
              <a:ext cx="60482" cy="23093"/>
            </a:xfrm>
            <a:custGeom>
              <a:avLst/>
              <a:gdLst/>
              <a:ahLst/>
              <a:cxnLst/>
              <a:rect l="l" t="t" r="r" b="b"/>
              <a:pathLst>
                <a:path w="23" h="9" extrusionOk="0">
                  <a:moveTo>
                    <a:pt x="22" y="5"/>
                  </a:moveTo>
                  <a:cubicBezTo>
                    <a:pt x="23" y="4"/>
                    <a:pt x="23" y="2"/>
                    <a:pt x="22" y="1"/>
                  </a:cubicBezTo>
                  <a:cubicBezTo>
                    <a:pt x="21" y="0"/>
                    <a:pt x="19" y="0"/>
                    <a:pt x="18" y="1"/>
                  </a:cubicBezTo>
                  <a:cubicBezTo>
                    <a:pt x="16" y="3"/>
                    <a:pt x="14" y="4"/>
                    <a:pt x="12" y="4"/>
                  </a:cubicBezTo>
                  <a:cubicBezTo>
                    <a:pt x="9" y="4"/>
                    <a:pt x="7" y="3"/>
                    <a:pt x="5" y="1"/>
                  </a:cubicBezTo>
                  <a:cubicBezTo>
                    <a:pt x="4" y="0"/>
                    <a:pt x="2" y="0"/>
                    <a:pt x="1" y="1"/>
                  </a:cubicBezTo>
                  <a:cubicBezTo>
                    <a:pt x="0" y="2"/>
                    <a:pt x="0" y="4"/>
                    <a:pt x="1" y="5"/>
                  </a:cubicBezTo>
                  <a:cubicBezTo>
                    <a:pt x="4" y="8"/>
                    <a:pt x="8" y="9"/>
                    <a:pt x="12" y="9"/>
                  </a:cubicBezTo>
                  <a:cubicBezTo>
                    <a:pt x="15" y="9"/>
                    <a:pt x="19" y="8"/>
                    <a:pt x="2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2;p49"/>
            <p:cNvSpPr/>
            <p:nvPr/>
          </p:nvSpPr>
          <p:spPr>
            <a:xfrm>
              <a:off x="962851" y="3353718"/>
              <a:ext cx="39588" cy="63781"/>
            </a:xfrm>
            <a:custGeom>
              <a:avLst/>
              <a:gdLst/>
              <a:ahLst/>
              <a:cxnLst/>
              <a:rect l="l" t="t" r="r" b="b"/>
              <a:pathLst>
                <a:path w="15" h="24" extrusionOk="0">
                  <a:moveTo>
                    <a:pt x="12" y="18"/>
                  </a:moveTo>
                  <a:cubicBezTo>
                    <a:pt x="9" y="17"/>
                    <a:pt x="6" y="13"/>
                    <a:pt x="6" y="9"/>
                  </a:cubicBezTo>
                  <a:cubicBezTo>
                    <a:pt x="6" y="8"/>
                    <a:pt x="6" y="6"/>
                    <a:pt x="7" y="5"/>
                  </a:cubicBezTo>
                  <a:cubicBezTo>
                    <a:pt x="8" y="3"/>
                    <a:pt x="7" y="2"/>
                    <a:pt x="6" y="1"/>
                  </a:cubicBezTo>
                  <a:cubicBezTo>
                    <a:pt x="5" y="0"/>
                    <a:pt x="3" y="0"/>
                    <a:pt x="2" y="2"/>
                  </a:cubicBezTo>
                  <a:cubicBezTo>
                    <a:pt x="1" y="4"/>
                    <a:pt x="0" y="7"/>
                    <a:pt x="0" y="9"/>
                  </a:cubicBezTo>
                  <a:cubicBezTo>
                    <a:pt x="0" y="16"/>
                    <a:pt x="4" y="22"/>
                    <a:pt x="11" y="24"/>
                  </a:cubicBezTo>
                  <a:cubicBezTo>
                    <a:pt x="11" y="24"/>
                    <a:pt x="11" y="24"/>
                    <a:pt x="12" y="24"/>
                  </a:cubicBezTo>
                  <a:cubicBezTo>
                    <a:pt x="13" y="24"/>
                    <a:pt x="14" y="23"/>
                    <a:pt x="15" y="22"/>
                  </a:cubicBezTo>
                  <a:cubicBezTo>
                    <a:pt x="15" y="20"/>
                    <a:pt x="14" y="18"/>
                    <a:pt x="12"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3;p49"/>
            <p:cNvSpPr/>
            <p:nvPr/>
          </p:nvSpPr>
          <p:spPr>
            <a:xfrm>
              <a:off x="929861" y="3453788"/>
              <a:ext cx="43987" cy="54984"/>
            </a:xfrm>
            <a:custGeom>
              <a:avLst/>
              <a:gdLst/>
              <a:ahLst/>
              <a:cxnLst/>
              <a:rect l="l" t="t" r="r" b="b"/>
              <a:pathLst>
                <a:path w="17" h="21" extrusionOk="0">
                  <a:moveTo>
                    <a:pt x="15" y="0"/>
                  </a:moveTo>
                  <a:cubicBezTo>
                    <a:pt x="6" y="0"/>
                    <a:pt x="0" y="7"/>
                    <a:pt x="0" y="15"/>
                  </a:cubicBezTo>
                  <a:cubicBezTo>
                    <a:pt x="0" y="16"/>
                    <a:pt x="0" y="18"/>
                    <a:pt x="0" y="19"/>
                  </a:cubicBezTo>
                  <a:cubicBezTo>
                    <a:pt x="1" y="20"/>
                    <a:pt x="2" y="21"/>
                    <a:pt x="3" y="21"/>
                  </a:cubicBezTo>
                  <a:cubicBezTo>
                    <a:pt x="3" y="21"/>
                    <a:pt x="4" y="21"/>
                    <a:pt x="4" y="21"/>
                  </a:cubicBezTo>
                  <a:cubicBezTo>
                    <a:pt x="5" y="20"/>
                    <a:pt x="6" y="19"/>
                    <a:pt x="6" y="17"/>
                  </a:cubicBezTo>
                  <a:cubicBezTo>
                    <a:pt x="6" y="17"/>
                    <a:pt x="6" y="16"/>
                    <a:pt x="6" y="15"/>
                  </a:cubicBezTo>
                  <a:cubicBezTo>
                    <a:pt x="6" y="10"/>
                    <a:pt x="10" y="6"/>
                    <a:pt x="15" y="6"/>
                  </a:cubicBezTo>
                  <a:cubicBezTo>
                    <a:pt x="16" y="6"/>
                    <a:pt x="17" y="5"/>
                    <a:pt x="17" y="3"/>
                  </a:cubicBezTo>
                  <a:cubicBezTo>
                    <a:pt x="17" y="1"/>
                    <a:pt x="16" y="0"/>
                    <a:pt x="15"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4;p49"/>
            <p:cNvSpPr/>
            <p:nvPr/>
          </p:nvSpPr>
          <p:spPr>
            <a:xfrm>
              <a:off x="905668" y="3294336"/>
              <a:ext cx="62682" cy="23093"/>
            </a:xfrm>
            <a:custGeom>
              <a:avLst/>
              <a:gdLst/>
              <a:ahLst/>
              <a:cxnLst/>
              <a:rect l="l" t="t" r="r" b="b"/>
              <a:pathLst>
                <a:path w="24" h="9" extrusionOk="0">
                  <a:moveTo>
                    <a:pt x="23" y="1"/>
                  </a:moveTo>
                  <a:cubicBezTo>
                    <a:pt x="21" y="0"/>
                    <a:pt x="20" y="0"/>
                    <a:pt x="18" y="1"/>
                  </a:cubicBezTo>
                  <a:cubicBezTo>
                    <a:pt x="17" y="3"/>
                    <a:pt x="15" y="4"/>
                    <a:pt x="12" y="4"/>
                  </a:cubicBezTo>
                  <a:cubicBezTo>
                    <a:pt x="10" y="4"/>
                    <a:pt x="7" y="3"/>
                    <a:pt x="6" y="1"/>
                  </a:cubicBezTo>
                  <a:cubicBezTo>
                    <a:pt x="5" y="0"/>
                    <a:pt x="3" y="0"/>
                    <a:pt x="2" y="1"/>
                  </a:cubicBezTo>
                  <a:cubicBezTo>
                    <a:pt x="0" y="2"/>
                    <a:pt x="0" y="4"/>
                    <a:pt x="2" y="5"/>
                  </a:cubicBezTo>
                  <a:cubicBezTo>
                    <a:pt x="4" y="8"/>
                    <a:pt x="8" y="9"/>
                    <a:pt x="12" y="9"/>
                  </a:cubicBezTo>
                  <a:cubicBezTo>
                    <a:pt x="16" y="9"/>
                    <a:pt x="20" y="8"/>
                    <a:pt x="23" y="5"/>
                  </a:cubicBezTo>
                  <a:cubicBezTo>
                    <a:pt x="24" y="4"/>
                    <a:pt x="24" y="2"/>
                    <a:pt x="23"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5;p49"/>
            <p:cNvSpPr/>
            <p:nvPr/>
          </p:nvSpPr>
          <p:spPr>
            <a:xfrm>
              <a:off x="767109" y="3252548"/>
              <a:ext cx="18695" cy="13196"/>
            </a:xfrm>
            <a:custGeom>
              <a:avLst/>
              <a:gdLst/>
              <a:ahLst/>
              <a:cxnLst/>
              <a:rect l="l" t="t" r="r" b="b"/>
              <a:pathLst>
                <a:path w="7" h="5" extrusionOk="0">
                  <a:moveTo>
                    <a:pt x="3" y="5"/>
                  </a:moveTo>
                  <a:cubicBezTo>
                    <a:pt x="5" y="5"/>
                    <a:pt x="7" y="3"/>
                    <a:pt x="6" y="1"/>
                  </a:cubicBezTo>
                  <a:cubicBezTo>
                    <a:pt x="5" y="0"/>
                    <a:pt x="4" y="0"/>
                    <a:pt x="4" y="0"/>
                  </a:cubicBezTo>
                  <a:cubicBezTo>
                    <a:pt x="3" y="0"/>
                    <a:pt x="3" y="0"/>
                    <a:pt x="3" y="0"/>
                  </a:cubicBezTo>
                  <a:cubicBezTo>
                    <a:pt x="2" y="0"/>
                    <a:pt x="1" y="0"/>
                    <a:pt x="1" y="1"/>
                  </a:cubicBezTo>
                  <a:cubicBezTo>
                    <a:pt x="0" y="3"/>
                    <a:pt x="1" y="5"/>
                    <a:pt x="3"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86" name="Google Shape;1086;p49"/>
          <p:cNvGrpSpPr/>
          <p:nvPr/>
        </p:nvGrpSpPr>
        <p:grpSpPr>
          <a:xfrm>
            <a:off x="7115517" y="3782591"/>
            <a:ext cx="348597" cy="389284"/>
            <a:chOff x="7121016" y="3782591"/>
            <a:chExt cx="348597" cy="389284"/>
          </a:xfrm>
        </p:grpSpPr>
        <p:sp>
          <p:nvSpPr>
            <p:cNvPr id="1087" name="Google Shape;1087;p49"/>
            <p:cNvSpPr/>
            <p:nvPr/>
          </p:nvSpPr>
          <p:spPr>
            <a:xfrm>
              <a:off x="7180398" y="3976133"/>
              <a:ext cx="18695" cy="18695"/>
            </a:xfrm>
            <a:custGeom>
              <a:avLst/>
              <a:gdLst/>
              <a:ahLst/>
              <a:cxnLst/>
              <a:rect l="l" t="t" r="r" b="b"/>
              <a:pathLst>
                <a:path w="7" h="7" extrusionOk="0">
                  <a:moveTo>
                    <a:pt x="3" y="0"/>
                  </a:moveTo>
                  <a:cubicBezTo>
                    <a:pt x="1" y="0"/>
                    <a:pt x="0" y="2"/>
                    <a:pt x="1" y="4"/>
                  </a:cubicBezTo>
                  <a:cubicBezTo>
                    <a:pt x="1" y="5"/>
                    <a:pt x="2" y="5"/>
                    <a:pt x="2" y="6"/>
                  </a:cubicBezTo>
                  <a:cubicBezTo>
                    <a:pt x="5" y="7"/>
                    <a:pt x="7" y="4"/>
                    <a:pt x="6" y="2"/>
                  </a:cubicBezTo>
                  <a:cubicBezTo>
                    <a:pt x="6" y="1"/>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8" name="Google Shape;1088;p49"/>
            <p:cNvSpPr/>
            <p:nvPr/>
          </p:nvSpPr>
          <p:spPr>
            <a:xfrm>
              <a:off x="7121016" y="3782591"/>
              <a:ext cx="348597" cy="389284"/>
            </a:xfrm>
            <a:custGeom>
              <a:avLst/>
              <a:gdLst/>
              <a:ahLst/>
              <a:cxnLst/>
              <a:rect l="l" t="t" r="r" b="b"/>
              <a:pathLst>
                <a:path w="134" h="149" extrusionOk="0">
                  <a:moveTo>
                    <a:pt x="134" y="37"/>
                  </a:moveTo>
                  <a:cubicBezTo>
                    <a:pt x="134" y="17"/>
                    <a:pt x="117" y="0"/>
                    <a:pt x="97" y="0"/>
                  </a:cubicBezTo>
                  <a:cubicBezTo>
                    <a:pt x="82" y="0"/>
                    <a:pt x="69" y="8"/>
                    <a:pt x="63" y="21"/>
                  </a:cubicBezTo>
                  <a:cubicBezTo>
                    <a:pt x="62" y="21"/>
                    <a:pt x="62" y="21"/>
                    <a:pt x="61" y="21"/>
                  </a:cubicBezTo>
                  <a:cubicBezTo>
                    <a:pt x="48" y="21"/>
                    <a:pt x="35" y="26"/>
                    <a:pt x="26" y="35"/>
                  </a:cubicBezTo>
                  <a:cubicBezTo>
                    <a:pt x="16" y="45"/>
                    <a:pt x="11" y="57"/>
                    <a:pt x="11" y="70"/>
                  </a:cubicBezTo>
                  <a:cubicBezTo>
                    <a:pt x="11" y="73"/>
                    <a:pt x="8" y="79"/>
                    <a:pt x="4" y="85"/>
                  </a:cubicBezTo>
                  <a:cubicBezTo>
                    <a:pt x="0" y="91"/>
                    <a:pt x="0" y="95"/>
                    <a:pt x="1" y="97"/>
                  </a:cubicBezTo>
                  <a:cubicBezTo>
                    <a:pt x="3" y="100"/>
                    <a:pt x="6" y="103"/>
                    <a:pt x="14" y="104"/>
                  </a:cubicBezTo>
                  <a:cubicBezTo>
                    <a:pt x="14" y="116"/>
                    <a:pt x="14" y="116"/>
                    <a:pt x="14" y="116"/>
                  </a:cubicBezTo>
                  <a:cubicBezTo>
                    <a:pt x="14" y="125"/>
                    <a:pt x="21" y="132"/>
                    <a:pt x="30" y="132"/>
                  </a:cubicBezTo>
                  <a:cubicBezTo>
                    <a:pt x="37" y="132"/>
                    <a:pt x="41" y="132"/>
                    <a:pt x="43" y="134"/>
                  </a:cubicBezTo>
                  <a:cubicBezTo>
                    <a:pt x="45" y="135"/>
                    <a:pt x="46" y="139"/>
                    <a:pt x="46" y="146"/>
                  </a:cubicBezTo>
                  <a:cubicBezTo>
                    <a:pt x="46" y="148"/>
                    <a:pt x="47" y="149"/>
                    <a:pt x="49" y="149"/>
                  </a:cubicBezTo>
                  <a:cubicBezTo>
                    <a:pt x="91" y="149"/>
                    <a:pt x="91" y="149"/>
                    <a:pt x="91" y="149"/>
                  </a:cubicBezTo>
                  <a:cubicBezTo>
                    <a:pt x="91" y="149"/>
                    <a:pt x="91" y="149"/>
                    <a:pt x="92" y="149"/>
                  </a:cubicBezTo>
                  <a:cubicBezTo>
                    <a:pt x="93" y="148"/>
                    <a:pt x="94" y="147"/>
                    <a:pt x="94" y="146"/>
                  </a:cubicBezTo>
                  <a:cubicBezTo>
                    <a:pt x="93" y="140"/>
                    <a:pt x="93" y="136"/>
                    <a:pt x="93" y="132"/>
                  </a:cubicBezTo>
                  <a:cubicBezTo>
                    <a:pt x="93" y="131"/>
                    <a:pt x="92" y="129"/>
                    <a:pt x="90" y="129"/>
                  </a:cubicBezTo>
                  <a:cubicBezTo>
                    <a:pt x="90" y="129"/>
                    <a:pt x="90" y="129"/>
                    <a:pt x="90" y="129"/>
                  </a:cubicBezTo>
                  <a:cubicBezTo>
                    <a:pt x="88" y="129"/>
                    <a:pt x="87" y="131"/>
                    <a:pt x="87" y="132"/>
                  </a:cubicBezTo>
                  <a:cubicBezTo>
                    <a:pt x="87" y="135"/>
                    <a:pt x="87" y="139"/>
                    <a:pt x="87" y="143"/>
                  </a:cubicBezTo>
                  <a:cubicBezTo>
                    <a:pt x="52" y="143"/>
                    <a:pt x="52" y="143"/>
                    <a:pt x="52" y="143"/>
                  </a:cubicBezTo>
                  <a:cubicBezTo>
                    <a:pt x="51" y="137"/>
                    <a:pt x="50" y="132"/>
                    <a:pt x="47" y="129"/>
                  </a:cubicBezTo>
                  <a:cubicBezTo>
                    <a:pt x="43" y="126"/>
                    <a:pt x="38" y="126"/>
                    <a:pt x="30" y="126"/>
                  </a:cubicBezTo>
                  <a:cubicBezTo>
                    <a:pt x="24" y="126"/>
                    <a:pt x="20" y="122"/>
                    <a:pt x="20" y="116"/>
                  </a:cubicBezTo>
                  <a:cubicBezTo>
                    <a:pt x="20" y="112"/>
                    <a:pt x="20" y="112"/>
                    <a:pt x="20" y="112"/>
                  </a:cubicBezTo>
                  <a:cubicBezTo>
                    <a:pt x="22" y="112"/>
                    <a:pt x="24" y="113"/>
                    <a:pt x="27" y="115"/>
                  </a:cubicBezTo>
                  <a:cubicBezTo>
                    <a:pt x="27" y="115"/>
                    <a:pt x="28" y="115"/>
                    <a:pt x="28" y="115"/>
                  </a:cubicBezTo>
                  <a:cubicBezTo>
                    <a:pt x="30" y="115"/>
                    <a:pt x="31" y="115"/>
                    <a:pt x="31" y="114"/>
                  </a:cubicBezTo>
                  <a:cubicBezTo>
                    <a:pt x="32" y="112"/>
                    <a:pt x="31" y="111"/>
                    <a:pt x="30" y="110"/>
                  </a:cubicBezTo>
                  <a:cubicBezTo>
                    <a:pt x="27" y="108"/>
                    <a:pt x="23" y="107"/>
                    <a:pt x="20" y="107"/>
                  </a:cubicBezTo>
                  <a:cubicBezTo>
                    <a:pt x="20" y="101"/>
                    <a:pt x="20" y="101"/>
                    <a:pt x="20" y="101"/>
                  </a:cubicBezTo>
                  <a:cubicBezTo>
                    <a:pt x="20" y="99"/>
                    <a:pt x="18" y="98"/>
                    <a:pt x="17" y="98"/>
                  </a:cubicBezTo>
                  <a:cubicBezTo>
                    <a:pt x="11" y="98"/>
                    <a:pt x="8" y="97"/>
                    <a:pt x="7" y="95"/>
                  </a:cubicBezTo>
                  <a:cubicBezTo>
                    <a:pt x="6" y="93"/>
                    <a:pt x="7" y="91"/>
                    <a:pt x="8" y="88"/>
                  </a:cubicBezTo>
                  <a:cubicBezTo>
                    <a:pt x="12" y="83"/>
                    <a:pt x="17" y="76"/>
                    <a:pt x="17" y="70"/>
                  </a:cubicBezTo>
                  <a:cubicBezTo>
                    <a:pt x="17" y="46"/>
                    <a:pt x="36" y="27"/>
                    <a:pt x="60" y="26"/>
                  </a:cubicBezTo>
                  <a:cubicBezTo>
                    <a:pt x="59" y="30"/>
                    <a:pt x="59" y="34"/>
                    <a:pt x="59" y="37"/>
                  </a:cubicBezTo>
                  <a:cubicBezTo>
                    <a:pt x="59" y="58"/>
                    <a:pt x="76" y="75"/>
                    <a:pt x="97" y="75"/>
                  </a:cubicBezTo>
                  <a:cubicBezTo>
                    <a:pt x="99" y="75"/>
                    <a:pt x="102" y="75"/>
                    <a:pt x="105" y="74"/>
                  </a:cubicBezTo>
                  <a:cubicBezTo>
                    <a:pt x="104" y="81"/>
                    <a:pt x="102" y="87"/>
                    <a:pt x="99" y="93"/>
                  </a:cubicBezTo>
                  <a:cubicBezTo>
                    <a:pt x="96" y="97"/>
                    <a:pt x="94" y="101"/>
                    <a:pt x="92" y="105"/>
                  </a:cubicBezTo>
                  <a:cubicBezTo>
                    <a:pt x="92" y="107"/>
                    <a:pt x="92" y="108"/>
                    <a:pt x="93" y="109"/>
                  </a:cubicBezTo>
                  <a:cubicBezTo>
                    <a:pt x="94" y="109"/>
                    <a:pt x="94" y="110"/>
                    <a:pt x="95" y="110"/>
                  </a:cubicBezTo>
                  <a:cubicBezTo>
                    <a:pt x="96" y="110"/>
                    <a:pt x="97" y="109"/>
                    <a:pt x="98" y="108"/>
                  </a:cubicBezTo>
                  <a:cubicBezTo>
                    <a:pt x="99" y="104"/>
                    <a:pt x="101" y="100"/>
                    <a:pt x="104" y="96"/>
                  </a:cubicBezTo>
                  <a:cubicBezTo>
                    <a:pt x="108" y="89"/>
                    <a:pt x="111" y="81"/>
                    <a:pt x="111" y="72"/>
                  </a:cubicBezTo>
                  <a:cubicBezTo>
                    <a:pt x="125" y="67"/>
                    <a:pt x="134" y="53"/>
                    <a:pt x="134" y="37"/>
                  </a:cubicBezTo>
                  <a:close/>
                  <a:moveTo>
                    <a:pt x="97" y="70"/>
                  </a:moveTo>
                  <a:cubicBezTo>
                    <a:pt x="79" y="70"/>
                    <a:pt x="65" y="55"/>
                    <a:pt x="65" y="38"/>
                  </a:cubicBezTo>
                  <a:cubicBezTo>
                    <a:pt x="65" y="20"/>
                    <a:pt x="79" y="6"/>
                    <a:pt x="97" y="6"/>
                  </a:cubicBezTo>
                  <a:cubicBezTo>
                    <a:pt x="114" y="6"/>
                    <a:pt x="129" y="20"/>
                    <a:pt x="129" y="38"/>
                  </a:cubicBezTo>
                  <a:cubicBezTo>
                    <a:pt x="129" y="55"/>
                    <a:pt x="114" y="70"/>
                    <a:pt x="97" y="7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9;p49"/>
            <p:cNvSpPr/>
            <p:nvPr/>
          </p:nvSpPr>
          <p:spPr>
            <a:xfrm>
              <a:off x="7303561" y="3811182"/>
              <a:ext cx="106669" cy="107768"/>
            </a:xfrm>
            <a:custGeom>
              <a:avLst/>
              <a:gdLst/>
              <a:ahLst/>
              <a:cxnLst/>
              <a:rect l="l" t="t" r="r" b="b"/>
              <a:pathLst>
                <a:path w="41" h="41" extrusionOk="0">
                  <a:moveTo>
                    <a:pt x="41" y="6"/>
                  </a:moveTo>
                  <a:cubicBezTo>
                    <a:pt x="41" y="5"/>
                    <a:pt x="41" y="5"/>
                    <a:pt x="40" y="4"/>
                  </a:cubicBezTo>
                  <a:cubicBezTo>
                    <a:pt x="36" y="2"/>
                    <a:pt x="31" y="0"/>
                    <a:pt x="27" y="0"/>
                  </a:cubicBezTo>
                  <a:cubicBezTo>
                    <a:pt x="12" y="0"/>
                    <a:pt x="0" y="12"/>
                    <a:pt x="0" y="27"/>
                  </a:cubicBezTo>
                  <a:cubicBezTo>
                    <a:pt x="0" y="31"/>
                    <a:pt x="2" y="36"/>
                    <a:pt x="4" y="40"/>
                  </a:cubicBezTo>
                  <a:cubicBezTo>
                    <a:pt x="5" y="41"/>
                    <a:pt x="5" y="41"/>
                    <a:pt x="6" y="41"/>
                  </a:cubicBezTo>
                  <a:cubicBezTo>
                    <a:pt x="6" y="41"/>
                    <a:pt x="6" y="41"/>
                    <a:pt x="7" y="41"/>
                  </a:cubicBezTo>
                  <a:cubicBezTo>
                    <a:pt x="7" y="41"/>
                    <a:pt x="8" y="41"/>
                    <a:pt x="9" y="41"/>
                  </a:cubicBezTo>
                  <a:cubicBezTo>
                    <a:pt x="41" y="9"/>
                    <a:pt x="41" y="9"/>
                    <a:pt x="41" y="9"/>
                  </a:cubicBezTo>
                  <a:cubicBezTo>
                    <a:pt x="41" y="8"/>
                    <a:pt x="41" y="7"/>
                    <a:pt x="41" y="6"/>
                  </a:cubicBezTo>
                  <a:close/>
                  <a:moveTo>
                    <a:pt x="7" y="33"/>
                  </a:moveTo>
                  <a:cubicBezTo>
                    <a:pt x="7" y="31"/>
                    <a:pt x="6" y="29"/>
                    <a:pt x="6" y="27"/>
                  </a:cubicBezTo>
                  <a:cubicBezTo>
                    <a:pt x="6" y="15"/>
                    <a:pt x="15" y="6"/>
                    <a:pt x="27" y="6"/>
                  </a:cubicBezTo>
                  <a:cubicBezTo>
                    <a:pt x="29" y="6"/>
                    <a:pt x="31" y="7"/>
                    <a:pt x="34" y="7"/>
                  </a:cubicBezTo>
                  <a:lnTo>
                    <a:pt x="7" y="3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0" name="Google Shape;1090;p49"/>
            <p:cNvSpPr/>
            <p:nvPr/>
          </p:nvSpPr>
          <p:spPr>
            <a:xfrm>
              <a:off x="7334352" y="3843072"/>
              <a:ext cx="106669" cy="106669"/>
            </a:xfrm>
            <a:custGeom>
              <a:avLst/>
              <a:gdLst/>
              <a:ahLst/>
              <a:cxnLst/>
              <a:rect l="l" t="t" r="r" b="b"/>
              <a:pathLst>
                <a:path w="41" h="41" extrusionOk="0">
                  <a:moveTo>
                    <a:pt x="37" y="1"/>
                  </a:moveTo>
                  <a:cubicBezTo>
                    <a:pt x="37" y="1"/>
                    <a:pt x="36" y="0"/>
                    <a:pt x="35" y="0"/>
                  </a:cubicBezTo>
                  <a:cubicBezTo>
                    <a:pt x="34" y="0"/>
                    <a:pt x="33" y="0"/>
                    <a:pt x="33" y="1"/>
                  </a:cubicBezTo>
                  <a:cubicBezTo>
                    <a:pt x="1" y="33"/>
                    <a:pt x="1" y="33"/>
                    <a:pt x="1" y="33"/>
                  </a:cubicBezTo>
                  <a:cubicBezTo>
                    <a:pt x="0" y="33"/>
                    <a:pt x="0" y="34"/>
                    <a:pt x="0" y="35"/>
                  </a:cubicBezTo>
                  <a:cubicBezTo>
                    <a:pt x="0" y="36"/>
                    <a:pt x="1" y="37"/>
                    <a:pt x="1" y="37"/>
                  </a:cubicBezTo>
                  <a:cubicBezTo>
                    <a:pt x="5" y="40"/>
                    <a:pt x="10" y="41"/>
                    <a:pt x="15" y="41"/>
                  </a:cubicBezTo>
                  <a:cubicBezTo>
                    <a:pt x="29" y="41"/>
                    <a:pt x="41" y="29"/>
                    <a:pt x="41" y="15"/>
                  </a:cubicBezTo>
                  <a:cubicBezTo>
                    <a:pt x="41" y="10"/>
                    <a:pt x="40" y="5"/>
                    <a:pt x="37" y="1"/>
                  </a:cubicBezTo>
                  <a:close/>
                  <a:moveTo>
                    <a:pt x="15" y="35"/>
                  </a:moveTo>
                  <a:cubicBezTo>
                    <a:pt x="12" y="35"/>
                    <a:pt x="10" y="35"/>
                    <a:pt x="8" y="34"/>
                  </a:cubicBezTo>
                  <a:cubicBezTo>
                    <a:pt x="34" y="8"/>
                    <a:pt x="34" y="8"/>
                    <a:pt x="34" y="8"/>
                  </a:cubicBezTo>
                  <a:cubicBezTo>
                    <a:pt x="35" y="10"/>
                    <a:pt x="35" y="12"/>
                    <a:pt x="35" y="15"/>
                  </a:cubicBezTo>
                  <a:cubicBezTo>
                    <a:pt x="35" y="26"/>
                    <a:pt x="26" y="35"/>
                    <a:pt x="15" y="3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1" name="Google Shape;1091;p49"/>
            <p:cNvSpPr/>
            <p:nvPr/>
          </p:nvSpPr>
          <p:spPr>
            <a:xfrm>
              <a:off x="7349747" y="4086100"/>
              <a:ext cx="18695" cy="18695"/>
            </a:xfrm>
            <a:custGeom>
              <a:avLst/>
              <a:gdLst/>
              <a:ahLst/>
              <a:cxnLst/>
              <a:rect l="l" t="t" r="r" b="b"/>
              <a:pathLst>
                <a:path w="7" h="7" extrusionOk="0">
                  <a:moveTo>
                    <a:pt x="3" y="0"/>
                  </a:moveTo>
                  <a:cubicBezTo>
                    <a:pt x="3" y="0"/>
                    <a:pt x="3" y="0"/>
                    <a:pt x="3" y="0"/>
                  </a:cubicBezTo>
                  <a:cubicBezTo>
                    <a:pt x="2" y="0"/>
                    <a:pt x="1" y="1"/>
                    <a:pt x="1" y="2"/>
                  </a:cubicBezTo>
                  <a:cubicBezTo>
                    <a:pt x="0" y="4"/>
                    <a:pt x="2" y="7"/>
                    <a:pt x="4" y="6"/>
                  </a:cubicBezTo>
                  <a:cubicBezTo>
                    <a:pt x="5" y="6"/>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2;p49"/>
            <p:cNvSpPr/>
            <p:nvPr/>
          </p:nvSpPr>
          <p:spPr>
            <a:xfrm>
              <a:off x="7174899" y="3942043"/>
              <a:ext cx="41788" cy="24193"/>
            </a:xfrm>
            <a:custGeom>
              <a:avLst/>
              <a:gdLst/>
              <a:ahLst/>
              <a:cxnLst/>
              <a:rect l="l" t="t" r="r" b="b"/>
              <a:pathLst>
                <a:path w="16" h="9" extrusionOk="0">
                  <a:moveTo>
                    <a:pt x="16" y="6"/>
                  </a:moveTo>
                  <a:cubicBezTo>
                    <a:pt x="16" y="4"/>
                    <a:pt x="15" y="3"/>
                    <a:pt x="13" y="3"/>
                  </a:cubicBezTo>
                  <a:cubicBezTo>
                    <a:pt x="12" y="3"/>
                    <a:pt x="11" y="2"/>
                    <a:pt x="9" y="2"/>
                  </a:cubicBezTo>
                  <a:cubicBezTo>
                    <a:pt x="8" y="1"/>
                    <a:pt x="5" y="0"/>
                    <a:pt x="3" y="0"/>
                  </a:cubicBezTo>
                  <a:cubicBezTo>
                    <a:pt x="2" y="0"/>
                    <a:pt x="0" y="1"/>
                    <a:pt x="0" y="3"/>
                  </a:cubicBezTo>
                  <a:cubicBezTo>
                    <a:pt x="0" y="4"/>
                    <a:pt x="2" y="6"/>
                    <a:pt x="3" y="6"/>
                  </a:cubicBezTo>
                  <a:cubicBezTo>
                    <a:pt x="4" y="6"/>
                    <a:pt x="6" y="6"/>
                    <a:pt x="7" y="7"/>
                  </a:cubicBezTo>
                  <a:cubicBezTo>
                    <a:pt x="9" y="8"/>
                    <a:pt x="11" y="9"/>
                    <a:pt x="13" y="9"/>
                  </a:cubicBezTo>
                  <a:cubicBezTo>
                    <a:pt x="15" y="9"/>
                    <a:pt x="16" y="7"/>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93" name="Google Shape;1093;p49"/>
          <p:cNvGrpSpPr/>
          <p:nvPr/>
        </p:nvGrpSpPr>
        <p:grpSpPr>
          <a:xfrm>
            <a:off x="1519285" y="3782591"/>
            <a:ext cx="349696" cy="389284"/>
            <a:chOff x="1495092" y="3782591"/>
            <a:chExt cx="349696" cy="389284"/>
          </a:xfrm>
        </p:grpSpPr>
        <p:sp>
          <p:nvSpPr>
            <p:cNvPr id="1094" name="Google Shape;1094;p49"/>
            <p:cNvSpPr/>
            <p:nvPr/>
          </p:nvSpPr>
          <p:spPr>
            <a:xfrm>
              <a:off x="1555574" y="3976133"/>
              <a:ext cx="18695" cy="15395"/>
            </a:xfrm>
            <a:custGeom>
              <a:avLst/>
              <a:gdLst/>
              <a:ahLst/>
              <a:cxnLst/>
              <a:rect l="l" t="t" r="r" b="b"/>
              <a:pathLst>
                <a:path w="7" h="6" extrusionOk="0">
                  <a:moveTo>
                    <a:pt x="3" y="0"/>
                  </a:moveTo>
                  <a:cubicBezTo>
                    <a:pt x="1" y="0"/>
                    <a:pt x="0" y="2"/>
                    <a:pt x="1" y="4"/>
                  </a:cubicBezTo>
                  <a:cubicBezTo>
                    <a:pt x="1" y="5"/>
                    <a:pt x="2" y="5"/>
                    <a:pt x="2" y="6"/>
                  </a:cubicBezTo>
                  <a:cubicBezTo>
                    <a:pt x="5" y="6"/>
                    <a:pt x="7" y="4"/>
                    <a:pt x="6" y="2"/>
                  </a:cubicBezTo>
                  <a:cubicBezTo>
                    <a:pt x="6" y="1"/>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5" name="Google Shape;1095;p49"/>
            <p:cNvSpPr/>
            <p:nvPr/>
          </p:nvSpPr>
          <p:spPr>
            <a:xfrm>
              <a:off x="1495092" y="3782591"/>
              <a:ext cx="349696" cy="389284"/>
            </a:xfrm>
            <a:custGeom>
              <a:avLst/>
              <a:gdLst/>
              <a:ahLst/>
              <a:cxnLst/>
              <a:rect l="l" t="t" r="r" b="b"/>
              <a:pathLst>
                <a:path w="134" h="149" extrusionOk="0">
                  <a:moveTo>
                    <a:pt x="134" y="37"/>
                  </a:moveTo>
                  <a:cubicBezTo>
                    <a:pt x="134" y="17"/>
                    <a:pt x="117" y="0"/>
                    <a:pt x="97" y="0"/>
                  </a:cubicBezTo>
                  <a:cubicBezTo>
                    <a:pt x="82" y="0"/>
                    <a:pt x="69" y="8"/>
                    <a:pt x="63" y="21"/>
                  </a:cubicBezTo>
                  <a:cubicBezTo>
                    <a:pt x="62" y="21"/>
                    <a:pt x="62" y="21"/>
                    <a:pt x="61" y="21"/>
                  </a:cubicBezTo>
                  <a:cubicBezTo>
                    <a:pt x="48" y="21"/>
                    <a:pt x="35" y="26"/>
                    <a:pt x="26" y="35"/>
                  </a:cubicBezTo>
                  <a:cubicBezTo>
                    <a:pt x="16" y="45"/>
                    <a:pt x="11" y="57"/>
                    <a:pt x="11" y="70"/>
                  </a:cubicBezTo>
                  <a:cubicBezTo>
                    <a:pt x="11" y="73"/>
                    <a:pt x="8" y="79"/>
                    <a:pt x="4" y="85"/>
                  </a:cubicBezTo>
                  <a:cubicBezTo>
                    <a:pt x="0" y="91"/>
                    <a:pt x="0" y="95"/>
                    <a:pt x="1" y="97"/>
                  </a:cubicBezTo>
                  <a:cubicBezTo>
                    <a:pt x="3" y="100"/>
                    <a:pt x="6" y="103"/>
                    <a:pt x="14" y="104"/>
                  </a:cubicBezTo>
                  <a:cubicBezTo>
                    <a:pt x="14" y="116"/>
                    <a:pt x="14" y="116"/>
                    <a:pt x="14" y="116"/>
                  </a:cubicBezTo>
                  <a:cubicBezTo>
                    <a:pt x="14" y="125"/>
                    <a:pt x="21" y="132"/>
                    <a:pt x="30" y="132"/>
                  </a:cubicBezTo>
                  <a:cubicBezTo>
                    <a:pt x="37" y="132"/>
                    <a:pt x="41" y="132"/>
                    <a:pt x="43" y="134"/>
                  </a:cubicBezTo>
                  <a:cubicBezTo>
                    <a:pt x="45" y="135"/>
                    <a:pt x="46" y="139"/>
                    <a:pt x="46" y="146"/>
                  </a:cubicBezTo>
                  <a:cubicBezTo>
                    <a:pt x="46" y="148"/>
                    <a:pt x="47" y="149"/>
                    <a:pt x="49" y="149"/>
                  </a:cubicBezTo>
                  <a:cubicBezTo>
                    <a:pt x="91" y="149"/>
                    <a:pt x="91" y="149"/>
                    <a:pt x="91" y="149"/>
                  </a:cubicBezTo>
                  <a:cubicBezTo>
                    <a:pt x="91" y="149"/>
                    <a:pt x="91" y="149"/>
                    <a:pt x="92" y="149"/>
                  </a:cubicBezTo>
                  <a:cubicBezTo>
                    <a:pt x="93" y="148"/>
                    <a:pt x="94" y="147"/>
                    <a:pt x="94" y="146"/>
                  </a:cubicBezTo>
                  <a:cubicBezTo>
                    <a:pt x="93" y="140"/>
                    <a:pt x="93" y="136"/>
                    <a:pt x="93" y="132"/>
                  </a:cubicBezTo>
                  <a:cubicBezTo>
                    <a:pt x="93" y="131"/>
                    <a:pt x="92" y="129"/>
                    <a:pt x="90" y="129"/>
                  </a:cubicBezTo>
                  <a:cubicBezTo>
                    <a:pt x="90" y="129"/>
                    <a:pt x="90" y="129"/>
                    <a:pt x="90" y="129"/>
                  </a:cubicBezTo>
                  <a:cubicBezTo>
                    <a:pt x="89" y="129"/>
                    <a:pt x="87" y="131"/>
                    <a:pt x="87" y="132"/>
                  </a:cubicBezTo>
                  <a:cubicBezTo>
                    <a:pt x="87" y="135"/>
                    <a:pt x="87" y="139"/>
                    <a:pt x="88" y="143"/>
                  </a:cubicBezTo>
                  <a:cubicBezTo>
                    <a:pt x="52" y="143"/>
                    <a:pt x="52" y="143"/>
                    <a:pt x="52" y="143"/>
                  </a:cubicBezTo>
                  <a:cubicBezTo>
                    <a:pt x="51" y="137"/>
                    <a:pt x="50" y="132"/>
                    <a:pt x="47" y="129"/>
                  </a:cubicBezTo>
                  <a:cubicBezTo>
                    <a:pt x="44" y="126"/>
                    <a:pt x="38" y="126"/>
                    <a:pt x="30" y="126"/>
                  </a:cubicBezTo>
                  <a:cubicBezTo>
                    <a:pt x="24" y="126"/>
                    <a:pt x="20" y="122"/>
                    <a:pt x="20" y="116"/>
                  </a:cubicBezTo>
                  <a:cubicBezTo>
                    <a:pt x="20" y="112"/>
                    <a:pt x="20" y="112"/>
                    <a:pt x="20" y="112"/>
                  </a:cubicBezTo>
                  <a:cubicBezTo>
                    <a:pt x="28" y="112"/>
                    <a:pt x="28" y="112"/>
                    <a:pt x="28" y="112"/>
                  </a:cubicBezTo>
                  <a:cubicBezTo>
                    <a:pt x="30" y="112"/>
                    <a:pt x="31" y="111"/>
                    <a:pt x="31" y="110"/>
                  </a:cubicBezTo>
                  <a:cubicBezTo>
                    <a:pt x="32" y="108"/>
                    <a:pt x="30" y="107"/>
                    <a:pt x="28" y="107"/>
                  </a:cubicBezTo>
                  <a:cubicBezTo>
                    <a:pt x="20" y="107"/>
                    <a:pt x="20" y="107"/>
                    <a:pt x="20" y="107"/>
                  </a:cubicBezTo>
                  <a:cubicBezTo>
                    <a:pt x="20" y="101"/>
                    <a:pt x="20" y="101"/>
                    <a:pt x="20" y="101"/>
                  </a:cubicBezTo>
                  <a:cubicBezTo>
                    <a:pt x="20" y="99"/>
                    <a:pt x="18" y="98"/>
                    <a:pt x="17" y="98"/>
                  </a:cubicBezTo>
                  <a:cubicBezTo>
                    <a:pt x="11" y="98"/>
                    <a:pt x="8" y="97"/>
                    <a:pt x="7" y="95"/>
                  </a:cubicBezTo>
                  <a:cubicBezTo>
                    <a:pt x="6" y="93"/>
                    <a:pt x="7" y="91"/>
                    <a:pt x="8" y="88"/>
                  </a:cubicBezTo>
                  <a:cubicBezTo>
                    <a:pt x="12" y="83"/>
                    <a:pt x="17" y="76"/>
                    <a:pt x="17" y="70"/>
                  </a:cubicBezTo>
                  <a:cubicBezTo>
                    <a:pt x="17" y="46"/>
                    <a:pt x="36" y="27"/>
                    <a:pt x="60" y="26"/>
                  </a:cubicBezTo>
                  <a:cubicBezTo>
                    <a:pt x="59" y="30"/>
                    <a:pt x="59" y="34"/>
                    <a:pt x="59" y="37"/>
                  </a:cubicBezTo>
                  <a:cubicBezTo>
                    <a:pt x="59" y="58"/>
                    <a:pt x="76" y="75"/>
                    <a:pt x="97" y="75"/>
                  </a:cubicBezTo>
                  <a:cubicBezTo>
                    <a:pt x="99" y="75"/>
                    <a:pt x="102" y="75"/>
                    <a:pt x="105" y="74"/>
                  </a:cubicBezTo>
                  <a:cubicBezTo>
                    <a:pt x="104" y="81"/>
                    <a:pt x="102" y="87"/>
                    <a:pt x="99" y="93"/>
                  </a:cubicBezTo>
                  <a:cubicBezTo>
                    <a:pt x="96" y="97"/>
                    <a:pt x="94" y="101"/>
                    <a:pt x="92" y="105"/>
                  </a:cubicBezTo>
                  <a:cubicBezTo>
                    <a:pt x="92" y="107"/>
                    <a:pt x="92" y="108"/>
                    <a:pt x="94" y="109"/>
                  </a:cubicBezTo>
                  <a:cubicBezTo>
                    <a:pt x="94" y="109"/>
                    <a:pt x="94" y="109"/>
                    <a:pt x="95" y="109"/>
                  </a:cubicBezTo>
                  <a:cubicBezTo>
                    <a:pt x="96" y="109"/>
                    <a:pt x="97" y="109"/>
                    <a:pt x="98" y="108"/>
                  </a:cubicBezTo>
                  <a:cubicBezTo>
                    <a:pt x="99" y="104"/>
                    <a:pt x="101" y="100"/>
                    <a:pt x="104" y="96"/>
                  </a:cubicBezTo>
                  <a:cubicBezTo>
                    <a:pt x="108" y="89"/>
                    <a:pt x="111" y="81"/>
                    <a:pt x="111" y="72"/>
                  </a:cubicBezTo>
                  <a:cubicBezTo>
                    <a:pt x="125" y="67"/>
                    <a:pt x="134" y="53"/>
                    <a:pt x="134" y="37"/>
                  </a:cubicBezTo>
                  <a:close/>
                  <a:moveTo>
                    <a:pt x="65" y="38"/>
                  </a:moveTo>
                  <a:cubicBezTo>
                    <a:pt x="65" y="20"/>
                    <a:pt x="79" y="6"/>
                    <a:pt x="97" y="6"/>
                  </a:cubicBezTo>
                  <a:cubicBezTo>
                    <a:pt x="97" y="6"/>
                    <a:pt x="97" y="6"/>
                    <a:pt x="97" y="6"/>
                  </a:cubicBezTo>
                  <a:cubicBezTo>
                    <a:pt x="105" y="6"/>
                    <a:pt x="111" y="12"/>
                    <a:pt x="111" y="20"/>
                  </a:cubicBezTo>
                  <a:cubicBezTo>
                    <a:pt x="111" y="28"/>
                    <a:pt x="105" y="35"/>
                    <a:pt x="97" y="35"/>
                  </a:cubicBezTo>
                  <a:cubicBezTo>
                    <a:pt x="85" y="35"/>
                    <a:pt x="76" y="44"/>
                    <a:pt x="76" y="55"/>
                  </a:cubicBezTo>
                  <a:cubicBezTo>
                    <a:pt x="76" y="58"/>
                    <a:pt x="77" y="61"/>
                    <a:pt x="78" y="64"/>
                  </a:cubicBezTo>
                  <a:cubicBezTo>
                    <a:pt x="70" y="58"/>
                    <a:pt x="65" y="48"/>
                    <a:pt x="65" y="38"/>
                  </a:cubicBezTo>
                  <a:close/>
                  <a:moveTo>
                    <a:pt x="97" y="70"/>
                  </a:moveTo>
                  <a:cubicBezTo>
                    <a:pt x="97" y="70"/>
                    <a:pt x="97" y="70"/>
                    <a:pt x="97" y="70"/>
                  </a:cubicBezTo>
                  <a:cubicBezTo>
                    <a:pt x="89" y="70"/>
                    <a:pt x="82" y="63"/>
                    <a:pt x="82" y="55"/>
                  </a:cubicBezTo>
                  <a:cubicBezTo>
                    <a:pt x="82" y="47"/>
                    <a:pt x="89" y="40"/>
                    <a:pt x="97" y="40"/>
                  </a:cubicBezTo>
                  <a:cubicBezTo>
                    <a:pt x="108" y="40"/>
                    <a:pt x="117" y="31"/>
                    <a:pt x="117" y="20"/>
                  </a:cubicBezTo>
                  <a:cubicBezTo>
                    <a:pt x="117" y="17"/>
                    <a:pt x="116" y="14"/>
                    <a:pt x="115" y="11"/>
                  </a:cubicBezTo>
                  <a:cubicBezTo>
                    <a:pt x="123" y="17"/>
                    <a:pt x="129" y="27"/>
                    <a:pt x="129" y="38"/>
                  </a:cubicBezTo>
                  <a:cubicBezTo>
                    <a:pt x="129" y="55"/>
                    <a:pt x="114" y="70"/>
                    <a:pt x="97" y="7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6;p49"/>
            <p:cNvSpPr/>
            <p:nvPr/>
          </p:nvSpPr>
          <p:spPr>
            <a:xfrm>
              <a:off x="1738120" y="3827677"/>
              <a:ext cx="18695" cy="15395"/>
            </a:xfrm>
            <a:custGeom>
              <a:avLst/>
              <a:gdLst/>
              <a:ahLst/>
              <a:cxnLst/>
              <a:rect l="l" t="t" r="r" b="b"/>
              <a:pathLst>
                <a:path w="7" h="6" extrusionOk="0">
                  <a:moveTo>
                    <a:pt x="4" y="6"/>
                  </a:moveTo>
                  <a:cubicBezTo>
                    <a:pt x="6" y="6"/>
                    <a:pt x="7" y="4"/>
                    <a:pt x="6" y="1"/>
                  </a:cubicBezTo>
                  <a:cubicBezTo>
                    <a:pt x="6" y="1"/>
                    <a:pt x="5" y="0"/>
                    <a:pt x="4" y="0"/>
                  </a:cubicBezTo>
                  <a:cubicBezTo>
                    <a:pt x="4" y="0"/>
                    <a:pt x="4" y="0"/>
                    <a:pt x="4" y="0"/>
                  </a:cubicBezTo>
                  <a:cubicBezTo>
                    <a:pt x="3" y="0"/>
                    <a:pt x="2" y="1"/>
                    <a:pt x="1" y="2"/>
                  </a:cubicBezTo>
                  <a:cubicBezTo>
                    <a:pt x="0" y="4"/>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7;p49"/>
            <p:cNvSpPr/>
            <p:nvPr/>
          </p:nvSpPr>
          <p:spPr>
            <a:xfrm>
              <a:off x="1738120" y="3918950"/>
              <a:ext cx="18695" cy="17595"/>
            </a:xfrm>
            <a:custGeom>
              <a:avLst/>
              <a:gdLst/>
              <a:ahLst/>
              <a:cxnLst/>
              <a:rect l="l" t="t" r="r" b="b"/>
              <a:pathLst>
                <a:path w="7" h="7" extrusionOk="0">
                  <a:moveTo>
                    <a:pt x="4" y="0"/>
                  </a:moveTo>
                  <a:cubicBezTo>
                    <a:pt x="4" y="0"/>
                    <a:pt x="4" y="0"/>
                    <a:pt x="4" y="0"/>
                  </a:cubicBezTo>
                  <a:cubicBezTo>
                    <a:pt x="2" y="0"/>
                    <a:pt x="1" y="1"/>
                    <a:pt x="1" y="2"/>
                  </a:cubicBezTo>
                  <a:cubicBezTo>
                    <a:pt x="0" y="4"/>
                    <a:pt x="2" y="7"/>
                    <a:pt x="5" y="6"/>
                  </a:cubicBezTo>
                  <a:cubicBezTo>
                    <a:pt x="6" y="5"/>
                    <a:pt x="6" y="5"/>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8" name="Google Shape;1098;p49"/>
            <p:cNvSpPr/>
            <p:nvPr/>
          </p:nvSpPr>
          <p:spPr>
            <a:xfrm>
              <a:off x="1724923" y="4086100"/>
              <a:ext cx="18695" cy="18695"/>
            </a:xfrm>
            <a:custGeom>
              <a:avLst/>
              <a:gdLst/>
              <a:ahLst/>
              <a:cxnLst/>
              <a:rect l="l" t="t" r="r" b="b"/>
              <a:pathLst>
                <a:path w="7" h="7" extrusionOk="0">
                  <a:moveTo>
                    <a:pt x="3" y="0"/>
                  </a:moveTo>
                  <a:cubicBezTo>
                    <a:pt x="3" y="0"/>
                    <a:pt x="3" y="0"/>
                    <a:pt x="3" y="0"/>
                  </a:cubicBezTo>
                  <a:cubicBezTo>
                    <a:pt x="2" y="0"/>
                    <a:pt x="1" y="1"/>
                    <a:pt x="1" y="2"/>
                  </a:cubicBezTo>
                  <a:cubicBezTo>
                    <a:pt x="0" y="4"/>
                    <a:pt x="2" y="7"/>
                    <a:pt x="4" y="6"/>
                  </a:cubicBezTo>
                  <a:cubicBezTo>
                    <a:pt x="5" y="6"/>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99" name="Google Shape;1099;p49"/>
          <p:cNvGrpSpPr/>
          <p:nvPr/>
        </p:nvGrpSpPr>
        <p:grpSpPr>
          <a:xfrm>
            <a:off x="7095173" y="3228355"/>
            <a:ext cx="389284" cy="284816"/>
            <a:chOff x="7091324" y="3228355"/>
            <a:chExt cx="389284" cy="284816"/>
          </a:xfrm>
        </p:grpSpPr>
        <p:sp>
          <p:nvSpPr>
            <p:cNvPr id="1100" name="Google Shape;1100;p49"/>
            <p:cNvSpPr/>
            <p:nvPr/>
          </p:nvSpPr>
          <p:spPr>
            <a:xfrm>
              <a:off x="7091324" y="3228355"/>
              <a:ext cx="389284" cy="284816"/>
            </a:xfrm>
            <a:custGeom>
              <a:avLst/>
              <a:gdLst/>
              <a:ahLst/>
              <a:cxnLst/>
              <a:rect l="l" t="t" r="r" b="b"/>
              <a:pathLst>
                <a:path w="149" h="109" extrusionOk="0">
                  <a:moveTo>
                    <a:pt x="149" y="59"/>
                  </a:moveTo>
                  <a:cubicBezTo>
                    <a:pt x="149" y="51"/>
                    <a:pt x="145" y="45"/>
                    <a:pt x="139" y="41"/>
                  </a:cubicBezTo>
                  <a:cubicBezTo>
                    <a:pt x="139" y="40"/>
                    <a:pt x="139" y="39"/>
                    <a:pt x="139" y="38"/>
                  </a:cubicBezTo>
                  <a:cubicBezTo>
                    <a:pt x="139" y="27"/>
                    <a:pt x="130" y="18"/>
                    <a:pt x="119" y="18"/>
                  </a:cubicBezTo>
                  <a:cubicBezTo>
                    <a:pt x="118" y="18"/>
                    <a:pt x="117" y="18"/>
                    <a:pt x="116" y="18"/>
                  </a:cubicBezTo>
                  <a:cubicBezTo>
                    <a:pt x="111" y="9"/>
                    <a:pt x="102" y="4"/>
                    <a:pt x="91" y="4"/>
                  </a:cubicBezTo>
                  <a:cubicBezTo>
                    <a:pt x="88" y="4"/>
                    <a:pt x="84" y="5"/>
                    <a:pt x="80" y="6"/>
                  </a:cubicBezTo>
                  <a:cubicBezTo>
                    <a:pt x="77" y="2"/>
                    <a:pt x="72" y="0"/>
                    <a:pt x="66" y="0"/>
                  </a:cubicBezTo>
                  <a:cubicBezTo>
                    <a:pt x="62" y="0"/>
                    <a:pt x="58" y="1"/>
                    <a:pt x="55" y="4"/>
                  </a:cubicBezTo>
                  <a:cubicBezTo>
                    <a:pt x="53" y="2"/>
                    <a:pt x="50" y="1"/>
                    <a:pt x="46" y="1"/>
                  </a:cubicBezTo>
                  <a:cubicBezTo>
                    <a:pt x="38" y="1"/>
                    <a:pt x="31" y="7"/>
                    <a:pt x="28" y="14"/>
                  </a:cubicBezTo>
                  <a:cubicBezTo>
                    <a:pt x="27" y="14"/>
                    <a:pt x="27" y="14"/>
                    <a:pt x="27" y="14"/>
                  </a:cubicBezTo>
                  <a:cubicBezTo>
                    <a:pt x="17" y="14"/>
                    <a:pt x="10" y="22"/>
                    <a:pt x="9" y="31"/>
                  </a:cubicBezTo>
                  <a:cubicBezTo>
                    <a:pt x="3" y="35"/>
                    <a:pt x="0" y="41"/>
                    <a:pt x="0" y="48"/>
                  </a:cubicBezTo>
                  <a:cubicBezTo>
                    <a:pt x="0" y="56"/>
                    <a:pt x="4" y="63"/>
                    <a:pt x="11" y="66"/>
                  </a:cubicBezTo>
                  <a:cubicBezTo>
                    <a:pt x="11" y="75"/>
                    <a:pt x="19" y="83"/>
                    <a:pt x="28" y="83"/>
                  </a:cubicBezTo>
                  <a:cubicBezTo>
                    <a:pt x="28" y="83"/>
                    <a:pt x="29" y="83"/>
                    <a:pt x="29" y="83"/>
                  </a:cubicBezTo>
                  <a:cubicBezTo>
                    <a:pt x="32" y="93"/>
                    <a:pt x="41" y="99"/>
                    <a:pt x="51" y="99"/>
                  </a:cubicBezTo>
                  <a:cubicBezTo>
                    <a:pt x="54" y="99"/>
                    <a:pt x="56" y="99"/>
                    <a:pt x="59" y="98"/>
                  </a:cubicBezTo>
                  <a:cubicBezTo>
                    <a:pt x="62" y="102"/>
                    <a:pt x="66" y="105"/>
                    <a:pt x="71" y="107"/>
                  </a:cubicBezTo>
                  <a:cubicBezTo>
                    <a:pt x="74" y="108"/>
                    <a:pt x="78" y="109"/>
                    <a:pt x="81" y="109"/>
                  </a:cubicBezTo>
                  <a:cubicBezTo>
                    <a:pt x="84" y="109"/>
                    <a:pt x="86" y="108"/>
                    <a:pt x="88" y="108"/>
                  </a:cubicBezTo>
                  <a:cubicBezTo>
                    <a:pt x="91" y="107"/>
                    <a:pt x="94" y="106"/>
                    <a:pt x="96" y="104"/>
                  </a:cubicBezTo>
                  <a:cubicBezTo>
                    <a:pt x="101" y="107"/>
                    <a:pt x="106" y="109"/>
                    <a:pt x="112" y="109"/>
                  </a:cubicBezTo>
                  <a:cubicBezTo>
                    <a:pt x="128" y="109"/>
                    <a:pt x="141" y="96"/>
                    <a:pt x="141" y="80"/>
                  </a:cubicBezTo>
                  <a:cubicBezTo>
                    <a:pt x="141" y="78"/>
                    <a:pt x="140" y="77"/>
                    <a:pt x="140" y="75"/>
                  </a:cubicBezTo>
                  <a:cubicBezTo>
                    <a:pt x="145" y="72"/>
                    <a:pt x="149" y="66"/>
                    <a:pt x="149" y="59"/>
                  </a:cubicBezTo>
                  <a:close/>
                  <a:moveTo>
                    <a:pt x="87" y="102"/>
                  </a:moveTo>
                  <a:cubicBezTo>
                    <a:pt x="79" y="104"/>
                    <a:pt x="70" y="102"/>
                    <a:pt x="64" y="96"/>
                  </a:cubicBezTo>
                  <a:cubicBezTo>
                    <a:pt x="67" y="94"/>
                    <a:pt x="69" y="92"/>
                    <a:pt x="71" y="89"/>
                  </a:cubicBezTo>
                  <a:cubicBezTo>
                    <a:pt x="76" y="91"/>
                    <a:pt x="81" y="93"/>
                    <a:pt x="86" y="93"/>
                  </a:cubicBezTo>
                  <a:cubicBezTo>
                    <a:pt x="87" y="96"/>
                    <a:pt x="89" y="98"/>
                    <a:pt x="91" y="100"/>
                  </a:cubicBezTo>
                  <a:cubicBezTo>
                    <a:pt x="90" y="101"/>
                    <a:pt x="89" y="102"/>
                    <a:pt x="87" y="102"/>
                  </a:cubicBezTo>
                  <a:close/>
                  <a:moveTo>
                    <a:pt x="135" y="80"/>
                  </a:moveTo>
                  <a:cubicBezTo>
                    <a:pt x="135" y="93"/>
                    <a:pt x="124" y="103"/>
                    <a:pt x="112" y="103"/>
                  </a:cubicBezTo>
                  <a:cubicBezTo>
                    <a:pt x="104" y="103"/>
                    <a:pt x="97" y="99"/>
                    <a:pt x="92" y="93"/>
                  </a:cubicBezTo>
                  <a:cubicBezTo>
                    <a:pt x="93" y="93"/>
                    <a:pt x="94" y="92"/>
                    <a:pt x="95" y="92"/>
                  </a:cubicBezTo>
                  <a:cubicBezTo>
                    <a:pt x="95" y="92"/>
                    <a:pt x="95" y="92"/>
                    <a:pt x="95" y="92"/>
                  </a:cubicBezTo>
                  <a:cubicBezTo>
                    <a:pt x="97" y="89"/>
                    <a:pt x="95" y="86"/>
                    <a:pt x="92" y="87"/>
                  </a:cubicBezTo>
                  <a:cubicBezTo>
                    <a:pt x="91" y="87"/>
                    <a:pt x="89" y="87"/>
                    <a:pt x="88" y="87"/>
                  </a:cubicBezTo>
                  <a:cubicBezTo>
                    <a:pt x="82" y="87"/>
                    <a:pt x="76" y="85"/>
                    <a:pt x="72" y="82"/>
                  </a:cubicBezTo>
                  <a:cubicBezTo>
                    <a:pt x="72" y="82"/>
                    <a:pt x="72" y="82"/>
                    <a:pt x="72" y="82"/>
                  </a:cubicBezTo>
                  <a:cubicBezTo>
                    <a:pt x="70" y="81"/>
                    <a:pt x="68" y="80"/>
                    <a:pt x="67" y="78"/>
                  </a:cubicBezTo>
                  <a:cubicBezTo>
                    <a:pt x="66" y="78"/>
                    <a:pt x="66" y="78"/>
                    <a:pt x="66" y="78"/>
                  </a:cubicBezTo>
                  <a:cubicBezTo>
                    <a:pt x="62" y="78"/>
                    <a:pt x="61" y="81"/>
                    <a:pt x="63" y="83"/>
                  </a:cubicBezTo>
                  <a:cubicBezTo>
                    <a:pt x="64" y="84"/>
                    <a:pt x="65" y="85"/>
                    <a:pt x="66" y="86"/>
                  </a:cubicBezTo>
                  <a:cubicBezTo>
                    <a:pt x="63" y="91"/>
                    <a:pt x="57" y="94"/>
                    <a:pt x="51" y="94"/>
                  </a:cubicBezTo>
                  <a:cubicBezTo>
                    <a:pt x="43" y="94"/>
                    <a:pt x="36" y="88"/>
                    <a:pt x="34" y="79"/>
                  </a:cubicBezTo>
                  <a:cubicBezTo>
                    <a:pt x="34" y="79"/>
                    <a:pt x="34" y="79"/>
                    <a:pt x="33" y="79"/>
                  </a:cubicBezTo>
                  <a:cubicBezTo>
                    <a:pt x="33" y="79"/>
                    <a:pt x="33" y="78"/>
                    <a:pt x="33" y="78"/>
                  </a:cubicBezTo>
                  <a:cubicBezTo>
                    <a:pt x="35" y="75"/>
                    <a:pt x="31" y="71"/>
                    <a:pt x="28" y="74"/>
                  </a:cubicBezTo>
                  <a:cubicBezTo>
                    <a:pt x="28" y="74"/>
                    <a:pt x="28" y="75"/>
                    <a:pt x="28" y="75"/>
                  </a:cubicBezTo>
                  <a:cubicBezTo>
                    <a:pt x="28" y="76"/>
                    <a:pt x="28" y="76"/>
                    <a:pt x="28" y="77"/>
                  </a:cubicBezTo>
                  <a:cubicBezTo>
                    <a:pt x="22" y="77"/>
                    <a:pt x="18" y="73"/>
                    <a:pt x="17" y="68"/>
                  </a:cubicBezTo>
                  <a:cubicBezTo>
                    <a:pt x="18" y="68"/>
                    <a:pt x="20" y="68"/>
                    <a:pt x="21" y="68"/>
                  </a:cubicBezTo>
                  <a:cubicBezTo>
                    <a:pt x="21" y="68"/>
                    <a:pt x="22" y="68"/>
                    <a:pt x="22" y="68"/>
                  </a:cubicBezTo>
                  <a:cubicBezTo>
                    <a:pt x="25" y="65"/>
                    <a:pt x="21" y="60"/>
                    <a:pt x="17" y="64"/>
                  </a:cubicBezTo>
                  <a:cubicBezTo>
                    <a:pt x="16" y="65"/>
                    <a:pt x="15" y="65"/>
                    <a:pt x="15" y="63"/>
                  </a:cubicBezTo>
                  <a:cubicBezTo>
                    <a:pt x="15" y="62"/>
                    <a:pt x="15" y="62"/>
                    <a:pt x="15" y="62"/>
                  </a:cubicBezTo>
                  <a:cubicBezTo>
                    <a:pt x="9" y="59"/>
                    <a:pt x="6" y="54"/>
                    <a:pt x="6" y="48"/>
                  </a:cubicBezTo>
                  <a:cubicBezTo>
                    <a:pt x="6" y="43"/>
                    <a:pt x="9" y="38"/>
                    <a:pt x="14" y="35"/>
                  </a:cubicBezTo>
                  <a:cubicBezTo>
                    <a:pt x="14" y="35"/>
                    <a:pt x="14" y="35"/>
                    <a:pt x="14" y="35"/>
                  </a:cubicBezTo>
                  <a:cubicBezTo>
                    <a:pt x="14" y="35"/>
                    <a:pt x="14" y="35"/>
                    <a:pt x="14" y="35"/>
                  </a:cubicBezTo>
                  <a:cubicBezTo>
                    <a:pt x="15" y="34"/>
                    <a:pt x="16" y="34"/>
                    <a:pt x="17" y="34"/>
                  </a:cubicBezTo>
                  <a:cubicBezTo>
                    <a:pt x="21" y="34"/>
                    <a:pt x="21" y="34"/>
                    <a:pt x="21" y="34"/>
                  </a:cubicBezTo>
                  <a:cubicBezTo>
                    <a:pt x="21" y="34"/>
                    <a:pt x="22" y="34"/>
                    <a:pt x="22" y="33"/>
                  </a:cubicBezTo>
                  <a:cubicBezTo>
                    <a:pt x="24" y="31"/>
                    <a:pt x="23" y="28"/>
                    <a:pt x="20" y="28"/>
                  </a:cubicBezTo>
                  <a:cubicBezTo>
                    <a:pt x="20" y="28"/>
                    <a:pt x="20" y="28"/>
                    <a:pt x="20" y="28"/>
                  </a:cubicBezTo>
                  <a:cubicBezTo>
                    <a:pt x="19" y="28"/>
                    <a:pt x="17" y="28"/>
                    <a:pt x="16" y="28"/>
                  </a:cubicBezTo>
                  <a:cubicBezTo>
                    <a:pt x="17" y="24"/>
                    <a:pt x="21" y="20"/>
                    <a:pt x="27" y="20"/>
                  </a:cubicBezTo>
                  <a:cubicBezTo>
                    <a:pt x="28" y="20"/>
                    <a:pt x="28" y="20"/>
                    <a:pt x="29" y="20"/>
                  </a:cubicBezTo>
                  <a:cubicBezTo>
                    <a:pt x="29" y="20"/>
                    <a:pt x="29" y="20"/>
                    <a:pt x="29" y="20"/>
                  </a:cubicBezTo>
                  <a:cubicBezTo>
                    <a:pt x="31" y="21"/>
                    <a:pt x="33" y="22"/>
                    <a:pt x="35" y="23"/>
                  </a:cubicBezTo>
                  <a:cubicBezTo>
                    <a:pt x="36" y="24"/>
                    <a:pt x="36" y="24"/>
                    <a:pt x="37" y="24"/>
                  </a:cubicBezTo>
                  <a:cubicBezTo>
                    <a:pt x="38" y="24"/>
                    <a:pt x="40" y="23"/>
                    <a:pt x="40" y="21"/>
                  </a:cubicBezTo>
                  <a:cubicBezTo>
                    <a:pt x="40" y="20"/>
                    <a:pt x="40" y="20"/>
                    <a:pt x="40" y="20"/>
                  </a:cubicBezTo>
                  <a:cubicBezTo>
                    <a:pt x="38" y="18"/>
                    <a:pt x="36" y="16"/>
                    <a:pt x="33" y="15"/>
                  </a:cubicBezTo>
                  <a:cubicBezTo>
                    <a:pt x="36" y="11"/>
                    <a:pt x="41" y="7"/>
                    <a:pt x="46" y="7"/>
                  </a:cubicBezTo>
                  <a:cubicBezTo>
                    <a:pt x="49" y="7"/>
                    <a:pt x="52" y="8"/>
                    <a:pt x="54" y="10"/>
                  </a:cubicBezTo>
                  <a:cubicBezTo>
                    <a:pt x="54" y="10"/>
                    <a:pt x="54" y="10"/>
                    <a:pt x="54" y="10"/>
                  </a:cubicBezTo>
                  <a:cubicBezTo>
                    <a:pt x="55" y="9"/>
                    <a:pt x="56" y="10"/>
                    <a:pt x="56" y="11"/>
                  </a:cubicBezTo>
                  <a:cubicBezTo>
                    <a:pt x="57" y="12"/>
                    <a:pt x="58" y="12"/>
                    <a:pt x="59" y="12"/>
                  </a:cubicBezTo>
                  <a:cubicBezTo>
                    <a:pt x="59" y="12"/>
                    <a:pt x="60" y="12"/>
                    <a:pt x="61" y="12"/>
                  </a:cubicBezTo>
                  <a:cubicBezTo>
                    <a:pt x="62" y="10"/>
                    <a:pt x="62" y="9"/>
                    <a:pt x="61" y="7"/>
                  </a:cubicBezTo>
                  <a:cubicBezTo>
                    <a:pt x="61" y="7"/>
                    <a:pt x="60" y="7"/>
                    <a:pt x="60" y="7"/>
                  </a:cubicBezTo>
                  <a:cubicBezTo>
                    <a:pt x="62" y="6"/>
                    <a:pt x="64" y="5"/>
                    <a:pt x="66" y="5"/>
                  </a:cubicBezTo>
                  <a:cubicBezTo>
                    <a:pt x="70" y="5"/>
                    <a:pt x="73" y="7"/>
                    <a:pt x="75" y="9"/>
                  </a:cubicBezTo>
                  <a:cubicBezTo>
                    <a:pt x="74" y="10"/>
                    <a:pt x="74" y="10"/>
                    <a:pt x="73" y="11"/>
                  </a:cubicBezTo>
                  <a:cubicBezTo>
                    <a:pt x="73" y="11"/>
                    <a:pt x="73" y="11"/>
                    <a:pt x="73" y="11"/>
                  </a:cubicBezTo>
                  <a:cubicBezTo>
                    <a:pt x="73" y="14"/>
                    <a:pt x="74" y="15"/>
                    <a:pt x="76" y="15"/>
                  </a:cubicBezTo>
                  <a:cubicBezTo>
                    <a:pt x="77" y="15"/>
                    <a:pt x="78" y="15"/>
                    <a:pt x="79" y="13"/>
                  </a:cubicBezTo>
                  <a:cubicBezTo>
                    <a:pt x="79" y="13"/>
                    <a:pt x="80" y="13"/>
                    <a:pt x="80" y="13"/>
                  </a:cubicBezTo>
                  <a:cubicBezTo>
                    <a:pt x="80" y="13"/>
                    <a:pt x="80" y="13"/>
                    <a:pt x="80" y="13"/>
                  </a:cubicBezTo>
                  <a:cubicBezTo>
                    <a:pt x="84" y="11"/>
                    <a:pt x="88" y="10"/>
                    <a:pt x="91" y="10"/>
                  </a:cubicBezTo>
                  <a:cubicBezTo>
                    <a:pt x="100" y="10"/>
                    <a:pt x="108" y="15"/>
                    <a:pt x="112" y="22"/>
                  </a:cubicBezTo>
                  <a:cubicBezTo>
                    <a:pt x="112" y="22"/>
                    <a:pt x="112" y="22"/>
                    <a:pt x="112" y="22"/>
                  </a:cubicBezTo>
                  <a:cubicBezTo>
                    <a:pt x="114" y="26"/>
                    <a:pt x="115" y="30"/>
                    <a:pt x="114" y="34"/>
                  </a:cubicBezTo>
                  <a:cubicBezTo>
                    <a:pt x="114" y="34"/>
                    <a:pt x="115" y="35"/>
                    <a:pt x="115" y="35"/>
                  </a:cubicBezTo>
                  <a:cubicBezTo>
                    <a:pt x="117" y="37"/>
                    <a:pt x="120" y="35"/>
                    <a:pt x="120" y="33"/>
                  </a:cubicBezTo>
                  <a:cubicBezTo>
                    <a:pt x="120" y="30"/>
                    <a:pt x="120" y="26"/>
                    <a:pt x="119" y="23"/>
                  </a:cubicBezTo>
                  <a:cubicBezTo>
                    <a:pt x="119" y="23"/>
                    <a:pt x="119" y="23"/>
                    <a:pt x="119" y="23"/>
                  </a:cubicBezTo>
                  <a:cubicBezTo>
                    <a:pt x="127" y="23"/>
                    <a:pt x="133" y="30"/>
                    <a:pt x="133" y="38"/>
                  </a:cubicBezTo>
                  <a:cubicBezTo>
                    <a:pt x="133" y="39"/>
                    <a:pt x="133" y="41"/>
                    <a:pt x="133" y="42"/>
                  </a:cubicBezTo>
                  <a:cubicBezTo>
                    <a:pt x="133" y="42"/>
                    <a:pt x="133" y="42"/>
                    <a:pt x="133" y="42"/>
                  </a:cubicBezTo>
                  <a:cubicBezTo>
                    <a:pt x="132" y="44"/>
                    <a:pt x="130" y="47"/>
                    <a:pt x="128" y="49"/>
                  </a:cubicBezTo>
                  <a:cubicBezTo>
                    <a:pt x="128" y="49"/>
                    <a:pt x="128" y="49"/>
                    <a:pt x="128" y="49"/>
                  </a:cubicBezTo>
                  <a:cubicBezTo>
                    <a:pt x="128" y="52"/>
                    <a:pt x="130" y="53"/>
                    <a:pt x="131" y="53"/>
                  </a:cubicBezTo>
                  <a:cubicBezTo>
                    <a:pt x="132" y="53"/>
                    <a:pt x="133" y="53"/>
                    <a:pt x="133" y="52"/>
                  </a:cubicBezTo>
                  <a:cubicBezTo>
                    <a:pt x="135" y="51"/>
                    <a:pt x="136" y="49"/>
                    <a:pt x="137" y="47"/>
                  </a:cubicBezTo>
                  <a:cubicBezTo>
                    <a:pt x="143" y="51"/>
                    <a:pt x="146" y="61"/>
                    <a:pt x="140" y="69"/>
                  </a:cubicBezTo>
                  <a:cubicBezTo>
                    <a:pt x="139" y="69"/>
                    <a:pt x="139" y="69"/>
                    <a:pt x="139" y="70"/>
                  </a:cubicBezTo>
                  <a:cubicBezTo>
                    <a:pt x="132" y="75"/>
                    <a:pt x="124" y="74"/>
                    <a:pt x="119" y="69"/>
                  </a:cubicBezTo>
                  <a:cubicBezTo>
                    <a:pt x="119" y="69"/>
                    <a:pt x="119" y="69"/>
                    <a:pt x="119" y="69"/>
                  </a:cubicBezTo>
                  <a:cubicBezTo>
                    <a:pt x="117" y="67"/>
                    <a:pt x="115" y="64"/>
                    <a:pt x="115" y="62"/>
                  </a:cubicBezTo>
                  <a:cubicBezTo>
                    <a:pt x="114" y="61"/>
                    <a:pt x="114" y="61"/>
                    <a:pt x="114" y="61"/>
                  </a:cubicBezTo>
                  <a:cubicBezTo>
                    <a:pt x="111" y="59"/>
                    <a:pt x="108" y="62"/>
                    <a:pt x="109" y="64"/>
                  </a:cubicBezTo>
                  <a:cubicBezTo>
                    <a:pt x="110" y="67"/>
                    <a:pt x="111" y="70"/>
                    <a:pt x="113" y="72"/>
                  </a:cubicBezTo>
                  <a:cubicBezTo>
                    <a:pt x="113" y="73"/>
                    <a:pt x="112" y="74"/>
                    <a:pt x="111" y="75"/>
                  </a:cubicBezTo>
                  <a:cubicBezTo>
                    <a:pt x="111" y="75"/>
                    <a:pt x="111" y="75"/>
                    <a:pt x="111" y="76"/>
                  </a:cubicBezTo>
                  <a:cubicBezTo>
                    <a:pt x="112" y="79"/>
                    <a:pt x="115" y="79"/>
                    <a:pt x="117" y="77"/>
                  </a:cubicBezTo>
                  <a:cubicBezTo>
                    <a:pt x="117" y="77"/>
                    <a:pt x="117" y="76"/>
                    <a:pt x="118" y="76"/>
                  </a:cubicBezTo>
                  <a:cubicBezTo>
                    <a:pt x="121" y="78"/>
                    <a:pt x="125" y="79"/>
                    <a:pt x="129" y="79"/>
                  </a:cubicBezTo>
                  <a:cubicBezTo>
                    <a:pt x="131" y="79"/>
                    <a:pt x="133" y="79"/>
                    <a:pt x="135" y="78"/>
                  </a:cubicBezTo>
                  <a:cubicBezTo>
                    <a:pt x="135" y="79"/>
                    <a:pt x="135" y="79"/>
                    <a:pt x="135" y="8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1" name="Google Shape;1101;p49"/>
            <p:cNvSpPr/>
            <p:nvPr/>
          </p:nvSpPr>
          <p:spPr>
            <a:xfrm>
              <a:off x="7355245" y="3442791"/>
              <a:ext cx="18695" cy="18695"/>
            </a:xfrm>
            <a:custGeom>
              <a:avLst/>
              <a:gdLst/>
              <a:ahLst/>
              <a:cxnLst/>
              <a:rect l="l" t="t" r="r" b="b"/>
              <a:pathLst>
                <a:path w="7" h="7" extrusionOk="0">
                  <a:moveTo>
                    <a:pt x="4" y="0"/>
                  </a:moveTo>
                  <a:cubicBezTo>
                    <a:pt x="4" y="0"/>
                    <a:pt x="4" y="0"/>
                    <a:pt x="4" y="0"/>
                  </a:cubicBezTo>
                  <a:cubicBezTo>
                    <a:pt x="3" y="0"/>
                    <a:pt x="2" y="1"/>
                    <a:pt x="1" y="2"/>
                  </a:cubicBezTo>
                  <a:cubicBezTo>
                    <a:pt x="0" y="4"/>
                    <a:pt x="3" y="7"/>
                    <a:pt x="5" y="6"/>
                  </a:cubicBezTo>
                  <a:cubicBezTo>
                    <a:pt x="6" y="5"/>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2;p49"/>
            <p:cNvSpPr/>
            <p:nvPr/>
          </p:nvSpPr>
          <p:spPr>
            <a:xfrm>
              <a:off x="7224385" y="3364715"/>
              <a:ext cx="109967" cy="43987"/>
            </a:xfrm>
            <a:custGeom>
              <a:avLst/>
              <a:gdLst/>
              <a:ahLst/>
              <a:cxnLst/>
              <a:rect l="l" t="t" r="r" b="b"/>
              <a:pathLst>
                <a:path w="42" h="17" extrusionOk="0">
                  <a:moveTo>
                    <a:pt x="21" y="0"/>
                  </a:moveTo>
                  <a:cubicBezTo>
                    <a:pt x="14" y="0"/>
                    <a:pt x="6" y="4"/>
                    <a:pt x="1" y="12"/>
                  </a:cubicBezTo>
                  <a:cubicBezTo>
                    <a:pt x="0" y="13"/>
                    <a:pt x="0" y="15"/>
                    <a:pt x="1" y="16"/>
                  </a:cubicBezTo>
                  <a:cubicBezTo>
                    <a:pt x="2" y="16"/>
                    <a:pt x="3" y="17"/>
                    <a:pt x="3" y="17"/>
                  </a:cubicBezTo>
                  <a:cubicBezTo>
                    <a:pt x="39" y="17"/>
                    <a:pt x="39" y="17"/>
                    <a:pt x="39" y="17"/>
                  </a:cubicBezTo>
                  <a:cubicBezTo>
                    <a:pt x="40" y="17"/>
                    <a:pt x="40" y="16"/>
                    <a:pt x="41" y="16"/>
                  </a:cubicBezTo>
                  <a:cubicBezTo>
                    <a:pt x="42" y="15"/>
                    <a:pt x="42" y="13"/>
                    <a:pt x="41" y="12"/>
                  </a:cubicBezTo>
                  <a:cubicBezTo>
                    <a:pt x="36" y="4"/>
                    <a:pt x="29" y="0"/>
                    <a:pt x="21" y="0"/>
                  </a:cubicBezTo>
                  <a:close/>
                  <a:moveTo>
                    <a:pt x="10" y="11"/>
                  </a:moveTo>
                  <a:cubicBezTo>
                    <a:pt x="13" y="7"/>
                    <a:pt x="17" y="6"/>
                    <a:pt x="21" y="6"/>
                  </a:cubicBezTo>
                  <a:cubicBezTo>
                    <a:pt x="25" y="6"/>
                    <a:pt x="29" y="7"/>
                    <a:pt x="33" y="11"/>
                  </a:cubicBezTo>
                  <a:lnTo>
                    <a:pt x="10" y="11"/>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3;p49"/>
            <p:cNvSpPr/>
            <p:nvPr/>
          </p:nvSpPr>
          <p:spPr>
            <a:xfrm>
              <a:off x="7212288" y="3311931"/>
              <a:ext cx="41788" cy="31891"/>
            </a:xfrm>
            <a:custGeom>
              <a:avLst/>
              <a:gdLst/>
              <a:ahLst/>
              <a:cxnLst/>
              <a:rect l="l" t="t" r="r" b="b"/>
              <a:pathLst>
                <a:path w="16" h="12" extrusionOk="0">
                  <a:moveTo>
                    <a:pt x="13" y="12"/>
                  </a:moveTo>
                  <a:cubicBezTo>
                    <a:pt x="14" y="12"/>
                    <a:pt x="15" y="11"/>
                    <a:pt x="15" y="10"/>
                  </a:cubicBezTo>
                  <a:cubicBezTo>
                    <a:pt x="16" y="9"/>
                    <a:pt x="16" y="7"/>
                    <a:pt x="14" y="6"/>
                  </a:cubicBezTo>
                  <a:cubicBezTo>
                    <a:pt x="4" y="0"/>
                    <a:pt x="4" y="0"/>
                    <a:pt x="4" y="0"/>
                  </a:cubicBezTo>
                  <a:cubicBezTo>
                    <a:pt x="3" y="0"/>
                    <a:pt x="1" y="0"/>
                    <a:pt x="0" y="1"/>
                  </a:cubicBezTo>
                  <a:cubicBezTo>
                    <a:pt x="0" y="3"/>
                    <a:pt x="0" y="5"/>
                    <a:pt x="1" y="5"/>
                  </a:cubicBezTo>
                  <a:cubicBezTo>
                    <a:pt x="11" y="11"/>
                    <a:pt x="11" y="11"/>
                    <a:pt x="11" y="11"/>
                  </a:cubicBezTo>
                  <a:cubicBezTo>
                    <a:pt x="12" y="12"/>
                    <a:pt x="12" y="12"/>
                    <a:pt x="13" y="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4;p49"/>
            <p:cNvSpPr/>
            <p:nvPr/>
          </p:nvSpPr>
          <p:spPr>
            <a:xfrm>
              <a:off x="7305761" y="3311931"/>
              <a:ext cx="43987" cy="31891"/>
            </a:xfrm>
            <a:custGeom>
              <a:avLst/>
              <a:gdLst/>
              <a:ahLst/>
              <a:cxnLst/>
              <a:rect l="l" t="t" r="r" b="b"/>
              <a:pathLst>
                <a:path w="17" h="12" extrusionOk="0">
                  <a:moveTo>
                    <a:pt x="12" y="0"/>
                  </a:moveTo>
                  <a:cubicBezTo>
                    <a:pt x="2" y="6"/>
                    <a:pt x="2" y="6"/>
                    <a:pt x="2" y="6"/>
                  </a:cubicBezTo>
                  <a:cubicBezTo>
                    <a:pt x="0" y="7"/>
                    <a:pt x="0" y="9"/>
                    <a:pt x="1" y="10"/>
                  </a:cubicBezTo>
                  <a:cubicBezTo>
                    <a:pt x="1" y="11"/>
                    <a:pt x="2" y="12"/>
                    <a:pt x="3" y="12"/>
                  </a:cubicBezTo>
                  <a:cubicBezTo>
                    <a:pt x="4" y="12"/>
                    <a:pt x="4" y="12"/>
                    <a:pt x="5" y="11"/>
                  </a:cubicBezTo>
                  <a:cubicBezTo>
                    <a:pt x="15" y="5"/>
                    <a:pt x="15" y="5"/>
                    <a:pt x="15" y="5"/>
                  </a:cubicBezTo>
                  <a:cubicBezTo>
                    <a:pt x="16" y="5"/>
                    <a:pt x="17" y="3"/>
                    <a:pt x="16" y="1"/>
                  </a:cubicBezTo>
                  <a:cubicBezTo>
                    <a:pt x="15" y="0"/>
                    <a:pt x="13" y="0"/>
                    <a:pt x="1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05" name="Google Shape;1105;p49"/>
          <p:cNvGrpSpPr/>
          <p:nvPr/>
        </p:nvGrpSpPr>
        <p:grpSpPr>
          <a:xfrm>
            <a:off x="6383685" y="3782591"/>
            <a:ext cx="323304" cy="389284"/>
            <a:chOff x="6382036" y="3782591"/>
            <a:chExt cx="323304" cy="389284"/>
          </a:xfrm>
        </p:grpSpPr>
        <p:sp>
          <p:nvSpPr>
            <p:cNvPr id="1106" name="Google Shape;1106;p49"/>
            <p:cNvSpPr/>
            <p:nvPr/>
          </p:nvSpPr>
          <p:spPr>
            <a:xfrm>
              <a:off x="6382036" y="3782591"/>
              <a:ext cx="323304" cy="389284"/>
            </a:xfrm>
            <a:custGeom>
              <a:avLst/>
              <a:gdLst/>
              <a:ahLst/>
              <a:cxnLst/>
              <a:rect l="l" t="t" r="r" b="b"/>
              <a:pathLst>
                <a:path w="124" h="149" extrusionOk="0">
                  <a:moveTo>
                    <a:pt x="124" y="30"/>
                  </a:moveTo>
                  <a:cubicBezTo>
                    <a:pt x="124" y="24"/>
                    <a:pt x="119" y="19"/>
                    <a:pt x="113" y="18"/>
                  </a:cubicBezTo>
                  <a:cubicBezTo>
                    <a:pt x="112" y="12"/>
                    <a:pt x="106" y="7"/>
                    <a:pt x="100" y="7"/>
                  </a:cubicBezTo>
                  <a:cubicBezTo>
                    <a:pt x="96" y="2"/>
                    <a:pt x="91" y="0"/>
                    <a:pt x="85" y="0"/>
                  </a:cubicBezTo>
                  <a:cubicBezTo>
                    <a:pt x="77" y="0"/>
                    <a:pt x="71" y="4"/>
                    <a:pt x="68" y="11"/>
                  </a:cubicBezTo>
                  <a:cubicBezTo>
                    <a:pt x="62" y="12"/>
                    <a:pt x="57" y="16"/>
                    <a:pt x="55" y="21"/>
                  </a:cubicBezTo>
                  <a:cubicBezTo>
                    <a:pt x="43" y="23"/>
                    <a:pt x="33" y="28"/>
                    <a:pt x="25" y="37"/>
                  </a:cubicBezTo>
                  <a:cubicBezTo>
                    <a:pt x="16" y="46"/>
                    <a:pt x="12" y="58"/>
                    <a:pt x="12" y="70"/>
                  </a:cubicBezTo>
                  <a:cubicBezTo>
                    <a:pt x="12" y="73"/>
                    <a:pt x="9" y="79"/>
                    <a:pt x="5" y="85"/>
                  </a:cubicBezTo>
                  <a:cubicBezTo>
                    <a:pt x="0" y="91"/>
                    <a:pt x="1" y="95"/>
                    <a:pt x="2" y="97"/>
                  </a:cubicBezTo>
                  <a:cubicBezTo>
                    <a:pt x="3" y="100"/>
                    <a:pt x="15" y="104"/>
                    <a:pt x="15" y="104"/>
                  </a:cubicBezTo>
                  <a:cubicBezTo>
                    <a:pt x="15" y="116"/>
                    <a:pt x="15" y="116"/>
                    <a:pt x="15" y="116"/>
                  </a:cubicBezTo>
                  <a:cubicBezTo>
                    <a:pt x="15" y="125"/>
                    <a:pt x="22" y="132"/>
                    <a:pt x="30" y="132"/>
                  </a:cubicBezTo>
                  <a:cubicBezTo>
                    <a:pt x="38" y="132"/>
                    <a:pt x="42" y="132"/>
                    <a:pt x="44" y="134"/>
                  </a:cubicBezTo>
                  <a:cubicBezTo>
                    <a:pt x="46" y="135"/>
                    <a:pt x="46" y="139"/>
                    <a:pt x="47" y="146"/>
                  </a:cubicBezTo>
                  <a:cubicBezTo>
                    <a:pt x="47" y="148"/>
                    <a:pt x="48" y="149"/>
                    <a:pt x="50" y="149"/>
                  </a:cubicBezTo>
                  <a:cubicBezTo>
                    <a:pt x="91" y="149"/>
                    <a:pt x="91" y="149"/>
                    <a:pt x="91" y="149"/>
                  </a:cubicBezTo>
                  <a:cubicBezTo>
                    <a:pt x="92" y="149"/>
                    <a:pt x="93" y="148"/>
                    <a:pt x="94" y="148"/>
                  </a:cubicBezTo>
                  <a:cubicBezTo>
                    <a:pt x="94" y="147"/>
                    <a:pt x="94" y="146"/>
                    <a:pt x="94" y="146"/>
                  </a:cubicBezTo>
                  <a:cubicBezTo>
                    <a:pt x="94" y="140"/>
                    <a:pt x="94" y="136"/>
                    <a:pt x="94" y="132"/>
                  </a:cubicBezTo>
                  <a:cubicBezTo>
                    <a:pt x="94" y="131"/>
                    <a:pt x="93" y="129"/>
                    <a:pt x="91" y="129"/>
                  </a:cubicBezTo>
                  <a:cubicBezTo>
                    <a:pt x="91" y="129"/>
                    <a:pt x="91" y="129"/>
                    <a:pt x="91" y="129"/>
                  </a:cubicBezTo>
                  <a:cubicBezTo>
                    <a:pt x="89" y="129"/>
                    <a:pt x="88" y="131"/>
                    <a:pt x="88" y="132"/>
                  </a:cubicBezTo>
                  <a:cubicBezTo>
                    <a:pt x="88" y="135"/>
                    <a:pt x="88" y="139"/>
                    <a:pt x="88" y="143"/>
                  </a:cubicBezTo>
                  <a:cubicBezTo>
                    <a:pt x="52" y="143"/>
                    <a:pt x="52" y="143"/>
                    <a:pt x="52" y="143"/>
                  </a:cubicBezTo>
                  <a:cubicBezTo>
                    <a:pt x="52" y="137"/>
                    <a:pt x="51" y="132"/>
                    <a:pt x="48" y="129"/>
                  </a:cubicBezTo>
                  <a:cubicBezTo>
                    <a:pt x="44" y="126"/>
                    <a:pt x="39" y="126"/>
                    <a:pt x="30" y="126"/>
                  </a:cubicBezTo>
                  <a:cubicBezTo>
                    <a:pt x="25" y="126"/>
                    <a:pt x="20" y="122"/>
                    <a:pt x="20" y="116"/>
                  </a:cubicBezTo>
                  <a:cubicBezTo>
                    <a:pt x="20" y="112"/>
                    <a:pt x="20" y="112"/>
                    <a:pt x="20" y="112"/>
                  </a:cubicBezTo>
                  <a:cubicBezTo>
                    <a:pt x="20" y="112"/>
                    <a:pt x="25" y="113"/>
                    <a:pt x="28" y="115"/>
                  </a:cubicBezTo>
                  <a:cubicBezTo>
                    <a:pt x="28" y="115"/>
                    <a:pt x="29" y="115"/>
                    <a:pt x="29" y="115"/>
                  </a:cubicBezTo>
                  <a:cubicBezTo>
                    <a:pt x="30" y="115"/>
                    <a:pt x="31" y="115"/>
                    <a:pt x="32" y="114"/>
                  </a:cubicBezTo>
                  <a:cubicBezTo>
                    <a:pt x="33" y="112"/>
                    <a:pt x="32" y="111"/>
                    <a:pt x="31" y="110"/>
                  </a:cubicBezTo>
                  <a:cubicBezTo>
                    <a:pt x="29" y="109"/>
                    <a:pt x="24" y="107"/>
                    <a:pt x="20" y="107"/>
                  </a:cubicBezTo>
                  <a:cubicBezTo>
                    <a:pt x="20" y="101"/>
                    <a:pt x="20" y="101"/>
                    <a:pt x="20" y="101"/>
                  </a:cubicBezTo>
                  <a:cubicBezTo>
                    <a:pt x="20" y="99"/>
                    <a:pt x="19" y="98"/>
                    <a:pt x="18" y="98"/>
                  </a:cubicBezTo>
                  <a:cubicBezTo>
                    <a:pt x="12" y="98"/>
                    <a:pt x="8" y="97"/>
                    <a:pt x="7" y="95"/>
                  </a:cubicBezTo>
                  <a:cubicBezTo>
                    <a:pt x="7" y="93"/>
                    <a:pt x="7" y="91"/>
                    <a:pt x="9" y="88"/>
                  </a:cubicBezTo>
                  <a:cubicBezTo>
                    <a:pt x="13" y="83"/>
                    <a:pt x="18" y="76"/>
                    <a:pt x="18" y="70"/>
                  </a:cubicBezTo>
                  <a:cubicBezTo>
                    <a:pt x="18" y="51"/>
                    <a:pt x="30" y="34"/>
                    <a:pt x="48" y="29"/>
                  </a:cubicBezTo>
                  <a:cubicBezTo>
                    <a:pt x="47" y="30"/>
                    <a:pt x="47" y="31"/>
                    <a:pt x="47" y="33"/>
                  </a:cubicBezTo>
                  <a:cubicBezTo>
                    <a:pt x="47" y="38"/>
                    <a:pt x="52" y="42"/>
                    <a:pt x="57" y="42"/>
                  </a:cubicBezTo>
                  <a:cubicBezTo>
                    <a:pt x="96" y="42"/>
                    <a:pt x="96" y="42"/>
                    <a:pt x="96" y="42"/>
                  </a:cubicBezTo>
                  <a:cubicBezTo>
                    <a:pt x="98" y="45"/>
                    <a:pt x="100" y="47"/>
                    <a:pt x="101" y="50"/>
                  </a:cubicBezTo>
                  <a:cubicBezTo>
                    <a:pt x="101" y="50"/>
                    <a:pt x="101" y="50"/>
                    <a:pt x="101" y="51"/>
                  </a:cubicBezTo>
                  <a:cubicBezTo>
                    <a:pt x="99" y="56"/>
                    <a:pt x="99" y="56"/>
                    <a:pt x="99" y="56"/>
                  </a:cubicBezTo>
                  <a:cubicBezTo>
                    <a:pt x="99" y="58"/>
                    <a:pt x="100" y="59"/>
                    <a:pt x="101" y="60"/>
                  </a:cubicBezTo>
                  <a:cubicBezTo>
                    <a:pt x="102" y="60"/>
                    <a:pt x="102" y="60"/>
                    <a:pt x="102" y="60"/>
                  </a:cubicBezTo>
                  <a:cubicBezTo>
                    <a:pt x="103" y="60"/>
                    <a:pt x="104" y="60"/>
                    <a:pt x="105" y="59"/>
                  </a:cubicBezTo>
                  <a:cubicBezTo>
                    <a:pt x="106" y="62"/>
                    <a:pt x="106" y="66"/>
                    <a:pt x="106" y="70"/>
                  </a:cubicBezTo>
                  <a:cubicBezTo>
                    <a:pt x="106" y="78"/>
                    <a:pt x="104" y="86"/>
                    <a:pt x="100" y="93"/>
                  </a:cubicBezTo>
                  <a:cubicBezTo>
                    <a:pt x="97" y="97"/>
                    <a:pt x="95" y="101"/>
                    <a:pt x="93" y="105"/>
                  </a:cubicBezTo>
                  <a:cubicBezTo>
                    <a:pt x="92" y="107"/>
                    <a:pt x="93" y="109"/>
                    <a:pt x="95" y="109"/>
                  </a:cubicBezTo>
                  <a:cubicBezTo>
                    <a:pt x="95" y="109"/>
                    <a:pt x="95" y="109"/>
                    <a:pt x="96" y="109"/>
                  </a:cubicBezTo>
                  <a:cubicBezTo>
                    <a:pt x="97" y="109"/>
                    <a:pt x="98" y="109"/>
                    <a:pt x="98" y="108"/>
                  </a:cubicBezTo>
                  <a:cubicBezTo>
                    <a:pt x="100" y="104"/>
                    <a:pt x="102" y="100"/>
                    <a:pt x="105" y="96"/>
                  </a:cubicBezTo>
                  <a:cubicBezTo>
                    <a:pt x="109" y="88"/>
                    <a:pt x="112" y="79"/>
                    <a:pt x="112" y="70"/>
                  </a:cubicBezTo>
                  <a:cubicBezTo>
                    <a:pt x="112" y="60"/>
                    <a:pt x="109" y="51"/>
                    <a:pt x="103" y="42"/>
                  </a:cubicBezTo>
                  <a:cubicBezTo>
                    <a:pt x="111" y="42"/>
                    <a:pt x="111" y="42"/>
                    <a:pt x="111" y="42"/>
                  </a:cubicBezTo>
                  <a:cubicBezTo>
                    <a:pt x="118" y="42"/>
                    <a:pt x="124" y="37"/>
                    <a:pt x="124" y="30"/>
                  </a:cubicBezTo>
                  <a:close/>
                  <a:moveTo>
                    <a:pt x="54" y="32"/>
                  </a:moveTo>
                  <a:cubicBezTo>
                    <a:pt x="55" y="30"/>
                    <a:pt x="56" y="29"/>
                    <a:pt x="58" y="28"/>
                  </a:cubicBezTo>
                  <a:cubicBezTo>
                    <a:pt x="59" y="28"/>
                    <a:pt x="60" y="27"/>
                    <a:pt x="60" y="25"/>
                  </a:cubicBezTo>
                  <a:cubicBezTo>
                    <a:pt x="60" y="21"/>
                    <a:pt x="64" y="17"/>
                    <a:pt x="68" y="17"/>
                  </a:cubicBezTo>
                  <a:cubicBezTo>
                    <a:pt x="69" y="17"/>
                    <a:pt x="69" y="17"/>
                    <a:pt x="69" y="17"/>
                  </a:cubicBezTo>
                  <a:cubicBezTo>
                    <a:pt x="71" y="17"/>
                    <a:pt x="72" y="17"/>
                    <a:pt x="73" y="15"/>
                  </a:cubicBezTo>
                  <a:cubicBezTo>
                    <a:pt x="74" y="9"/>
                    <a:pt x="79" y="5"/>
                    <a:pt x="85" y="5"/>
                  </a:cubicBezTo>
                  <a:cubicBezTo>
                    <a:pt x="90" y="5"/>
                    <a:pt x="94" y="8"/>
                    <a:pt x="96" y="12"/>
                  </a:cubicBezTo>
                  <a:cubicBezTo>
                    <a:pt x="97" y="13"/>
                    <a:pt x="98" y="13"/>
                    <a:pt x="99" y="13"/>
                  </a:cubicBezTo>
                  <a:cubicBezTo>
                    <a:pt x="99" y="13"/>
                    <a:pt x="99" y="13"/>
                    <a:pt x="99" y="13"/>
                  </a:cubicBezTo>
                  <a:cubicBezTo>
                    <a:pt x="104" y="13"/>
                    <a:pt x="107" y="16"/>
                    <a:pt x="108" y="21"/>
                  </a:cubicBezTo>
                  <a:cubicBezTo>
                    <a:pt x="108" y="22"/>
                    <a:pt x="109" y="23"/>
                    <a:pt x="111" y="23"/>
                  </a:cubicBezTo>
                  <a:cubicBezTo>
                    <a:pt x="111" y="23"/>
                    <a:pt x="111" y="23"/>
                    <a:pt x="111" y="23"/>
                  </a:cubicBezTo>
                  <a:cubicBezTo>
                    <a:pt x="114" y="23"/>
                    <a:pt x="118" y="26"/>
                    <a:pt x="118" y="30"/>
                  </a:cubicBezTo>
                  <a:cubicBezTo>
                    <a:pt x="118" y="33"/>
                    <a:pt x="115" y="36"/>
                    <a:pt x="111" y="36"/>
                  </a:cubicBezTo>
                  <a:cubicBezTo>
                    <a:pt x="57" y="36"/>
                    <a:pt x="57" y="36"/>
                    <a:pt x="57" y="36"/>
                  </a:cubicBezTo>
                  <a:cubicBezTo>
                    <a:pt x="55" y="36"/>
                    <a:pt x="53" y="35"/>
                    <a:pt x="53" y="32"/>
                  </a:cubicBezTo>
                  <a:lnTo>
                    <a:pt x="54" y="32"/>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7" name="Google Shape;1107;p49"/>
            <p:cNvSpPr/>
            <p:nvPr/>
          </p:nvSpPr>
          <p:spPr>
            <a:xfrm>
              <a:off x="6444717" y="3976133"/>
              <a:ext cx="18695" cy="15395"/>
            </a:xfrm>
            <a:custGeom>
              <a:avLst/>
              <a:gdLst/>
              <a:ahLst/>
              <a:cxnLst/>
              <a:rect l="l" t="t" r="r" b="b"/>
              <a:pathLst>
                <a:path w="7" h="6" extrusionOk="0">
                  <a:moveTo>
                    <a:pt x="3" y="0"/>
                  </a:moveTo>
                  <a:cubicBezTo>
                    <a:pt x="1" y="0"/>
                    <a:pt x="0" y="2"/>
                    <a:pt x="0" y="4"/>
                  </a:cubicBezTo>
                  <a:cubicBezTo>
                    <a:pt x="1" y="5"/>
                    <a:pt x="1" y="5"/>
                    <a:pt x="2" y="6"/>
                  </a:cubicBezTo>
                  <a:cubicBezTo>
                    <a:pt x="4" y="6"/>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8;p49"/>
            <p:cNvSpPr/>
            <p:nvPr/>
          </p:nvSpPr>
          <p:spPr>
            <a:xfrm>
              <a:off x="6611867" y="4086100"/>
              <a:ext cx="20894" cy="15395"/>
            </a:xfrm>
            <a:custGeom>
              <a:avLst/>
              <a:gdLst/>
              <a:ahLst/>
              <a:cxnLst/>
              <a:rect l="l" t="t" r="r" b="b"/>
              <a:pathLst>
                <a:path w="8" h="6" extrusionOk="0">
                  <a:moveTo>
                    <a:pt x="4" y="6"/>
                  </a:moveTo>
                  <a:cubicBezTo>
                    <a:pt x="6" y="6"/>
                    <a:pt x="8" y="4"/>
                    <a:pt x="6" y="1"/>
                  </a:cubicBezTo>
                  <a:cubicBezTo>
                    <a:pt x="6" y="1"/>
                    <a:pt x="5" y="0"/>
                    <a:pt x="4" y="0"/>
                  </a:cubicBezTo>
                  <a:cubicBezTo>
                    <a:pt x="4" y="0"/>
                    <a:pt x="4" y="0"/>
                    <a:pt x="4" y="0"/>
                  </a:cubicBezTo>
                  <a:cubicBezTo>
                    <a:pt x="3" y="0"/>
                    <a:pt x="2" y="1"/>
                    <a:pt x="1" y="2"/>
                  </a:cubicBezTo>
                  <a:cubicBezTo>
                    <a:pt x="0" y="4"/>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9;p49"/>
            <p:cNvSpPr/>
            <p:nvPr/>
          </p:nvSpPr>
          <p:spPr>
            <a:xfrm>
              <a:off x="6439219" y="3942043"/>
              <a:ext cx="41788" cy="24193"/>
            </a:xfrm>
            <a:custGeom>
              <a:avLst/>
              <a:gdLst/>
              <a:ahLst/>
              <a:cxnLst/>
              <a:rect l="l" t="t" r="r" b="b"/>
              <a:pathLst>
                <a:path w="16" h="9" extrusionOk="0">
                  <a:moveTo>
                    <a:pt x="16" y="6"/>
                  </a:moveTo>
                  <a:cubicBezTo>
                    <a:pt x="16" y="4"/>
                    <a:pt x="15" y="3"/>
                    <a:pt x="13" y="3"/>
                  </a:cubicBezTo>
                  <a:cubicBezTo>
                    <a:pt x="12" y="3"/>
                    <a:pt x="11" y="2"/>
                    <a:pt x="9" y="2"/>
                  </a:cubicBezTo>
                  <a:cubicBezTo>
                    <a:pt x="7" y="1"/>
                    <a:pt x="5" y="0"/>
                    <a:pt x="3" y="0"/>
                  </a:cubicBezTo>
                  <a:cubicBezTo>
                    <a:pt x="1" y="0"/>
                    <a:pt x="0" y="1"/>
                    <a:pt x="0" y="3"/>
                  </a:cubicBezTo>
                  <a:cubicBezTo>
                    <a:pt x="0" y="4"/>
                    <a:pt x="1" y="6"/>
                    <a:pt x="3" y="6"/>
                  </a:cubicBezTo>
                  <a:cubicBezTo>
                    <a:pt x="4" y="6"/>
                    <a:pt x="5" y="6"/>
                    <a:pt x="7" y="7"/>
                  </a:cubicBezTo>
                  <a:cubicBezTo>
                    <a:pt x="9" y="8"/>
                    <a:pt x="11" y="9"/>
                    <a:pt x="13" y="9"/>
                  </a:cubicBezTo>
                  <a:cubicBezTo>
                    <a:pt x="15" y="9"/>
                    <a:pt x="16" y="7"/>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10;p49"/>
            <p:cNvSpPr/>
            <p:nvPr/>
          </p:nvSpPr>
          <p:spPr>
            <a:xfrm>
              <a:off x="6526093" y="3907953"/>
              <a:ext cx="20894" cy="31891"/>
            </a:xfrm>
            <a:custGeom>
              <a:avLst/>
              <a:gdLst/>
              <a:ahLst/>
              <a:cxnLst/>
              <a:rect l="l" t="t" r="r" b="b"/>
              <a:pathLst>
                <a:path w="8" h="12" extrusionOk="0">
                  <a:moveTo>
                    <a:pt x="6" y="10"/>
                  </a:moveTo>
                  <a:cubicBezTo>
                    <a:pt x="8" y="4"/>
                    <a:pt x="8" y="4"/>
                    <a:pt x="8" y="4"/>
                  </a:cubicBezTo>
                  <a:cubicBezTo>
                    <a:pt x="8" y="3"/>
                    <a:pt x="7" y="1"/>
                    <a:pt x="6" y="1"/>
                  </a:cubicBezTo>
                  <a:cubicBezTo>
                    <a:pt x="4" y="0"/>
                    <a:pt x="3" y="1"/>
                    <a:pt x="2" y="3"/>
                  </a:cubicBezTo>
                  <a:cubicBezTo>
                    <a:pt x="1" y="8"/>
                    <a:pt x="1" y="8"/>
                    <a:pt x="1" y="8"/>
                  </a:cubicBezTo>
                  <a:cubicBezTo>
                    <a:pt x="0" y="10"/>
                    <a:pt x="1" y="11"/>
                    <a:pt x="3" y="12"/>
                  </a:cubicBezTo>
                  <a:cubicBezTo>
                    <a:pt x="3" y="12"/>
                    <a:pt x="3" y="12"/>
                    <a:pt x="3" y="12"/>
                  </a:cubicBezTo>
                  <a:cubicBezTo>
                    <a:pt x="5" y="12"/>
                    <a:pt x="6" y="11"/>
                    <a:pt x="6"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11;p49"/>
            <p:cNvSpPr/>
            <p:nvPr/>
          </p:nvSpPr>
          <p:spPr>
            <a:xfrm>
              <a:off x="6515096" y="3953040"/>
              <a:ext cx="20894" cy="30791"/>
            </a:xfrm>
            <a:custGeom>
              <a:avLst/>
              <a:gdLst/>
              <a:ahLst/>
              <a:cxnLst/>
              <a:rect l="l" t="t" r="r" b="b"/>
              <a:pathLst>
                <a:path w="8" h="12" extrusionOk="0">
                  <a:moveTo>
                    <a:pt x="5" y="1"/>
                  </a:moveTo>
                  <a:cubicBezTo>
                    <a:pt x="4" y="0"/>
                    <a:pt x="2" y="1"/>
                    <a:pt x="2" y="3"/>
                  </a:cubicBezTo>
                  <a:cubicBezTo>
                    <a:pt x="0" y="8"/>
                    <a:pt x="0" y="8"/>
                    <a:pt x="0" y="8"/>
                  </a:cubicBezTo>
                  <a:cubicBezTo>
                    <a:pt x="0" y="10"/>
                    <a:pt x="1" y="11"/>
                    <a:pt x="2" y="12"/>
                  </a:cubicBezTo>
                  <a:cubicBezTo>
                    <a:pt x="2" y="12"/>
                    <a:pt x="3" y="12"/>
                    <a:pt x="3" y="12"/>
                  </a:cubicBezTo>
                  <a:cubicBezTo>
                    <a:pt x="4" y="12"/>
                    <a:pt x="5" y="11"/>
                    <a:pt x="6" y="10"/>
                  </a:cubicBezTo>
                  <a:cubicBezTo>
                    <a:pt x="7" y="4"/>
                    <a:pt x="7" y="4"/>
                    <a:pt x="7" y="4"/>
                  </a:cubicBezTo>
                  <a:cubicBezTo>
                    <a:pt x="8" y="3"/>
                    <a:pt x="7" y="1"/>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2;p49"/>
            <p:cNvSpPr/>
            <p:nvPr/>
          </p:nvSpPr>
          <p:spPr>
            <a:xfrm>
              <a:off x="6564581" y="3907953"/>
              <a:ext cx="20894" cy="31891"/>
            </a:xfrm>
            <a:custGeom>
              <a:avLst/>
              <a:gdLst/>
              <a:ahLst/>
              <a:cxnLst/>
              <a:rect l="l" t="t" r="r" b="b"/>
              <a:pathLst>
                <a:path w="8" h="12" extrusionOk="0">
                  <a:moveTo>
                    <a:pt x="6" y="10"/>
                  </a:moveTo>
                  <a:cubicBezTo>
                    <a:pt x="7" y="4"/>
                    <a:pt x="7" y="4"/>
                    <a:pt x="7" y="4"/>
                  </a:cubicBezTo>
                  <a:cubicBezTo>
                    <a:pt x="8" y="3"/>
                    <a:pt x="7" y="1"/>
                    <a:pt x="5" y="1"/>
                  </a:cubicBezTo>
                  <a:cubicBezTo>
                    <a:pt x="4" y="0"/>
                    <a:pt x="2" y="1"/>
                    <a:pt x="2" y="3"/>
                  </a:cubicBezTo>
                  <a:cubicBezTo>
                    <a:pt x="0" y="8"/>
                    <a:pt x="0" y="8"/>
                    <a:pt x="0" y="8"/>
                  </a:cubicBezTo>
                  <a:cubicBezTo>
                    <a:pt x="0" y="10"/>
                    <a:pt x="1" y="11"/>
                    <a:pt x="2" y="12"/>
                  </a:cubicBezTo>
                  <a:cubicBezTo>
                    <a:pt x="3" y="12"/>
                    <a:pt x="3" y="12"/>
                    <a:pt x="3" y="12"/>
                  </a:cubicBezTo>
                  <a:cubicBezTo>
                    <a:pt x="4" y="12"/>
                    <a:pt x="5" y="11"/>
                    <a:pt x="6"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3" name="Google Shape;1113;p49"/>
            <p:cNvSpPr/>
            <p:nvPr/>
          </p:nvSpPr>
          <p:spPr>
            <a:xfrm>
              <a:off x="6551385" y="3953040"/>
              <a:ext cx="20894" cy="30791"/>
            </a:xfrm>
            <a:custGeom>
              <a:avLst/>
              <a:gdLst/>
              <a:ahLst/>
              <a:cxnLst/>
              <a:rect l="l" t="t" r="r" b="b"/>
              <a:pathLst>
                <a:path w="8" h="12" extrusionOk="0">
                  <a:moveTo>
                    <a:pt x="6" y="1"/>
                  </a:moveTo>
                  <a:cubicBezTo>
                    <a:pt x="4" y="0"/>
                    <a:pt x="3" y="1"/>
                    <a:pt x="2" y="3"/>
                  </a:cubicBezTo>
                  <a:cubicBezTo>
                    <a:pt x="1" y="8"/>
                    <a:pt x="1" y="8"/>
                    <a:pt x="1" y="8"/>
                  </a:cubicBezTo>
                  <a:cubicBezTo>
                    <a:pt x="0" y="10"/>
                    <a:pt x="1" y="11"/>
                    <a:pt x="3" y="12"/>
                  </a:cubicBezTo>
                  <a:cubicBezTo>
                    <a:pt x="3" y="12"/>
                    <a:pt x="3" y="12"/>
                    <a:pt x="4" y="12"/>
                  </a:cubicBezTo>
                  <a:cubicBezTo>
                    <a:pt x="5" y="12"/>
                    <a:pt x="6" y="11"/>
                    <a:pt x="6" y="10"/>
                  </a:cubicBezTo>
                  <a:cubicBezTo>
                    <a:pt x="8" y="4"/>
                    <a:pt x="8" y="4"/>
                    <a:pt x="8" y="4"/>
                  </a:cubicBezTo>
                  <a:cubicBezTo>
                    <a:pt x="8" y="3"/>
                    <a:pt x="7" y="1"/>
                    <a:pt x="6"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4" name="Google Shape;1114;p49"/>
            <p:cNvSpPr/>
            <p:nvPr/>
          </p:nvSpPr>
          <p:spPr>
            <a:xfrm>
              <a:off x="6600870" y="3907953"/>
              <a:ext cx="20894" cy="31891"/>
            </a:xfrm>
            <a:custGeom>
              <a:avLst/>
              <a:gdLst/>
              <a:ahLst/>
              <a:cxnLst/>
              <a:rect l="l" t="t" r="r" b="b"/>
              <a:pathLst>
                <a:path w="8" h="12" extrusionOk="0">
                  <a:moveTo>
                    <a:pt x="6" y="10"/>
                  </a:moveTo>
                  <a:cubicBezTo>
                    <a:pt x="8" y="4"/>
                    <a:pt x="8" y="4"/>
                    <a:pt x="8" y="4"/>
                  </a:cubicBezTo>
                  <a:cubicBezTo>
                    <a:pt x="8" y="3"/>
                    <a:pt x="7" y="1"/>
                    <a:pt x="6" y="1"/>
                  </a:cubicBezTo>
                  <a:cubicBezTo>
                    <a:pt x="4" y="0"/>
                    <a:pt x="3" y="1"/>
                    <a:pt x="2" y="3"/>
                  </a:cubicBezTo>
                  <a:cubicBezTo>
                    <a:pt x="1" y="8"/>
                    <a:pt x="1" y="8"/>
                    <a:pt x="1" y="8"/>
                  </a:cubicBezTo>
                  <a:cubicBezTo>
                    <a:pt x="0" y="10"/>
                    <a:pt x="1" y="11"/>
                    <a:pt x="3" y="12"/>
                  </a:cubicBezTo>
                  <a:cubicBezTo>
                    <a:pt x="3" y="12"/>
                    <a:pt x="3" y="12"/>
                    <a:pt x="4" y="12"/>
                  </a:cubicBezTo>
                  <a:cubicBezTo>
                    <a:pt x="5" y="12"/>
                    <a:pt x="6" y="11"/>
                    <a:pt x="6" y="1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5" name="Google Shape;1115;p49"/>
            <p:cNvSpPr/>
            <p:nvPr/>
          </p:nvSpPr>
          <p:spPr>
            <a:xfrm>
              <a:off x="6590974" y="3953040"/>
              <a:ext cx="20894" cy="30791"/>
            </a:xfrm>
            <a:custGeom>
              <a:avLst/>
              <a:gdLst/>
              <a:ahLst/>
              <a:cxnLst/>
              <a:rect l="l" t="t" r="r" b="b"/>
              <a:pathLst>
                <a:path w="8" h="12" extrusionOk="0">
                  <a:moveTo>
                    <a:pt x="5" y="1"/>
                  </a:moveTo>
                  <a:cubicBezTo>
                    <a:pt x="4" y="0"/>
                    <a:pt x="2" y="1"/>
                    <a:pt x="2" y="3"/>
                  </a:cubicBezTo>
                  <a:cubicBezTo>
                    <a:pt x="0" y="8"/>
                    <a:pt x="0" y="8"/>
                    <a:pt x="0" y="8"/>
                  </a:cubicBezTo>
                  <a:cubicBezTo>
                    <a:pt x="0" y="10"/>
                    <a:pt x="1" y="11"/>
                    <a:pt x="2" y="12"/>
                  </a:cubicBezTo>
                  <a:cubicBezTo>
                    <a:pt x="3" y="12"/>
                    <a:pt x="3" y="12"/>
                    <a:pt x="3" y="12"/>
                  </a:cubicBezTo>
                  <a:cubicBezTo>
                    <a:pt x="4" y="12"/>
                    <a:pt x="6" y="11"/>
                    <a:pt x="6" y="10"/>
                  </a:cubicBezTo>
                  <a:cubicBezTo>
                    <a:pt x="7" y="4"/>
                    <a:pt x="7" y="4"/>
                    <a:pt x="7" y="4"/>
                  </a:cubicBezTo>
                  <a:cubicBezTo>
                    <a:pt x="8" y="3"/>
                    <a:pt x="7" y="1"/>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6" name="Google Shape;1116;p49"/>
            <p:cNvSpPr/>
            <p:nvPr/>
          </p:nvSpPr>
          <p:spPr>
            <a:xfrm>
              <a:off x="6627262" y="3953040"/>
              <a:ext cx="20894" cy="30791"/>
            </a:xfrm>
            <a:custGeom>
              <a:avLst/>
              <a:gdLst/>
              <a:ahLst/>
              <a:cxnLst/>
              <a:rect l="l" t="t" r="r" b="b"/>
              <a:pathLst>
                <a:path w="8" h="12" extrusionOk="0">
                  <a:moveTo>
                    <a:pt x="4" y="12"/>
                  </a:moveTo>
                  <a:cubicBezTo>
                    <a:pt x="5" y="12"/>
                    <a:pt x="6" y="11"/>
                    <a:pt x="6" y="10"/>
                  </a:cubicBezTo>
                  <a:cubicBezTo>
                    <a:pt x="8" y="4"/>
                    <a:pt x="8" y="4"/>
                    <a:pt x="8" y="4"/>
                  </a:cubicBezTo>
                  <a:cubicBezTo>
                    <a:pt x="8" y="3"/>
                    <a:pt x="7" y="1"/>
                    <a:pt x="6" y="1"/>
                  </a:cubicBezTo>
                  <a:cubicBezTo>
                    <a:pt x="4" y="0"/>
                    <a:pt x="3" y="1"/>
                    <a:pt x="2" y="3"/>
                  </a:cubicBezTo>
                  <a:cubicBezTo>
                    <a:pt x="1" y="8"/>
                    <a:pt x="1" y="8"/>
                    <a:pt x="1" y="8"/>
                  </a:cubicBezTo>
                  <a:cubicBezTo>
                    <a:pt x="0" y="10"/>
                    <a:pt x="1" y="11"/>
                    <a:pt x="3" y="12"/>
                  </a:cubicBezTo>
                  <a:cubicBezTo>
                    <a:pt x="3" y="12"/>
                    <a:pt x="3" y="12"/>
                    <a:pt x="4" y="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17" name="Google Shape;1117;p49"/>
          <p:cNvGrpSpPr/>
          <p:nvPr/>
        </p:nvGrpSpPr>
        <p:grpSpPr>
          <a:xfrm>
            <a:off x="6347946" y="3203063"/>
            <a:ext cx="394783" cy="334301"/>
            <a:chOff x="6347946" y="3203063"/>
            <a:chExt cx="394783" cy="334301"/>
          </a:xfrm>
        </p:grpSpPr>
        <p:sp>
          <p:nvSpPr>
            <p:cNvPr id="1118" name="Google Shape;1118;p49"/>
            <p:cNvSpPr/>
            <p:nvPr/>
          </p:nvSpPr>
          <p:spPr>
            <a:xfrm>
              <a:off x="6408428" y="3341621"/>
              <a:ext cx="17595" cy="17595"/>
            </a:xfrm>
            <a:custGeom>
              <a:avLst/>
              <a:gdLst/>
              <a:ahLst/>
              <a:cxnLst/>
              <a:rect l="l" t="t" r="r" b="b"/>
              <a:pathLst>
                <a:path w="7" h="7" extrusionOk="0">
                  <a:moveTo>
                    <a:pt x="4" y="0"/>
                  </a:moveTo>
                  <a:cubicBezTo>
                    <a:pt x="4" y="0"/>
                    <a:pt x="4" y="0"/>
                    <a:pt x="4" y="0"/>
                  </a:cubicBezTo>
                  <a:cubicBezTo>
                    <a:pt x="2" y="0"/>
                    <a:pt x="1" y="1"/>
                    <a:pt x="1" y="2"/>
                  </a:cubicBezTo>
                  <a:cubicBezTo>
                    <a:pt x="0" y="5"/>
                    <a:pt x="2" y="7"/>
                    <a:pt x="5" y="6"/>
                  </a:cubicBezTo>
                  <a:cubicBezTo>
                    <a:pt x="6" y="6"/>
                    <a:pt x="6" y="5"/>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9;p49"/>
            <p:cNvSpPr/>
            <p:nvPr/>
          </p:nvSpPr>
          <p:spPr>
            <a:xfrm>
              <a:off x="6347946" y="3203063"/>
              <a:ext cx="394783" cy="334301"/>
            </a:xfrm>
            <a:custGeom>
              <a:avLst/>
              <a:gdLst/>
              <a:ahLst/>
              <a:cxnLst/>
              <a:rect l="l" t="t" r="r" b="b"/>
              <a:pathLst>
                <a:path w="151" h="128" extrusionOk="0">
                  <a:moveTo>
                    <a:pt x="147" y="65"/>
                  </a:moveTo>
                  <a:cubicBezTo>
                    <a:pt x="142" y="58"/>
                    <a:pt x="139" y="53"/>
                    <a:pt x="139" y="50"/>
                  </a:cubicBezTo>
                  <a:cubicBezTo>
                    <a:pt x="139" y="37"/>
                    <a:pt x="134" y="24"/>
                    <a:pt x="125" y="15"/>
                  </a:cubicBezTo>
                  <a:cubicBezTo>
                    <a:pt x="115" y="5"/>
                    <a:pt x="103" y="0"/>
                    <a:pt x="89" y="0"/>
                  </a:cubicBezTo>
                  <a:cubicBezTo>
                    <a:pt x="85" y="0"/>
                    <a:pt x="80" y="1"/>
                    <a:pt x="75" y="2"/>
                  </a:cubicBezTo>
                  <a:cubicBezTo>
                    <a:pt x="71" y="1"/>
                    <a:pt x="66" y="0"/>
                    <a:pt x="61" y="0"/>
                  </a:cubicBezTo>
                  <a:cubicBezTo>
                    <a:pt x="48" y="0"/>
                    <a:pt x="36" y="5"/>
                    <a:pt x="26" y="15"/>
                  </a:cubicBezTo>
                  <a:cubicBezTo>
                    <a:pt x="17" y="24"/>
                    <a:pt x="11" y="37"/>
                    <a:pt x="11" y="50"/>
                  </a:cubicBezTo>
                  <a:cubicBezTo>
                    <a:pt x="11" y="53"/>
                    <a:pt x="9" y="58"/>
                    <a:pt x="4" y="65"/>
                  </a:cubicBezTo>
                  <a:cubicBezTo>
                    <a:pt x="0" y="70"/>
                    <a:pt x="1" y="75"/>
                    <a:pt x="2" y="77"/>
                  </a:cubicBezTo>
                  <a:cubicBezTo>
                    <a:pt x="3" y="80"/>
                    <a:pt x="6" y="83"/>
                    <a:pt x="14" y="83"/>
                  </a:cubicBezTo>
                  <a:cubicBezTo>
                    <a:pt x="14" y="96"/>
                    <a:pt x="14" y="96"/>
                    <a:pt x="14" y="96"/>
                  </a:cubicBezTo>
                  <a:cubicBezTo>
                    <a:pt x="14" y="104"/>
                    <a:pt x="21" y="111"/>
                    <a:pt x="30" y="111"/>
                  </a:cubicBezTo>
                  <a:cubicBezTo>
                    <a:pt x="38" y="111"/>
                    <a:pt x="42" y="112"/>
                    <a:pt x="44" y="113"/>
                  </a:cubicBezTo>
                  <a:cubicBezTo>
                    <a:pt x="45" y="115"/>
                    <a:pt x="46" y="119"/>
                    <a:pt x="46" y="126"/>
                  </a:cubicBezTo>
                  <a:cubicBezTo>
                    <a:pt x="46" y="127"/>
                    <a:pt x="48" y="128"/>
                    <a:pt x="49" y="128"/>
                  </a:cubicBezTo>
                  <a:cubicBezTo>
                    <a:pt x="60" y="128"/>
                    <a:pt x="60" y="128"/>
                    <a:pt x="60" y="128"/>
                  </a:cubicBezTo>
                  <a:cubicBezTo>
                    <a:pt x="60" y="128"/>
                    <a:pt x="60" y="128"/>
                    <a:pt x="60" y="128"/>
                  </a:cubicBezTo>
                  <a:cubicBezTo>
                    <a:pt x="60" y="128"/>
                    <a:pt x="60" y="128"/>
                    <a:pt x="60" y="128"/>
                  </a:cubicBezTo>
                  <a:cubicBezTo>
                    <a:pt x="91" y="128"/>
                    <a:pt x="91" y="128"/>
                    <a:pt x="91" y="128"/>
                  </a:cubicBezTo>
                  <a:cubicBezTo>
                    <a:pt x="102" y="128"/>
                    <a:pt x="102" y="128"/>
                    <a:pt x="102" y="128"/>
                  </a:cubicBezTo>
                  <a:cubicBezTo>
                    <a:pt x="103" y="128"/>
                    <a:pt x="104" y="127"/>
                    <a:pt x="104" y="126"/>
                  </a:cubicBezTo>
                  <a:cubicBezTo>
                    <a:pt x="105" y="119"/>
                    <a:pt x="105" y="115"/>
                    <a:pt x="107" y="113"/>
                  </a:cubicBezTo>
                  <a:cubicBezTo>
                    <a:pt x="109" y="112"/>
                    <a:pt x="113" y="111"/>
                    <a:pt x="121" y="111"/>
                  </a:cubicBezTo>
                  <a:cubicBezTo>
                    <a:pt x="129" y="111"/>
                    <a:pt x="137" y="104"/>
                    <a:pt x="137" y="96"/>
                  </a:cubicBezTo>
                  <a:cubicBezTo>
                    <a:pt x="137" y="83"/>
                    <a:pt x="137" y="83"/>
                    <a:pt x="137" y="83"/>
                  </a:cubicBezTo>
                  <a:cubicBezTo>
                    <a:pt x="144" y="83"/>
                    <a:pt x="148" y="80"/>
                    <a:pt x="149" y="77"/>
                  </a:cubicBezTo>
                  <a:cubicBezTo>
                    <a:pt x="150" y="75"/>
                    <a:pt x="151" y="70"/>
                    <a:pt x="147" y="65"/>
                  </a:cubicBezTo>
                  <a:close/>
                  <a:moveTo>
                    <a:pt x="47" y="109"/>
                  </a:moveTo>
                  <a:cubicBezTo>
                    <a:pt x="44" y="106"/>
                    <a:pt x="39" y="106"/>
                    <a:pt x="30" y="106"/>
                  </a:cubicBezTo>
                  <a:cubicBezTo>
                    <a:pt x="25" y="106"/>
                    <a:pt x="20" y="101"/>
                    <a:pt x="20" y="96"/>
                  </a:cubicBezTo>
                  <a:cubicBezTo>
                    <a:pt x="20" y="92"/>
                    <a:pt x="20" y="92"/>
                    <a:pt x="20" y="92"/>
                  </a:cubicBezTo>
                  <a:cubicBezTo>
                    <a:pt x="23" y="92"/>
                    <a:pt x="26" y="91"/>
                    <a:pt x="30" y="89"/>
                  </a:cubicBezTo>
                  <a:cubicBezTo>
                    <a:pt x="31" y="88"/>
                    <a:pt x="32" y="86"/>
                    <a:pt x="32" y="85"/>
                  </a:cubicBezTo>
                  <a:cubicBezTo>
                    <a:pt x="31" y="83"/>
                    <a:pt x="29" y="83"/>
                    <a:pt x="27" y="84"/>
                  </a:cubicBezTo>
                  <a:cubicBezTo>
                    <a:pt x="24" y="85"/>
                    <a:pt x="22" y="86"/>
                    <a:pt x="20" y="86"/>
                  </a:cubicBezTo>
                  <a:cubicBezTo>
                    <a:pt x="20" y="80"/>
                    <a:pt x="20" y="80"/>
                    <a:pt x="20" y="80"/>
                  </a:cubicBezTo>
                  <a:cubicBezTo>
                    <a:pt x="20" y="79"/>
                    <a:pt x="19" y="77"/>
                    <a:pt x="17" y="77"/>
                  </a:cubicBezTo>
                  <a:cubicBezTo>
                    <a:pt x="12" y="77"/>
                    <a:pt x="8" y="76"/>
                    <a:pt x="7" y="74"/>
                  </a:cubicBezTo>
                  <a:cubicBezTo>
                    <a:pt x="6" y="73"/>
                    <a:pt x="7" y="71"/>
                    <a:pt x="9" y="68"/>
                  </a:cubicBezTo>
                  <a:cubicBezTo>
                    <a:pt x="13" y="63"/>
                    <a:pt x="17" y="55"/>
                    <a:pt x="17" y="50"/>
                  </a:cubicBezTo>
                  <a:cubicBezTo>
                    <a:pt x="17" y="26"/>
                    <a:pt x="37" y="6"/>
                    <a:pt x="61" y="6"/>
                  </a:cubicBezTo>
                  <a:cubicBezTo>
                    <a:pt x="63" y="6"/>
                    <a:pt x="64" y="6"/>
                    <a:pt x="65" y="6"/>
                  </a:cubicBezTo>
                  <a:cubicBezTo>
                    <a:pt x="61" y="8"/>
                    <a:pt x="57" y="11"/>
                    <a:pt x="54" y="15"/>
                  </a:cubicBezTo>
                  <a:cubicBezTo>
                    <a:pt x="45" y="24"/>
                    <a:pt x="39" y="37"/>
                    <a:pt x="39" y="50"/>
                  </a:cubicBezTo>
                  <a:cubicBezTo>
                    <a:pt x="39" y="59"/>
                    <a:pt x="42" y="68"/>
                    <a:pt x="47" y="76"/>
                  </a:cubicBezTo>
                  <a:cubicBezTo>
                    <a:pt x="57" y="92"/>
                    <a:pt x="58" y="104"/>
                    <a:pt x="57" y="122"/>
                  </a:cubicBezTo>
                  <a:cubicBezTo>
                    <a:pt x="52" y="122"/>
                    <a:pt x="52" y="122"/>
                    <a:pt x="52" y="122"/>
                  </a:cubicBezTo>
                  <a:cubicBezTo>
                    <a:pt x="51" y="116"/>
                    <a:pt x="51" y="112"/>
                    <a:pt x="47" y="109"/>
                  </a:cubicBezTo>
                  <a:close/>
                  <a:moveTo>
                    <a:pt x="144" y="74"/>
                  </a:moveTo>
                  <a:cubicBezTo>
                    <a:pt x="143" y="76"/>
                    <a:pt x="139" y="77"/>
                    <a:pt x="134" y="77"/>
                  </a:cubicBezTo>
                  <a:cubicBezTo>
                    <a:pt x="132" y="77"/>
                    <a:pt x="131" y="79"/>
                    <a:pt x="131" y="80"/>
                  </a:cubicBezTo>
                  <a:cubicBezTo>
                    <a:pt x="131" y="86"/>
                    <a:pt x="131" y="86"/>
                    <a:pt x="131" y="86"/>
                  </a:cubicBezTo>
                  <a:cubicBezTo>
                    <a:pt x="128" y="86"/>
                    <a:pt x="124" y="87"/>
                    <a:pt x="121" y="89"/>
                  </a:cubicBezTo>
                  <a:cubicBezTo>
                    <a:pt x="119" y="90"/>
                    <a:pt x="119" y="92"/>
                    <a:pt x="119" y="93"/>
                  </a:cubicBezTo>
                  <a:cubicBezTo>
                    <a:pt x="120" y="94"/>
                    <a:pt x="121" y="95"/>
                    <a:pt x="122" y="95"/>
                  </a:cubicBezTo>
                  <a:cubicBezTo>
                    <a:pt x="122" y="95"/>
                    <a:pt x="123" y="95"/>
                    <a:pt x="123" y="94"/>
                  </a:cubicBezTo>
                  <a:cubicBezTo>
                    <a:pt x="126" y="93"/>
                    <a:pt x="129" y="92"/>
                    <a:pt x="131" y="92"/>
                  </a:cubicBezTo>
                  <a:cubicBezTo>
                    <a:pt x="131" y="96"/>
                    <a:pt x="131" y="96"/>
                    <a:pt x="131" y="96"/>
                  </a:cubicBezTo>
                  <a:cubicBezTo>
                    <a:pt x="131" y="101"/>
                    <a:pt x="126" y="106"/>
                    <a:pt x="121" y="106"/>
                  </a:cubicBezTo>
                  <a:cubicBezTo>
                    <a:pt x="112" y="106"/>
                    <a:pt x="107" y="106"/>
                    <a:pt x="103" y="109"/>
                  </a:cubicBezTo>
                  <a:cubicBezTo>
                    <a:pt x="100" y="112"/>
                    <a:pt x="99" y="116"/>
                    <a:pt x="99" y="122"/>
                  </a:cubicBezTo>
                  <a:cubicBezTo>
                    <a:pt x="94" y="122"/>
                    <a:pt x="94" y="122"/>
                    <a:pt x="94" y="122"/>
                  </a:cubicBezTo>
                  <a:cubicBezTo>
                    <a:pt x="93" y="118"/>
                    <a:pt x="93" y="115"/>
                    <a:pt x="93" y="112"/>
                  </a:cubicBezTo>
                  <a:cubicBezTo>
                    <a:pt x="93" y="110"/>
                    <a:pt x="92" y="109"/>
                    <a:pt x="90" y="109"/>
                  </a:cubicBezTo>
                  <a:cubicBezTo>
                    <a:pt x="90" y="109"/>
                    <a:pt x="90" y="109"/>
                    <a:pt x="90" y="109"/>
                  </a:cubicBezTo>
                  <a:cubicBezTo>
                    <a:pt x="89" y="109"/>
                    <a:pt x="88" y="110"/>
                    <a:pt x="88" y="112"/>
                  </a:cubicBezTo>
                  <a:cubicBezTo>
                    <a:pt x="88" y="115"/>
                    <a:pt x="88" y="118"/>
                    <a:pt x="88" y="122"/>
                  </a:cubicBezTo>
                  <a:cubicBezTo>
                    <a:pt x="63" y="122"/>
                    <a:pt x="63" y="122"/>
                    <a:pt x="63" y="122"/>
                  </a:cubicBezTo>
                  <a:cubicBezTo>
                    <a:pt x="63" y="113"/>
                    <a:pt x="63" y="106"/>
                    <a:pt x="62" y="98"/>
                  </a:cubicBezTo>
                  <a:cubicBezTo>
                    <a:pt x="60" y="90"/>
                    <a:pt x="57" y="82"/>
                    <a:pt x="51" y="72"/>
                  </a:cubicBezTo>
                  <a:cubicBezTo>
                    <a:pt x="47" y="65"/>
                    <a:pt x="45" y="58"/>
                    <a:pt x="45" y="50"/>
                  </a:cubicBezTo>
                  <a:cubicBezTo>
                    <a:pt x="45" y="30"/>
                    <a:pt x="58" y="14"/>
                    <a:pt x="75" y="8"/>
                  </a:cubicBezTo>
                  <a:cubicBezTo>
                    <a:pt x="93" y="14"/>
                    <a:pt x="106" y="30"/>
                    <a:pt x="106" y="50"/>
                  </a:cubicBezTo>
                  <a:cubicBezTo>
                    <a:pt x="106" y="58"/>
                    <a:pt x="103" y="65"/>
                    <a:pt x="99" y="72"/>
                  </a:cubicBezTo>
                  <a:cubicBezTo>
                    <a:pt x="96" y="77"/>
                    <a:pt x="94" y="81"/>
                    <a:pt x="93" y="85"/>
                  </a:cubicBezTo>
                  <a:cubicBezTo>
                    <a:pt x="92" y="86"/>
                    <a:pt x="93" y="88"/>
                    <a:pt x="94" y="88"/>
                  </a:cubicBezTo>
                  <a:cubicBezTo>
                    <a:pt x="95" y="89"/>
                    <a:pt x="97" y="89"/>
                    <a:pt x="98" y="87"/>
                  </a:cubicBezTo>
                  <a:cubicBezTo>
                    <a:pt x="100" y="83"/>
                    <a:pt x="102" y="80"/>
                    <a:pt x="104" y="75"/>
                  </a:cubicBezTo>
                  <a:cubicBezTo>
                    <a:pt x="109" y="68"/>
                    <a:pt x="111" y="59"/>
                    <a:pt x="111" y="50"/>
                  </a:cubicBezTo>
                  <a:cubicBezTo>
                    <a:pt x="111" y="36"/>
                    <a:pt x="106" y="24"/>
                    <a:pt x="97" y="15"/>
                  </a:cubicBezTo>
                  <a:cubicBezTo>
                    <a:pt x="93" y="11"/>
                    <a:pt x="89" y="8"/>
                    <a:pt x="85" y="6"/>
                  </a:cubicBezTo>
                  <a:cubicBezTo>
                    <a:pt x="87" y="6"/>
                    <a:pt x="88" y="6"/>
                    <a:pt x="89" y="6"/>
                  </a:cubicBezTo>
                  <a:cubicBezTo>
                    <a:pt x="114" y="6"/>
                    <a:pt x="134" y="25"/>
                    <a:pt x="134" y="50"/>
                  </a:cubicBezTo>
                  <a:cubicBezTo>
                    <a:pt x="134" y="55"/>
                    <a:pt x="138" y="63"/>
                    <a:pt x="142" y="68"/>
                  </a:cubicBezTo>
                  <a:cubicBezTo>
                    <a:pt x="144" y="71"/>
                    <a:pt x="145" y="73"/>
                    <a:pt x="144" y="7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20;p49"/>
            <p:cNvSpPr/>
            <p:nvPr/>
          </p:nvSpPr>
          <p:spPr>
            <a:xfrm>
              <a:off x="6661353" y="3341621"/>
              <a:ext cx="20894" cy="15395"/>
            </a:xfrm>
            <a:custGeom>
              <a:avLst/>
              <a:gdLst/>
              <a:ahLst/>
              <a:cxnLst/>
              <a:rect l="l" t="t" r="r" b="b"/>
              <a:pathLst>
                <a:path w="8" h="6" extrusionOk="0">
                  <a:moveTo>
                    <a:pt x="4" y="0"/>
                  </a:moveTo>
                  <a:cubicBezTo>
                    <a:pt x="2" y="0"/>
                    <a:pt x="0" y="3"/>
                    <a:pt x="2" y="5"/>
                  </a:cubicBezTo>
                  <a:cubicBezTo>
                    <a:pt x="2" y="6"/>
                    <a:pt x="3" y="6"/>
                    <a:pt x="4" y="6"/>
                  </a:cubicBezTo>
                  <a:cubicBezTo>
                    <a:pt x="4" y="6"/>
                    <a:pt x="4" y="6"/>
                    <a:pt x="4" y="6"/>
                  </a:cubicBezTo>
                  <a:cubicBezTo>
                    <a:pt x="5" y="6"/>
                    <a:pt x="6" y="6"/>
                    <a:pt x="7" y="5"/>
                  </a:cubicBezTo>
                  <a:cubicBezTo>
                    <a:pt x="8" y="3"/>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21;p49"/>
            <p:cNvSpPr/>
            <p:nvPr/>
          </p:nvSpPr>
          <p:spPr>
            <a:xfrm>
              <a:off x="6577777" y="3453788"/>
              <a:ext cx="18695" cy="15395"/>
            </a:xfrm>
            <a:custGeom>
              <a:avLst/>
              <a:gdLst/>
              <a:ahLst/>
              <a:cxnLst/>
              <a:rect l="l" t="t" r="r" b="b"/>
              <a:pathLst>
                <a:path w="7" h="6" extrusionOk="0">
                  <a:moveTo>
                    <a:pt x="4" y="0"/>
                  </a:moveTo>
                  <a:cubicBezTo>
                    <a:pt x="4" y="0"/>
                    <a:pt x="4" y="0"/>
                    <a:pt x="4" y="0"/>
                  </a:cubicBezTo>
                  <a:cubicBezTo>
                    <a:pt x="2" y="0"/>
                    <a:pt x="1" y="0"/>
                    <a:pt x="1" y="1"/>
                  </a:cubicBezTo>
                  <a:cubicBezTo>
                    <a:pt x="0" y="4"/>
                    <a:pt x="2" y="6"/>
                    <a:pt x="5" y="5"/>
                  </a:cubicBezTo>
                  <a:cubicBezTo>
                    <a:pt x="5" y="5"/>
                    <a:pt x="6" y="4"/>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22" name="Google Shape;1122;p49"/>
          <p:cNvGrpSpPr/>
          <p:nvPr/>
        </p:nvGrpSpPr>
        <p:grpSpPr>
          <a:xfrm>
            <a:off x="1499491" y="3228355"/>
            <a:ext cx="389284" cy="284816"/>
            <a:chOff x="1529182" y="3228355"/>
            <a:chExt cx="389284" cy="284816"/>
          </a:xfrm>
        </p:grpSpPr>
        <p:sp>
          <p:nvSpPr>
            <p:cNvPr id="1123" name="Google Shape;1123;p49"/>
            <p:cNvSpPr/>
            <p:nvPr/>
          </p:nvSpPr>
          <p:spPr>
            <a:xfrm>
              <a:off x="1529182" y="3228355"/>
              <a:ext cx="389284" cy="284816"/>
            </a:xfrm>
            <a:custGeom>
              <a:avLst/>
              <a:gdLst/>
              <a:ahLst/>
              <a:cxnLst/>
              <a:rect l="l" t="t" r="r" b="b"/>
              <a:pathLst>
                <a:path w="149" h="109" extrusionOk="0">
                  <a:moveTo>
                    <a:pt x="149" y="59"/>
                  </a:moveTo>
                  <a:cubicBezTo>
                    <a:pt x="149" y="51"/>
                    <a:pt x="145" y="45"/>
                    <a:pt x="139" y="41"/>
                  </a:cubicBezTo>
                  <a:cubicBezTo>
                    <a:pt x="139" y="40"/>
                    <a:pt x="139" y="39"/>
                    <a:pt x="139" y="38"/>
                  </a:cubicBezTo>
                  <a:cubicBezTo>
                    <a:pt x="139" y="27"/>
                    <a:pt x="130" y="18"/>
                    <a:pt x="119" y="18"/>
                  </a:cubicBezTo>
                  <a:cubicBezTo>
                    <a:pt x="118" y="18"/>
                    <a:pt x="117" y="18"/>
                    <a:pt x="116" y="18"/>
                  </a:cubicBezTo>
                  <a:cubicBezTo>
                    <a:pt x="111" y="9"/>
                    <a:pt x="102" y="4"/>
                    <a:pt x="91" y="4"/>
                  </a:cubicBezTo>
                  <a:cubicBezTo>
                    <a:pt x="88" y="4"/>
                    <a:pt x="84" y="5"/>
                    <a:pt x="80" y="6"/>
                  </a:cubicBezTo>
                  <a:cubicBezTo>
                    <a:pt x="77" y="2"/>
                    <a:pt x="72" y="0"/>
                    <a:pt x="66" y="0"/>
                  </a:cubicBezTo>
                  <a:cubicBezTo>
                    <a:pt x="62" y="0"/>
                    <a:pt x="58" y="1"/>
                    <a:pt x="55" y="4"/>
                  </a:cubicBezTo>
                  <a:cubicBezTo>
                    <a:pt x="53" y="2"/>
                    <a:pt x="50" y="1"/>
                    <a:pt x="46" y="1"/>
                  </a:cubicBezTo>
                  <a:cubicBezTo>
                    <a:pt x="38" y="1"/>
                    <a:pt x="31" y="7"/>
                    <a:pt x="28" y="14"/>
                  </a:cubicBezTo>
                  <a:cubicBezTo>
                    <a:pt x="27" y="14"/>
                    <a:pt x="27" y="14"/>
                    <a:pt x="27" y="14"/>
                  </a:cubicBezTo>
                  <a:cubicBezTo>
                    <a:pt x="17" y="14"/>
                    <a:pt x="10" y="22"/>
                    <a:pt x="9" y="31"/>
                  </a:cubicBezTo>
                  <a:cubicBezTo>
                    <a:pt x="3" y="35"/>
                    <a:pt x="0" y="41"/>
                    <a:pt x="0" y="48"/>
                  </a:cubicBezTo>
                  <a:cubicBezTo>
                    <a:pt x="0" y="56"/>
                    <a:pt x="4" y="63"/>
                    <a:pt x="11" y="66"/>
                  </a:cubicBezTo>
                  <a:cubicBezTo>
                    <a:pt x="11" y="75"/>
                    <a:pt x="19" y="83"/>
                    <a:pt x="28" y="83"/>
                  </a:cubicBezTo>
                  <a:cubicBezTo>
                    <a:pt x="28" y="83"/>
                    <a:pt x="29" y="83"/>
                    <a:pt x="29" y="83"/>
                  </a:cubicBezTo>
                  <a:cubicBezTo>
                    <a:pt x="32" y="93"/>
                    <a:pt x="41" y="99"/>
                    <a:pt x="51" y="99"/>
                  </a:cubicBezTo>
                  <a:cubicBezTo>
                    <a:pt x="54" y="99"/>
                    <a:pt x="56" y="99"/>
                    <a:pt x="59" y="98"/>
                  </a:cubicBezTo>
                  <a:cubicBezTo>
                    <a:pt x="62" y="102"/>
                    <a:pt x="66" y="105"/>
                    <a:pt x="71" y="107"/>
                  </a:cubicBezTo>
                  <a:cubicBezTo>
                    <a:pt x="74" y="108"/>
                    <a:pt x="78" y="109"/>
                    <a:pt x="81" y="109"/>
                  </a:cubicBezTo>
                  <a:cubicBezTo>
                    <a:pt x="84" y="109"/>
                    <a:pt x="86" y="108"/>
                    <a:pt x="88" y="108"/>
                  </a:cubicBezTo>
                  <a:cubicBezTo>
                    <a:pt x="91" y="107"/>
                    <a:pt x="94" y="106"/>
                    <a:pt x="96" y="104"/>
                  </a:cubicBezTo>
                  <a:cubicBezTo>
                    <a:pt x="101" y="107"/>
                    <a:pt x="106" y="109"/>
                    <a:pt x="112" y="109"/>
                  </a:cubicBezTo>
                  <a:cubicBezTo>
                    <a:pt x="128" y="109"/>
                    <a:pt x="141" y="96"/>
                    <a:pt x="141" y="80"/>
                  </a:cubicBezTo>
                  <a:cubicBezTo>
                    <a:pt x="141" y="78"/>
                    <a:pt x="140" y="77"/>
                    <a:pt x="140" y="75"/>
                  </a:cubicBezTo>
                  <a:cubicBezTo>
                    <a:pt x="145" y="72"/>
                    <a:pt x="149" y="66"/>
                    <a:pt x="149" y="59"/>
                  </a:cubicBezTo>
                  <a:close/>
                  <a:moveTo>
                    <a:pt x="87" y="102"/>
                  </a:moveTo>
                  <a:cubicBezTo>
                    <a:pt x="79" y="104"/>
                    <a:pt x="70" y="102"/>
                    <a:pt x="64" y="96"/>
                  </a:cubicBezTo>
                  <a:cubicBezTo>
                    <a:pt x="67" y="94"/>
                    <a:pt x="69" y="92"/>
                    <a:pt x="71" y="89"/>
                  </a:cubicBezTo>
                  <a:cubicBezTo>
                    <a:pt x="76" y="91"/>
                    <a:pt x="81" y="93"/>
                    <a:pt x="86" y="93"/>
                  </a:cubicBezTo>
                  <a:cubicBezTo>
                    <a:pt x="87" y="96"/>
                    <a:pt x="89" y="98"/>
                    <a:pt x="91" y="100"/>
                  </a:cubicBezTo>
                  <a:cubicBezTo>
                    <a:pt x="90" y="101"/>
                    <a:pt x="89" y="102"/>
                    <a:pt x="87" y="102"/>
                  </a:cubicBezTo>
                  <a:close/>
                  <a:moveTo>
                    <a:pt x="135" y="80"/>
                  </a:moveTo>
                  <a:cubicBezTo>
                    <a:pt x="135" y="93"/>
                    <a:pt x="124" y="103"/>
                    <a:pt x="112" y="103"/>
                  </a:cubicBezTo>
                  <a:cubicBezTo>
                    <a:pt x="104" y="103"/>
                    <a:pt x="97" y="99"/>
                    <a:pt x="92" y="92"/>
                  </a:cubicBezTo>
                  <a:cubicBezTo>
                    <a:pt x="93" y="92"/>
                    <a:pt x="94" y="92"/>
                    <a:pt x="95" y="92"/>
                  </a:cubicBezTo>
                  <a:cubicBezTo>
                    <a:pt x="95" y="92"/>
                    <a:pt x="95" y="92"/>
                    <a:pt x="95" y="92"/>
                  </a:cubicBezTo>
                  <a:cubicBezTo>
                    <a:pt x="97" y="89"/>
                    <a:pt x="95" y="86"/>
                    <a:pt x="92" y="87"/>
                  </a:cubicBezTo>
                  <a:cubicBezTo>
                    <a:pt x="91" y="87"/>
                    <a:pt x="89" y="87"/>
                    <a:pt x="88" y="87"/>
                  </a:cubicBezTo>
                  <a:cubicBezTo>
                    <a:pt x="82" y="87"/>
                    <a:pt x="76" y="85"/>
                    <a:pt x="72" y="82"/>
                  </a:cubicBezTo>
                  <a:cubicBezTo>
                    <a:pt x="72" y="82"/>
                    <a:pt x="72" y="82"/>
                    <a:pt x="68" y="86"/>
                  </a:cubicBezTo>
                  <a:cubicBezTo>
                    <a:pt x="68" y="86"/>
                    <a:pt x="67" y="86"/>
                    <a:pt x="67" y="85"/>
                  </a:cubicBezTo>
                  <a:cubicBezTo>
                    <a:pt x="71" y="77"/>
                    <a:pt x="62" y="75"/>
                    <a:pt x="62" y="81"/>
                  </a:cubicBezTo>
                  <a:cubicBezTo>
                    <a:pt x="62" y="81"/>
                    <a:pt x="62" y="82"/>
                    <a:pt x="62" y="82"/>
                  </a:cubicBezTo>
                  <a:cubicBezTo>
                    <a:pt x="64" y="83"/>
                    <a:pt x="65" y="84"/>
                    <a:pt x="66" y="85"/>
                  </a:cubicBezTo>
                  <a:cubicBezTo>
                    <a:pt x="63" y="90"/>
                    <a:pt x="57" y="94"/>
                    <a:pt x="51" y="94"/>
                  </a:cubicBezTo>
                  <a:cubicBezTo>
                    <a:pt x="43" y="94"/>
                    <a:pt x="36" y="87"/>
                    <a:pt x="34" y="79"/>
                  </a:cubicBezTo>
                  <a:cubicBezTo>
                    <a:pt x="34" y="79"/>
                    <a:pt x="34" y="79"/>
                    <a:pt x="33" y="79"/>
                  </a:cubicBezTo>
                  <a:cubicBezTo>
                    <a:pt x="33" y="79"/>
                    <a:pt x="33" y="78"/>
                    <a:pt x="33" y="78"/>
                  </a:cubicBezTo>
                  <a:cubicBezTo>
                    <a:pt x="35" y="75"/>
                    <a:pt x="31" y="71"/>
                    <a:pt x="28" y="74"/>
                  </a:cubicBezTo>
                  <a:cubicBezTo>
                    <a:pt x="28" y="74"/>
                    <a:pt x="28" y="74"/>
                    <a:pt x="28" y="75"/>
                  </a:cubicBezTo>
                  <a:cubicBezTo>
                    <a:pt x="28" y="75"/>
                    <a:pt x="28" y="76"/>
                    <a:pt x="28" y="77"/>
                  </a:cubicBezTo>
                  <a:cubicBezTo>
                    <a:pt x="22" y="77"/>
                    <a:pt x="18" y="73"/>
                    <a:pt x="17" y="68"/>
                  </a:cubicBezTo>
                  <a:cubicBezTo>
                    <a:pt x="18" y="68"/>
                    <a:pt x="20" y="68"/>
                    <a:pt x="21" y="68"/>
                  </a:cubicBezTo>
                  <a:cubicBezTo>
                    <a:pt x="22" y="68"/>
                    <a:pt x="22" y="68"/>
                    <a:pt x="22" y="68"/>
                  </a:cubicBezTo>
                  <a:cubicBezTo>
                    <a:pt x="24" y="65"/>
                    <a:pt x="23" y="62"/>
                    <a:pt x="20" y="62"/>
                  </a:cubicBezTo>
                  <a:cubicBezTo>
                    <a:pt x="18" y="62"/>
                    <a:pt x="17" y="62"/>
                    <a:pt x="15" y="61"/>
                  </a:cubicBezTo>
                  <a:cubicBezTo>
                    <a:pt x="15" y="61"/>
                    <a:pt x="15" y="61"/>
                    <a:pt x="15" y="61"/>
                  </a:cubicBezTo>
                  <a:cubicBezTo>
                    <a:pt x="9" y="59"/>
                    <a:pt x="6" y="54"/>
                    <a:pt x="6" y="48"/>
                  </a:cubicBezTo>
                  <a:cubicBezTo>
                    <a:pt x="6" y="42"/>
                    <a:pt x="9" y="37"/>
                    <a:pt x="14" y="35"/>
                  </a:cubicBezTo>
                  <a:cubicBezTo>
                    <a:pt x="14" y="35"/>
                    <a:pt x="14" y="35"/>
                    <a:pt x="14" y="35"/>
                  </a:cubicBezTo>
                  <a:cubicBezTo>
                    <a:pt x="14" y="35"/>
                    <a:pt x="14" y="35"/>
                    <a:pt x="14" y="35"/>
                  </a:cubicBezTo>
                  <a:cubicBezTo>
                    <a:pt x="14" y="34"/>
                    <a:pt x="15" y="33"/>
                    <a:pt x="16" y="33"/>
                  </a:cubicBezTo>
                  <a:cubicBezTo>
                    <a:pt x="20" y="33"/>
                    <a:pt x="20" y="33"/>
                    <a:pt x="20" y="33"/>
                  </a:cubicBezTo>
                  <a:cubicBezTo>
                    <a:pt x="21" y="33"/>
                    <a:pt x="21" y="33"/>
                    <a:pt x="21" y="33"/>
                  </a:cubicBezTo>
                  <a:cubicBezTo>
                    <a:pt x="21" y="33"/>
                    <a:pt x="22" y="33"/>
                    <a:pt x="22" y="33"/>
                  </a:cubicBezTo>
                  <a:cubicBezTo>
                    <a:pt x="24" y="31"/>
                    <a:pt x="23" y="28"/>
                    <a:pt x="20" y="28"/>
                  </a:cubicBezTo>
                  <a:cubicBezTo>
                    <a:pt x="20" y="28"/>
                    <a:pt x="20" y="28"/>
                    <a:pt x="20" y="28"/>
                  </a:cubicBezTo>
                  <a:cubicBezTo>
                    <a:pt x="19" y="28"/>
                    <a:pt x="17" y="28"/>
                    <a:pt x="16" y="28"/>
                  </a:cubicBezTo>
                  <a:cubicBezTo>
                    <a:pt x="17" y="23"/>
                    <a:pt x="21" y="20"/>
                    <a:pt x="27" y="20"/>
                  </a:cubicBezTo>
                  <a:cubicBezTo>
                    <a:pt x="28" y="20"/>
                    <a:pt x="28" y="20"/>
                    <a:pt x="29" y="20"/>
                  </a:cubicBezTo>
                  <a:cubicBezTo>
                    <a:pt x="29" y="20"/>
                    <a:pt x="29" y="20"/>
                    <a:pt x="29" y="20"/>
                  </a:cubicBezTo>
                  <a:cubicBezTo>
                    <a:pt x="31" y="20"/>
                    <a:pt x="33" y="22"/>
                    <a:pt x="35" y="23"/>
                  </a:cubicBezTo>
                  <a:cubicBezTo>
                    <a:pt x="36" y="24"/>
                    <a:pt x="36" y="24"/>
                    <a:pt x="37" y="24"/>
                  </a:cubicBezTo>
                  <a:cubicBezTo>
                    <a:pt x="39" y="24"/>
                    <a:pt x="40" y="23"/>
                    <a:pt x="40" y="20"/>
                  </a:cubicBezTo>
                  <a:cubicBezTo>
                    <a:pt x="40" y="20"/>
                    <a:pt x="40" y="20"/>
                    <a:pt x="40" y="20"/>
                  </a:cubicBezTo>
                  <a:cubicBezTo>
                    <a:pt x="38" y="18"/>
                    <a:pt x="36" y="16"/>
                    <a:pt x="33" y="15"/>
                  </a:cubicBezTo>
                  <a:cubicBezTo>
                    <a:pt x="36" y="10"/>
                    <a:pt x="41" y="7"/>
                    <a:pt x="46" y="7"/>
                  </a:cubicBezTo>
                  <a:cubicBezTo>
                    <a:pt x="49" y="7"/>
                    <a:pt x="52" y="8"/>
                    <a:pt x="54" y="9"/>
                  </a:cubicBezTo>
                  <a:cubicBezTo>
                    <a:pt x="54" y="9"/>
                    <a:pt x="54" y="10"/>
                    <a:pt x="55" y="9"/>
                  </a:cubicBezTo>
                  <a:cubicBezTo>
                    <a:pt x="55" y="8"/>
                    <a:pt x="56" y="9"/>
                    <a:pt x="56" y="9"/>
                  </a:cubicBezTo>
                  <a:cubicBezTo>
                    <a:pt x="56" y="11"/>
                    <a:pt x="57" y="12"/>
                    <a:pt x="59" y="12"/>
                  </a:cubicBezTo>
                  <a:cubicBezTo>
                    <a:pt x="59" y="12"/>
                    <a:pt x="60" y="12"/>
                    <a:pt x="61" y="11"/>
                  </a:cubicBezTo>
                  <a:cubicBezTo>
                    <a:pt x="62" y="10"/>
                    <a:pt x="62" y="8"/>
                    <a:pt x="61" y="7"/>
                  </a:cubicBezTo>
                  <a:cubicBezTo>
                    <a:pt x="61" y="7"/>
                    <a:pt x="60" y="7"/>
                    <a:pt x="60" y="7"/>
                  </a:cubicBezTo>
                  <a:cubicBezTo>
                    <a:pt x="62" y="6"/>
                    <a:pt x="64" y="5"/>
                    <a:pt x="66" y="5"/>
                  </a:cubicBezTo>
                  <a:cubicBezTo>
                    <a:pt x="70" y="5"/>
                    <a:pt x="73" y="7"/>
                    <a:pt x="75" y="9"/>
                  </a:cubicBezTo>
                  <a:cubicBezTo>
                    <a:pt x="74" y="10"/>
                    <a:pt x="74" y="10"/>
                    <a:pt x="73" y="11"/>
                  </a:cubicBezTo>
                  <a:cubicBezTo>
                    <a:pt x="73" y="11"/>
                    <a:pt x="73" y="11"/>
                    <a:pt x="73" y="11"/>
                  </a:cubicBezTo>
                  <a:cubicBezTo>
                    <a:pt x="73" y="14"/>
                    <a:pt x="74" y="15"/>
                    <a:pt x="76" y="15"/>
                  </a:cubicBezTo>
                  <a:cubicBezTo>
                    <a:pt x="77" y="15"/>
                    <a:pt x="77" y="15"/>
                    <a:pt x="78" y="14"/>
                  </a:cubicBezTo>
                  <a:cubicBezTo>
                    <a:pt x="79" y="14"/>
                    <a:pt x="79" y="13"/>
                    <a:pt x="80" y="13"/>
                  </a:cubicBezTo>
                  <a:cubicBezTo>
                    <a:pt x="80" y="13"/>
                    <a:pt x="80" y="13"/>
                    <a:pt x="80" y="13"/>
                  </a:cubicBezTo>
                  <a:cubicBezTo>
                    <a:pt x="84" y="11"/>
                    <a:pt x="88" y="10"/>
                    <a:pt x="91" y="10"/>
                  </a:cubicBezTo>
                  <a:cubicBezTo>
                    <a:pt x="100" y="10"/>
                    <a:pt x="108" y="15"/>
                    <a:pt x="112" y="22"/>
                  </a:cubicBezTo>
                  <a:cubicBezTo>
                    <a:pt x="112" y="22"/>
                    <a:pt x="112" y="22"/>
                    <a:pt x="112" y="22"/>
                  </a:cubicBezTo>
                  <a:cubicBezTo>
                    <a:pt x="114" y="26"/>
                    <a:pt x="115" y="30"/>
                    <a:pt x="114" y="34"/>
                  </a:cubicBezTo>
                  <a:cubicBezTo>
                    <a:pt x="114" y="34"/>
                    <a:pt x="115" y="34"/>
                    <a:pt x="115" y="34"/>
                  </a:cubicBezTo>
                  <a:cubicBezTo>
                    <a:pt x="117" y="37"/>
                    <a:pt x="120" y="35"/>
                    <a:pt x="120" y="33"/>
                  </a:cubicBezTo>
                  <a:cubicBezTo>
                    <a:pt x="120" y="30"/>
                    <a:pt x="120" y="26"/>
                    <a:pt x="119" y="23"/>
                  </a:cubicBezTo>
                  <a:cubicBezTo>
                    <a:pt x="119" y="23"/>
                    <a:pt x="119" y="23"/>
                    <a:pt x="119" y="23"/>
                  </a:cubicBezTo>
                  <a:cubicBezTo>
                    <a:pt x="127" y="23"/>
                    <a:pt x="133" y="30"/>
                    <a:pt x="133" y="38"/>
                  </a:cubicBezTo>
                  <a:cubicBezTo>
                    <a:pt x="133" y="39"/>
                    <a:pt x="133" y="40"/>
                    <a:pt x="133" y="42"/>
                  </a:cubicBezTo>
                  <a:cubicBezTo>
                    <a:pt x="133" y="42"/>
                    <a:pt x="133" y="42"/>
                    <a:pt x="133" y="42"/>
                  </a:cubicBezTo>
                  <a:cubicBezTo>
                    <a:pt x="132" y="44"/>
                    <a:pt x="130" y="47"/>
                    <a:pt x="128" y="49"/>
                  </a:cubicBezTo>
                  <a:cubicBezTo>
                    <a:pt x="128" y="49"/>
                    <a:pt x="128" y="49"/>
                    <a:pt x="128" y="49"/>
                  </a:cubicBezTo>
                  <a:cubicBezTo>
                    <a:pt x="128" y="52"/>
                    <a:pt x="130" y="53"/>
                    <a:pt x="131" y="53"/>
                  </a:cubicBezTo>
                  <a:cubicBezTo>
                    <a:pt x="132" y="53"/>
                    <a:pt x="133" y="53"/>
                    <a:pt x="133" y="52"/>
                  </a:cubicBezTo>
                  <a:cubicBezTo>
                    <a:pt x="135" y="50"/>
                    <a:pt x="136" y="49"/>
                    <a:pt x="137" y="47"/>
                  </a:cubicBezTo>
                  <a:cubicBezTo>
                    <a:pt x="141" y="49"/>
                    <a:pt x="143" y="54"/>
                    <a:pt x="143" y="58"/>
                  </a:cubicBezTo>
                  <a:cubicBezTo>
                    <a:pt x="143" y="66"/>
                    <a:pt x="137" y="73"/>
                    <a:pt x="129" y="73"/>
                  </a:cubicBezTo>
                  <a:cubicBezTo>
                    <a:pt x="125" y="73"/>
                    <a:pt x="121" y="72"/>
                    <a:pt x="119" y="69"/>
                  </a:cubicBezTo>
                  <a:cubicBezTo>
                    <a:pt x="119" y="69"/>
                    <a:pt x="119" y="69"/>
                    <a:pt x="119" y="69"/>
                  </a:cubicBezTo>
                  <a:cubicBezTo>
                    <a:pt x="117" y="67"/>
                    <a:pt x="115" y="65"/>
                    <a:pt x="115" y="62"/>
                  </a:cubicBezTo>
                  <a:cubicBezTo>
                    <a:pt x="114" y="61"/>
                    <a:pt x="113" y="60"/>
                    <a:pt x="111" y="60"/>
                  </a:cubicBezTo>
                  <a:cubicBezTo>
                    <a:pt x="110" y="61"/>
                    <a:pt x="109" y="62"/>
                    <a:pt x="109" y="64"/>
                  </a:cubicBezTo>
                  <a:cubicBezTo>
                    <a:pt x="110" y="67"/>
                    <a:pt x="111" y="69"/>
                    <a:pt x="113" y="72"/>
                  </a:cubicBezTo>
                  <a:cubicBezTo>
                    <a:pt x="113" y="73"/>
                    <a:pt x="112" y="74"/>
                    <a:pt x="111" y="75"/>
                  </a:cubicBezTo>
                  <a:cubicBezTo>
                    <a:pt x="111" y="75"/>
                    <a:pt x="111" y="75"/>
                    <a:pt x="111" y="75"/>
                  </a:cubicBezTo>
                  <a:cubicBezTo>
                    <a:pt x="112" y="79"/>
                    <a:pt x="115" y="79"/>
                    <a:pt x="117" y="77"/>
                  </a:cubicBezTo>
                  <a:cubicBezTo>
                    <a:pt x="117" y="77"/>
                    <a:pt x="117" y="76"/>
                    <a:pt x="118" y="76"/>
                  </a:cubicBezTo>
                  <a:cubicBezTo>
                    <a:pt x="121" y="78"/>
                    <a:pt x="125" y="79"/>
                    <a:pt x="129" y="79"/>
                  </a:cubicBezTo>
                  <a:cubicBezTo>
                    <a:pt x="131" y="79"/>
                    <a:pt x="133" y="78"/>
                    <a:pt x="135" y="78"/>
                  </a:cubicBezTo>
                  <a:cubicBezTo>
                    <a:pt x="135" y="78"/>
                    <a:pt x="135" y="79"/>
                    <a:pt x="135" y="8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4" name="Google Shape;1124;p49"/>
            <p:cNvSpPr/>
            <p:nvPr/>
          </p:nvSpPr>
          <p:spPr>
            <a:xfrm>
              <a:off x="1793103" y="3442791"/>
              <a:ext cx="18695" cy="16495"/>
            </a:xfrm>
            <a:custGeom>
              <a:avLst/>
              <a:gdLst/>
              <a:ahLst/>
              <a:cxnLst/>
              <a:rect l="l" t="t" r="r" b="b"/>
              <a:pathLst>
                <a:path w="7" h="6" extrusionOk="0">
                  <a:moveTo>
                    <a:pt x="4" y="0"/>
                  </a:moveTo>
                  <a:cubicBezTo>
                    <a:pt x="4" y="0"/>
                    <a:pt x="4" y="0"/>
                    <a:pt x="4" y="0"/>
                  </a:cubicBezTo>
                  <a:cubicBezTo>
                    <a:pt x="3" y="0"/>
                    <a:pt x="2" y="0"/>
                    <a:pt x="1" y="1"/>
                  </a:cubicBezTo>
                  <a:cubicBezTo>
                    <a:pt x="0" y="4"/>
                    <a:pt x="3" y="6"/>
                    <a:pt x="5" y="5"/>
                  </a:cubicBezTo>
                  <a:cubicBezTo>
                    <a:pt x="6" y="5"/>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5" name="Google Shape;1125;p49"/>
            <p:cNvSpPr/>
            <p:nvPr/>
          </p:nvSpPr>
          <p:spPr>
            <a:xfrm>
              <a:off x="1662242" y="3364715"/>
              <a:ext cx="109967" cy="34090"/>
            </a:xfrm>
            <a:custGeom>
              <a:avLst/>
              <a:gdLst/>
              <a:ahLst/>
              <a:cxnLst/>
              <a:rect l="l" t="t" r="r" b="b"/>
              <a:pathLst>
                <a:path w="42" h="13" extrusionOk="0">
                  <a:moveTo>
                    <a:pt x="37" y="1"/>
                  </a:moveTo>
                  <a:cubicBezTo>
                    <a:pt x="33" y="5"/>
                    <a:pt x="27" y="7"/>
                    <a:pt x="21" y="7"/>
                  </a:cubicBezTo>
                  <a:cubicBezTo>
                    <a:pt x="15" y="7"/>
                    <a:pt x="10" y="5"/>
                    <a:pt x="5" y="1"/>
                  </a:cubicBezTo>
                  <a:cubicBezTo>
                    <a:pt x="4" y="0"/>
                    <a:pt x="2" y="0"/>
                    <a:pt x="1" y="1"/>
                  </a:cubicBezTo>
                  <a:cubicBezTo>
                    <a:pt x="0" y="2"/>
                    <a:pt x="0" y="4"/>
                    <a:pt x="1" y="5"/>
                  </a:cubicBezTo>
                  <a:cubicBezTo>
                    <a:pt x="7" y="10"/>
                    <a:pt x="14" y="13"/>
                    <a:pt x="21" y="13"/>
                  </a:cubicBezTo>
                  <a:cubicBezTo>
                    <a:pt x="29" y="13"/>
                    <a:pt x="36" y="10"/>
                    <a:pt x="41" y="5"/>
                  </a:cubicBezTo>
                  <a:cubicBezTo>
                    <a:pt x="42" y="4"/>
                    <a:pt x="42" y="2"/>
                    <a:pt x="41" y="1"/>
                  </a:cubicBezTo>
                  <a:cubicBezTo>
                    <a:pt x="40" y="0"/>
                    <a:pt x="38" y="0"/>
                    <a:pt x="37"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6;p49"/>
            <p:cNvSpPr/>
            <p:nvPr/>
          </p:nvSpPr>
          <p:spPr>
            <a:xfrm>
              <a:off x="1646847" y="3320728"/>
              <a:ext cx="49486" cy="23093"/>
            </a:xfrm>
            <a:custGeom>
              <a:avLst/>
              <a:gdLst/>
              <a:ahLst/>
              <a:cxnLst/>
              <a:rect l="l" t="t" r="r" b="b"/>
              <a:pathLst>
                <a:path w="19" h="9" extrusionOk="0">
                  <a:moveTo>
                    <a:pt x="14" y="7"/>
                  </a:moveTo>
                  <a:cubicBezTo>
                    <a:pt x="15" y="8"/>
                    <a:pt x="15" y="8"/>
                    <a:pt x="16" y="8"/>
                  </a:cubicBezTo>
                  <a:cubicBezTo>
                    <a:pt x="17" y="8"/>
                    <a:pt x="17" y="8"/>
                    <a:pt x="18" y="7"/>
                  </a:cubicBezTo>
                  <a:cubicBezTo>
                    <a:pt x="19" y="6"/>
                    <a:pt x="19" y="4"/>
                    <a:pt x="18" y="3"/>
                  </a:cubicBezTo>
                  <a:cubicBezTo>
                    <a:pt x="16" y="1"/>
                    <a:pt x="13" y="0"/>
                    <a:pt x="10" y="0"/>
                  </a:cubicBezTo>
                  <a:cubicBezTo>
                    <a:pt x="6" y="0"/>
                    <a:pt x="3" y="1"/>
                    <a:pt x="1" y="3"/>
                  </a:cubicBezTo>
                  <a:cubicBezTo>
                    <a:pt x="0" y="4"/>
                    <a:pt x="0" y="6"/>
                    <a:pt x="1" y="7"/>
                  </a:cubicBezTo>
                  <a:cubicBezTo>
                    <a:pt x="2" y="9"/>
                    <a:pt x="4" y="9"/>
                    <a:pt x="5" y="7"/>
                  </a:cubicBezTo>
                  <a:cubicBezTo>
                    <a:pt x="6" y="6"/>
                    <a:pt x="8" y="6"/>
                    <a:pt x="10" y="6"/>
                  </a:cubicBezTo>
                  <a:cubicBezTo>
                    <a:pt x="11" y="6"/>
                    <a:pt x="13" y="6"/>
                    <a:pt x="14"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7" name="Google Shape;1127;p49"/>
            <p:cNvSpPr/>
            <p:nvPr/>
          </p:nvSpPr>
          <p:spPr>
            <a:xfrm>
              <a:off x="1738120" y="3320728"/>
              <a:ext cx="49486" cy="23093"/>
            </a:xfrm>
            <a:custGeom>
              <a:avLst/>
              <a:gdLst/>
              <a:ahLst/>
              <a:cxnLst/>
              <a:rect l="l" t="t" r="r" b="b"/>
              <a:pathLst>
                <a:path w="19" h="9" extrusionOk="0">
                  <a:moveTo>
                    <a:pt x="10" y="0"/>
                  </a:moveTo>
                  <a:cubicBezTo>
                    <a:pt x="6" y="0"/>
                    <a:pt x="3" y="1"/>
                    <a:pt x="1" y="3"/>
                  </a:cubicBezTo>
                  <a:cubicBezTo>
                    <a:pt x="0" y="4"/>
                    <a:pt x="0" y="6"/>
                    <a:pt x="1" y="7"/>
                  </a:cubicBezTo>
                  <a:cubicBezTo>
                    <a:pt x="2" y="9"/>
                    <a:pt x="4" y="9"/>
                    <a:pt x="5" y="7"/>
                  </a:cubicBezTo>
                  <a:cubicBezTo>
                    <a:pt x="6" y="6"/>
                    <a:pt x="8" y="6"/>
                    <a:pt x="10" y="6"/>
                  </a:cubicBezTo>
                  <a:cubicBezTo>
                    <a:pt x="11" y="6"/>
                    <a:pt x="13" y="6"/>
                    <a:pt x="14" y="7"/>
                  </a:cubicBezTo>
                  <a:cubicBezTo>
                    <a:pt x="15" y="8"/>
                    <a:pt x="15" y="8"/>
                    <a:pt x="16" y="8"/>
                  </a:cubicBezTo>
                  <a:cubicBezTo>
                    <a:pt x="17" y="8"/>
                    <a:pt x="18" y="8"/>
                    <a:pt x="18" y="7"/>
                  </a:cubicBezTo>
                  <a:cubicBezTo>
                    <a:pt x="19" y="6"/>
                    <a:pt x="19" y="4"/>
                    <a:pt x="18" y="3"/>
                  </a:cubicBezTo>
                  <a:cubicBezTo>
                    <a:pt x="16" y="1"/>
                    <a:pt x="13" y="0"/>
                    <a:pt x="10"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28" name="Google Shape;1128;p49"/>
          <p:cNvGrpSpPr/>
          <p:nvPr/>
        </p:nvGrpSpPr>
        <p:grpSpPr>
          <a:xfrm>
            <a:off x="5609516" y="3782591"/>
            <a:ext cx="339799" cy="389284"/>
            <a:chOff x="5570478" y="3782591"/>
            <a:chExt cx="339799" cy="389284"/>
          </a:xfrm>
        </p:grpSpPr>
        <p:sp>
          <p:nvSpPr>
            <p:cNvPr id="1129" name="Google Shape;1129;p49"/>
            <p:cNvSpPr/>
            <p:nvPr/>
          </p:nvSpPr>
          <p:spPr>
            <a:xfrm>
              <a:off x="5570478" y="3782591"/>
              <a:ext cx="339799" cy="389284"/>
            </a:xfrm>
            <a:custGeom>
              <a:avLst/>
              <a:gdLst/>
              <a:ahLst/>
              <a:cxnLst/>
              <a:rect l="l" t="t" r="r" b="b"/>
              <a:pathLst>
                <a:path w="130" h="149" extrusionOk="0">
                  <a:moveTo>
                    <a:pt x="113" y="17"/>
                  </a:moveTo>
                  <a:cubicBezTo>
                    <a:pt x="102" y="6"/>
                    <a:pt x="87" y="0"/>
                    <a:pt x="72" y="0"/>
                  </a:cubicBezTo>
                  <a:cubicBezTo>
                    <a:pt x="56" y="0"/>
                    <a:pt x="41" y="6"/>
                    <a:pt x="30" y="17"/>
                  </a:cubicBezTo>
                  <a:cubicBezTo>
                    <a:pt x="19" y="27"/>
                    <a:pt x="13" y="42"/>
                    <a:pt x="13" y="57"/>
                  </a:cubicBezTo>
                  <a:cubicBezTo>
                    <a:pt x="13" y="61"/>
                    <a:pt x="10" y="67"/>
                    <a:pt x="5" y="75"/>
                  </a:cubicBezTo>
                  <a:cubicBezTo>
                    <a:pt x="0" y="82"/>
                    <a:pt x="1" y="86"/>
                    <a:pt x="2" y="89"/>
                  </a:cubicBezTo>
                  <a:cubicBezTo>
                    <a:pt x="4" y="92"/>
                    <a:pt x="7" y="95"/>
                    <a:pt x="17" y="96"/>
                  </a:cubicBezTo>
                  <a:cubicBezTo>
                    <a:pt x="17" y="111"/>
                    <a:pt x="17" y="111"/>
                    <a:pt x="17" y="111"/>
                  </a:cubicBezTo>
                  <a:cubicBezTo>
                    <a:pt x="17" y="121"/>
                    <a:pt x="25" y="129"/>
                    <a:pt x="35" y="129"/>
                  </a:cubicBezTo>
                  <a:cubicBezTo>
                    <a:pt x="44" y="129"/>
                    <a:pt x="49" y="129"/>
                    <a:pt x="51" y="131"/>
                  </a:cubicBezTo>
                  <a:cubicBezTo>
                    <a:pt x="53" y="133"/>
                    <a:pt x="54" y="138"/>
                    <a:pt x="54" y="146"/>
                  </a:cubicBezTo>
                  <a:cubicBezTo>
                    <a:pt x="54" y="148"/>
                    <a:pt x="56" y="149"/>
                    <a:pt x="57" y="149"/>
                  </a:cubicBezTo>
                  <a:cubicBezTo>
                    <a:pt x="107" y="149"/>
                    <a:pt x="107" y="149"/>
                    <a:pt x="107" y="149"/>
                  </a:cubicBezTo>
                  <a:cubicBezTo>
                    <a:pt x="107" y="149"/>
                    <a:pt x="107" y="149"/>
                    <a:pt x="107" y="149"/>
                  </a:cubicBezTo>
                  <a:cubicBezTo>
                    <a:pt x="108" y="148"/>
                    <a:pt x="109" y="147"/>
                    <a:pt x="109" y="146"/>
                  </a:cubicBezTo>
                  <a:cubicBezTo>
                    <a:pt x="109" y="138"/>
                    <a:pt x="108" y="133"/>
                    <a:pt x="109" y="128"/>
                  </a:cubicBezTo>
                  <a:cubicBezTo>
                    <a:pt x="109" y="126"/>
                    <a:pt x="107" y="125"/>
                    <a:pt x="106" y="125"/>
                  </a:cubicBezTo>
                  <a:cubicBezTo>
                    <a:pt x="104" y="125"/>
                    <a:pt x="103" y="126"/>
                    <a:pt x="103" y="127"/>
                  </a:cubicBezTo>
                  <a:cubicBezTo>
                    <a:pt x="103" y="132"/>
                    <a:pt x="103" y="137"/>
                    <a:pt x="103" y="143"/>
                  </a:cubicBezTo>
                  <a:cubicBezTo>
                    <a:pt x="60" y="143"/>
                    <a:pt x="60" y="143"/>
                    <a:pt x="60" y="143"/>
                  </a:cubicBezTo>
                  <a:cubicBezTo>
                    <a:pt x="59" y="135"/>
                    <a:pt x="58" y="130"/>
                    <a:pt x="55" y="127"/>
                  </a:cubicBezTo>
                  <a:cubicBezTo>
                    <a:pt x="51" y="123"/>
                    <a:pt x="45" y="123"/>
                    <a:pt x="35" y="123"/>
                  </a:cubicBezTo>
                  <a:cubicBezTo>
                    <a:pt x="28" y="123"/>
                    <a:pt x="23" y="118"/>
                    <a:pt x="23" y="111"/>
                  </a:cubicBezTo>
                  <a:cubicBezTo>
                    <a:pt x="23" y="106"/>
                    <a:pt x="23" y="106"/>
                    <a:pt x="23" y="106"/>
                  </a:cubicBezTo>
                  <a:cubicBezTo>
                    <a:pt x="23" y="106"/>
                    <a:pt x="23" y="106"/>
                    <a:pt x="23" y="106"/>
                  </a:cubicBezTo>
                  <a:cubicBezTo>
                    <a:pt x="24" y="106"/>
                    <a:pt x="26" y="107"/>
                    <a:pt x="27" y="107"/>
                  </a:cubicBezTo>
                  <a:cubicBezTo>
                    <a:pt x="29" y="108"/>
                    <a:pt x="32" y="109"/>
                    <a:pt x="35" y="109"/>
                  </a:cubicBezTo>
                  <a:cubicBezTo>
                    <a:pt x="35" y="109"/>
                    <a:pt x="35" y="109"/>
                    <a:pt x="35" y="109"/>
                  </a:cubicBezTo>
                  <a:cubicBezTo>
                    <a:pt x="38" y="106"/>
                    <a:pt x="36" y="103"/>
                    <a:pt x="33" y="103"/>
                  </a:cubicBezTo>
                  <a:cubicBezTo>
                    <a:pt x="32" y="103"/>
                    <a:pt x="31" y="103"/>
                    <a:pt x="29" y="102"/>
                  </a:cubicBezTo>
                  <a:cubicBezTo>
                    <a:pt x="28" y="101"/>
                    <a:pt x="25" y="100"/>
                    <a:pt x="23" y="100"/>
                  </a:cubicBezTo>
                  <a:cubicBezTo>
                    <a:pt x="23" y="100"/>
                    <a:pt x="23" y="100"/>
                    <a:pt x="23" y="100"/>
                  </a:cubicBezTo>
                  <a:cubicBezTo>
                    <a:pt x="23" y="91"/>
                    <a:pt x="23" y="91"/>
                    <a:pt x="23" y="91"/>
                  </a:cubicBezTo>
                  <a:cubicBezTo>
                    <a:pt x="23" y="90"/>
                    <a:pt x="22" y="90"/>
                    <a:pt x="22" y="90"/>
                  </a:cubicBezTo>
                  <a:cubicBezTo>
                    <a:pt x="14" y="90"/>
                    <a:pt x="9" y="89"/>
                    <a:pt x="7" y="86"/>
                  </a:cubicBezTo>
                  <a:cubicBezTo>
                    <a:pt x="6" y="84"/>
                    <a:pt x="7" y="82"/>
                    <a:pt x="10" y="78"/>
                  </a:cubicBezTo>
                  <a:cubicBezTo>
                    <a:pt x="14" y="72"/>
                    <a:pt x="19" y="64"/>
                    <a:pt x="19" y="57"/>
                  </a:cubicBezTo>
                  <a:cubicBezTo>
                    <a:pt x="19" y="29"/>
                    <a:pt x="43" y="5"/>
                    <a:pt x="72" y="5"/>
                  </a:cubicBezTo>
                  <a:cubicBezTo>
                    <a:pt x="100" y="5"/>
                    <a:pt x="124" y="29"/>
                    <a:pt x="124" y="57"/>
                  </a:cubicBezTo>
                  <a:cubicBezTo>
                    <a:pt x="124" y="67"/>
                    <a:pt x="121" y="76"/>
                    <a:pt x="116" y="84"/>
                  </a:cubicBezTo>
                  <a:cubicBezTo>
                    <a:pt x="112" y="90"/>
                    <a:pt x="109" y="96"/>
                    <a:pt x="107" y="102"/>
                  </a:cubicBezTo>
                  <a:cubicBezTo>
                    <a:pt x="107" y="102"/>
                    <a:pt x="107" y="102"/>
                    <a:pt x="107" y="102"/>
                  </a:cubicBezTo>
                  <a:cubicBezTo>
                    <a:pt x="109" y="106"/>
                    <a:pt x="112" y="105"/>
                    <a:pt x="113" y="103"/>
                  </a:cubicBezTo>
                  <a:cubicBezTo>
                    <a:pt x="115" y="98"/>
                    <a:pt x="118" y="93"/>
                    <a:pt x="121" y="87"/>
                  </a:cubicBezTo>
                  <a:cubicBezTo>
                    <a:pt x="127" y="78"/>
                    <a:pt x="130" y="68"/>
                    <a:pt x="130" y="57"/>
                  </a:cubicBezTo>
                  <a:cubicBezTo>
                    <a:pt x="130" y="42"/>
                    <a:pt x="124" y="27"/>
                    <a:pt x="11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0" name="Google Shape;1130;p49"/>
            <p:cNvSpPr/>
            <p:nvPr/>
          </p:nvSpPr>
          <p:spPr>
            <a:xfrm>
              <a:off x="5640857" y="3945342"/>
              <a:ext cx="20894" cy="17595"/>
            </a:xfrm>
            <a:custGeom>
              <a:avLst/>
              <a:gdLst/>
              <a:ahLst/>
              <a:cxnLst/>
              <a:rect l="l" t="t" r="r" b="b"/>
              <a:pathLst>
                <a:path w="8" h="7" extrusionOk="0">
                  <a:moveTo>
                    <a:pt x="4" y="0"/>
                  </a:moveTo>
                  <a:cubicBezTo>
                    <a:pt x="2" y="0"/>
                    <a:pt x="0" y="2"/>
                    <a:pt x="1" y="4"/>
                  </a:cubicBezTo>
                  <a:cubicBezTo>
                    <a:pt x="1" y="5"/>
                    <a:pt x="2" y="6"/>
                    <a:pt x="3" y="6"/>
                  </a:cubicBezTo>
                  <a:cubicBezTo>
                    <a:pt x="5" y="7"/>
                    <a:pt x="8" y="4"/>
                    <a:pt x="6"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31;p49"/>
            <p:cNvSpPr/>
            <p:nvPr/>
          </p:nvSpPr>
          <p:spPr>
            <a:xfrm>
              <a:off x="5690342" y="3840873"/>
              <a:ext cx="174848" cy="150656"/>
            </a:xfrm>
            <a:custGeom>
              <a:avLst/>
              <a:gdLst/>
              <a:ahLst/>
              <a:cxnLst/>
              <a:rect l="l" t="t" r="r" b="b"/>
              <a:pathLst>
                <a:path w="67" h="58" extrusionOk="0">
                  <a:moveTo>
                    <a:pt x="61" y="7"/>
                  </a:moveTo>
                  <a:cubicBezTo>
                    <a:pt x="54" y="0"/>
                    <a:pt x="43" y="0"/>
                    <a:pt x="36" y="7"/>
                  </a:cubicBezTo>
                  <a:cubicBezTo>
                    <a:pt x="34" y="8"/>
                    <a:pt x="33" y="8"/>
                    <a:pt x="32" y="7"/>
                  </a:cubicBezTo>
                  <a:cubicBezTo>
                    <a:pt x="32" y="7"/>
                    <a:pt x="32" y="7"/>
                    <a:pt x="32" y="7"/>
                  </a:cubicBezTo>
                  <a:cubicBezTo>
                    <a:pt x="25" y="0"/>
                    <a:pt x="14" y="0"/>
                    <a:pt x="7" y="7"/>
                  </a:cubicBezTo>
                  <a:cubicBezTo>
                    <a:pt x="2" y="12"/>
                    <a:pt x="0" y="18"/>
                    <a:pt x="2" y="25"/>
                  </a:cubicBezTo>
                  <a:cubicBezTo>
                    <a:pt x="6" y="41"/>
                    <a:pt x="25" y="56"/>
                    <a:pt x="33" y="58"/>
                  </a:cubicBezTo>
                  <a:cubicBezTo>
                    <a:pt x="33" y="58"/>
                    <a:pt x="34" y="58"/>
                    <a:pt x="34" y="58"/>
                  </a:cubicBezTo>
                  <a:cubicBezTo>
                    <a:pt x="34" y="58"/>
                    <a:pt x="34" y="58"/>
                    <a:pt x="35" y="58"/>
                  </a:cubicBezTo>
                  <a:cubicBezTo>
                    <a:pt x="43" y="56"/>
                    <a:pt x="61" y="41"/>
                    <a:pt x="66" y="25"/>
                  </a:cubicBezTo>
                  <a:cubicBezTo>
                    <a:pt x="67" y="18"/>
                    <a:pt x="66" y="12"/>
                    <a:pt x="61" y="7"/>
                  </a:cubicBezTo>
                  <a:close/>
                  <a:moveTo>
                    <a:pt x="8" y="24"/>
                  </a:moveTo>
                  <a:cubicBezTo>
                    <a:pt x="6" y="19"/>
                    <a:pt x="7" y="15"/>
                    <a:pt x="11" y="11"/>
                  </a:cubicBezTo>
                  <a:cubicBezTo>
                    <a:pt x="13" y="9"/>
                    <a:pt x="16" y="8"/>
                    <a:pt x="19" y="8"/>
                  </a:cubicBezTo>
                  <a:cubicBezTo>
                    <a:pt x="22" y="8"/>
                    <a:pt x="26" y="9"/>
                    <a:pt x="28" y="11"/>
                  </a:cubicBezTo>
                  <a:cubicBezTo>
                    <a:pt x="28" y="11"/>
                    <a:pt x="28" y="11"/>
                    <a:pt x="28" y="11"/>
                  </a:cubicBezTo>
                  <a:cubicBezTo>
                    <a:pt x="29" y="12"/>
                    <a:pt x="29" y="12"/>
                    <a:pt x="30" y="13"/>
                  </a:cubicBezTo>
                  <a:cubicBezTo>
                    <a:pt x="28" y="19"/>
                    <a:pt x="28" y="19"/>
                    <a:pt x="28" y="19"/>
                  </a:cubicBezTo>
                  <a:cubicBezTo>
                    <a:pt x="28" y="20"/>
                    <a:pt x="28" y="21"/>
                    <a:pt x="28" y="22"/>
                  </a:cubicBezTo>
                  <a:cubicBezTo>
                    <a:pt x="34" y="29"/>
                    <a:pt x="34" y="29"/>
                    <a:pt x="34" y="29"/>
                  </a:cubicBezTo>
                  <a:cubicBezTo>
                    <a:pt x="29" y="38"/>
                    <a:pt x="29" y="38"/>
                    <a:pt x="29" y="38"/>
                  </a:cubicBezTo>
                  <a:cubicBezTo>
                    <a:pt x="29" y="38"/>
                    <a:pt x="29" y="39"/>
                    <a:pt x="29" y="40"/>
                  </a:cubicBezTo>
                  <a:cubicBezTo>
                    <a:pt x="30" y="50"/>
                    <a:pt x="30" y="50"/>
                    <a:pt x="30" y="50"/>
                  </a:cubicBezTo>
                  <a:cubicBezTo>
                    <a:pt x="23" y="46"/>
                    <a:pt x="11" y="35"/>
                    <a:pt x="8" y="24"/>
                  </a:cubicBezTo>
                  <a:close/>
                  <a:moveTo>
                    <a:pt x="60" y="24"/>
                  </a:moveTo>
                  <a:cubicBezTo>
                    <a:pt x="57" y="35"/>
                    <a:pt x="44" y="47"/>
                    <a:pt x="36" y="51"/>
                  </a:cubicBezTo>
                  <a:cubicBezTo>
                    <a:pt x="35" y="40"/>
                    <a:pt x="35" y="40"/>
                    <a:pt x="35" y="40"/>
                  </a:cubicBezTo>
                  <a:cubicBezTo>
                    <a:pt x="40" y="30"/>
                    <a:pt x="40" y="30"/>
                    <a:pt x="40" y="30"/>
                  </a:cubicBezTo>
                  <a:cubicBezTo>
                    <a:pt x="41" y="29"/>
                    <a:pt x="41" y="27"/>
                    <a:pt x="40" y="26"/>
                  </a:cubicBezTo>
                  <a:cubicBezTo>
                    <a:pt x="34" y="19"/>
                    <a:pt x="34" y="19"/>
                    <a:pt x="34" y="19"/>
                  </a:cubicBezTo>
                  <a:cubicBezTo>
                    <a:pt x="36" y="13"/>
                    <a:pt x="36" y="13"/>
                    <a:pt x="36" y="13"/>
                  </a:cubicBezTo>
                  <a:cubicBezTo>
                    <a:pt x="37" y="13"/>
                    <a:pt x="39" y="12"/>
                    <a:pt x="40" y="11"/>
                  </a:cubicBezTo>
                  <a:cubicBezTo>
                    <a:pt x="45" y="7"/>
                    <a:pt x="52" y="7"/>
                    <a:pt x="57" y="11"/>
                  </a:cubicBezTo>
                  <a:cubicBezTo>
                    <a:pt x="60" y="15"/>
                    <a:pt x="61" y="19"/>
                    <a:pt x="60" y="2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2" name="Google Shape;1132;p49"/>
            <p:cNvSpPr/>
            <p:nvPr/>
          </p:nvSpPr>
          <p:spPr>
            <a:xfrm>
              <a:off x="5633159" y="3907953"/>
              <a:ext cx="41788" cy="20894"/>
            </a:xfrm>
            <a:custGeom>
              <a:avLst/>
              <a:gdLst/>
              <a:ahLst/>
              <a:cxnLst/>
              <a:rect l="l" t="t" r="r" b="b"/>
              <a:pathLst>
                <a:path w="16" h="8" extrusionOk="0">
                  <a:moveTo>
                    <a:pt x="16" y="6"/>
                  </a:moveTo>
                  <a:cubicBezTo>
                    <a:pt x="16" y="4"/>
                    <a:pt x="15" y="3"/>
                    <a:pt x="13" y="3"/>
                  </a:cubicBezTo>
                  <a:cubicBezTo>
                    <a:pt x="12" y="3"/>
                    <a:pt x="11" y="2"/>
                    <a:pt x="9" y="1"/>
                  </a:cubicBezTo>
                  <a:cubicBezTo>
                    <a:pt x="8" y="1"/>
                    <a:pt x="5" y="0"/>
                    <a:pt x="3" y="0"/>
                  </a:cubicBezTo>
                  <a:cubicBezTo>
                    <a:pt x="2" y="0"/>
                    <a:pt x="0" y="1"/>
                    <a:pt x="0" y="3"/>
                  </a:cubicBezTo>
                  <a:cubicBezTo>
                    <a:pt x="0" y="4"/>
                    <a:pt x="2" y="6"/>
                    <a:pt x="3" y="6"/>
                  </a:cubicBezTo>
                  <a:cubicBezTo>
                    <a:pt x="4" y="6"/>
                    <a:pt x="6" y="6"/>
                    <a:pt x="7" y="7"/>
                  </a:cubicBezTo>
                  <a:cubicBezTo>
                    <a:pt x="9" y="8"/>
                    <a:pt x="11" y="8"/>
                    <a:pt x="13" y="8"/>
                  </a:cubicBezTo>
                  <a:cubicBezTo>
                    <a:pt x="15" y="8"/>
                    <a:pt x="16" y="7"/>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3" name="Google Shape;1133;p49"/>
            <p:cNvSpPr/>
            <p:nvPr/>
          </p:nvSpPr>
          <p:spPr>
            <a:xfrm>
              <a:off x="5839897" y="4075104"/>
              <a:ext cx="20894" cy="16495"/>
            </a:xfrm>
            <a:custGeom>
              <a:avLst/>
              <a:gdLst/>
              <a:ahLst/>
              <a:cxnLst/>
              <a:rect l="l" t="t" r="r" b="b"/>
              <a:pathLst>
                <a:path w="8" h="6" extrusionOk="0">
                  <a:moveTo>
                    <a:pt x="4" y="6"/>
                  </a:moveTo>
                  <a:cubicBezTo>
                    <a:pt x="6" y="6"/>
                    <a:pt x="8" y="3"/>
                    <a:pt x="6" y="1"/>
                  </a:cubicBezTo>
                  <a:cubicBezTo>
                    <a:pt x="6" y="0"/>
                    <a:pt x="5" y="0"/>
                    <a:pt x="4" y="0"/>
                  </a:cubicBezTo>
                  <a:cubicBezTo>
                    <a:pt x="4" y="0"/>
                    <a:pt x="4" y="0"/>
                    <a:pt x="4" y="0"/>
                  </a:cubicBezTo>
                  <a:cubicBezTo>
                    <a:pt x="3" y="0"/>
                    <a:pt x="2" y="0"/>
                    <a:pt x="1" y="1"/>
                  </a:cubicBezTo>
                  <a:cubicBezTo>
                    <a:pt x="0" y="3"/>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34" name="Google Shape;1134;p49"/>
          <p:cNvGrpSpPr/>
          <p:nvPr/>
        </p:nvGrpSpPr>
        <p:grpSpPr>
          <a:xfrm>
            <a:off x="1524783" y="2538860"/>
            <a:ext cx="338699" cy="389284"/>
            <a:chOff x="1469799" y="2538860"/>
            <a:chExt cx="338699" cy="389284"/>
          </a:xfrm>
        </p:grpSpPr>
        <p:sp>
          <p:nvSpPr>
            <p:cNvPr id="1135" name="Google Shape;1135;p49"/>
            <p:cNvSpPr/>
            <p:nvPr/>
          </p:nvSpPr>
          <p:spPr>
            <a:xfrm>
              <a:off x="1469799" y="2538860"/>
              <a:ext cx="338699" cy="389284"/>
            </a:xfrm>
            <a:custGeom>
              <a:avLst/>
              <a:gdLst/>
              <a:ahLst/>
              <a:cxnLst/>
              <a:rect l="l" t="t" r="r" b="b"/>
              <a:pathLst>
                <a:path w="130" h="149" extrusionOk="0">
                  <a:moveTo>
                    <a:pt x="127" y="120"/>
                  </a:moveTo>
                  <a:cubicBezTo>
                    <a:pt x="113" y="102"/>
                    <a:pt x="113" y="102"/>
                    <a:pt x="113" y="102"/>
                  </a:cubicBezTo>
                  <a:cubicBezTo>
                    <a:pt x="112" y="101"/>
                    <a:pt x="111" y="101"/>
                    <a:pt x="109" y="102"/>
                  </a:cubicBezTo>
                  <a:cubicBezTo>
                    <a:pt x="108" y="103"/>
                    <a:pt x="108" y="105"/>
                    <a:pt x="109" y="106"/>
                  </a:cubicBezTo>
                  <a:cubicBezTo>
                    <a:pt x="123" y="124"/>
                    <a:pt x="123" y="124"/>
                    <a:pt x="123" y="124"/>
                  </a:cubicBezTo>
                  <a:cubicBezTo>
                    <a:pt x="124" y="125"/>
                    <a:pt x="124" y="127"/>
                    <a:pt x="123" y="128"/>
                  </a:cubicBezTo>
                  <a:cubicBezTo>
                    <a:pt x="106" y="142"/>
                    <a:pt x="106" y="142"/>
                    <a:pt x="106" y="142"/>
                  </a:cubicBezTo>
                  <a:cubicBezTo>
                    <a:pt x="105" y="143"/>
                    <a:pt x="104" y="143"/>
                    <a:pt x="103" y="143"/>
                  </a:cubicBezTo>
                  <a:cubicBezTo>
                    <a:pt x="103" y="143"/>
                    <a:pt x="102" y="143"/>
                    <a:pt x="102" y="142"/>
                  </a:cubicBezTo>
                  <a:cubicBezTo>
                    <a:pt x="38" y="55"/>
                    <a:pt x="38" y="55"/>
                    <a:pt x="38" y="55"/>
                  </a:cubicBezTo>
                  <a:cubicBezTo>
                    <a:pt x="37" y="53"/>
                    <a:pt x="35" y="49"/>
                    <a:pt x="37" y="44"/>
                  </a:cubicBezTo>
                  <a:cubicBezTo>
                    <a:pt x="45" y="26"/>
                    <a:pt x="45" y="26"/>
                    <a:pt x="45" y="26"/>
                  </a:cubicBezTo>
                  <a:cubicBezTo>
                    <a:pt x="46" y="27"/>
                    <a:pt x="47" y="28"/>
                    <a:pt x="47" y="28"/>
                  </a:cubicBezTo>
                  <a:cubicBezTo>
                    <a:pt x="48" y="29"/>
                    <a:pt x="48" y="29"/>
                    <a:pt x="48" y="30"/>
                  </a:cubicBezTo>
                  <a:cubicBezTo>
                    <a:pt x="93" y="85"/>
                    <a:pt x="93" y="85"/>
                    <a:pt x="93" y="85"/>
                  </a:cubicBezTo>
                  <a:cubicBezTo>
                    <a:pt x="94" y="87"/>
                    <a:pt x="95" y="87"/>
                    <a:pt x="97" y="86"/>
                  </a:cubicBezTo>
                  <a:cubicBezTo>
                    <a:pt x="98" y="85"/>
                    <a:pt x="98" y="83"/>
                    <a:pt x="97" y="82"/>
                  </a:cubicBezTo>
                  <a:cubicBezTo>
                    <a:pt x="88" y="71"/>
                    <a:pt x="88" y="71"/>
                    <a:pt x="88" y="71"/>
                  </a:cubicBezTo>
                  <a:cubicBezTo>
                    <a:pt x="98" y="58"/>
                    <a:pt x="98" y="58"/>
                    <a:pt x="98" y="58"/>
                  </a:cubicBezTo>
                  <a:cubicBezTo>
                    <a:pt x="100" y="55"/>
                    <a:pt x="102" y="48"/>
                    <a:pt x="99" y="42"/>
                  </a:cubicBezTo>
                  <a:cubicBezTo>
                    <a:pt x="88" y="17"/>
                    <a:pt x="88" y="17"/>
                    <a:pt x="88" y="17"/>
                  </a:cubicBezTo>
                  <a:cubicBezTo>
                    <a:pt x="88" y="17"/>
                    <a:pt x="88" y="17"/>
                    <a:pt x="88" y="17"/>
                  </a:cubicBezTo>
                  <a:cubicBezTo>
                    <a:pt x="83" y="5"/>
                    <a:pt x="75" y="0"/>
                    <a:pt x="65" y="0"/>
                  </a:cubicBezTo>
                  <a:cubicBezTo>
                    <a:pt x="55" y="0"/>
                    <a:pt x="48" y="5"/>
                    <a:pt x="43" y="17"/>
                  </a:cubicBezTo>
                  <a:cubicBezTo>
                    <a:pt x="43" y="17"/>
                    <a:pt x="43" y="17"/>
                    <a:pt x="43" y="17"/>
                  </a:cubicBezTo>
                  <a:cubicBezTo>
                    <a:pt x="32" y="42"/>
                    <a:pt x="32" y="42"/>
                    <a:pt x="32" y="42"/>
                  </a:cubicBezTo>
                  <a:cubicBezTo>
                    <a:pt x="29" y="48"/>
                    <a:pt x="30" y="55"/>
                    <a:pt x="33" y="58"/>
                  </a:cubicBezTo>
                  <a:cubicBezTo>
                    <a:pt x="42" y="71"/>
                    <a:pt x="42" y="71"/>
                    <a:pt x="42" y="71"/>
                  </a:cubicBezTo>
                  <a:cubicBezTo>
                    <a:pt x="3" y="120"/>
                    <a:pt x="3" y="120"/>
                    <a:pt x="3" y="120"/>
                  </a:cubicBezTo>
                  <a:cubicBezTo>
                    <a:pt x="0" y="124"/>
                    <a:pt x="1" y="129"/>
                    <a:pt x="4" y="132"/>
                  </a:cubicBezTo>
                  <a:cubicBezTo>
                    <a:pt x="21" y="147"/>
                    <a:pt x="21" y="147"/>
                    <a:pt x="21" y="147"/>
                  </a:cubicBezTo>
                  <a:cubicBezTo>
                    <a:pt x="23" y="148"/>
                    <a:pt x="26" y="149"/>
                    <a:pt x="28" y="149"/>
                  </a:cubicBezTo>
                  <a:cubicBezTo>
                    <a:pt x="30" y="149"/>
                    <a:pt x="32" y="147"/>
                    <a:pt x="34" y="146"/>
                  </a:cubicBezTo>
                  <a:cubicBezTo>
                    <a:pt x="65" y="102"/>
                    <a:pt x="65" y="102"/>
                    <a:pt x="65" y="102"/>
                  </a:cubicBezTo>
                  <a:cubicBezTo>
                    <a:pt x="97" y="146"/>
                    <a:pt x="97" y="146"/>
                    <a:pt x="97" y="146"/>
                  </a:cubicBezTo>
                  <a:cubicBezTo>
                    <a:pt x="98" y="147"/>
                    <a:pt x="100" y="149"/>
                    <a:pt x="103" y="149"/>
                  </a:cubicBezTo>
                  <a:cubicBezTo>
                    <a:pt x="103" y="149"/>
                    <a:pt x="103" y="149"/>
                    <a:pt x="104" y="149"/>
                  </a:cubicBezTo>
                  <a:cubicBezTo>
                    <a:pt x="106" y="149"/>
                    <a:pt x="108" y="148"/>
                    <a:pt x="110" y="147"/>
                  </a:cubicBezTo>
                  <a:cubicBezTo>
                    <a:pt x="127" y="132"/>
                    <a:pt x="127" y="132"/>
                    <a:pt x="127" y="132"/>
                  </a:cubicBezTo>
                  <a:cubicBezTo>
                    <a:pt x="130" y="129"/>
                    <a:pt x="130" y="124"/>
                    <a:pt x="127" y="120"/>
                  </a:cubicBezTo>
                  <a:close/>
                  <a:moveTo>
                    <a:pt x="60" y="35"/>
                  </a:moveTo>
                  <a:cubicBezTo>
                    <a:pt x="62" y="34"/>
                    <a:pt x="63" y="33"/>
                    <a:pt x="65" y="33"/>
                  </a:cubicBezTo>
                  <a:cubicBezTo>
                    <a:pt x="67" y="33"/>
                    <a:pt x="69" y="34"/>
                    <a:pt x="71" y="35"/>
                  </a:cubicBezTo>
                  <a:cubicBezTo>
                    <a:pt x="65" y="42"/>
                    <a:pt x="65" y="42"/>
                    <a:pt x="65" y="42"/>
                  </a:cubicBezTo>
                  <a:lnTo>
                    <a:pt x="60" y="35"/>
                  </a:lnTo>
                  <a:close/>
                  <a:moveTo>
                    <a:pt x="84" y="28"/>
                  </a:moveTo>
                  <a:cubicBezTo>
                    <a:pt x="84" y="28"/>
                    <a:pt x="85" y="27"/>
                    <a:pt x="85" y="26"/>
                  </a:cubicBezTo>
                  <a:cubicBezTo>
                    <a:pt x="94" y="44"/>
                    <a:pt x="94" y="44"/>
                    <a:pt x="94" y="44"/>
                  </a:cubicBezTo>
                  <a:cubicBezTo>
                    <a:pt x="96" y="49"/>
                    <a:pt x="94" y="53"/>
                    <a:pt x="93" y="55"/>
                  </a:cubicBezTo>
                  <a:cubicBezTo>
                    <a:pt x="85" y="66"/>
                    <a:pt x="85" y="66"/>
                    <a:pt x="85" y="66"/>
                  </a:cubicBezTo>
                  <a:cubicBezTo>
                    <a:pt x="69" y="46"/>
                    <a:pt x="69" y="46"/>
                    <a:pt x="69" y="46"/>
                  </a:cubicBezTo>
                  <a:cubicBezTo>
                    <a:pt x="83" y="30"/>
                    <a:pt x="83" y="30"/>
                    <a:pt x="83" y="30"/>
                  </a:cubicBezTo>
                  <a:cubicBezTo>
                    <a:pt x="83" y="29"/>
                    <a:pt x="83" y="29"/>
                    <a:pt x="84" y="28"/>
                  </a:cubicBezTo>
                  <a:close/>
                  <a:moveTo>
                    <a:pt x="65" y="6"/>
                  </a:moveTo>
                  <a:cubicBezTo>
                    <a:pt x="73" y="6"/>
                    <a:pt x="78" y="10"/>
                    <a:pt x="82" y="19"/>
                  </a:cubicBezTo>
                  <a:cubicBezTo>
                    <a:pt x="82" y="21"/>
                    <a:pt x="81" y="22"/>
                    <a:pt x="79" y="25"/>
                  </a:cubicBezTo>
                  <a:cubicBezTo>
                    <a:pt x="79" y="25"/>
                    <a:pt x="78" y="25"/>
                    <a:pt x="78" y="26"/>
                  </a:cubicBezTo>
                  <a:cubicBezTo>
                    <a:pt x="75" y="30"/>
                    <a:pt x="75" y="30"/>
                    <a:pt x="75" y="30"/>
                  </a:cubicBezTo>
                  <a:cubicBezTo>
                    <a:pt x="72" y="28"/>
                    <a:pt x="69" y="28"/>
                    <a:pt x="65" y="28"/>
                  </a:cubicBezTo>
                  <a:cubicBezTo>
                    <a:pt x="62" y="28"/>
                    <a:pt x="59" y="28"/>
                    <a:pt x="56" y="30"/>
                  </a:cubicBezTo>
                  <a:cubicBezTo>
                    <a:pt x="53" y="26"/>
                    <a:pt x="53" y="26"/>
                    <a:pt x="53" y="26"/>
                  </a:cubicBezTo>
                  <a:cubicBezTo>
                    <a:pt x="52" y="25"/>
                    <a:pt x="52" y="25"/>
                    <a:pt x="52" y="25"/>
                  </a:cubicBezTo>
                  <a:cubicBezTo>
                    <a:pt x="50" y="22"/>
                    <a:pt x="49" y="21"/>
                    <a:pt x="48" y="19"/>
                  </a:cubicBezTo>
                  <a:cubicBezTo>
                    <a:pt x="53" y="10"/>
                    <a:pt x="58" y="6"/>
                    <a:pt x="65" y="6"/>
                  </a:cubicBezTo>
                  <a:close/>
                  <a:moveTo>
                    <a:pt x="29" y="142"/>
                  </a:moveTo>
                  <a:cubicBezTo>
                    <a:pt x="29" y="143"/>
                    <a:pt x="28" y="143"/>
                    <a:pt x="27" y="143"/>
                  </a:cubicBezTo>
                  <a:cubicBezTo>
                    <a:pt x="26" y="143"/>
                    <a:pt x="26" y="143"/>
                    <a:pt x="25" y="142"/>
                  </a:cubicBezTo>
                  <a:cubicBezTo>
                    <a:pt x="8" y="128"/>
                    <a:pt x="8" y="128"/>
                    <a:pt x="8" y="128"/>
                  </a:cubicBezTo>
                  <a:cubicBezTo>
                    <a:pt x="7" y="127"/>
                    <a:pt x="7" y="125"/>
                    <a:pt x="8" y="124"/>
                  </a:cubicBezTo>
                  <a:cubicBezTo>
                    <a:pt x="46" y="76"/>
                    <a:pt x="46" y="76"/>
                    <a:pt x="46" y="76"/>
                  </a:cubicBezTo>
                  <a:cubicBezTo>
                    <a:pt x="62" y="97"/>
                    <a:pt x="62" y="97"/>
                    <a:pt x="62" y="97"/>
                  </a:cubicBezTo>
                  <a:lnTo>
                    <a:pt x="29" y="142"/>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6" name="Google Shape;1136;p49"/>
            <p:cNvSpPr/>
            <p:nvPr/>
          </p:nvSpPr>
          <p:spPr>
            <a:xfrm>
              <a:off x="1728223" y="2776389"/>
              <a:ext cx="20894" cy="16495"/>
            </a:xfrm>
            <a:custGeom>
              <a:avLst/>
              <a:gdLst/>
              <a:ahLst/>
              <a:cxnLst/>
              <a:rect l="l" t="t" r="r" b="b"/>
              <a:pathLst>
                <a:path w="8" h="6" extrusionOk="0">
                  <a:moveTo>
                    <a:pt x="4" y="6"/>
                  </a:moveTo>
                  <a:cubicBezTo>
                    <a:pt x="6" y="6"/>
                    <a:pt x="8" y="4"/>
                    <a:pt x="6" y="1"/>
                  </a:cubicBezTo>
                  <a:cubicBezTo>
                    <a:pt x="6" y="0"/>
                    <a:pt x="5" y="0"/>
                    <a:pt x="4" y="0"/>
                  </a:cubicBezTo>
                  <a:cubicBezTo>
                    <a:pt x="4" y="0"/>
                    <a:pt x="4" y="0"/>
                    <a:pt x="4" y="0"/>
                  </a:cubicBezTo>
                  <a:cubicBezTo>
                    <a:pt x="3" y="0"/>
                    <a:pt x="2" y="1"/>
                    <a:pt x="1" y="2"/>
                  </a:cubicBezTo>
                  <a:cubicBezTo>
                    <a:pt x="0" y="4"/>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37" name="Google Shape;1137;p49"/>
          <p:cNvGrpSpPr/>
          <p:nvPr/>
        </p:nvGrpSpPr>
        <p:grpSpPr>
          <a:xfrm>
            <a:off x="7991956" y="2591644"/>
            <a:ext cx="389284" cy="284816"/>
            <a:chOff x="8041441" y="2591644"/>
            <a:chExt cx="389284" cy="284816"/>
          </a:xfrm>
        </p:grpSpPr>
        <p:sp>
          <p:nvSpPr>
            <p:cNvPr id="1138" name="Google Shape;1138;p49"/>
            <p:cNvSpPr/>
            <p:nvPr/>
          </p:nvSpPr>
          <p:spPr>
            <a:xfrm>
              <a:off x="8041441" y="2591644"/>
              <a:ext cx="389284" cy="284816"/>
            </a:xfrm>
            <a:custGeom>
              <a:avLst/>
              <a:gdLst/>
              <a:ahLst/>
              <a:cxnLst/>
              <a:rect l="l" t="t" r="r" b="b"/>
              <a:pathLst>
                <a:path w="149" h="109" extrusionOk="0">
                  <a:moveTo>
                    <a:pt x="149" y="59"/>
                  </a:moveTo>
                  <a:cubicBezTo>
                    <a:pt x="149" y="51"/>
                    <a:pt x="145" y="45"/>
                    <a:pt x="139" y="41"/>
                  </a:cubicBezTo>
                  <a:cubicBezTo>
                    <a:pt x="139" y="40"/>
                    <a:pt x="139" y="39"/>
                    <a:pt x="139" y="38"/>
                  </a:cubicBezTo>
                  <a:cubicBezTo>
                    <a:pt x="139" y="27"/>
                    <a:pt x="130" y="18"/>
                    <a:pt x="119" y="18"/>
                  </a:cubicBezTo>
                  <a:cubicBezTo>
                    <a:pt x="118" y="18"/>
                    <a:pt x="117" y="18"/>
                    <a:pt x="116" y="18"/>
                  </a:cubicBezTo>
                  <a:cubicBezTo>
                    <a:pt x="111" y="9"/>
                    <a:pt x="102" y="4"/>
                    <a:pt x="91" y="4"/>
                  </a:cubicBezTo>
                  <a:cubicBezTo>
                    <a:pt x="88" y="4"/>
                    <a:pt x="84" y="5"/>
                    <a:pt x="80" y="6"/>
                  </a:cubicBezTo>
                  <a:cubicBezTo>
                    <a:pt x="77" y="2"/>
                    <a:pt x="72" y="0"/>
                    <a:pt x="66" y="0"/>
                  </a:cubicBezTo>
                  <a:cubicBezTo>
                    <a:pt x="62" y="0"/>
                    <a:pt x="58" y="1"/>
                    <a:pt x="55" y="4"/>
                  </a:cubicBezTo>
                  <a:cubicBezTo>
                    <a:pt x="53" y="2"/>
                    <a:pt x="50" y="1"/>
                    <a:pt x="46" y="1"/>
                  </a:cubicBezTo>
                  <a:cubicBezTo>
                    <a:pt x="38" y="1"/>
                    <a:pt x="31" y="7"/>
                    <a:pt x="28" y="14"/>
                  </a:cubicBezTo>
                  <a:cubicBezTo>
                    <a:pt x="27" y="14"/>
                    <a:pt x="27" y="14"/>
                    <a:pt x="27" y="14"/>
                  </a:cubicBezTo>
                  <a:cubicBezTo>
                    <a:pt x="17" y="14"/>
                    <a:pt x="10" y="22"/>
                    <a:pt x="9" y="31"/>
                  </a:cubicBezTo>
                  <a:cubicBezTo>
                    <a:pt x="3" y="35"/>
                    <a:pt x="0" y="41"/>
                    <a:pt x="0" y="48"/>
                  </a:cubicBezTo>
                  <a:cubicBezTo>
                    <a:pt x="0" y="56"/>
                    <a:pt x="4" y="63"/>
                    <a:pt x="11" y="66"/>
                  </a:cubicBezTo>
                  <a:cubicBezTo>
                    <a:pt x="11" y="75"/>
                    <a:pt x="19" y="83"/>
                    <a:pt x="28" y="83"/>
                  </a:cubicBezTo>
                  <a:cubicBezTo>
                    <a:pt x="28" y="83"/>
                    <a:pt x="29" y="83"/>
                    <a:pt x="29" y="83"/>
                  </a:cubicBezTo>
                  <a:cubicBezTo>
                    <a:pt x="32" y="93"/>
                    <a:pt x="41" y="99"/>
                    <a:pt x="51" y="99"/>
                  </a:cubicBezTo>
                  <a:cubicBezTo>
                    <a:pt x="54" y="99"/>
                    <a:pt x="56" y="99"/>
                    <a:pt x="59" y="98"/>
                  </a:cubicBezTo>
                  <a:cubicBezTo>
                    <a:pt x="62" y="102"/>
                    <a:pt x="66" y="105"/>
                    <a:pt x="71" y="107"/>
                  </a:cubicBezTo>
                  <a:cubicBezTo>
                    <a:pt x="74" y="108"/>
                    <a:pt x="78" y="109"/>
                    <a:pt x="81" y="109"/>
                  </a:cubicBezTo>
                  <a:cubicBezTo>
                    <a:pt x="84" y="109"/>
                    <a:pt x="86" y="108"/>
                    <a:pt x="88" y="108"/>
                  </a:cubicBezTo>
                  <a:cubicBezTo>
                    <a:pt x="91" y="107"/>
                    <a:pt x="94" y="106"/>
                    <a:pt x="96" y="104"/>
                  </a:cubicBezTo>
                  <a:cubicBezTo>
                    <a:pt x="101" y="107"/>
                    <a:pt x="106" y="109"/>
                    <a:pt x="112" y="109"/>
                  </a:cubicBezTo>
                  <a:cubicBezTo>
                    <a:pt x="128" y="109"/>
                    <a:pt x="141" y="96"/>
                    <a:pt x="141" y="80"/>
                  </a:cubicBezTo>
                  <a:cubicBezTo>
                    <a:pt x="141" y="78"/>
                    <a:pt x="140" y="77"/>
                    <a:pt x="140" y="75"/>
                  </a:cubicBezTo>
                  <a:cubicBezTo>
                    <a:pt x="145" y="72"/>
                    <a:pt x="149" y="66"/>
                    <a:pt x="149" y="59"/>
                  </a:cubicBezTo>
                  <a:close/>
                  <a:moveTo>
                    <a:pt x="87" y="102"/>
                  </a:moveTo>
                  <a:cubicBezTo>
                    <a:pt x="79" y="104"/>
                    <a:pt x="70" y="102"/>
                    <a:pt x="64" y="96"/>
                  </a:cubicBezTo>
                  <a:cubicBezTo>
                    <a:pt x="67" y="94"/>
                    <a:pt x="69" y="92"/>
                    <a:pt x="71" y="89"/>
                  </a:cubicBezTo>
                  <a:cubicBezTo>
                    <a:pt x="76" y="91"/>
                    <a:pt x="81" y="93"/>
                    <a:pt x="86" y="93"/>
                  </a:cubicBezTo>
                  <a:cubicBezTo>
                    <a:pt x="87" y="96"/>
                    <a:pt x="89" y="98"/>
                    <a:pt x="91" y="100"/>
                  </a:cubicBezTo>
                  <a:cubicBezTo>
                    <a:pt x="90" y="101"/>
                    <a:pt x="89" y="102"/>
                    <a:pt x="87" y="102"/>
                  </a:cubicBezTo>
                  <a:close/>
                  <a:moveTo>
                    <a:pt x="135" y="80"/>
                  </a:moveTo>
                  <a:cubicBezTo>
                    <a:pt x="135" y="93"/>
                    <a:pt x="124" y="103"/>
                    <a:pt x="112" y="103"/>
                  </a:cubicBezTo>
                  <a:cubicBezTo>
                    <a:pt x="104" y="103"/>
                    <a:pt x="97" y="99"/>
                    <a:pt x="92" y="92"/>
                  </a:cubicBezTo>
                  <a:cubicBezTo>
                    <a:pt x="93" y="92"/>
                    <a:pt x="94" y="92"/>
                    <a:pt x="94" y="92"/>
                  </a:cubicBezTo>
                  <a:cubicBezTo>
                    <a:pt x="95" y="92"/>
                    <a:pt x="95" y="92"/>
                    <a:pt x="95" y="91"/>
                  </a:cubicBezTo>
                  <a:cubicBezTo>
                    <a:pt x="97" y="89"/>
                    <a:pt x="95" y="86"/>
                    <a:pt x="92" y="87"/>
                  </a:cubicBezTo>
                  <a:cubicBezTo>
                    <a:pt x="91" y="87"/>
                    <a:pt x="89" y="87"/>
                    <a:pt x="88" y="87"/>
                  </a:cubicBezTo>
                  <a:cubicBezTo>
                    <a:pt x="82" y="87"/>
                    <a:pt x="76" y="85"/>
                    <a:pt x="72" y="82"/>
                  </a:cubicBezTo>
                  <a:cubicBezTo>
                    <a:pt x="72" y="82"/>
                    <a:pt x="72" y="82"/>
                    <a:pt x="71" y="83"/>
                  </a:cubicBezTo>
                  <a:cubicBezTo>
                    <a:pt x="69" y="84"/>
                    <a:pt x="68" y="83"/>
                    <a:pt x="68" y="81"/>
                  </a:cubicBezTo>
                  <a:cubicBezTo>
                    <a:pt x="68" y="77"/>
                    <a:pt x="62" y="76"/>
                    <a:pt x="62" y="81"/>
                  </a:cubicBezTo>
                  <a:cubicBezTo>
                    <a:pt x="62" y="81"/>
                    <a:pt x="62" y="82"/>
                    <a:pt x="63" y="82"/>
                  </a:cubicBezTo>
                  <a:cubicBezTo>
                    <a:pt x="64" y="83"/>
                    <a:pt x="65" y="84"/>
                    <a:pt x="66" y="85"/>
                  </a:cubicBezTo>
                  <a:cubicBezTo>
                    <a:pt x="63" y="90"/>
                    <a:pt x="57" y="94"/>
                    <a:pt x="51" y="94"/>
                  </a:cubicBezTo>
                  <a:cubicBezTo>
                    <a:pt x="43" y="94"/>
                    <a:pt x="36" y="88"/>
                    <a:pt x="34" y="79"/>
                  </a:cubicBezTo>
                  <a:cubicBezTo>
                    <a:pt x="34" y="79"/>
                    <a:pt x="34" y="79"/>
                    <a:pt x="34" y="79"/>
                  </a:cubicBezTo>
                  <a:cubicBezTo>
                    <a:pt x="33" y="79"/>
                    <a:pt x="33" y="78"/>
                    <a:pt x="33" y="78"/>
                  </a:cubicBezTo>
                  <a:cubicBezTo>
                    <a:pt x="35" y="74"/>
                    <a:pt x="31" y="71"/>
                    <a:pt x="28" y="74"/>
                  </a:cubicBezTo>
                  <a:cubicBezTo>
                    <a:pt x="28" y="74"/>
                    <a:pt x="28" y="75"/>
                    <a:pt x="28" y="75"/>
                  </a:cubicBezTo>
                  <a:cubicBezTo>
                    <a:pt x="28" y="76"/>
                    <a:pt x="28" y="76"/>
                    <a:pt x="28" y="77"/>
                  </a:cubicBezTo>
                  <a:cubicBezTo>
                    <a:pt x="22" y="77"/>
                    <a:pt x="18" y="73"/>
                    <a:pt x="17" y="68"/>
                  </a:cubicBezTo>
                  <a:cubicBezTo>
                    <a:pt x="18" y="68"/>
                    <a:pt x="20" y="68"/>
                    <a:pt x="21" y="68"/>
                  </a:cubicBezTo>
                  <a:cubicBezTo>
                    <a:pt x="21" y="68"/>
                    <a:pt x="22" y="68"/>
                    <a:pt x="22" y="68"/>
                  </a:cubicBezTo>
                  <a:cubicBezTo>
                    <a:pt x="24" y="65"/>
                    <a:pt x="22" y="62"/>
                    <a:pt x="20" y="62"/>
                  </a:cubicBezTo>
                  <a:cubicBezTo>
                    <a:pt x="18" y="62"/>
                    <a:pt x="17" y="62"/>
                    <a:pt x="15" y="61"/>
                  </a:cubicBezTo>
                  <a:cubicBezTo>
                    <a:pt x="15" y="61"/>
                    <a:pt x="15" y="61"/>
                    <a:pt x="15" y="61"/>
                  </a:cubicBezTo>
                  <a:cubicBezTo>
                    <a:pt x="9" y="59"/>
                    <a:pt x="6" y="54"/>
                    <a:pt x="6" y="48"/>
                  </a:cubicBezTo>
                  <a:cubicBezTo>
                    <a:pt x="6" y="42"/>
                    <a:pt x="9" y="38"/>
                    <a:pt x="14" y="35"/>
                  </a:cubicBezTo>
                  <a:cubicBezTo>
                    <a:pt x="14" y="35"/>
                    <a:pt x="14" y="35"/>
                    <a:pt x="14" y="35"/>
                  </a:cubicBezTo>
                  <a:cubicBezTo>
                    <a:pt x="14" y="35"/>
                    <a:pt x="14" y="35"/>
                    <a:pt x="14" y="35"/>
                  </a:cubicBezTo>
                  <a:cubicBezTo>
                    <a:pt x="15" y="34"/>
                    <a:pt x="16" y="34"/>
                    <a:pt x="18" y="34"/>
                  </a:cubicBezTo>
                  <a:cubicBezTo>
                    <a:pt x="21" y="34"/>
                    <a:pt x="21" y="34"/>
                    <a:pt x="21" y="34"/>
                  </a:cubicBezTo>
                  <a:cubicBezTo>
                    <a:pt x="21" y="34"/>
                    <a:pt x="22" y="33"/>
                    <a:pt x="22" y="33"/>
                  </a:cubicBezTo>
                  <a:cubicBezTo>
                    <a:pt x="24" y="31"/>
                    <a:pt x="23" y="28"/>
                    <a:pt x="20" y="28"/>
                  </a:cubicBezTo>
                  <a:cubicBezTo>
                    <a:pt x="20" y="28"/>
                    <a:pt x="20" y="28"/>
                    <a:pt x="20" y="28"/>
                  </a:cubicBezTo>
                  <a:cubicBezTo>
                    <a:pt x="19" y="28"/>
                    <a:pt x="17" y="28"/>
                    <a:pt x="16" y="28"/>
                  </a:cubicBezTo>
                  <a:cubicBezTo>
                    <a:pt x="17" y="23"/>
                    <a:pt x="21" y="20"/>
                    <a:pt x="27" y="20"/>
                  </a:cubicBezTo>
                  <a:cubicBezTo>
                    <a:pt x="28" y="20"/>
                    <a:pt x="28" y="20"/>
                    <a:pt x="29" y="20"/>
                  </a:cubicBezTo>
                  <a:cubicBezTo>
                    <a:pt x="29" y="20"/>
                    <a:pt x="29" y="20"/>
                    <a:pt x="29" y="20"/>
                  </a:cubicBezTo>
                  <a:cubicBezTo>
                    <a:pt x="31" y="21"/>
                    <a:pt x="33" y="22"/>
                    <a:pt x="35" y="23"/>
                  </a:cubicBezTo>
                  <a:cubicBezTo>
                    <a:pt x="36" y="24"/>
                    <a:pt x="36" y="24"/>
                    <a:pt x="37" y="24"/>
                  </a:cubicBezTo>
                  <a:cubicBezTo>
                    <a:pt x="38" y="24"/>
                    <a:pt x="40" y="23"/>
                    <a:pt x="40" y="21"/>
                  </a:cubicBezTo>
                  <a:cubicBezTo>
                    <a:pt x="40" y="20"/>
                    <a:pt x="40" y="20"/>
                    <a:pt x="40" y="20"/>
                  </a:cubicBezTo>
                  <a:cubicBezTo>
                    <a:pt x="38" y="18"/>
                    <a:pt x="36" y="16"/>
                    <a:pt x="33" y="15"/>
                  </a:cubicBezTo>
                  <a:cubicBezTo>
                    <a:pt x="36" y="10"/>
                    <a:pt x="41" y="7"/>
                    <a:pt x="46" y="7"/>
                  </a:cubicBezTo>
                  <a:cubicBezTo>
                    <a:pt x="49" y="7"/>
                    <a:pt x="52" y="8"/>
                    <a:pt x="54" y="9"/>
                  </a:cubicBezTo>
                  <a:cubicBezTo>
                    <a:pt x="54" y="9"/>
                    <a:pt x="54" y="9"/>
                    <a:pt x="54" y="9"/>
                  </a:cubicBezTo>
                  <a:cubicBezTo>
                    <a:pt x="55" y="10"/>
                    <a:pt x="56" y="10"/>
                    <a:pt x="56" y="11"/>
                  </a:cubicBezTo>
                  <a:cubicBezTo>
                    <a:pt x="57" y="12"/>
                    <a:pt x="58" y="12"/>
                    <a:pt x="59" y="12"/>
                  </a:cubicBezTo>
                  <a:cubicBezTo>
                    <a:pt x="59" y="12"/>
                    <a:pt x="60" y="12"/>
                    <a:pt x="61" y="11"/>
                  </a:cubicBezTo>
                  <a:cubicBezTo>
                    <a:pt x="62" y="10"/>
                    <a:pt x="62" y="8"/>
                    <a:pt x="61" y="7"/>
                  </a:cubicBezTo>
                  <a:cubicBezTo>
                    <a:pt x="61" y="7"/>
                    <a:pt x="60" y="7"/>
                    <a:pt x="60" y="7"/>
                  </a:cubicBezTo>
                  <a:cubicBezTo>
                    <a:pt x="62" y="6"/>
                    <a:pt x="64" y="5"/>
                    <a:pt x="66" y="5"/>
                  </a:cubicBezTo>
                  <a:cubicBezTo>
                    <a:pt x="70" y="5"/>
                    <a:pt x="73" y="7"/>
                    <a:pt x="75" y="9"/>
                  </a:cubicBezTo>
                  <a:cubicBezTo>
                    <a:pt x="74" y="10"/>
                    <a:pt x="74" y="10"/>
                    <a:pt x="73" y="10"/>
                  </a:cubicBezTo>
                  <a:cubicBezTo>
                    <a:pt x="73" y="11"/>
                    <a:pt x="73" y="11"/>
                    <a:pt x="73" y="11"/>
                  </a:cubicBezTo>
                  <a:cubicBezTo>
                    <a:pt x="73" y="14"/>
                    <a:pt x="74" y="15"/>
                    <a:pt x="76" y="15"/>
                  </a:cubicBezTo>
                  <a:cubicBezTo>
                    <a:pt x="77" y="15"/>
                    <a:pt x="78" y="15"/>
                    <a:pt x="79" y="13"/>
                  </a:cubicBezTo>
                  <a:cubicBezTo>
                    <a:pt x="79" y="13"/>
                    <a:pt x="80" y="12"/>
                    <a:pt x="80" y="13"/>
                  </a:cubicBezTo>
                  <a:cubicBezTo>
                    <a:pt x="80" y="13"/>
                    <a:pt x="80" y="13"/>
                    <a:pt x="80" y="13"/>
                  </a:cubicBezTo>
                  <a:cubicBezTo>
                    <a:pt x="84" y="11"/>
                    <a:pt x="88" y="10"/>
                    <a:pt x="91" y="10"/>
                  </a:cubicBezTo>
                  <a:cubicBezTo>
                    <a:pt x="100" y="10"/>
                    <a:pt x="108" y="15"/>
                    <a:pt x="112" y="22"/>
                  </a:cubicBezTo>
                  <a:cubicBezTo>
                    <a:pt x="112" y="22"/>
                    <a:pt x="112" y="22"/>
                    <a:pt x="112" y="22"/>
                  </a:cubicBezTo>
                  <a:cubicBezTo>
                    <a:pt x="114" y="26"/>
                    <a:pt x="115" y="30"/>
                    <a:pt x="114" y="34"/>
                  </a:cubicBezTo>
                  <a:cubicBezTo>
                    <a:pt x="114" y="34"/>
                    <a:pt x="115" y="34"/>
                    <a:pt x="115" y="35"/>
                  </a:cubicBezTo>
                  <a:cubicBezTo>
                    <a:pt x="117" y="37"/>
                    <a:pt x="120" y="35"/>
                    <a:pt x="120" y="33"/>
                  </a:cubicBezTo>
                  <a:cubicBezTo>
                    <a:pt x="120" y="30"/>
                    <a:pt x="120" y="26"/>
                    <a:pt x="119" y="23"/>
                  </a:cubicBezTo>
                  <a:cubicBezTo>
                    <a:pt x="119" y="23"/>
                    <a:pt x="119" y="23"/>
                    <a:pt x="119" y="23"/>
                  </a:cubicBezTo>
                  <a:cubicBezTo>
                    <a:pt x="127" y="23"/>
                    <a:pt x="133" y="30"/>
                    <a:pt x="133" y="38"/>
                  </a:cubicBezTo>
                  <a:cubicBezTo>
                    <a:pt x="133" y="39"/>
                    <a:pt x="133" y="40"/>
                    <a:pt x="133" y="42"/>
                  </a:cubicBezTo>
                  <a:cubicBezTo>
                    <a:pt x="133" y="42"/>
                    <a:pt x="133" y="42"/>
                    <a:pt x="133" y="42"/>
                  </a:cubicBezTo>
                  <a:cubicBezTo>
                    <a:pt x="132" y="44"/>
                    <a:pt x="131" y="47"/>
                    <a:pt x="129" y="48"/>
                  </a:cubicBezTo>
                  <a:cubicBezTo>
                    <a:pt x="128" y="49"/>
                    <a:pt x="128" y="49"/>
                    <a:pt x="128" y="50"/>
                  </a:cubicBezTo>
                  <a:cubicBezTo>
                    <a:pt x="128" y="52"/>
                    <a:pt x="130" y="53"/>
                    <a:pt x="131" y="53"/>
                  </a:cubicBezTo>
                  <a:cubicBezTo>
                    <a:pt x="132" y="53"/>
                    <a:pt x="133" y="53"/>
                    <a:pt x="133" y="52"/>
                  </a:cubicBezTo>
                  <a:cubicBezTo>
                    <a:pt x="135" y="50"/>
                    <a:pt x="136" y="49"/>
                    <a:pt x="137" y="47"/>
                  </a:cubicBezTo>
                  <a:cubicBezTo>
                    <a:pt x="141" y="49"/>
                    <a:pt x="143" y="54"/>
                    <a:pt x="143" y="59"/>
                  </a:cubicBezTo>
                  <a:cubicBezTo>
                    <a:pt x="143" y="66"/>
                    <a:pt x="137" y="73"/>
                    <a:pt x="129" y="73"/>
                  </a:cubicBezTo>
                  <a:cubicBezTo>
                    <a:pt x="125" y="73"/>
                    <a:pt x="121" y="72"/>
                    <a:pt x="119" y="69"/>
                  </a:cubicBezTo>
                  <a:cubicBezTo>
                    <a:pt x="119" y="69"/>
                    <a:pt x="119" y="69"/>
                    <a:pt x="119" y="69"/>
                  </a:cubicBezTo>
                  <a:cubicBezTo>
                    <a:pt x="117" y="67"/>
                    <a:pt x="115" y="64"/>
                    <a:pt x="115" y="62"/>
                  </a:cubicBezTo>
                  <a:cubicBezTo>
                    <a:pt x="114" y="61"/>
                    <a:pt x="114" y="61"/>
                    <a:pt x="114" y="61"/>
                  </a:cubicBezTo>
                  <a:cubicBezTo>
                    <a:pt x="111" y="59"/>
                    <a:pt x="108" y="61"/>
                    <a:pt x="109" y="64"/>
                  </a:cubicBezTo>
                  <a:cubicBezTo>
                    <a:pt x="110" y="67"/>
                    <a:pt x="111" y="69"/>
                    <a:pt x="113" y="72"/>
                  </a:cubicBezTo>
                  <a:cubicBezTo>
                    <a:pt x="113" y="72"/>
                    <a:pt x="112" y="73"/>
                    <a:pt x="112" y="74"/>
                  </a:cubicBezTo>
                  <a:cubicBezTo>
                    <a:pt x="111" y="75"/>
                    <a:pt x="111" y="77"/>
                    <a:pt x="113" y="78"/>
                  </a:cubicBezTo>
                  <a:cubicBezTo>
                    <a:pt x="114" y="79"/>
                    <a:pt x="116" y="79"/>
                    <a:pt x="117" y="77"/>
                  </a:cubicBezTo>
                  <a:cubicBezTo>
                    <a:pt x="117" y="77"/>
                    <a:pt x="117" y="76"/>
                    <a:pt x="118" y="76"/>
                  </a:cubicBezTo>
                  <a:cubicBezTo>
                    <a:pt x="121" y="78"/>
                    <a:pt x="125" y="79"/>
                    <a:pt x="129" y="79"/>
                  </a:cubicBezTo>
                  <a:cubicBezTo>
                    <a:pt x="131" y="79"/>
                    <a:pt x="133" y="78"/>
                    <a:pt x="135" y="78"/>
                  </a:cubicBezTo>
                  <a:cubicBezTo>
                    <a:pt x="135" y="79"/>
                    <a:pt x="135" y="79"/>
                    <a:pt x="135" y="8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9;p49"/>
            <p:cNvSpPr/>
            <p:nvPr/>
          </p:nvSpPr>
          <p:spPr>
            <a:xfrm>
              <a:off x="8305362" y="2804981"/>
              <a:ext cx="17595" cy="16495"/>
            </a:xfrm>
            <a:custGeom>
              <a:avLst/>
              <a:gdLst/>
              <a:ahLst/>
              <a:cxnLst/>
              <a:rect l="l" t="t" r="r" b="b"/>
              <a:pathLst>
                <a:path w="7" h="6" extrusionOk="0">
                  <a:moveTo>
                    <a:pt x="4" y="0"/>
                  </a:moveTo>
                  <a:cubicBezTo>
                    <a:pt x="4" y="0"/>
                    <a:pt x="4" y="0"/>
                    <a:pt x="4" y="0"/>
                  </a:cubicBezTo>
                  <a:cubicBezTo>
                    <a:pt x="3" y="0"/>
                    <a:pt x="2" y="1"/>
                    <a:pt x="1" y="2"/>
                  </a:cubicBezTo>
                  <a:cubicBezTo>
                    <a:pt x="0" y="4"/>
                    <a:pt x="3" y="6"/>
                    <a:pt x="5" y="6"/>
                  </a:cubicBezTo>
                  <a:cubicBezTo>
                    <a:pt x="6" y="5"/>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0" name="Google Shape;1140;p49"/>
            <p:cNvSpPr/>
            <p:nvPr/>
          </p:nvSpPr>
          <p:spPr>
            <a:xfrm>
              <a:off x="8174502" y="2726904"/>
              <a:ext cx="109967" cy="34090"/>
            </a:xfrm>
            <a:custGeom>
              <a:avLst/>
              <a:gdLst/>
              <a:ahLst/>
              <a:cxnLst/>
              <a:rect l="l" t="t" r="r" b="b"/>
              <a:pathLst>
                <a:path w="42" h="13" extrusionOk="0">
                  <a:moveTo>
                    <a:pt x="21" y="0"/>
                  </a:moveTo>
                  <a:cubicBezTo>
                    <a:pt x="14" y="0"/>
                    <a:pt x="7" y="3"/>
                    <a:pt x="1" y="8"/>
                  </a:cubicBezTo>
                  <a:cubicBezTo>
                    <a:pt x="0" y="9"/>
                    <a:pt x="0" y="11"/>
                    <a:pt x="1" y="12"/>
                  </a:cubicBezTo>
                  <a:cubicBezTo>
                    <a:pt x="2" y="13"/>
                    <a:pt x="3" y="13"/>
                    <a:pt x="3" y="13"/>
                  </a:cubicBezTo>
                  <a:cubicBezTo>
                    <a:pt x="4" y="13"/>
                    <a:pt x="5" y="13"/>
                    <a:pt x="5" y="12"/>
                  </a:cubicBezTo>
                  <a:cubicBezTo>
                    <a:pt x="10" y="8"/>
                    <a:pt x="15" y="6"/>
                    <a:pt x="21" y="6"/>
                  </a:cubicBezTo>
                  <a:cubicBezTo>
                    <a:pt x="27" y="6"/>
                    <a:pt x="33" y="8"/>
                    <a:pt x="37" y="12"/>
                  </a:cubicBezTo>
                  <a:cubicBezTo>
                    <a:pt x="38" y="13"/>
                    <a:pt x="40" y="13"/>
                    <a:pt x="41" y="12"/>
                  </a:cubicBezTo>
                  <a:cubicBezTo>
                    <a:pt x="42" y="11"/>
                    <a:pt x="42" y="9"/>
                    <a:pt x="41" y="8"/>
                  </a:cubicBezTo>
                  <a:cubicBezTo>
                    <a:pt x="36" y="3"/>
                    <a:pt x="29" y="0"/>
                    <a:pt x="21"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1" name="Google Shape;1141;p49"/>
            <p:cNvSpPr/>
            <p:nvPr/>
          </p:nvSpPr>
          <p:spPr>
            <a:xfrm>
              <a:off x="8159106" y="2671921"/>
              <a:ext cx="47286" cy="34090"/>
            </a:xfrm>
            <a:custGeom>
              <a:avLst/>
              <a:gdLst/>
              <a:ahLst/>
              <a:cxnLst/>
              <a:rect l="l" t="t" r="r" b="b"/>
              <a:pathLst>
                <a:path w="18" h="13" extrusionOk="0">
                  <a:moveTo>
                    <a:pt x="17" y="4"/>
                  </a:moveTo>
                  <a:cubicBezTo>
                    <a:pt x="18" y="3"/>
                    <a:pt x="17" y="1"/>
                    <a:pt x="15" y="1"/>
                  </a:cubicBezTo>
                  <a:cubicBezTo>
                    <a:pt x="14" y="0"/>
                    <a:pt x="12" y="1"/>
                    <a:pt x="12" y="3"/>
                  </a:cubicBezTo>
                  <a:cubicBezTo>
                    <a:pt x="11" y="4"/>
                    <a:pt x="10" y="6"/>
                    <a:pt x="9" y="7"/>
                  </a:cubicBezTo>
                  <a:cubicBezTo>
                    <a:pt x="7" y="7"/>
                    <a:pt x="6" y="8"/>
                    <a:pt x="4" y="7"/>
                  </a:cubicBezTo>
                  <a:cubicBezTo>
                    <a:pt x="2" y="7"/>
                    <a:pt x="1" y="8"/>
                    <a:pt x="0" y="9"/>
                  </a:cubicBezTo>
                  <a:cubicBezTo>
                    <a:pt x="0" y="11"/>
                    <a:pt x="1" y="12"/>
                    <a:pt x="3" y="13"/>
                  </a:cubicBezTo>
                  <a:cubicBezTo>
                    <a:pt x="4" y="13"/>
                    <a:pt x="5" y="13"/>
                    <a:pt x="6" y="13"/>
                  </a:cubicBezTo>
                  <a:cubicBezTo>
                    <a:pt x="8" y="13"/>
                    <a:pt x="10" y="13"/>
                    <a:pt x="12" y="12"/>
                  </a:cubicBezTo>
                  <a:cubicBezTo>
                    <a:pt x="14" y="10"/>
                    <a:pt x="16" y="7"/>
                    <a:pt x="17"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2" name="Google Shape;1142;p49"/>
            <p:cNvSpPr/>
            <p:nvPr/>
          </p:nvSpPr>
          <p:spPr>
            <a:xfrm>
              <a:off x="8255877" y="2671921"/>
              <a:ext cx="43987" cy="34090"/>
            </a:xfrm>
            <a:custGeom>
              <a:avLst/>
              <a:gdLst/>
              <a:ahLst/>
              <a:cxnLst/>
              <a:rect l="l" t="t" r="r" b="b"/>
              <a:pathLst>
                <a:path w="17" h="13" extrusionOk="0">
                  <a:moveTo>
                    <a:pt x="13" y="7"/>
                  </a:moveTo>
                  <a:cubicBezTo>
                    <a:pt x="12" y="8"/>
                    <a:pt x="10" y="7"/>
                    <a:pt x="8" y="7"/>
                  </a:cubicBezTo>
                  <a:cubicBezTo>
                    <a:pt x="7" y="6"/>
                    <a:pt x="6" y="4"/>
                    <a:pt x="6" y="3"/>
                  </a:cubicBezTo>
                  <a:cubicBezTo>
                    <a:pt x="5" y="1"/>
                    <a:pt x="4" y="0"/>
                    <a:pt x="2" y="1"/>
                  </a:cubicBezTo>
                  <a:cubicBezTo>
                    <a:pt x="0" y="1"/>
                    <a:pt x="0" y="3"/>
                    <a:pt x="0" y="4"/>
                  </a:cubicBezTo>
                  <a:cubicBezTo>
                    <a:pt x="1" y="7"/>
                    <a:pt x="3" y="10"/>
                    <a:pt x="6" y="12"/>
                  </a:cubicBezTo>
                  <a:cubicBezTo>
                    <a:pt x="7" y="13"/>
                    <a:pt x="9" y="13"/>
                    <a:pt x="12" y="13"/>
                  </a:cubicBezTo>
                  <a:cubicBezTo>
                    <a:pt x="13" y="13"/>
                    <a:pt x="14" y="13"/>
                    <a:pt x="15" y="13"/>
                  </a:cubicBezTo>
                  <a:cubicBezTo>
                    <a:pt x="16" y="12"/>
                    <a:pt x="17" y="11"/>
                    <a:pt x="17" y="9"/>
                  </a:cubicBezTo>
                  <a:cubicBezTo>
                    <a:pt x="16" y="8"/>
                    <a:pt x="15" y="7"/>
                    <a:pt x="13"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43" name="Google Shape;1143;p49"/>
          <p:cNvGrpSpPr/>
          <p:nvPr/>
        </p:nvGrpSpPr>
        <p:grpSpPr>
          <a:xfrm>
            <a:off x="5633709" y="3176670"/>
            <a:ext cx="291413" cy="389284"/>
            <a:chOff x="5594670" y="3176670"/>
            <a:chExt cx="291413" cy="389284"/>
          </a:xfrm>
        </p:grpSpPr>
        <p:sp>
          <p:nvSpPr>
            <p:cNvPr id="1144" name="Google Shape;1144;p49"/>
            <p:cNvSpPr/>
            <p:nvPr/>
          </p:nvSpPr>
          <p:spPr>
            <a:xfrm>
              <a:off x="5657351" y="3370213"/>
              <a:ext cx="17595" cy="17595"/>
            </a:xfrm>
            <a:custGeom>
              <a:avLst/>
              <a:gdLst/>
              <a:ahLst/>
              <a:cxnLst/>
              <a:rect l="l" t="t" r="r" b="b"/>
              <a:pathLst>
                <a:path w="7" h="7" extrusionOk="0">
                  <a:moveTo>
                    <a:pt x="3" y="0"/>
                  </a:moveTo>
                  <a:cubicBezTo>
                    <a:pt x="1" y="0"/>
                    <a:pt x="0" y="2"/>
                    <a:pt x="0" y="4"/>
                  </a:cubicBezTo>
                  <a:cubicBezTo>
                    <a:pt x="1" y="5"/>
                    <a:pt x="1" y="5"/>
                    <a:pt x="2" y="6"/>
                  </a:cubicBezTo>
                  <a:cubicBezTo>
                    <a:pt x="4" y="7"/>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5" name="Google Shape;1145;p49"/>
            <p:cNvSpPr/>
            <p:nvPr/>
          </p:nvSpPr>
          <p:spPr>
            <a:xfrm>
              <a:off x="5594670" y="3176670"/>
              <a:ext cx="291413" cy="389284"/>
            </a:xfrm>
            <a:custGeom>
              <a:avLst/>
              <a:gdLst/>
              <a:ahLst/>
              <a:cxnLst/>
              <a:rect l="l" t="t" r="r" b="b"/>
              <a:pathLst>
                <a:path w="112" h="149" extrusionOk="0">
                  <a:moveTo>
                    <a:pt x="112" y="25"/>
                  </a:moveTo>
                  <a:cubicBezTo>
                    <a:pt x="112" y="18"/>
                    <a:pt x="109" y="12"/>
                    <a:pt x="104" y="7"/>
                  </a:cubicBezTo>
                  <a:cubicBezTo>
                    <a:pt x="99" y="2"/>
                    <a:pt x="92" y="0"/>
                    <a:pt x="85" y="0"/>
                  </a:cubicBezTo>
                  <a:cubicBezTo>
                    <a:pt x="72" y="0"/>
                    <a:pt x="62" y="8"/>
                    <a:pt x="59" y="21"/>
                  </a:cubicBezTo>
                  <a:cubicBezTo>
                    <a:pt x="46" y="21"/>
                    <a:pt x="35" y="27"/>
                    <a:pt x="26" y="35"/>
                  </a:cubicBezTo>
                  <a:cubicBezTo>
                    <a:pt x="17" y="45"/>
                    <a:pt x="12" y="57"/>
                    <a:pt x="12" y="70"/>
                  </a:cubicBezTo>
                  <a:cubicBezTo>
                    <a:pt x="12" y="73"/>
                    <a:pt x="9" y="79"/>
                    <a:pt x="4" y="85"/>
                  </a:cubicBezTo>
                  <a:cubicBezTo>
                    <a:pt x="0" y="91"/>
                    <a:pt x="1" y="95"/>
                    <a:pt x="2" y="97"/>
                  </a:cubicBezTo>
                  <a:cubicBezTo>
                    <a:pt x="3" y="100"/>
                    <a:pt x="7" y="103"/>
                    <a:pt x="14" y="104"/>
                  </a:cubicBezTo>
                  <a:cubicBezTo>
                    <a:pt x="14" y="116"/>
                    <a:pt x="14" y="116"/>
                    <a:pt x="14" y="116"/>
                  </a:cubicBezTo>
                  <a:cubicBezTo>
                    <a:pt x="14" y="125"/>
                    <a:pt x="22" y="132"/>
                    <a:pt x="30" y="132"/>
                  </a:cubicBezTo>
                  <a:cubicBezTo>
                    <a:pt x="38" y="132"/>
                    <a:pt x="42" y="132"/>
                    <a:pt x="44" y="134"/>
                  </a:cubicBezTo>
                  <a:cubicBezTo>
                    <a:pt x="46" y="135"/>
                    <a:pt x="46" y="139"/>
                    <a:pt x="47" y="146"/>
                  </a:cubicBezTo>
                  <a:cubicBezTo>
                    <a:pt x="47" y="148"/>
                    <a:pt x="48" y="149"/>
                    <a:pt x="50" y="149"/>
                  </a:cubicBezTo>
                  <a:cubicBezTo>
                    <a:pt x="91" y="149"/>
                    <a:pt x="91" y="149"/>
                    <a:pt x="91" y="149"/>
                  </a:cubicBezTo>
                  <a:cubicBezTo>
                    <a:pt x="92" y="149"/>
                    <a:pt x="92" y="149"/>
                    <a:pt x="92" y="149"/>
                  </a:cubicBezTo>
                  <a:cubicBezTo>
                    <a:pt x="94" y="148"/>
                    <a:pt x="94" y="147"/>
                    <a:pt x="94" y="146"/>
                  </a:cubicBezTo>
                  <a:cubicBezTo>
                    <a:pt x="94" y="140"/>
                    <a:pt x="94" y="136"/>
                    <a:pt x="94" y="132"/>
                  </a:cubicBezTo>
                  <a:cubicBezTo>
                    <a:pt x="94" y="131"/>
                    <a:pt x="92" y="129"/>
                    <a:pt x="91" y="129"/>
                  </a:cubicBezTo>
                  <a:cubicBezTo>
                    <a:pt x="91" y="129"/>
                    <a:pt x="91" y="129"/>
                    <a:pt x="91" y="129"/>
                  </a:cubicBezTo>
                  <a:cubicBezTo>
                    <a:pt x="89" y="129"/>
                    <a:pt x="88" y="131"/>
                    <a:pt x="88" y="132"/>
                  </a:cubicBezTo>
                  <a:cubicBezTo>
                    <a:pt x="88" y="135"/>
                    <a:pt x="88" y="139"/>
                    <a:pt x="88" y="143"/>
                  </a:cubicBezTo>
                  <a:cubicBezTo>
                    <a:pt x="52" y="143"/>
                    <a:pt x="52" y="143"/>
                    <a:pt x="52" y="143"/>
                  </a:cubicBezTo>
                  <a:cubicBezTo>
                    <a:pt x="52" y="137"/>
                    <a:pt x="51" y="132"/>
                    <a:pt x="48" y="129"/>
                  </a:cubicBezTo>
                  <a:cubicBezTo>
                    <a:pt x="44" y="126"/>
                    <a:pt x="39" y="126"/>
                    <a:pt x="30" y="126"/>
                  </a:cubicBezTo>
                  <a:cubicBezTo>
                    <a:pt x="25" y="126"/>
                    <a:pt x="20" y="122"/>
                    <a:pt x="20" y="116"/>
                  </a:cubicBezTo>
                  <a:cubicBezTo>
                    <a:pt x="20" y="112"/>
                    <a:pt x="20" y="112"/>
                    <a:pt x="20" y="112"/>
                  </a:cubicBezTo>
                  <a:cubicBezTo>
                    <a:pt x="22" y="112"/>
                    <a:pt x="25" y="113"/>
                    <a:pt x="28" y="115"/>
                  </a:cubicBezTo>
                  <a:cubicBezTo>
                    <a:pt x="28" y="115"/>
                    <a:pt x="29" y="115"/>
                    <a:pt x="29" y="115"/>
                  </a:cubicBezTo>
                  <a:cubicBezTo>
                    <a:pt x="30" y="115"/>
                    <a:pt x="31" y="115"/>
                    <a:pt x="32" y="114"/>
                  </a:cubicBezTo>
                  <a:cubicBezTo>
                    <a:pt x="32" y="113"/>
                    <a:pt x="32" y="111"/>
                    <a:pt x="31" y="110"/>
                  </a:cubicBezTo>
                  <a:cubicBezTo>
                    <a:pt x="27" y="108"/>
                    <a:pt x="23" y="107"/>
                    <a:pt x="20" y="107"/>
                  </a:cubicBezTo>
                  <a:cubicBezTo>
                    <a:pt x="20" y="101"/>
                    <a:pt x="20" y="101"/>
                    <a:pt x="20" y="101"/>
                  </a:cubicBezTo>
                  <a:cubicBezTo>
                    <a:pt x="20" y="99"/>
                    <a:pt x="19" y="98"/>
                    <a:pt x="17" y="98"/>
                  </a:cubicBezTo>
                  <a:cubicBezTo>
                    <a:pt x="12" y="98"/>
                    <a:pt x="8" y="97"/>
                    <a:pt x="7" y="95"/>
                  </a:cubicBezTo>
                  <a:cubicBezTo>
                    <a:pt x="6" y="93"/>
                    <a:pt x="7" y="91"/>
                    <a:pt x="9" y="88"/>
                  </a:cubicBezTo>
                  <a:cubicBezTo>
                    <a:pt x="13" y="83"/>
                    <a:pt x="17" y="76"/>
                    <a:pt x="17" y="70"/>
                  </a:cubicBezTo>
                  <a:cubicBezTo>
                    <a:pt x="17" y="47"/>
                    <a:pt x="35" y="28"/>
                    <a:pt x="58" y="27"/>
                  </a:cubicBezTo>
                  <a:cubicBezTo>
                    <a:pt x="58" y="27"/>
                    <a:pt x="58" y="27"/>
                    <a:pt x="58" y="28"/>
                  </a:cubicBezTo>
                  <a:cubicBezTo>
                    <a:pt x="58" y="32"/>
                    <a:pt x="61" y="36"/>
                    <a:pt x="66" y="36"/>
                  </a:cubicBezTo>
                  <a:cubicBezTo>
                    <a:pt x="71" y="37"/>
                    <a:pt x="75" y="33"/>
                    <a:pt x="75" y="29"/>
                  </a:cubicBezTo>
                  <a:cubicBezTo>
                    <a:pt x="80" y="30"/>
                    <a:pt x="85" y="33"/>
                    <a:pt x="90" y="36"/>
                  </a:cubicBezTo>
                  <a:cubicBezTo>
                    <a:pt x="89" y="38"/>
                    <a:pt x="87" y="40"/>
                    <a:pt x="86" y="41"/>
                  </a:cubicBezTo>
                  <a:cubicBezTo>
                    <a:pt x="86" y="41"/>
                    <a:pt x="86" y="42"/>
                    <a:pt x="85" y="42"/>
                  </a:cubicBezTo>
                  <a:cubicBezTo>
                    <a:pt x="80" y="49"/>
                    <a:pt x="76" y="54"/>
                    <a:pt x="76" y="66"/>
                  </a:cubicBezTo>
                  <a:cubicBezTo>
                    <a:pt x="76" y="71"/>
                    <a:pt x="80" y="75"/>
                    <a:pt x="84" y="75"/>
                  </a:cubicBezTo>
                  <a:cubicBezTo>
                    <a:pt x="89" y="76"/>
                    <a:pt x="94" y="72"/>
                    <a:pt x="94" y="67"/>
                  </a:cubicBezTo>
                  <a:cubicBezTo>
                    <a:pt x="94" y="60"/>
                    <a:pt x="96" y="57"/>
                    <a:pt x="100" y="52"/>
                  </a:cubicBezTo>
                  <a:cubicBezTo>
                    <a:pt x="100" y="52"/>
                    <a:pt x="100" y="52"/>
                    <a:pt x="100" y="52"/>
                  </a:cubicBezTo>
                  <a:cubicBezTo>
                    <a:pt x="100" y="52"/>
                    <a:pt x="101" y="51"/>
                    <a:pt x="101" y="50"/>
                  </a:cubicBezTo>
                  <a:cubicBezTo>
                    <a:pt x="104" y="57"/>
                    <a:pt x="106" y="63"/>
                    <a:pt x="106" y="70"/>
                  </a:cubicBezTo>
                  <a:cubicBezTo>
                    <a:pt x="106" y="78"/>
                    <a:pt x="104" y="86"/>
                    <a:pt x="99" y="93"/>
                  </a:cubicBezTo>
                  <a:cubicBezTo>
                    <a:pt x="97" y="97"/>
                    <a:pt x="95" y="101"/>
                    <a:pt x="93" y="105"/>
                  </a:cubicBezTo>
                  <a:cubicBezTo>
                    <a:pt x="92" y="107"/>
                    <a:pt x="93" y="108"/>
                    <a:pt x="94" y="109"/>
                  </a:cubicBezTo>
                  <a:cubicBezTo>
                    <a:pt x="94" y="109"/>
                    <a:pt x="95" y="110"/>
                    <a:pt x="96" y="110"/>
                  </a:cubicBezTo>
                  <a:cubicBezTo>
                    <a:pt x="97" y="110"/>
                    <a:pt x="98" y="109"/>
                    <a:pt x="98" y="108"/>
                  </a:cubicBezTo>
                  <a:cubicBezTo>
                    <a:pt x="100" y="104"/>
                    <a:pt x="102" y="100"/>
                    <a:pt x="104" y="96"/>
                  </a:cubicBezTo>
                  <a:cubicBezTo>
                    <a:pt x="109" y="88"/>
                    <a:pt x="112" y="79"/>
                    <a:pt x="112" y="70"/>
                  </a:cubicBezTo>
                  <a:cubicBezTo>
                    <a:pt x="112" y="61"/>
                    <a:pt x="109" y="53"/>
                    <a:pt x="105" y="45"/>
                  </a:cubicBezTo>
                  <a:cubicBezTo>
                    <a:pt x="109" y="39"/>
                    <a:pt x="112" y="33"/>
                    <a:pt x="112" y="25"/>
                  </a:cubicBezTo>
                  <a:close/>
                  <a:moveTo>
                    <a:pt x="76" y="23"/>
                  </a:moveTo>
                  <a:cubicBezTo>
                    <a:pt x="78" y="19"/>
                    <a:pt x="81" y="17"/>
                    <a:pt x="85" y="17"/>
                  </a:cubicBezTo>
                  <a:cubicBezTo>
                    <a:pt x="91" y="17"/>
                    <a:pt x="94" y="21"/>
                    <a:pt x="94" y="26"/>
                  </a:cubicBezTo>
                  <a:cubicBezTo>
                    <a:pt x="94" y="27"/>
                    <a:pt x="94" y="29"/>
                    <a:pt x="93" y="31"/>
                  </a:cubicBezTo>
                  <a:cubicBezTo>
                    <a:pt x="88" y="28"/>
                    <a:pt x="82" y="25"/>
                    <a:pt x="76" y="23"/>
                  </a:cubicBezTo>
                  <a:close/>
                  <a:moveTo>
                    <a:pt x="95" y="49"/>
                  </a:moveTo>
                  <a:cubicBezTo>
                    <a:pt x="91" y="55"/>
                    <a:pt x="88" y="58"/>
                    <a:pt x="88" y="67"/>
                  </a:cubicBezTo>
                  <a:cubicBezTo>
                    <a:pt x="88" y="68"/>
                    <a:pt x="87" y="70"/>
                    <a:pt x="85" y="70"/>
                  </a:cubicBezTo>
                  <a:cubicBezTo>
                    <a:pt x="84" y="70"/>
                    <a:pt x="82" y="68"/>
                    <a:pt x="82" y="67"/>
                  </a:cubicBezTo>
                  <a:cubicBezTo>
                    <a:pt x="82" y="57"/>
                    <a:pt x="85" y="53"/>
                    <a:pt x="90" y="46"/>
                  </a:cubicBezTo>
                  <a:cubicBezTo>
                    <a:pt x="91" y="45"/>
                    <a:pt x="91" y="45"/>
                    <a:pt x="91" y="45"/>
                  </a:cubicBezTo>
                  <a:cubicBezTo>
                    <a:pt x="95" y="39"/>
                    <a:pt x="100" y="32"/>
                    <a:pt x="100" y="26"/>
                  </a:cubicBezTo>
                  <a:cubicBezTo>
                    <a:pt x="100" y="18"/>
                    <a:pt x="94" y="11"/>
                    <a:pt x="85" y="11"/>
                  </a:cubicBezTo>
                  <a:cubicBezTo>
                    <a:pt x="76" y="11"/>
                    <a:pt x="70" y="19"/>
                    <a:pt x="70" y="28"/>
                  </a:cubicBezTo>
                  <a:cubicBezTo>
                    <a:pt x="70" y="30"/>
                    <a:pt x="68" y="31"/>
                    <a:pt x="67" y="31"/>
                  </a:cubicBezTo>
                  <a:cubicBezTo>
                    <a:pt x="65" y="31"/>
                    <a:pt x="64" y="30"/>
                    <a:pt x="64" y="28"/>
                  </a:cubicBezTo>
                  <a:cubicBezTo>
                    <a:pt x="64" y="15"/>
                    <a:pt x="73" y="6"/>
                    <a:pt x="85" y="6"/>
                  </a:cubicBezTo>
                  <a:cubicBezTo>
                    <a:pt x="97" y="6"/>
                    <a:pt x="106" y="14"/>
                    <a:pt x="106" y="26"/>
                  </a:cubicBezTo>
                  <a:cubicBezTo>
                    <a:pt x="106" y="34"/>
                    <a:pt x="101" y="42"/>
                    <a:pt x="95" y="4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6" name="Google Shape;1146;p49"/>
            <p:cNvSpPr/>
            <p:nvPr/>
          </p:nvSpPr>
          <p:spPr>
            <a:xfrm>
              <a:off x="5794811" y="3380110"/>
              <a:ext cx="45087" cy="47286"/>
            </a:xfrm>
            <a:custGeom>
              <a:avLst/>
              <a:gdLst/>
              <a:ahLst/>
              <a:cxnLst/>
              <a:rect l="l" t="t" r="r" b="b"/>
              <a:pathLst>
                <a:path w="17" h="18" extrusionOk="0">
                  <a:moveTo>
                    <a:pt x="17" y="9"/>
                  </a:moveTo>
                  <a:cubicBezTo>
                    <a:pt x="17" y="4"/>
                    <a:pt x="13" y="0"/>
                    <a:pt x="8" y="0"/>
                  </a:cubicBezTo>
                  <a:cubicBezTo>
                    <a:pt x="3" y="0"/>
                    <a:pt x="0" y="4"/>
                    <a:pt x="0" y="9"/>
                  </a:cubicBezTo>
                  <a:cubicBezTo>
                    <a:pt x="0" y="14"/>
                    <a:pt x="3" y="18"/>
                    <a:pt x="8" y="18"/>
                  </a:cubicBezTo>
                  <a:cubicBezTo>
                    <a:pt x="13" y="18"/>
                    <a:pt x="17" y="14"/>
                    <a:pt x="17" y="9"/>
                  </a:cubicBezTo>
                  <a:close/>
                  <a:moveTo>
                    <a:pt x="8" y="12"/>
                  </a:moveTo>
                  <a:cubicBezTo>
                    <a:pt x="7" y="12"/>
                    <a:pt x="5" y="11"/>
                    <a:pt x="5" y="9"/>
                  </a:cubicBezTo>
                  <a:cubicBezTo>
                    <a:pt x="5" y="8"/>
                    <a:pt x="7" y="6"/>
                    <a:pt x="8" y="6"/>
                  </a:cubicBezTo>
                  <a:cubicBezTo>
                    <a:pt x="10" y="6"/>
                    <a:pt x="11" y="8"/>
                    <a:pt x="11" y="9"/>
                  </a:cubicBezTo>
                  <a:cubicBezTo>
                    <a:pt x="11" y="11"/>
                    <a:pt x="10" y="12"/>
                    <a:pt x="8" y="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7" name="Google Shape;1147;p49"/>
            <p:cNvSpPr/>
            <p:nvPr/>
          </p:nvSpPr>
          <p:spPr>
            <a:xfrm>
              <a:off x="5823402" y="3480180"/>
              <a:ext cx="20894" cy="15395"/>
            </a:xfrm>
            <a:custGeom>
              <a:avLst/>
              <a:gdLst/>
              <a:ahLst/>
              <a:cxnLst/>
              <a:rect l="l" t="t" r="r" b="b"/>
              <a:pathLst>
                <a:path w="8" h="6" extrusionOk="0">
                  <a:moveTo>
                    <a:pt x="4" y="6"/>
                  </a:moveTo>
                  <a:cubicBezTo>
                    <a:pt x="6" y="6"/>
                    <a:pt x="8" y="4"/>
                    <a:pt x="6" y="2"/>
                  </a:cubicBezTo>
                  <a:cubicBezTo>
                    <a:pt x="6" y="1"/>
                    <a:pt x="5" y="0"/>
                    <a:pt x="4" y="0"/>
                  </a:cubicBezTo>
                  <a:cubicBezTo>
                    <a:pt x="4" y="0"/>
                    <a:pt x="4" y="0"/>
                    <a:pt x="4" y="0"/>
                  </a:cubicBezTo>
                  <a:cubicBezTo>
                    <a:pt x="3" y="0"/>
                    <a:pt x="2" y="1"/>
                    <a:pt x="1" y="2"/>
                  </a:cubicBezTo>
                  <a:cubicBezTo>
                    <a:pt x="0" y="4"/>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48" name="Google Shape;1148;p49"/>
          <p:cNvGrpSpPr/>
          <p:nvPr/>
        </p:nvGrpSpPr>
        <p:grpSpPr>
          <a:xfrm>
            <a:off x="5584773" y="2538860"/>
            <a:ext cx="389284" cy="389284"/>
            <a:chOff x="5599069" y="2538860"/>
            <a:chExt cx="389284" cy="389284"/>
          </a:xfrm>
        </p:grpSpPr>
        <p:sp>
          <p:nvSpPr>
            <p:cNvPr id="1149" name="Google Shape;1149;p49"/>
            <p:cNvSpPr/>
            <p:nvPr/>
          </p:nvSpPr>
          <p:spPr>
            <a:xfrm>
              <a:off x="5682644" y="2829174"/>
              <a:ext cx="75878" cy="26392"/>
            </a:xfrm>
            <a:custGeom>
              <a:avLst/>
              <a:gdLst/>
              <a:ahLst/>
              <a:cxnLst/>
              <a:rect l="l" t="t" r="r" b="b"/>
              <a:pathLst>
                <a:path w="29" h="10" extrusionOk="0">
                  <a:moveTo>
                    <a:pt x="1" y="5"/>
                  </a:moveTo>
                  <a:cubicBezTo>
                    <a:pt x="0" y="6"/>
                    <a:pt x="0" y="8"/>
                    <a:pt x="1" y="9"/>
                  </a:cubicBezTo>
                  <a:cubicBezTo>
                    <a:pt x="3" y="10"/>
                    <a:pt x="4" y="10"/>
                    <a:pt x="6" y="9"/>
                  </a:cubicBezTo>
                  <a:cubicBezTo>
                    <a:pt x="8" y="7"/>
                    <a:pt x="11" y="6"/>
                    <a:pt x="14" y="6"/>
                  </a:cubicBezTo>
                  <a:cubicBezTo>
                    <a:pt x="18" y="6"/>
                    <a:pt x="21" y="7"/>
                    <a:pt x="23" y="9"/>
                  </a:cubicBezTo>
                  <a:cubicBezTo>
                    <a:pt x="24" y="10"/>
                    <a:pt x="25" y="10"/>
                    <a:pt x="25" y="10"/>
                  </a:cubicBezTo>
                  <a:cubicBezTo>
                    <a:pt x="26" y="10"/>
                    <a:pt x="27" y="10"/>
                    <a:pt x="27" y="9"/>
                  </a:cubicBezTo>
                  <a:cubicBezTo>
                    <a:pt x="29" y="8"/>
                    <a:pt x="29" y="6"/>
                    <a:pt x="27" y="5"/>
                  </a:cubicBezTo>
                  <a:cubicBezTo>
                    <a:pt x="24" y="2"/>
                    <a:pt x="19" y="0"/>
                    <a:pt x="14" y="0"/>
                  </a:cubicBezTo>
                  <a:cubicBezTo>
                    <a:pt x="10" y="0"/>
                    <a:pt x="5" y="2"/>
                    <a:pt x="1"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0" name="Google Shape;1150;p49"/>
            <p:cNvSpPr/>
            <p:nvPr/>
          </p:nvSpPr>
          <p:spPr>
            <a:xfrm>
              <a:off x="5599069" y="2538860"/>
              <a:ext cx="389284" cy="389284"/>
            </a:xfrm>
            <a:custGeom>
              <a:avLst/>
              <a:gdLst/>
              <a:ahLst/>
              <a:cxnLst/>
              <a:rect l="l" t="t" r="r" b="b"/>
              <a:pathLst>
                <a:path w="149" h="149" extrusionOk="0">
                  <a:moveTo>
                    <a:pt x="102" y="0"/>
                  </a:moveTo>
                  <a:cubicBezTo>
                    <a:pt x="77" y="0"/>
                    <a:pt x="56" y="21"/>
                    <a:pt x="56" y="46"/>
                  </a:cubicBezTo>
                  <a:cubicBezTo>
                    <a:pt x="56" y="50"/>
                    <a:pt x="56" y="53"/>
                    <a:pt x="57" y="57"/>
                  </a:cubicBezTo>
                  <a:cubicBezTo>
                    <a:pt x="54" y="56"/>
                    <a:pt x="50" y="56"/>
                    <a:pt x="46" y="56"/>
                  </a:cubicBezTo>
                  <a:cubicBezTo>
                    <a:pt x="39" y="56"/>
                    <a:pt x="31" y="57"/>
                    <a:pt x="25" y="61"/>
                  </a:cubicBezTo>
                  <a:cubicBezTo>
                    <a:pt x="23" y="62"/>
                    <a:pt x="23" y="63"/>
                    <a:pt x="24" y="65"/>
                  </a:cubicBezTo>
                  <a:cubicBezTo>
                    <a:pt x="24" y="66"/>
                    <a:pt x="26" y="67"/>
                    <a:pt x="27" y="66"/>
                  </a:cubicBezTo>
                  <a:cubicBezTo>
                    <a:pt x="33" y="63"/>
                    <a:pt x="40" y="61"/>
                    <a:pt x="46" y="61"/>
                  </a:cubicBezTo>
                  <a:cubicBezTo>
                    <a:pt x="69" y="61"/>
                    <a:pt x="87" y="80"/>
                    <a:pt x="87" y="102"/>
                  </a:cubicBezTo>
                  <a:cubicBezTo>
                    <a:pt x="87" y="125"/>
                    <a:pt x="69" y="143"/>
                    <a:pt x="46" y="143"/>
                  </a:cubicBezTo>
                  <a:cubicBezTo>
                    <a:pt x="24" y="143"/>
                    <a:pt x="6" y="125"/>
                    <a:pt x="6" y="102"/>
                  </a:cubicBezTo>
                  <a:cubicBezTo>
                    <a:pt x="6" y="96"/>
                    <a:pt x="7" y="89"/>
                    <a:pt x="10" y="83"/>
                  </a:cubicBezTo>
                  <a:cubicBezTo>
                    <a:pt x="11" y="82"/>
                    <a:pt x="11" y="80"/>
                    <a:pt x="9" y="79"/>
                  </a:cubicBezTo>
                  <a:cubicBezTo>
                    <a:pt x="8" y="78"/>
                    <a:pt x="6" y="79"/>
                    <a:pt x="5" y="80"/>
                  </a:cubicBezTo>
                  <a:cubicBezTo>
                    <a:pt x="2" y="87"/>
                    <a:pt x="0" y="95"/>
                    <a:pt x="0" y="102"/>
                  </a:cubicBezTo>
                  <a:cubicBezTo>
                    <a:pt x="0" y="128"/>
                    <a:pt x="21" y="149"/>
                    <a:pt x="46" y="149"/>
                  </a:cubicBezTo>
                  <a:cubicBezTo>
                    <a:pt x="72" y="149"/>
                    <a:pt x="93" y="128"/>
                    <a:pt x="93" y="102"/>
                  </a:cubicBezTo>
                  <a:cubicBezTo>
                    <a:pt x="93" y="99"/>
                    <a:pt x="93" y="95"/>
                    <a:pt x="92" y="92"/>
                  </a:cubicBezTo>
                  <a:cubicBezTo>
                    <a:pt x="95" y="92"/>
                    <a:pt x="99" y="93"/>
                    <a:pt x="102" y="93"/>
                  </a:cubicBezTo>
                  <a:cubicBezTo>
                    <a:pt x="128" y="93"/>
                    <a:pt x="149" y="72"/>
                    <a:pt x="149" y="46"/>
                  </a:cubicBezTo>
                  <a:cubicBezTo>
                    <a:pt x="149" y="21"/>
                    <a:pt x="128" y="0"/>
                    <a:pt x="102" y="0"/>
                  </a:cubicBezTo>
                  <a:close/>
                  <a:moveTo>
                    <a:pt x="102" y="87"/>
                  </a:moveTo>
                  <a:cubicBezTo>
                    <a:pt x="98" y="87"/>
                    <a:pt x="94" y="86"/>
                    <a:pt x="90" y="85"/>
                  </a:cubicBezTo>
                  <a:cubicBezTo>
                    <a:pt x="85" y="73"/>
                    <a:pt x="76" y="64"/>
                    <a:pt x="64" y="59"/>
                  </a:cubicBezTo>
                  <a:cubicBezTo>
                    <a:pt x="62" y="55"/>
                    <a:pt x="62" y="51"/>
                    <a:pt x="62" y="46"/>
                  </a:cubicBezTo>
                  <a:cubicBezTo>
                    <a:pt x="62" y="24"/>
                    <a:pt x="80" y="5"/>
                    <a:pt x="102" y="5"/>
                  </a:cubicBezTo>
                  <a:cubicBezTo>
                    <a:pt x="125" y="5"/>
                    <a:pt x="143" y="24"/>
                    <a:pt x="143" y="46"/>
                  </a:cubicBezTo>
                  <a:cubicBezTo>
                    <a:pt x="143" y="69"/>
                    <a:pt x="125" y="87"/>
                    <a:pt x="102" y="8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1" name="Google Shape;1151;p49"/>
            <p:cNvSpPr/>
            <p:nvPr/>
          </p:nvSpPr>
          <p:spPr>
            <a:xfrm>
              <a:off x="5630959" y="2717007"/>
              <a:ext cx="17595" cy="15395"/>
            </a:xfrm>
            <a:custGeom>
              <a:avLst/>
              <a:gdLst/>
              <a:ahLst/>
              <a:cxnLst/>
              <a:rect l="l" t="t" r="r" b="b"/>
              <a:pathLst>
                <a:path w="7" h="6" extrusionOk="0">
                  <a:moveTo>
                    <a:pt x="4" y="6"/>
                  </a:moveTo>
                  <a:cubicBezTo>
                    <a:pt x="4" y="6"/>
                    <a:pt x="5" y="6"/>
                    <a:pt x="6" y="5"/>
                  </a:cubicBezTo>
                  <a:cubicBezTo>
                    <a:pt x="7" y="4"/>
                    <a:pt x="7" y="2"/>
                    <a:pt x="6" y="1"/>
                  </a:cubicBezTo>
                  <a:cubicBezTo>
                    <a:pt x="4" y="0"/>
                    <a:pt x="2" y="0"/>
                    <a:pt x="1" y="1"/>
                  </a:cubicBezTo>
                  <a:cubicBezTo>
                    <a:pt x="1" y="1"/>
                    <a:pt x="1" y="1"/>
                    <a:pt x="1" y="1"/>
                  </a:cubicBezTo>
                  <a:cubicBezTo>
                    <a:pt x="0" y="3"/>
                    <a:pt x="0" y="4"/>
                    <a:pt x="2" y="5"/>
                  </a:cubicBezTo>
                  <a:cubicBezTo>
                    <a:pt x="2" y="6"/>
                    <a:pt x="3"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2" name="Google Shape;1152;p49"/>
            <p:cNvSpPr/>
            <p:nvPr/>
          </p:nvSpPr>
          <p:spPr>
            <a:xfrm>
              <a:off x="5651853" y="2771991"/>
              <a:ext cx="43987" cy="32990"/>
            </a:xfrm>
            <a:custGeom>
              <a:avLst/>
              <a:gdLst/>
              <a:ahLst/>
              <a:cxnLst/>
              <a:rect l="l" t="t" r="r" b="b"/>
              <a:pathLst>
                <a:path w="17" h="13" extrusionOk="0">
                  <a:moveTo>
                    <a:pt x="1" y="6"/>
                  </a:moveTo>
                  <a:cubicBezTo>
                    <a:pt x="12" y="12"/>
                    <a:pt x="12" y="12"/>
                    <a:pt x="12" y="12"/>
                  </a:cubicBezTo>
                  <a:cubicBezTo>
                    <a:pt x="13" y="13"/>
                    <a:pt x="13" y="13"/>
                    <a:pt x="14" y="13"/>
                  </a:cubicBezTo>
                  <a:cubicBezTo>
                    <a:pt x="15" y="13"/>
                    <a:pt x="16" y="12"/>
                    <a:pt x="16" y="11"/>
                  </a:cubicBezTo>
                  <a:cubicBezTo>
                    <a:pt x="17" y="10"/>
                    <a:pt x="17" y="8"/>
                    <a:pt x="15" y="7"/>
                  </a:cubicBezTo>
                  <a:cubicBezTo>
                    <a:pt x="4" y="1"/>
                    <a:pt x="4" y="1"/>
                    <a:pt x="4" y="1"/>
                  </a:cubicBezTo>
                  <a:cubicBezTo>
                    <a:pt x="3" y="0"/>
                    <a:pt x="1" y="1"/>
                    <a:pt x="0" y="2"/>
                  </a:cubicBezTo>
                  <a:cubicBezTo>
                    <a:pt x="0" y="3"/>
                    <a:pt x="0" y="5"/>
                    <a:pt x="1"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3" name="Google Shape;1153;p49"/>
            <p:cNvSpPr/>
            <p:nvPr/>
          </p:nvSpPr>
          <p:spPr>
            <a:xfrm>
              <a:off x="5745325" y="2771991"/>
              <a:ext cx="45087" cy="32990"/>
            </a:xfrm>
            <a:custGeom>
              <a:avLst/>
              <a:gdLst/>
              <a:ahLst/>
              <a:cxnLst/>
              <a:rect l="l" t="t" r="r" b="b"/>
              <a:pathLst>
                <a:path w="17" h="13" extrusionOk="0">
                  <a:moveTo>
                    <a:pt x="3" y="13"/>
                  </a:moveTo>
                  <a:cubicBezTo>
                    <a:pt x="3" y="13"/>
                    <a:pt x="4" y="13"/>
                    <a:pt x="4" y="12"/>
                  </a:cubicBezTo>
                  <a:cubicBezTo>
                    <a:pt x="15" y="6"/>
                    <a:pt x="15" y="6"/>
                    <a:pt x="15" y="6"/>
                  </a:cubicBezTo>
                  <a:cubicBezTo>
                    <a:pt x="17" y="5"/>
                    <a:pt x="17" y="3"/>
                    <a:pt x="17" y="2"/>
                  </a:cubicBezTo>
                  <a:cubicBezTo>
                    <a:pt x="16" y="1"/>
                    <a:pt x="14" y="0"/>
                    <a:pt x="13" y="1"/>
                  </a:cubicBezTo>
                  <a:cubicBezTo>
                    <a:pt x="2" y="7"/>
                    <a:pt x="2" y="7"/>
                    <a:pt x="2" y="7"/>
                  </a:cubicBezTo>
                  <a:cubicBezTo>
                    <a:pt x="0" y="8"/>
                    <a:pt x="0" y="10"/>
                    <a:pt x="0" y="11"/>
                  </a:cubicBezTo>
                  <a:cubicBezTo>
                    <a:pt x="1" y="12"/>
                    <a:pt x="2" y="13"/>
                    <a:pt x="3" y="1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4" name="Google Shape;1154;p49"/>
            <p:cNvSpPr/>
            <p:nvPr/>
          </p:nvSpPr>
          <p:spPr>
            <a:xfrm>
              <a:off x="5828900" y="2685117"/>
              <a:ext cx="75878" cy="28592"/>
            </a:xfrm>
            <a:custGeom>
              <a:avLst/>
              <a:gdLst/>
              <a:ahLst/>
              <a:cxnLst/>
              <a:rect l="l" t="t" r="r" b="b"/>
              <a:pathLst>
                <a:path w="29" h="11" extrusionOk="0">
                  <a:moveTo>
                    <a:pt x="24" y="4"/>
                  </a:moveTo>
                  <a:cubicBezTo>
                    <a:pt x="20" y="6"/>
                    <a:pt x="18" y="5"/>
                    <a:pt x="15" y="4"/>
                  </a:cubicBezTo>
                  <a:cubicBezTo>
                    <a:pt x="12" y="2"/>
                    <a:pt x="8" y="0"/>
                    <a:pt x="2" y="4"/>
                  </a:cubicBezTo>
                  <a:cubicBezTo>
                    <a:pt x="1" y="5"/>
                    <a:pt x="0" y="6"/>
                    <a:pt x="1" y="8"/>
                  </a:cubicBezTo>
                  <a:cubicBezTo>
                    <a:pt x="2" y="9"/>
                    <a:pt x="4" y="10"/>
                    <a:pt x="5" y="9"/>
                  </a:cubicBezTo>
                  <a:cubicBezTo>
                    <a:pt x="8" y="7"/>
                    <a:pt x="10" y="8"/>
                    <a:pt x="13" y="9"/>
                  </a:cubicBezTo>
                  <a:cubicBezTo>
                    <a:pt x="14" y="10"/>
                    <a:pt x="17" y="11"/>
                    <a:pt x="20" y="11"/>
                  </a:cubicBezTo>
                  <a:cubicBezTo>
                    <a:pt x="22" y="11"/>
                    <a:pt x="24" y="10"/>
                    <a:pt x="27" y="9"/>
                  </a:cubicBezTo>
                  <a:cubicBezTo>
                    <a:pt x="28" y="8"/>
                    <a:pt x="29" y="6"/>
                    <a:pt x="28" y="5"/>
                  </a:cubicBezTo>
                  <a:cubicBezTo>
                    <a:pt x="27" y="3"/>
                    <a:pt x="25" y="3"/>
                    <a:pt x="24" y="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5" name="Google Shape;1155;p49"/>
            <p:cNvSpPr/>
            <p:nvPr/>
          </p:nvSpPr>
          <p:spPr>
            <a:xfrm>
              <a:off x="5794811" y="2624634"/>
              <a:ext cx="47286" cy="34090"/>
            </a:xfrm>
            <a:custGeom>
              <a:avLst/>
              <a:gdLst/>
              <a:ahLst/>
              <a:cxnLst/>
              <a:rect l="l" t="t" r="r" b="b"/>
              <a:pathLst>
                <a:path w="18" h="13" extrusionOk="0">
                  <a:moveTo>
                    <a:pt x="17" y="2"/>
                  </a:moveTo>
                  <a:cubicBezTo>
                    <a:pt x="17" y="1"/>
                    <a:pt x="15" y="0"/>
                    <a:pt x="13" y="1"/>
                  </a:cubicBezTo>
                  <a:cubicBezTo>
                    <a:pt x="2" y="7"/>
                    <a:pt x="2" y="7"/>
                    <a:pt x="2" y="7"/>
                  </a:cubicBezTo>
                  <a:cubicBezTo>
                    <a:pt x="1" y="8"/>
                    <a:pt x="0" y="10"/>
                    <a:pt x="1" y="11"/>
                  </a:cubicBezTo>
                  <a:cubicBezTo>
                    <a:pt x="2" y="12"/>
                    <a:pt x="3" y="13"/>
                    <a:pt x="4" y="13"/>
                  </a:cubicBezTo>
                  <a:cubicBezTo>
                    <a:pt x="4" y="13"/>
                    <a:pt x="5" y="13"/>
                    <a:pt x="5" y="12"/>
                  </a:cubicBezTo>
                  <a:cubicBezTo>
                    <a:pt x="16" y="6"/>
                    <a:pt x="16" y="6"/>
                    <a:pt x="16" y="6"/>
                  </a:cubicBezTo>
                  <a:cubicBezTo>
                    <a:pt x="18" y="5"/>
                    <a:pt x="18" y="3"/>
                    <a:pt x="17" y="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6" name="Google Shape;1156;p49"/>
            <p:cNvSpPr/>
            <p:nvPr/>
          </p:nvSpPr>
          <p:spPr>
            <a:xfrm>
              <a:off x="5891582" y="2624634"/>
              <a:ext cx="43987" cy="34090"/>
            </a:xfrm>
            <a:custGeom>
              <a:avLst/>
              <a:gdLst/>
              <a:ahLst/>
              <a:cxnLst/>
              <a:rect l="l" t="t" r="r" b="b"/>
              <a:pathLst>
                <a:path w="17" h="13" extrusionOk="0">
                  <a:moveTo>
                    <a:pt x="15" y="7"/>
                  </a:moveTo>
                  <a:cubicBezTo>
                    <a:pt x="4" y="1"/>
                    <a:pt x="4" y="1"/>
                    <a:pt x="4" y="1"/>
                  </a:cubicBezTo>
                  <a:cubicBezTo>
                    <a:pt x="3" y="0"/>
                    <a:pt x="1" y="1"/>
                    <a:pt x="0" y="2"/>
                  </a:cubicBezTo>
                  <a:cubicBezTo>
                    <a:pt x="0" y="3"/>
                    <a:pt x="0" y="5"/>
                    <a:pt x="1" y="6"/>
                  </a:cubicBezTo>
                  <a:cubicBezTo>
                    <a:pt x="12" y="12"/>
                    <a:pt x="12" y="12"/>
                    <a:pt x="12" y="12"/>
                  </a:cubicBezTo>
                  <a:cubicBezTo>
                    <a:pt x="13" y="13"/>
                    <a:pt x="13" y="13"/>
                    <a:pt x="14" y="13"/>
                  </a:cubicBezTo>
                  <a:cubicBezTo>
                    <a:pt x="15" y="13"/>
                    <a:pt x="16" y="12"/>
                    <a:pt x="16" y="11"/>
                  </a:cubicBezTo>
                  <a:cubicBezTo>
                    <a:pt x="17" y="10"/>
                    <a:pt x="17" y="8"/>
                    <a:pt x="15"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57" name="Google Shape;1157;p49"/>
          <p:cNvGrpSpPr/>
          <p:nvPr/>
        </p:nvGrpSpPr>
        <p:grpSpPr>
          <a:xfrm>
            <a:off x="4729778" y="3782591"/>
            <a:ext cx="323304" cy="389284"/>
            <a:chOff x="4670946" y="3782591"/>
            <a:chExt cx="323304" cy="389284"/>
          </a:xfrm>
        </p:grpSpPr>
        <p:sp>
          <p:nvSpPr>
            <p:cNvPr id="1158" name="Google Shape;1158;p49"/>
            <p:cNvSpPr/>
            <p:nvPr/>
          </p:nvSpPr>
          <p:spPr>
            <a:xfrm>
              <a:off x="4733627" y="3976133"/>
              <a:ext cx="17595" cy="18695"/>
            </a:xfrm>
            <a:custGeom>
              <a:avLst/>
              <a:gdLst/>
              <a:ahLst/>
              <a:cxnLst/>
              <a:rect l="l" t="t" r="r" b="b"/>
              <a:pathLst>
                <a:path w="7" h="7" extrusionOk="0">
                  <a:moveTo>
                    <a:pt x="3" y="0"/>
                  </a:moveTo>
                  <a:cubicBezTo>
                    <a:pt x="1" y="0"/>
                    <a:pt x="0" y="2"/>
                    <a:pt x="0" y="4"/>
                  </a:cubicBezTo>
                  <a:cubicBezTo>
                    <a:pt x="1" y="5"/>
                    <a:pt x="1" y="6"/>
                    <a:pt x="2" y="6"/>
                  </a:cubicBezTo>
                  <a:cubicBezTo>
                    <a:pt x="4" y="7"/>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9" name="Google Shape;1159;p49"/>
            <p:cNvSpPr/>
            <p:nvPr/>
          </p:nvSpPr>
          <p:spPr>
            <a:xfrm>
              <a:off x="4900777" y="4086100"/>
              <a:ext cx="17595" cy="18695"/>
            </a:xfrm>
            <a:custGeom>
              <a:avLst/>
              <a:gdLst/>
              <a:ahLst/>
              <a:cxnLst/>
              <a:rect l="l" t="t" r="r" b="b"/>
              <a:pathLst>
                <a:path w="7" h="7" extrusionOk="0">
                  <a:moveTo>
                    <a:pt x="4" y="0"/>
                  </a:moveTo>
                  <a:cubicBezTo>
                    <a:pt x="4" y="0"/>
                    <a:pt x="4" y="0"/>
                    <a:pt x="4" y="0"/>
                  </a:cubicBezTo>
                  <a:cubicBezTo>
                    <a:pt x="3" y="0"/>
                    <a:pt x="2" y="1"/>
                    <a:pt x="1" y="2"/>
                  </a:cubicBezTo>
                  <a:cubicBezTo>
                    <a:pt x="0" y="5"/>
                    <a:pt x="3" y="7"/>
                    <a:pt x="5" y="6"/>
                  </a:cubicBezTo>
                  <a:cubicBezTo>
                    <a:pt x="6" y="6"/>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60" name="Google Shape;1160;p49"/>
            <p:cNvSpPr/>
            <p:nvPr/>
          </p:nvSpPr>
          <p:spPr>
            <a:xfrm>
              <a:off x="4670946" y="3782591"/>
              <a:ext cx="323304" cy="389284"/>
            </a:xfrm>
            <a:custGeom>
              <a:avLst/>
              <a:gdLst/>
              <a:ahLst/>
              <a:cxnLst/>
              <a:rect l="l" t="t" r="r" b="b"/>
              <a:pathLst>
                <a:path w="124" h="149" extrusionOk="0">
                  <a:moveTo>
                    <a:pt x="124" y="17"/>
                  </a:moveTo>
                  <a:cubicBezTo>
                    <a:pt x="124" y="16"/>
                    <a:pt x="122" y="14"/>
                    <a:pt x="121" y="14"/>
                  </a:cubicBezTo>
                  <a:cubicBezTo>
                    <a:pt x="114" y="14"/>
                    <a:pt x="109" y="9"/>
                    <a:pt x="109" y="3"/>
                  </a:cubicBezTo>
                  <a:cubicBezTo>
                    <a:pt x="109" y="1"/>
                    <a:pt x="108" y="0"/>
                    <a:pt x="106" y="0"/>
                  </a:cubicBezTo>
                  <a:cubicBezTo>
                    <a:pt x="77" y="0"/>
                    <a:pt x="77" y="0"/>
                    <a:pt x="77" y="0"/>
                  </a:cubicBezTo>
                  <a:cubicBezTo>
                    <a:pt x="75" y="0"/>
                    <a:pt x="74" y="1"/>
                    <a:pt x="74" y="3"/>
                  </a:cubicBezTo>
                  <a:cubicBezTo>
                    <a:pt x="74" y="9"/>
                    <a:pt x="69" y="14"/>
                    <a:pt x="62" y="14"/>
                  </a:cubicBezTo>
                  <a:cubicBezTo>
                    <a:pt x="61" y="14"/>
                    <a:pt x="59" y="16"/>
                    <a:pt x="59" y="17"/>
                  </a:cubicBezTo>
                  <a:cubicBezTo>
                    <a:pt x="59" y="18"/>
                    <a:pt x="60" y="20"/>
                    <a:pt x="60" y="21"/>
                  </a:cubicBezTo>
                  <a:cubicBezTo>
                    <a:pt x="47" y="21"/>
                    <a:pt x="35" y="26"/>
                    <a:pt x="26" y="35"/>
                  </a:cubicBezTo>
                  <a:cubicBezTo>
                    <a:pt x="17" y="45"/>
                    <a:pt x="12" y="57"/>
                    <a:pt x="12" y="70"/>
                  </a:cubicBezTo>
                  <a:cubicBezTo>
                    <a:pt x="12" y="73"/>
                    <a:pt x="9" y="79"/>
                    <a:pt x="5" y="85"/>
                  </a:cubicBezTo>
                  <a:cubicBezTo>
                    <a:pt x="0" y="91"/>
                    <a:pt x="1" y="95"/>
                    <a:pt x="2" y="97"/>
                  </a:cubicBezTo>
                  <a:cubicBezTo>
                    <a:pt x="3" y="100"/>
                    <a:pt x="7" y="103"/>
                    <a:pt x="15" y="104"/>
                  </a:cubicBezTo>
                  <a:cubicBezTo>
                    <a:pt x="15" y="116"/>
                    <a:pt x="15" y="116"/>
                    <a:pt x="15" y="116"/>
                  </a:cubicBezTo>
                  <a:cubicBezTo>
                    <a:pt x="15" y="125"/>
                    <a:pt x="22" y="132"/>
                    <a:pt x="30" y="132"/>
                  </a:cubicBezTo>
                  <a:cubicBezTo>
                    <a:pt x="38" y="132"/>
                    <a:pt x="42" y="132"/>
                    <a:pt x="44" y="134"/>
                  </a:cubicBezTo>
                  <a:cubicBezTo>
                    <a:pt x="46" y="135"/>
                    <a:pt x="46" y="139"/>
                    <a:pt x="47" y="146"/>
                  </a:cubicBezTo>
                  <a:cubicBezTo>
                    <a:pt x="47" y="148"/>
                    <a:pt x="48" y="149"/>
                    <a:pt x="50" y="149"/>
                  </a:cubicBezTo>
                  <a:cubicBezTo>
                    <a:pt x="91" y="149"/>
                    <a:pt x="91" y="149"/>
                    <a:pt x="91" y="149"/>
                  </a:cubicBezTo>
                  <a:cubicBezTo>
                    <a:pt x="92" y="149"/>
                    <a:pt x="92" y="149"/>
                    <a:pt x="93" y="149"/>
                  </a:cubicBezTo>
                  <a:cubicBezTo>
                    <a:pt x="94" y="148"/>
                    <a:pt x="94" y="147"/>
                    <a:pt x="94" y="146"/>
                  </a:cubicBezTo>
                  <a:cubicBezTo>
                    <a:pt x="94" y="140"/>
                    <a:pt x="94" y="136"/>
                    <a:pt x="94" y="132"/>
                  </a:cubicBezTo>
                  <a:cubicBezTo>
                    <a:pt x="94" y="131"/>
                    <a:pt x="93" y="129"/>
                    <a:pt x="91" y="129"/>
                  </a:cubicBezTo>
                  <a:cubicBezTo>
                    <a:pt x="91" y="129"/>
                    <a:pt x="91" y="129"/>
                    <a:pt x="91" y="129"/>
                  </a:cubicBezTo>
                  <a:cubicBezTo>
                    <a:pt x="89" y="129"/>
                    <a:pt x="88" y="131"/>
                    <a:pt x="88" y="132"/>
                  </a:cubicBezTo>
                  <a:cubicBezTo>
                    <a:pt x="88" y="135"/>
                    <a:pt x="88" y="139"/>
                    <a:pt x="88" y="143"/>
                  </a:cubicBezTo>
                  <a:cubicBezTo>
                    <a:pt x="52" y="143"/>
                    <a:pt x="52" y="143"/>
                    <a:pt x="52" y="143"/>
                  </a:cubicBezTo>
                  <a:cubicBezTo>
                    <a:pt x="52" y="137"/>
                    <a:pt x="51" y="132"/>
                    <a:pt x="48" y="129"/>
                  </a:cubicBezTo>
                  <a:cubicBezTo>
                    <a:pt x="44" y="126"/>
                    <a:pt x="39" y="126"/>
                    <a:pt x="30" y="126"/>
                  </a:cubicBezTo>
                  <a:cubicBezTo>
                    <a:pt x="25" y="126"/>
                    <a:pt x="20" y="122"/>
                    <a:pt x="20" y="116"/>
                  </a:cubicBezTo>
                  <a:cubicBezTo>
                    <a:pt x="20" y="112"/>
                    <a:pt x="20" y="112"/>
                    <a:pt x="20" y="112"/>
                  </a:cubicBezTo>
                  <a:cubicBezTo>
                    <a:pt x="23" y="112"/>
                    <a:pt x="27" y="111"/>
                    <a:pt x="31" y="109"/>
                  </a:cubicBezTo>
                  <a:cubicBezTo>
                    <a:pt x="32" y="108"/>
                    <a:pt x="32" y="107"/>
                    <a:pt x="32" y="106"/>
                  </a:cubicBezTo>
                  <a:cubicBezTo>
                    <a:pt x="31" y="104"/>
                    <a:pt x="29" y="103"/>
                    <a:pt x="28" y="104"/>
                  </a:cubicBezTo>
                  <a:cubicBezTo>
                    <a:pt x="25" y="106"/>
                    <a:pt x="22" y="107"/>
                    <a:pt x="20" y="107"/>
                  </a:cubicBezTo>
                  <a:cubicBezTo>
                    <a:pt x="20" y="101"/>
                    <a:pt x="20" y="101"/>
                    <a:pt x="20" y="101"/>
                  </a:cubicBezTo>
                  <a:cubicBezTo>
                    <a:pt x="20" y="99"/>
                    <a:pt x="19" y="98"/>
                    <a:pt x="18" y="98"/>
                  </a:cubicBezTo>
                  <a:cubicBezTo>
                    <a:pt x="12" y="98"/>
                    <a:pt x="8" y="97"/>
                    <a:pt x="7" y="95"/>
                  </a:cubicBezTo>
                  <a:cubicBezTo>
                    <a:pt x="7" y="93"/>
                    <a:pt x="7" y="91"/>
                    <a:pt x="9" y="88"/>
                  </a:cubicBezTo>
                  <a:cubicBezTo>
                    <a:pt x="13" y="83"/>
                    <a:pt x="18" y="76"/>
                    <a:pt x="18" y="70"/>
                  </a:cubicBezTo>
                  <a:cubicBezTo>
                    <a:pt x="18" y="47"/>
                    <a:pt x="36" y="27"/>
                    <a:pt x="60" y="26"/>
                  </a:cubicBezTo>
                  <a:cubicBezTo>
                    <a:pt x="61" y="35"/>
                    <a:pt x="63" y="43"/>
                    <a:pt x="66" y="49"/>
                  </a:cubicBezTo>
                  <a:cubicBezTo>
                    <a:pt x="71" y="61"/>
                    <a:pt x="79" y="68"/>
                    <a:pt x="91" y="71"/>
                  </a:cubicBezTo>
                  <a:cubicBezTo>
                    <a:pt x="91" y="71"/>
                    <a:pt x="91" y="71"/>
                    <a:pt x="92" y="71"/>
                  </a:cubicBezTo>
                  <a:cubicBezTo>
                    <a:pt x="92" y="71"/>
                    <a:pt x="92" y="71"/>
                    <a:pt x="92" y="71"/>
                  </a:cubicBezTo>
                  <a:cubicBezTo>
                    <a:pt x="97" y="70"/>
                    <a:pt x="102" y="67"/>
                    <a:pt x="106" y="64"/>
                  </a:cubicBezTo>
                  <a:cubicBezTo>
                    <a:pt x="106" y="66"/>
                    <a:pt x="106" y="68"/>
                    <a:pt x="106" y="70"/>
                  </a:cubicBezTo>
                  <a:cubicBezTo>
                    <a:pt x="106" y="78"/>
                    <a:pt x="104" y="86"/>
                    <a:pt x="100" y="93"/>
                  </a:cubicBezTo>
                  <a:cubicBezTo>
                    <a:pt x="97" y="97"/>
                    <a:pt x="95" y="101"/>
                    <a:pt x="93" y="105"/>
                  </a:cubicBezTo>
                  <a:cubicBezTo>
                    <a:pt x="93" y="107"/>
                    <a:pt x="93" y="108"/>
                    <a:pt x="94" y="109"/>
                  </a:cubicBezTo>
                  <a:cubicBezTo>
                    <a:pt x="95" y="109"/>
                    <a:pt x="95" y="109"/>
                    <a:pt x="96" y="109"/>
                  </a:cubicBezTo>
                  <a:cubicBezTo>
                    <a:pt x="97" y="109"/>
                    <a:pt x="98" y="109"/>
                    <a:pt x="98" y="108"/>
                  </a:cubicBezTo>
                  <a:cubicBezTo>
                    <a:pt x="100" y="104"/>
                    <a:pt x="102" y="100"/>
                    <a:pt x="105" y="96"/>
                  </a:cubicBezTo>
                  <a:cubicBezTo>
                    <a:pt x="109" y="88"/>
                    <a:pt x="112" y="79"/>
                    <a:pt x="112" y="70"/>
                  </a:cubicBezTo>
                  <a:cubicBezTo>
                    <a:pt x="112" y="67"/>
                    <a:pt x="112" y="63"/>
                    <a:pt x="111" y="60"/>
                  </a:cubicBezTo>
                  <a:cubicBezTo>
                    <a:pt x="113" y="57"/>
                    <a:pt x="116" y="53"/>
                    <a:pt x="117" y="49"/>
                  </a:cubicBezTo>
                  <a:cubicBezTo>
                    <a:pt x="121" y="41"/>
                    <a:pt x="124" y="30"/>
                    <a:pt x="124" y="17"/>
                  </a:cubicBezTo>
                  <a:close/>
                  <a:moveTo>
                    <a:pt x="92" y="65"/>
                  </a:moveTo>
                  <a:cubicBezTo>
                    <a:pt x="71" y="59"/>
                    <a:pt x="66" y="38"/>
                    <a:pt x="65" y="20"/>
                  </a:cubicBezTo>
                  <a:cubicBezTo>
                    <a:pt x="73" y="19"/>
                    <a:pt x="78" y="13"/>
                    <a:pt x="80" y="5"/>
                  </a:cubicBezTo>
                  <a:cubicBezTo>
                    <a:pt x="103" y="5"/>
                    <a:pt x="103" y="5"/>
                    <a:pt x="103" y="5"/>
                  </a:cubicBezTo>
                  <a:cubicBezTo>
                    <a:pt x="105" y="13"/>
                    <a:pt x="110" y="19"/>
                    <a:pt x="118" y="20"/>
                  </a:cubicBezTo>
                  <a:cubicBezTo>
                    <a:pt x="117" y="38"/>
                    <a:pt x="112" y="59"/>
                    <a:pt x="92" y="6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61" name="Google Shape;1161;p49"/>
            <p:cNvSpPr/>
            <p:nvPr/>
          </p:nvSpPr>
          <p:spPr>
            <a:xfrm>
              <a:off x="4861189" y="3832076"/>
              <a:ext cx="96771" cy="83575"/>
            </a:xfrm>
            <a:custGeom>
              <a:avLst/>
              <a:gdLst/>
              <a:ahLst/>
              <a:cxnLst/>
              <a:rect l="l" t="t" r="r" b="b"/>
              <a:pathLst>
                <a:path w="37" h="32" extrusionOk="0">
                  <a:moveTo>
                    <a:pt x="37" y="10"/>
                  </a:moveTo>
                  <a:cubicBezTo>
                    <a:pt x="37" y="7"/>
                    <a:pt x="36" y="5"/>
                    <a:pt x="35" y="4"/>
                  </a:cubicBezTo>
                  <a:cubicBezTo>
                    <a:pt x="31" y="0"/>
                    <a:pt x="26" y="0"/>
                    <a:pt x="22" y="4"/>
                  </a:cubicBezTo>
                  <a:cubicBezTo>
                    <a:pt x="15" y="11"/>
                    <a:pt x="15" y="11"/>
                    <a:pt x="15" y="11"/>
                  </a:cubicBezTo>
                  <a:cubicBezTo>
                    <a:pt x="15" y="10"/>
                    <a:pt x="15" y="10"/>
                    <a:pt x="15" y="10"/>
                  </a:cubicBezTo>
                  <a:cubicBezTo>
                    <a:pt x="13" y="9"/>
                    <a:pt x="11" y="8"/>
                    <a:pt x="8" y="8"/>
                  </a:cubicBezTo>
                  <a:cubicBezTo>
                    <a:pt x="6" y="8"/>
                    <a:pt x="4" y="9"/>
                    <a:pt x="2" y="10"/>
                  </a:cubicBezTo>
                  <a:cubicBezTo>
                    <a:pt x="1" y="12"/>
                    <a:pt x="0" y="14"/>
                    <a:pt x="0" y="16"/>
                  </a:cubicBezTo>
                  <a:cubicBezTo>
                    <a:pt x="0" y="19"/>
                    <a:pt x="1" y="21"/>
                    <a:pt x="2" y="23"/>
                  </a:cubicBezTo>
                  <a:cubicBezTo>
                    <a:pt x="9" y="29"/>
                    <a:pt x="9" y="29"/>
                    <a:pt x="9" y="29"/>
                  </a:cubicBezTo>
                  <a:cubicBezTo>
                    <a:pt x="11" y="31"/>
                    <a:pt x="13" y="32"/>
                    <a:pt x="15" y="32"/>
                  </a:cubicBezTo>
                  <a:cubicBezTo>
                    <a:pt x="17" y="32"/>
                    <a:pt x="20" y="31"/>
                    <a:pt x="21" y="29"/>
                  </a:cubicBezTo>
                  <a:cubicBezTo>
                    <a:pt x="35" y="16"/>
                    <a:pt x="35" y="16"/>
                    <a:pt x="35" y="16"/>
                  </a:cubicBezTo>
                  <a:cubicBezTo>
                    <a:pt x="36" y="14"/>
                    <a:pt x="37" y="12"/>
                    <a:pt x="37" y="10"/>
                  </a:cubicBezTo>
                  <a:close/>
                  <a:moveTo>
                    <a:pt x="31" y="12"/>
                  </a:moveTo>
                  <a:cubicBezTo>
                    <a:pt x="17" y="25"/>
                    <a:pt x="17" y="25"/>
                    <a:pt x="17" y="25"/>
                  </a:cubicBezTo>
                  <a:cubicBezTo>
                    <a:pt x="17" y="26"/>
                    <a:pt x="16" y="26"/>
                    <a:pt x="15" y="26"/>
                  </a:cubicBezTo>
                  <a:cubicBezTo>
                    <a:pt x="14" y="26"/>
                    <a:pt x="14" y="26"/>
                    <a:pt x="13" y="25"/>
                  </a:cubicBezTo>
                  <a:cubicBezTo>
                    <a:pt x="6" y="19"/>
                    <a:pt x="6" y="19"/>
                    <a:pt x="6" y="19"/>
                  </a:cubicBezTo>
                  <a:cubicBezTo>
                    <a:pt x="6" y="18"/>
                    <a:pt x="6" y="17"/>
                    <a:pt x="6" y="16"/>
                  </a:cubicBezTo>
                  <a:cubicBezTo>
                    <a:pt x="6" y="16"/>
                    <a:pt x="6" y="15"/>
                    <a:pt x="6" y="14"/>
                  </a:cubicBezTo>
                  <a:cubicBezTo>
                    <a:pt x="7" y="14"/>
                    <a:pt x="8" y="14"/>
                    <a:pt x="8" y="14"/>
                  </a:cubicBezTo>
                  <a:cubicBezTo>
                    <a:pt x="9" y="14"/>
                    <a:pt x="10" y="14"/>
                    <a:pt x="11" y="14"/>
                  </a:cubicBezTo>
                  <a:cubicBezTo>
                    <a:pt x="13" y="17"/>
                    <a:pt x="13" y="17"/>
                    <a:pt x="13" y="17"/>
                  </a:cubicBezTo>
                  <a:cubicBezTo>
                    <a:pt x="14" y="18"/>
                    <a:pt x="16" y="18"/>
                    <a:pt x="17" y="17"/>
                  </a:cubicBezTo>
                  <a:cubicBezTo>
                    <a:pt x="27" y="8"/>
                    <a:pt x="27" y="8"/>
                    <a:pt x="27" y="8"/>
                  </a:cubicBezTo>
                  <a:cubicBezTo>
                    <a:pt x="28" y="7"/>
                    <a:pt x="30" y="7"/>
                    <a:pt x="31" y="8"/>
                  </a:cubicBezTo>
                  <a:cubicBezTo>
                    <a:pt x="31" y="8"/>
                    <a:pt x="32" y="9"/>
                    <a:pt x="32" y="10"/>
                  </a:cubicBezTo>
                  <a:cubicBezTo>
                    <a:pt x="32" y="11"/>
                    <a:pt x="31" y="11"/>
                    <a:pt x="31" y="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62" name="Google Shape;1162;p49"/>
          <p:cNvGrpSpPr/>
          <p:nvPr/>
        </p:nvGrpSpPr>
        <p:grpSpPr>
          <a:xfrm>
            <a:off x="4722080" y="3176670"/>
            <a:ext cx="338699" cy="389284"/>
            <a:chOff x="4725929" y="3176670"/>
            <a:chExt cx="338699" cy="389284"/>
          </a:xfrm>
        </p:grpSpPr>
        <p:sp>
          <p:nvSpPr>
            <p:cNvPr id="1163" name="Google Shape;1163;p49"/>
            <p:cNvSpPr/>
            <p:nvPr/>
          </p:nvSpPr>
          <p:spPr>
            <a:xfrm>
              <a:off x="4725929" y="3176670"/>
              <a:ext cx="338699" cy="389284"/>
            </a:xfrm>
            <a:custGeom>
              <a:avLst/>
              <a:gdLst/>
              <a:ahLst/>
              <a:cxnLst/>
              <a:rect l="l" t="t" r="r" b="b"/>
              <a:pathLst>
                <a:path w="130" h="149" extrusionOk="0">
                  <a:moveTo>
                    <a:pt x="113" y="17"/>
                  </a:moveTo>
                  <a:cubicBezTo>
                    <a:pt x="102" y="6"/>
                    <a:pt x="87" y="0"/>
                    <a:pt x="72" y="0"/>
                  </a:cubicBezTo>
                  <a:cubicBezTo>
                    <a:pt x="56" y="0"/>
                    <a:pt x="41" y="6"/>
                    <a:pt x="30" y="17"/>
                  </a:cubicBezTo>
                  <a:cubicBezTo>
                    <a:pt x="19" y="27"/>
                    <a:pt x="13" y="42"/>
                    <a:pt x="13" y="57"/>
                  </a:cubicBezTo>
                  <a:cubicBezTo>
                    <a:pt x="13" y="61"/>
                    <a:pt x="10" y="67"/>
                    <a:pt x="5" y="75"/>
                  </a:cubicBezTo>
                  <a:cubicBezTo>
                    <a:pt x="0" y="82"/>
                    <a:pt x="1" y="86"/>
                    <a:pt x="2" y="89"/>
                  </a:cubicBezTo>
                  <a:cubicBezTo>
                    <a:pt x="4" y="92"/>
                    <a:pt x="7" y="95"/>
                    <a:pt x="17" y="96"/>
                  </a:cubicBezTo>
                  <a:cubicBezTo>
                    <a:pt x="17" y="111"/>
                    <a:pt x="17" y="111"/>
                    <a:pt x="17" y="111"/>
                  </a:cubicBezTo>
                  <a:cubicBezTo>
                    <a:pt x="17" y="121"/>
                    <a:pt x="25" y="129"/>
                    <a:pt x="35" y="129"/>
                  </a:cubicBezTo>
                  <a:cubicBezTo>
                    <a:pt x="44" y="129"/>
                    <a:pt x="49" y="129"/>
                    <a:pt x="51" y="131"/>
                  </a:cubicBezTo>
                  <a:cubicBezTo>
                    <a:pt x="53" y="133"/>
                    <a:pt x="54" y="138"/>
                    <a:pt x="54" y="146"/>
                  </a:cubicBezTo>
                  <a:cubicBezTo>
                    <a:pt x="54" y="148"/>
                    <a:pt x="56" y="149"/>
                    <a:pt x="57" y="149"/>
                  </a:cubicBezTo>
                  <a:cubicBezTo>
                    <a:pt x="107" y="149"/>
                    <a:pt x="107" y="149"/>
                    <a:pt x="107" y="149"/>
                  </a:cubicBezTo>
                  <a:cubicBezTo>
                    <a:pt x="107" y="149"/>
                    <a:pt x="107" y="149"/>
                    <a:pt x="107" y="149"/>
                  </a:cubicBezTo>
                  <a:cubicBezTo>
                    <a:pt x="108" y="148"/>
                    <a:pt x="109" y="147"/>
                    <a:pt x="109" y="146"/>
                  </a:cubicBezTo>
                  <a:cubicBezTo>
                    <a:pt x="109" y="138"/>
                    <a:pt x="108" y="133"/>
                    <a:pt x="109" y="128"/>
                  </a:cubicBezTo>
                  <a:cubicBezTo>
                    <a:pt x="109" y="126"/>
                    <a:pt x="107" y="125"/>
                    <a:pt x="106" y="125"/>
                  </a:cubicBezTo>
                  <a:cubicBezTo>
                    <a:pt x="104" y="125"/>
                    <a:pt x="103" y="126"/>
                    <a:pt x="103" y="127"/>
                  </a:cubicBezTo>
                  <a:cubicBezTo>
                    <a:pt x="103" y="132"/>
                    <a:pt x="103" y="137"/>
                    <a:pt x="103" y="143"/>
                  </a:cubicBezTo>
                  <a:cubicBezTo>
                    <a:pt x="60" y="143"/>
                    <a:pt x="60" y="143"/>
                    <a:pt x="60" y="143"/>
                  </a:cubicBezTo>
                  <a:cubicBezTo>
                    <a:pt x="59" y="135"/>
                    <a:pt x="58" y="130"/>
                    <a:pt x="55" y="127"/>
                  </a:cubicBezTo>
                  <a:cubicBezTo>
                    <a:pt x="51" y="123"/>
                    <a:pt x="45" y="123"/>
                    <a:pt x="35" y="123"/>
                  </a:cubicBezTo>
                  <a:cubicBezTo>
                    <a:pt x="28" y="123"/>
                    <a:pt x="23" y="118"/>
                    <a:pt x="23" y="111"/>
                  </a:cubicBezTo>
                  <a:cubicBezTo>
                    <a:pt x="23" y="106"/>
                    <a:pt x="23" y="106"/>
                    <a:pt x="23" y="106"/>
                  </a:cubicBezTo>
                  <a:cubicBezTo>
                    <a:pt x="23" y="106"/>
                    <a:pt x="23" y="106"/>
                    <a:pt x="23" y="106"/>
                  </a:cubicBezTo>
                  <a:cubicBezTo>
                    <a:pt x="26" y="106"/>
                    <a:pt x="29" y="107"/>
                    <a:pt x="32" y="109"/>
                  </a:cubicBezTo>
                  <a:cubicBezTo>
                    <a:pt x="32" y="109"/>
                    <a:pt x="33" y="109"/>
                    <a:pt x="33" y="109"/>
                  </a:cubicBezTo>
                  <a:cubicBezTo>
                    <a:pt x="35" y="109"/>
                    <a:pt x="37" y="107"/>
                    <a:pt x="36" y="105"/>
                  </a:cubicBezTo>
                  <a:cubicBezTo>
                    <a:pt x="36" y="105"/>
                    <a:pt x="36" y="104"/>
                    <a:pt x="36" y="104"/>
                  </a:cubicBezTo>
                  <a:cubicBezTo>
                    <a:pt x="32" y="102"/>
                    <a:pt x="27" y="100"/>
                    <a:pt x="23" y="100"/>
                  </a:cubicBezTo>
                  <a:cubicBezTo>
                    <a:pt x="23" y="100"/>
                    <a:pt x="23" y="100"/>
                    <a:pt x="23" y="100"/>
                  </a:cubicBezTo>
                  <a:cubicBezTo>
                    <a:pt x="23" y="91"/>
                    <a:pt x="23" y="91"/>
                    <a:pt x="23" y="91"/>
                  </a:cubicBezTo>
                  <a:cubicBezTo>
                    <a:pt x="23" y="90"/>
                    <a:pt x="22" y="90"/>
                    <a:pt x="22" y="90"/>
                  </a:cubicBezTo>
                  <a:cubicBezTo>
                    <a:pt x="14" y="90"/>
                    <a:pt x="9" y="89"/>
                    <a:pt x="7" y="86"/>
                  </a:cubicBezTo>
                  <a:cubicBezTo>
                    <a:pt x="6" y="84"/>
                    <a:pt x="7" y="82"/>
                    <a:pt x="10" y="78"/>
                  </a:cubicBezTo>
                  <a:cubicBezTo>
                    <a:pt x="14" y="72"/>
                    <a:pt x="19" y="64"/>
                    <a:pt x="19" y="57"/>
                  </a:cubicBezTo>
                  <a:cubicBezTo>
                    <a:pt x="19" y="29"/>
                    <a:pt x="43" y="5"/>
                    <a:pt x="72" y="5"/>
                  </a:cubicBezTo>
                  <a:cubicBezTo>
                    <a:pt x="100" y="5"/>
                    <a:pt x="124" y="29"/>
                    <a:pt x="124" y="57"/>
                  </a:cubicBezTo>
                  <a:cubicBezTo>
                    <a:pt x="124" y="67"/>
                    <a:pt x="121" y="76"/>
                    <a:pt x="116" y="84"/>
                  </a:cubicBezTo>
                  <a:cubicBezTo>
                    <a:pt x="112" y="90"/>
                    <a:pt x="109" y="96"/>
                    <a:pt x="107" y="102"/>
                  </a:cubicBezTo>
                  <a:cubicBezTo>
                    <a:pt x="107" y="102"/>
                    <a:pt x="107" y="102"/>
                    <a:pt x="107" y="102"/>
                  </a:cubicBezTo>
                  <a:cubicBezTo>
                    <a:pt x="109" y="106"/>
                    <a:pt x="112" y="105"/>
                    <a:pt x="113" y="103"/>
                  </a:cubicBezTo>
                  <a:cubicBezTo>
                    <a:pt x="115" y="98"/>
                    <a:pt x="118" y="93"/>
                    <a:pt x="121" y="87"/>
                  </a:cubicBezTo>
                  <a:cubicBezTo>
                    <a:pt x="127" y="78"/>
                    <a:pt x="130" y="68"/>
                    <a:pt x="130" y="57"/>
                  </a:cubicBezTo>
                  <a:cubicBezTo>
                    <a:pt x="130" y="42"/>
                    <a:pt x="124" y="27"/>
                    <a:pt x="11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64" name="Google Shape;1164;p49"/>
            <p:cNvSpPr/>
            <p:nvPr/>
          </p:nvSpPr>
          <p:spPr>
            <a:xfrm>
              <a:off x="4798508" y="3205262"/>
              <a:ext cx="235330" cy="172649"/>
            </a:xfrm>
            <a:custGeom>
              <a:avLst/>
              <a:gdLst/>
              <a:ahLst/>
              <a:cxnLst/>
              <a:rect l="l" t="t" r="r" b="b"/>
              <a:pathLst>
                <a:path w="90" h="66" extrusionOk="0">
                  <a:moveTo>
                    <a:pt x="39" y="55"/>
                  </a:moveTo>
                  <a:cubicBezTo>
                    <a:pt x="48" y="56"/>
                    <a:pt x="58" y="57"/>
                    <a:pt x="68" y="63"/>
                  </a:cubicBezTo>
                  <a:cubicBezTo>
                    <a:pt x="71" y="65"/>
                    <a:pt x="74" y="66"/>
                    <a:pt x="77" y="66"/>
                  </a:cubicBezTo>
                  <a:cubicBezTo>
                    <a:pt x="79" y="66"/>
                    <a:pt x="81" y="65"/>
                    <a:pt x="82" y="64"/>
                  </a:cubicBezTo>
                  <a:cubicBezTo>
                    <a:pt x="87" y="61"/>
                    <a:pt x="90" y="55"/>
                    <a:pt x="90" y="46"/>
                  </a:cubicBezTo>
                  <a:cubicBezTo>
                    <a:pt x="90" y="34"/>
                    <a:pt x="85" y="22"/>
                    <a:pt x="76" y="14"/>
                  </a:cubicBezTo>
                  <a:cubicBezTo>
                    <a:pt x="68" y="5"/>
                    <a:pt x="56" y="0"/>
                    <a:pt x="44" y="0"/>
                  </a:cubicBezTo>
                  <a:cubicBezTo>
                    <a:pt x="30" y="0"/>
                    <a:pt x="16" y="7"/>
                    <a:pt x="8" y="17"/>
                  </a:cubicBezTo>
                  <a:cubicBezTo>
                    <a:pt x="2" y="24"/>
                    <a:pt x="0" y="31"/>
                    <a:pt x="1" y="37"/>
                  </a:cubicBezTo>
                  <a:cubicBezTo>
                    <a:pt x="3" y="44"/>
                    <a:pt x="9" y="49"/>
                    <a:pt x="19" y="52"/>
                  </a:cubicBezTo>
                  <a:cubicBezTo>
                    <a:pt x="25" y="54"/>
                    <a:pt x="32" y="55"/>
                    <a:pt x="39" y="55"/>
                  </a:cubicBezTo>
                  <a:close/>
                  <a:moveTo>
                    <a:pt x="7" y="36"/>
                  </a:moveTo>
                  <a:cubicBezTo>
                    <a:pt x="6" y="31"/>
                    <a:pt x="7" y="27"/>
                    <a:pt x="12" y="21"/>
                  </a:cubicBezTo>
                  <a:cubicBezTo>
                    <a:pt x="20" y="12"/>
                    <a:pt x="31" y="6"/>
                    <a:pt x="44" y="6"/>
                  </a:cubicBezTo>
                  <a:cubicBezTo>
                    <a:pt x="66" y="6"/>
                    <a:pt x="84" y="24"/>
                    <a:pt x="84" y="46"/>
                  </a:cubicBezTo>
                  <a:cubicBezTo>
                    <a:pt x="84" y="52"/>
                    <a:pt x="82" y="57"/>
                    <a:pt x="80" y="59"/>
                  </a:cubicBezTo>
                  <a:cubicBezTo>
                    <a:pt x="77" y="60"/>
                    <a:pt x="74" y="60"/>
                    <a:pt x="71" y="58"/>
                  </a:cubicBezTo>
                  <a:cubicBezTo>
                    <a:pt x="60" y="52"/>
                    <a:pt x="50" y="51"/>
                    <a:pt x="39" y="50"/>
                  </a:cubicBezTo>
                  <a:cubicBezTo>
                    <a:pt x="33" y="49"/>
                    <a:pt x="27" y="48"/>
                    <a:pt x="21" y="46"/>
                  </a:cubicBezTo>
                  <a:cubicBezTo>
                    <a:pt x="13" y="44"/>
                    <a:pt x="8" y="40"/>
                    <a:pt x="7" y="3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65" name="Google Shape;1165;p49"/>
            <p:cNvSpPr/>
            <p:nvPr/>
          </p:nvSpPr>
          <p:spPr>
            <a:xfrm>
              <a:off x="4834797" y="3237153"/>
              <a:ext cx="169350" cy="98971"/>
            </a:xfrm>
            <a:custGeom>
              <a:avLst/>
              <a:gdLst/>
              <a:ahLst/>
              <a:cxnLst/>
              <a:rect l="l" t="t" r="r" b="b"/>
              <a:pathLst>
                <a:path w="65" h="38" extrusionOk="0">
                  <a:moveTo>
                    <a:pt x="26" y="32"/>
                  </a:moveTo>
                  <a:cubicBezTo>
                    <a:pt x="28" y="32"/>
                    <a:pt x="30" y="32"/>
                    <a:pt x="31" y="32"/>
                  </a:cubicBezTo>
                  <a:cubicBezTo>
                    <a:pt x="41" y="33"/>
                    <a:pt x="48" y="35"/>
                    <a:pt x="54" y="38"/>
                  </a:cubicBezTo>
                  <a:cubicBezTo>
                    <a:pt x="55" y="38"/>
                    <a:pt x="56" y="38"/>
                    <a:pt x="57" y="38"/>
                  </a:cubicBezTo>
                  <a:cubicBezTo>
                    <a:pt x="59" y="38"/>
                    <a:pt x="60" y="38"/>
                    <a:pt x="62" y="37"/>
                  </a:cubicBezTo>
                  <a:cubicBezTo>
                    <a:pt x="64" y="36"/>
                    <a:pt x="65" y="33"/>
                    <a:pt x="64" y="30"/>
                  </a:cubicBezTo>
                  <a:cubicBezTo>
                    <a:pt x="63" y="22"/>
                    <a:pt x="59" y="14"/>
                    <a:pt x="53" y="9"/>
                  </a:cubicBezTo>
                  <a:cubicBezTo>
                    <a:pt x="46" y="3"/>
                    <a:pt x="38" y="0"/>
                    <a:pt x="30" y="0"/>
                  </a:cubicBezTo>
                  <a:cubicBezTo>
                    <a:pt x="19" y="0"/>
                    <a:pt x="9" y="5"/>
                    <a:pt x="3" y="13"/>
                  </a:cubicBezTo>
                  <a:cubicBezTo>
                    <a:pt x="1" y="15"/>
                    <a:pt x="0" y="18"/>
                    <a:pt x="0" y="21"/>
                  </a:cubicBezTo>
                  <a:cubicBezTo>
                    <a:pt x="1" y="24"/>
                    <a:pt x="4" y="27"/>
                    <a:pt x="9" y="29"/>
                  </a:cubicBezTo>
                  <a:cubicBezTo>
                    <a:pt x="14" y="31"/>
                    <a:pt x="20" y="31"/>
                    <a:pt x="26" y="32"/>
                  </a:cubicBezTo>
                  <a:close/>
                  <a:moveTo>
                    <a:pt x="6" y="19"/>
                  </a:moveTo>
                  <a:cubicBezTo>
                    <a:pt x="6" y="18"/>
                    <a:pt x="6" y="17"/>
                    <a:pt x="7" y="17"/>
                  </a:cubicBezTo>
                  <a:cubicBezTo>
                    <a:pt x="7" y="17"/>
                    <a:pt x="7" y="17"/>
                    <a:pt x="7" y="16"/>
                  </a:cubicBezTo>
                  <a:cubicBezTo>
                    <a:pt x="13" y="10"/>
                    <a:pt x="21" y="6"/>
                    <a:pt x="30" y="6"/>
                  </a:cubicBezTo>
                  <a:cubicBezTo>
                    <a:pt x="44" y="6"/>
                    <a:pt x="57" y="17"/>
                    <a:pt x="58" y="31"/>
                  </a:cubicBezTo>
                  <a:cubicBezTo>
                    <a:pt x="59" y="32"/>
                    <a:pt x="58" y="32"/>
                    <a:pt x="58" y="32"/>
                  </a:cubicBezTo>
                  <a:cubicBezTo>
                    <a:pt x="58" y="33"/>
                    <a:pt x="57" y="33"/>
                    <a:pt x="56" y="32"/>
                  </a:cubicBezTo>
                  <a:cubicBezTo>
                    <a:pt x="47" y="29"/>
                    <a:pt x="39" y="27"/>
                    <a:pt x="32" y="27"/>
                  </a:cubicBezTo>
                  <a:cubicBezTo>
                    <a:pt x="30" y="26"/>
                    <a:pt x="29" y="26"/>
                    <a:pt x="27" y="26"/>
                  </a:cubicBezTo>
                  <a:cubicBezTo>
                    <a:pt x="21" y="25"/>
                    <a:pt x="15" y="25"/>
                    <a:pt x="11" y="23"/>
                  </a:cubicBezTo>
                  <a:cubicBezTo>
                    <a:pt x="8" y="23"/>
                    <a:pt x="7" y="21"/>
                    <a:pt x="6" y="1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66" name="Google Shape;1166;p49"/>
            <p:cNvSpPr/>
            <p:nvPr/>
          </p:nvSpPr>
          <p:spPr>
            <a:xfrm>
              <a:off x="4887581" y="3270143"/>
              <a:ext cx="62682" cy="24193"/>
            </a:xfrm>
            <a:custGeom>
              <a:avLst/>
              <a:gdLst/>
              <a:ahLst/>
              <a:cxnLst/>
              <a:rect l="l" t="t" r="r" b="b"/>
              <a:pathLst>
                <a:path w="24" h="9" extrusionOk="0">
                  <a:moveTo>
                    <a:pt x="5" y="7"/>
                  </a:moveTo>
                  <a:cubicBezTo>
                    <a:pt x="7" y="6"/>
                    <a:pt x="9" y="6"/>
                    <a:pt x="11" y="6"/>
                  </a:cubicBezTo>
                  <a:cubicBezTo>
                    <a:pt x="14" y="6"/>
                    <a:pt x="17" y="7"/>
                    <a:pt x="19" y="9"/>
                  </a:cubicBezTo>
                  <a:cubicBezTo>
                    <a:pt x="19" y="9"/>
                    <a:pt x="20" y="9"/>
                    <a:pt x="21" y="9"/>
                  </a:cubicBezTo>
                  <a:cubicBezTo>
                    <a:pt x="22" y="9"/>
                    <a:pt x="22" y="9"/>
                    <a:pt x="23" y="8"/>
                  </a:cubicBezTo>
                  <a:cubicBezTo>
                    <a:pt x="24" y="7"/>
                    <a:pt x="24" y="5"/>
                    <a:pt x="23" y="4"/>
                  </a:cubicBezTo>
                  <a:cubicBezTo>
                    <a:pt x="19" y="1"/>
                    <a:pt x="15" y="0"/>
                    <a:pt x="11" y="0"/>
                  </a:cubicBezTo>
                  <a:cubicBezTo>
                    <a:pt x="8" y="0"/>
                    <a:pt x="5" y="0"/>
                    <a:pt x="2" y="2"/>
                  </a:cubicBezTo>
                  <a:cubicBezTo>
                    <a:pt x="1" y="2"/>
                    <a:pt x="0" y="4"/>
                    <a:pt x="1" y="6"/>
                  </a:cubicBezTo>
                  <a:cubicBezTo>
                    <a:pt x="2" y="7"/>
                    <a:pt x="4" y="8"/>
                    <a:pt x="5"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67" name="Google Shape;1167;p49"/>
            <p:cNvSpPr/>
            <p:nvPr/>
          </p:nvSpPr>
          <p:spPr>
            <a:xfrm>
              <a:off x="4796308" y="3338323"/>
              <a:ext cx="17595" cy="18695"/>
            </a:xfrm>
            <a:custGeom>
              <a:avLst/>
              <a:gdLst/>
              <a:ahLst/>
              <a:cxnLst/>
              <a:rect l="l" t="t" r="r" b="b"/>
              <a:pathLst>
                <a:path w="7" h="7" extrusionOk="0">
                  <a:moveTo>
                    <a:pt x="4" y="0"/>
                  </a:moveTo>
                  <a:cubicBezTo>
                    <a:pt x="4" y="0"/>
                    <a:pt x="4" y="0"/>
                    <a:pt x="4" y="0"/>
                  </a:cubicBezTo>
                  <a:cubicBezTo>
                    <a:pt x="3" y="0"/>
                    <a:pt x="2" y="1"/>
                    <a:pt x="1" y="2"/>
                  </a:cubicBezTo>
                  <a:cubicBezTo>
                    <a:pt x="0" y="4"/>
                    <a:pt x="2" y="7"/>
                    <a:pt x="5" y="6"/>
                  </a:cubicBezTo>
                  <a:cubicBezTo>
                    <a:pt x="6" y="6"/>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68" name="Google Shape;1168;p49"/>
            <p:cNvSpPr/>
            <p:nvPr/>
          </p:nvSpPr>
          <p:spPr>
            <a:xfrm>
              <a:off x="4994249" y="3469183"/>
              <a:ext cx="20894" cy="15395"/>
            </a:xfrm>
            <a:custGeom>
              <a:avLst/>
              <a:gdLst/>
              <a:ahLst/>
              <a:cxnLst/>
              <a:rect l="l" t="t" r="r" b="b"/>
              <a:pathLst>
                <a:path w="8" h="6" extrusionOk="0">
                  <a:moveTo>
                    <a:pt x="4" y="6"/>
                  </a:moveTo>
                  <a:cubicBezTo>
                    <a:pt x="6" y="6"/>
                    <a:pt x="8" y="3"/>
                    <a:pt x="6" y="1"/>
                  </a:cubicBezTo>
                  <a:cubicBezTo>
                    <a:pt x="6" y="0"/>
                    <a:pt x="5" y="0"/>
                    <a:pt x="4" y="0"/>
                  </a:cubicBezTo>
                  <a:cubicBezTo>
                    <a:pt x="4" y="0"/>
                    <a:pt x="4" y="0"/>
                    <a:pt x="4" y="0"/>
                  </a:cubicBezTo>
                  <a:cubicBezTo>
                    <a:pt x="3" y="0"/>
                    <a:pt x="2" y="0"/>
                    <a:pt x="1" y="1"/>
                  </a:cubicBezTo>
                  <a:cubicBezTo>
                    <a:pt x="0" y="3"/>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69" name="Google Shape;1169;p49"/>
          <p:cNvGrpSpPr/>
          <p:nvPr/>
        </p:nvGrpSpPr>
        <p:grpSpPr>
          <a:xfrm>
            <a:off x="3947911" y="3176670"/>
            <a:ext cx="349696" cy="389284"/>
            <a:chOff x="3937464" y="3176670"/>
            <a:chExt cx="349696" cy="389284"/>
          </a:xfrm>
        </p:grpSpPr>
        <p:sp>
          <p:nvSpPr>
            <p:cNvPr id="1170" name="Google Shape;1170;p49"/>
            <p:cNvSpPr/>
            <p:nvPr/>
          </p:nvSpPr>
          <p:spPr>
            <a:xfrm>
              <a:off x="3997946" y="3370213"/>
              <a:ext cx="17595" cy="15395"/>
            </a:xfrm>
            <a:custGeom>
              <a:avLst/>
              <a:gdLst/>
              <a:ahLst/>
              <a:cxnLst/>
              <a:rect l="l" t="t" r="r" b="b"/>
              <a:pathLst>
                <a:path w="7" h="6" extrusionOk="0">
                  <a:moveTo>
                    <a:pt x="3" y="0"/>
                  </a:moveTo>
                  <a:cubicBezTo>
                    <a:pt x="1" y="0"/>
                    <a:pt x="0" y="2"/>
                    <a:pt x="0" y="4"/>
                  </a:cubicBezTo>
                  <a:cubicBezTo>
                    <a:pt x="1" y="5"/>
                    <a:pt x="1" y="5"/>
                    <a:pt x="2" y="6"/>
                  </a:cubicBezTo>
                  <a:cubicBezTo>
                    <a:pt x="5" y="6"/>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1" name="Google Shape;1171;p49"/>
            <p:cNvSpPr/>
            <p:nvPr/>
          </p:nvSpPr>
          <p:spPr>
            <a:xfrm>
              <a:off x="3937464" y="3205262"/>
              <a:ext cx="321104" cy="360693"/>
            </a:xfrm>
            <a:custGeom>
              <a:avLst/>
              <a:gdLst/>
              <a:ahLst/>
              <a:cxnLst/>
              <a:rect l="l" t="t" r="r" b="b"/>
              <a:pathLst>
                <a:path w="123" h="138" extrusionOk="0">
                  <a:moveTo>
                    <a:pt x="120" y="35"/>
                  </a:moveTo>
                  <a:cubicBezTo>
                    <a:pt x="88" y="35"/>
                    <a:pt x="88" y="35"/>
                    <a:pt x="88" y="35"/>
                  </a:cubicBezTo>
                  <a:cubicBezTo>
                    <a:pt x="88" y="3"/>
                    <a:pt x="88" y="3"/>
                    <a:pt x="88" y="3"/>
                  </a:cubicBezTo>
                  <a:cubicBezTo>
                    <a:pt x="88" y="1"/>
                    <a:pt x="87" y="0"/>
                    <a:pt x="85" y="0"/>
                  </a:cubicBezTo>
                  <a:cubicBezTo>
                    <a:pt x="76" y="0"/>
                    <a:pt x="67" y="4"/>
                    <a:pt x="60" y="9"/>
                  </a:cubicBezTo>
                  <a:cubicBezTo>
                    <a:pt x="47" y="10"/>
                    <a:pt x="35" y="15"/>
                    <a:pt x="26" y="24"/>
                  </a:cubicBezTo>
                  <a:cubicBezTo>
                    <a:pt x="16" y="33"/>
                    <a:pt x="11" y="46"/>
                    <a:pt x="11" y="59"/>
                  </a:cubicBezTo>
                  <a:cubicBezTo>
                    <a:pt x="11" y="62"/>
                    <a:pt x="8" y="68"/>
                    <a:pt x="4" y="74"/>
                  </a:cubicBezTo>
                  <a:cubicBezTo>
                    <a:pt x="0" y="80"/>
                    <a:pt x="0" y="84"/>
                    <a:pt x="1" y="86"/>
                  </a:cubicBezTo>
                  <a:cubicBezTo>
                    <a:pt x="3" y="89"/>
                    <a:pt x="6" y="92"/>
                    <a:pt x="14" y="93"/>
                  </a:cubicBezTo>
                  <a:cubicBezTo>
                    <a:pt x="14" y="105"/>
                    <a:pt x="14" y="105"/>
                    <a:pt x="14" y="105"/>
                  </a:cubicBezTo>
                  <a:cubicBezTo>
                    <a:pt x="14" y="114"/>
                    <a:pt x="21" y="121"/>
                    <a:pt x="30" y="121"/>
                  </a:cubicBezTo>
                  <a:cubicBezTo>
                    <a:pt x="37" y="121"/>
                    <a:pt x="42" y="121"/>
                    <a:pt x="43" y="123"/>
                  </a:cubicBezTo>
                  <a:cubicBezTo>
                    <a:pt x="45" y="124"/>
                    <a:pt x="46" y="128"/>
                    <a:pt x="46" y="135"/>
                  </a:cubicBezTo>
                  <a:cubicBezTo>
                    <a:pt x="46" y="137"/>
                    <a:pt x="47" y="138"/>
                    <a:pt x="49" y="138"/>
                  </a:cubicBezTo>
                  <a:cubicBezTo>
                    <a:pt x="91" y="138"/>
                    <a:pt x="91" y="138"/>
                    <a:pt x="91" y="138"/>
                  </a:cubicBezTo>
                  <a:cubicBezTo>
                    <a:pt x="91" y="138"/>
                    <a:pt x="91" y="138"/>
                    <a:pt x="92" y="138"/>
                  </a:cubicBezTo>
                  <a:cubicBezTo>
                    <a:pt x="93" y="137"/>
                    <a:pt x="94" y="136"/>
                    <a:pt x="94" y="135"/>
                  </a:cubicBezTo>
                  <a:cubicBezTo>
                    <a:pt x="93" y="129"/>
                    <a:pt x="93" y="125"/>
                    <a:pt x="93" y="121"/>
                  </a:cubicBezTo>
                  <a:cubicBezTo>
                    <a:pt x="93" y="120"/>
                    <a:pt x="92" y="118"/>
                    <a:pt x="90" y="118"/>
                  </a:cubicBezTo>
                  <a:cubicBezTo>
                    <a:pt x="90" y="118"/>
                    <a:pt x="90" y="118"/>
                    <a:pt x="90" y="118"/>
                  </a:cubicBezTo>
                  <a:cubicBezTo>
                    <a:pt x="88" y="118"/>
                    <a:pt x="87" y="120"/>
                    <a:pt x="87" y="121"/>
                  </a:cubicBezTo>
                  <a:cubicBezTo>
                    <a:pt x="87" y="124"/>
                    <a:pt x="87" y="128"/>
                    <a:pt x="88" y="132"/>
                  </a:cubicBezTo>
                  <a:cubicBezTo>
                    <a:pt x="52" y="132"/>
                    <a:pt x="52" y="132"/>
                    <a:pt x="52" y="132"/>
                  </a:cubicBezTo>
                  <a:cubicBezTo>
                    <a:pt x="51" y="126"/>
                    <a:pt x="50" y="121"/>
                    <a:pt x="47" y="118"/>
                  </a:cubicBezTo>
                  <a:cubicBezTo>
                    <a:pt x="44" y="115"/>
                    <a:pt x="38" y="115"/>
                    <a:pt x="30" y="115"/>
                  </a:cubicBezTo>
                  <a:cubicBezTo>
                    <a:pt x="24" y="115"/>
                    <a:pt x="20" y="111"/>
                    <a:pt x="20" y="105"/>
                  </a:cubicBezTo>
                  <a:cubicBezTo>
                    <a:pt x="20" y="101"/>
                    <a:pt x="20" y="101"/>
                    <a:pt x="20" y="101"/>
                  </a:cubicBezTo>
                  <a:cubicBezTo>
                    <a:pt x="22" y="101"/>
                    <a:pt x="24" y="102"/>
                    <a:pt x="27" y="104"/>
                  </a:cubicBezTo>
                  <a:cubicBezTo>
                    <a:pt x="28" y="104"/>
                    <a:pt x="28" y="104"/>
                    <a:pt x="29" y="104"/>
                  </a:cubicBezTo>
                  <a:cubicBezTo>
                    <a:pt x="30" y="104"/>
                    <a:pt x="31" y="104"/>
                    <a:pt x="31" y="102"/>
                  </a:cubicBezTo>
                  <a:cubicBezTo>
                    <a:pt x="32" y="101"/>
                    <a:pt x="31" y="100"/>
                    <a:pt x="30" y="99"/>
                  </a:cubicBezTo>
                  <a:cubicBezTo>
                    <a:pt x="28" y="98"/>
                    <a:pt x="24" y="96"/>
                    <a:pt x="20" y="96"/>
                  </a:cubicBezTo>
                  <a:cubicBezTo>
                    <a:pt x="20" y="90"/>
                    <a:pt x="20" y="90"/>
                    <a:pt x="20" y="90"/>
                  </a:cubicBezTo>
                  <a:cubicBezTo>
                    <a:pt x="20" y="88"/>
                    <a:pt x="19" y="87"/>
                    <a:pt x="17" y="87"/>
                  </a:cubicBezTo>
                  <a:cubicBezTo>
                    <a:pt x="11" y="87"/>
                    <a:pt x="8" y="86"/>
                    <a:pt x="7" y="84"/>
                  </a:cubicBezTo>
                  <a:cubicBezTo>
                    <a:pt x="6" y="82"/>
                    <a:pt x="7" y="80"/>
                    <a:pt x="9" y="77"/>
                  </a:cubicBezTo>
                  <a:cubicBezTo>
                    <a:pt x="12" y="72"/>
                    <a:pt x="17" y="65"/>
                    <a:pt x="17" y="59"/>
                  </a:cubicBezTo>
                  <a:cubicBezTo>
                    <a:pt x="17" y="37"/>
                    <a:pt x="33" y="19"/>
                    <a:pt x="54" y="16"/>
                  </a:cubicBezTo>
                  <a:cubicBezTo>
                    <a:pt x="49" y="23"/>
                    <a:pt x="47" y="31"/>
                    <a:pt x="47" y="41"/>
                  </a:cubicBezTo>
                  <a:cubicBezTo>
                    <a:pt x="48" y="60"/>
                    <a:pt x="64" y="75"/>
                    <a:pt x="83" y="76"/>
                  </a:cubicBezTo>
                  <a:cubicBezTo>
                    <a:pt x="90" y="76"/>
                    <a:pt x="98" y="75"/>
                    <a:pt x="104" y="71"/>
                  </a:cubicBezTo>
                  <a:cubicBezTo>
                    <a:pt x="103" y="75"/>
                    <a:pt x="101" y="78"/>
                    <a:pt x="99" y="82"/>
                  </a:cubicBezTo>
                  <a:cubicBezTo>
                    <a:pt x="96" y="86"/>
                    <a:pt x="94" y="90"/>
                    <a:pt x="92" y="94"/>
                  </a:cubicBezTo>
                  <a:cubicBezTo>
                    <a:pt x="92" y="96"/>
                    <a:pt x="92" y="97"/>
                    <a:pt x="94" y="98"/>
                  </a:cubicBezTo>
                  <a:cubicBezTo>
                    <a:pt x="94" y="98"/>
                    <a:pt x="95" y="98"/>
                    <a:pt x="95" y="98"/>
                  </a:cubicBezTo>
                  <a:cubicBezTo>
                    <a:pt x="96" y="98"/>
                    <a:pt x="97" y="98"/>
                    <a:pt x="98" y="97"/>
                  </a:cubicBezTo>
                  <a:cubicBezTo>
                    <a:pt x="99" y="93"/>
                    <a:pt x="101" y="89"/>
                    <a:pt x="104" y="85"/>
                  </a:cubicBezTo>
                  <a:cubicBezTo>
                    <a:pt x="108" y="79"/>
                    <a:pt x="110" y="73"/>
                    <a:pt x="111" y="66"/>
                  </a:cubicBezTo>
                  <a:cubicBezTo>
                    <a:pt x="118" y="59"/>
                    <a:pt x="123" y="49"/>
                    <a:pt x="123" y="38"/>
                  </a:cubicBezTo>
                  <a:cubicBezTo>
                    <a:pt x="123" y="37"/>
                    <a:pt x="122" y="35"/>
                    <a:pt x="120" y="35"/>
                  </a:cubicBezTo>
                  <a:close/>
                  <a:moveTo>
                    <a:pt x="53" y="39"/>
                  </a:moveTo>
                  <a:cubicBezTo>
                    <a:pt x="52" y="22"/>
                    <a:pt x="65" y="8"/>
                    <a:pt x="82" y="6"/>
                  </a:cubicBezTo>
                  <a:cubicBezTo>
                    <a:pt x="82" y="38"/>
                    <a:pt x="82" y="38"/>
                    <a:pt x="82" y="38"/>
                  </a:cubicBezTo>
                  <a:cubicBezTo>
                    <a:pt x="82" y="40"/>
                    <a:pt x="83" y="41"/>
                    <a:pt x="85" y="41"/>
                  </a:cubicBezTo>
                  <a:cubicBezTo>
                    <a:pt x="117" y="41"/>
                    <a:pt x="117" y="41"/>
                    <a:pt x="117" y="41"/>
                  </a:cubicBezTo>
                  <a:cubicBezTo>
                    <a:pt x="115" y="58"/>
                    <a:pt x="101" y="70"/>
                    <a:pt x="84" y="70"/>
                  </a:cubicBezTo>
                  <a:cubicBezTo>
                    <a:pt x="67" y="70"/>
                    <a:pt x="53" y="56"/>
                    <a:pt x="53" y="3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2" name="Google Shape;1172;p49"/>
            <p:cNvSpPr/>
            <p:nvPr/>
          </p:nvSpPr>
          <p:spPr>
            <a:xfrm>
              <a:off x="4180492" y="3176670"/>
              <a:ext cx="106669" cy="104469"/>
            </a:xfrm>
            <a:custGeom>
              <a:avLst/>
              <a:gdLst/>
              <a:ahLst/>
              <a:cxnLst/>
              <a:rect l="l" t="t" r="r" b="b"/>
              <a:pathLst>
                <a:path w="41" h="40" extrusionOk="0">
                  <a:moveTo>
                    <a:pt x="0" y="3"/>
                  </a:moveTo>
                  <a:cubicBezTo>
                    <a:pt x="0" y="38"/>
                    <a:pt x="0" y="38"/>
                    <a:pt x="0" y="38"/>
                  </a:cubicBezTo>
                  <a:cubicBezTo>
                    <a:pt x="0" y="39"/>
                    <a:pt x="2" y="40"/>
                    <a:pt x="3" y="40"/>
                  </a:cubicBezTo>
                  <a:cubicBezTo>
                    <a:pt x="38" y="40"/>
                    <a:pt x="38" y="40"/>
                    <a:pt x="38" y="40"/>
                  </a:cubicBezTo>
                  <a:cubicBezTo>
                    <a:pt x="40" y="40"/>
                    <a:pt x="41" y="39"/>
                    <a:pt x="41" y="38"/>
                  </a:cubicBezTo>
                  <a:cubicBezTo>
                    <a:pt x="41" y="17"/>
                    <a:pt x="24" y="0"/>
                    <a:pt x="3" y="0"/>
                  </a:cubicBezTo>
                  <a:cubicBezTo>
                    <a:pt x="2" y="0"/>
                    <a:pt x="0" y="1"/>
                    <a:pt x="0" y="3"/>
                  </a:cubicBezTo>
                  <a:close/>
                  <a:moveTo>
                    <a:pt x="6" y="35"/>
                  </a:moveTo>
                  <a:cubicBezTo>
                    <a:pt x="6" y="6"/>
                    <a:pt x="6" y="6"/>
                    <a:pt x="6" y="6"/>
                  </a:cubicBezTo>
                  <a:cubicBezTo>
                    <a:pt x="22" y="7"/>
                    <a:pt x="34" y="19"/>
                    <a:pt x="35" y="35"/>
                  </a:cubicBezTo>
                  <a:lnTo>
                    <a:pt x="6" y="3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3" name="Google Shape;1173;p49"/>
            <p:cNvSpPr/>
            <p:nvPr/>
          </p:nvSpPr>
          <p:spPr>
            <a:xfrm>
              <a:off x="4165097" y="3480180"/>
              <a:ext cx="19794" cy="17595"/>
            </a:xfrm>
            <a:custGeom>
              <a:avLst/>
              <a:gdLst/>
              <a:ahLst/>
              <a:cxnLst/>
              <a:rect l="l" t="t" r="r" b="b"/>
              <a:pathLst>
                <a:path w="8" h="7" extrusionOk="0">
                  <a:moveTo>
                    <a:pt x="4" y="0"/>
                  </a:moveTo>
                  <a:cubicBezTo>
                    <a:pt x="4" y="0"/>
                    <a:pt x="4" y="0"/>
                    <a:pt x="4" y="0"/>
                  </a:cubicBezTo>
                  <a:cubicBezTo>
                    <a:pt x="3" y="0"/>
                    <a:pt x="2" y="1"/>
                    <a:pt x="2" y="2"/>
                  </a:cubicBezTo>
                  <a:cubicBezTo>
                    <a:pt x="0" y="4"/>
                    <a:pt x="3" y="7"/>
                    <a:pt x="5" y="6"/>
                  </a:cubicBezTo>
                  <a:cubicBezTo>
                    <a:pt x="6" y="5"/>
                    <a:pt x="7" y="5"/>
                    <a:pt x="7" y="4"/>
                  </a:cubicBezTo>
                  <a:cubicBezTo>
                    <a:pt x="8"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74" name="Google Shape;1174;p49"/>
          <p:cNvGrpSpPr/>
          <p:nvPr/>
        </p:nvGrpSpPr>
        <p:grpSpPr>
          <a:xfrm>
            <a:off x="720373" y="2549857"/>
            <a:ext cx="339799" cy="389284"/>
            <a:chOff x="717624" y="2549857"/>
            <a:chExt cx="339799" cy="389284"/>
          </a:xfrm>
        </p:grpSpPr>
        <p:sp>
          <p:nvSpPr>
            <p:cNvPr id="1175" name="Google Shape;1175;p49"/>
            <p:cNvSpPr/>
            <p:nvPr/>
          </p:nvSpPr>
          <p:spPr>
            <a:xfrm>
              <a:off x="717624" y="2549857"/>
              <a:ext cx="339799" cy="389284"/>
            </a:xfrm>
            <a:custGeom>
              <a:avLst/>
              <a:gdLst/>
              <a:ahLst/>
              <a:cxnLst/>
              <a:rect l="l" t="t" r="r" b="b"/>
              <a:pathLst>
                <a:path w="130" h="149" extrusionOk="0">
                  <a:moveTo>
                    <a:pt x="113" y="17"/>
                  </a:moveTo>
                  <a:cubicBezTo>
                    <a:pt x="102" y="6"/>
                    <a:pt x="87" y="0"/>
                    <a:pt x="72" y="0"/>
                  </a:cubicBezTo>
                  <a:cubicBezTo>
                    <a:pt x="56" y="0"/>
                    <a:pt x="41" y="6"/>
                    <a:pt x="30" y="17"/>
                  </a:cubicBezTo>
                  <a:cubicBezTo>
                    <a:pt x="19" y="27"/>
                    <a:pt x="13" y="42"/>
                    <a:pt x="13" y="57"/>
                  </a:cubicBezTo>
                  <a:cubicBezTo>
                    <a:pt x="13" y="61"/>
                    <a:pt x="10" y="67"/>
                    <a:pt x="5" y="75"/>
                  </a:cubicBezTo>
                  <a:cubicBezTo>
                    <a:pt x="0" y="82"/>
                    <a:pt x="1" y="86"/>
                    <a:pt x="2" y="89"/>
                  </a:cubicBezTo>
                  <a:cubicBezTo>
                    <a:pt x="4" y="92"/>
                    <a:pt x="7" y="95"/>
                    <a:pt x="17" y="96"/>
                  </a:cubicBezTo>
                  <a:cubicBezTo>
                    <a:pt x="17" y="111"/>
                    <a:pt x="17" y="111"/>
                    <a:pt x="17" y="111"/>
                  </a:cubicBezTo>
                  <a:cubicBezTo>
                    <a:pt x="17" y="121"/>
                    <a:pt x="25" y="129"/>
                    <a:pt x="35" y="129"/>
                  </a:cubicBezTo>
                  <a:cubicBezTo>
                    <a:pt x="44" y="129"/>
                    <a:pt x="49" y="129"/>
                    <a:pt x="51" y="131"/>
                  </a:cubicBezTo>
                  <a:cubicBezTo>
                    <a:pt x="53" y="133"/>
                    <a:pt x="54" y="138"/>
                    <a:pt x="54" y="146"/>
                  </a:cubicBezTo>
                  <a:cubicBezTo>
                    <a:pt x="54" y="148"/>
                    <a:pt x="56" y="149"/>
                    <a:pt x="57" y="149"/>
                  </a:cubicBezTo>
                  <a:cubicBezTo>
                    <a:pt x="107" y="149"/>
                    <a:pt x="107" y="149"/>
                    <a:pt x="107" y="149"/>
                  </a:cubicBezTo>
                  <a:cubicBezTo>
                    <a:pt x="107" y="149"/>
                    <a:pt x="107" y="149"/>
                    <a:pt x="107" y="149"/>
                  </a:cubicBezTo>
                  <a:cubicBezTo>
                    <a:pt x="108" y="148"/>
                    <a:pt x="109" y="147"/>
                    <a:pt x="109" y="146"/>
                  </a:cubicBezTo>
                  <a:cubicBezTo>
                    <a:pt x="109" y="137"/>
                    <a:pt x="108" y="131"/>
                    <a:pt x="109" y="126"/>
                  </a:cubicBezTo>
                  <a:cubicBezTo>
                    <a:pt x="109" y="125"/>
                    <a:pt x="108" y="125"/>
                    <a:pt x="108" y="125"/>
                  </a:cubicBezTo>
                  <a:cubicBezTo>
                    <a:pt x="106" y="125"/>
                    <a:pt x="106" y="125"/>
                    <a:pt x="106" y="125"/>
                  </a:cubicBezTo>
                  <a:cubicBezTo>
                    <a:pt x="104" y="125"/>
                    <a:pt x="103" y="126"/>
                    <a:pt x="103" y="127"/>
                  </a:cubicBezTo>
                  <a:cubicBezTo>
                    <a:pt x="103" y="132"/>
                    <a:pt x="103" y="137"/>
                    <a:pt x="103" y="143"/>
                  </a:cubicBezTo>
                  <a:cubicBezTo>
                    <a:pt x="60" y="143"/>
                    <a:pt x="60" y="143"/>
                    <a:pt x="60" y="143"/>
                  </a:cubicBezTo>
                  <a:cubicBezTo>
                    <a:pt x="59" y="135"/>
                    <a:pt x="58" y="130"/>
                    <a:pt x="55" y="127"/>
                  </a:cubicBezTo>
                  <a:cubicBezTo>
                    <a:pt x="51" y="123"/>
                    <a:pt x="45" y="123"/>
                    <a:pt x="35" y="123"/>
                  </a:cubicBezTo>
                  <a:cubicBezTo>
                    <a:pt x="28" y="123"/>
                    <a:pt x="23" y="118"/>
                    <a:pt x="23" y="111"/>
                  </a:cubicBezTo>
                  <a:cubicBezTo>
                    <a:pt x="23" y="106"/>
                    <a:pt x="23" y="106"/>
                    <a:pt x="23" y="106"/>
                  </a:cubicBezTo>
                  <a:cubicBezTo>
                    <a:pt x="23" y="106"/>
                    <a:pt x="23" y="106"/>
                    <a:pt x="23" y="106"/>
                  </a:cubicBezTo>
                  <a:cubicBezTo>
                    <a:pt x="26" y="106"/>
                    <a:pt x="29" y="107"/>
                    <a:pt x="32" y="109"/>
                  </a:cubicBezTo>
                  <a:cubicBezTo>
                    <a:pt x="32" y="109"/>
                    <a:pt x="33" y="109"/>
                    <a:pt x="33" y="109"/>
                  </a:cubicBezTo>
                  <a:cubicBezTo>
                    <a:pt x="35" y="109"/>
                    <a:pt x="37" y="107"/>
                    <a:pt x="36" y="105"/>
                  </a:cubicBezTo>
                  <a:cubicBezTo>
                    <a:pt x="36" y="105"/>
                    <a:pt x="36" y="104"/>
                    <a:pt x="36" y="104"/>
                  </a:cubicBezTo>
                  <a:cubicBezTo>
                    <a:pt x="32" y="102"/>
                    <a:pt x="27" y="100"/>
                    <a:pt x="23" y="100"/>
                  </a:cubicBezTo>
                  <a:cubicBezTo>
                    <a:pt x="23" y="100"/>
                    <a:pt x="23" y="100"/>
                    <a:pt x="23" y="100"/>
                  </a:cubicBezTo>
                  <a:cubicBezTo>
                    <a:pt x="23" y="91"/>
                    <a:pt x="23" y="91"/>
                    <a:pt x="23" y="91"/>
                  </a:cubicBezTo>
                  <a:cubicBezTo>
                    <a:pt x="23" y="90"/>
                    <a:pt x="22" y="90"/>
                    <a:pt x="22" y="90"/>
                  </a:cubicBezTo>
                  <a:cubicBezTo>
                    <a:pt x="14" y="90"/>
                    <a:pt x="9" y="89"/>
                    <a:pt x="7" y="86"/>
                  </a:cubicBezTo>
                  <a:cubicBezTo>
                    <a:pt x="6" y="84"/>
                    <a:pt x="7" y="82"/>
                    <a:pt x="10" y="78"/>
                  </a:cubicBezTo>
                  <a:cubicBezTo>
                    <a:pt x="14" y="72"/>
                    <a:pt x="19" y="64"/>
                    <a:pt x="19" y="57"/>
                  </a:cubicBezTo>
                  <a:cubicBezTo>
                    <a:pt x="19" y="29"/>
                    <a:pt x="43" y="5"/>
                    <a:pt x="72" y="5"/>
                  </a:cubicBezTo>
                  <a:cubicBezTo>
                    <a:pt x="100" y="5"/>
                    <a:pt x="124" y="29"/>
                    <a:pt x="124" y="57"/>
                  </a:cubicBezTo>
                  <a:cubicBezTo>
                    <a:pt x="124" y="67"/>
                    <a:pt x="121" y="76"/>
                    <a:pt x="116" y="84"/>
                  </a:cubicBezTo>
                  <a:cubicBezTo>
                    <a:pt x="112" y="90"/>
                    <a:pt x="109" y="96"/>
                    <a:pt x="107" y="102"/>
                  </a:cubicBezTo>
                  <a:cubicBezTo>
                    <a:pt x="107" y="102"/>
                    <a:pt x="107" y="102"/>
                    <a:pt x="107" y="102"/>
                  </a:cubicBezTo>
                  <a:cubicBezTo>
                    <a:pt x="109" y="106"/>
                    <a:pt x="112" y="105"/>
                    <a:pt x="113" y="103"/>
                  </a:cubicBezTo>
                  <a:cubicBezTo>
                    <a:pt x="115" y="98"/>
                    <a:pt x="118" y="93"/>
                    <a:pt x="121" y="87"/>
                  </a:cubicBezTo>
                  <a:cubicBezTo>
                    <a:pt x="127" y="78"/>
                    <a:pt x="130" y="68"/>
                    <a:pt x="130" y="57"/>
                  </a:cubicBezTo>
                  <a:cubicBezTo>
                    <a:pt x="130" y="42"/>
                    <a:pt x="124" y="27"/>
                    <a:pt x="11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6" name="Google Shape;1176;p49"/>
            <p:cNvSpPr/>
            <p:nvPr/>
          </p:nvSpPr>
          <p:spPr>
            <a:xfrm>
              <a:off x="788003" y="2711509"/>
              <a:ext cx="18695" cy="17595"/>
            </a:xfrm>
            <a:custGeom>
              <a:avLst/>
              <a:gdLst/>
              <a:ahLst/>
              <a:cxnLst/>
              <a:rect l="l" t="t" r="r" b="b"/>
              <a:pathLst>
                <a:path w="7" h="7" extrusionOk="0">
                  <a:moveTo>
                    <a:pt x="4" y="0"/>
                  </a:moveTo>
                  <a:cubicBezTo>
                    <a:pt x="2" y="0"/>
                    <a:pt x="0" y="2"/>
                    <a:pt x="1" y="4"/>
                  </a:cubicBezTo>
                  <a:cubicBezTo>
                    <a:pt x="1" y="5"/>
                    <a:pt x="2" y="6"/>
                    <a:pt x="3" y="6"/>
                  </a:cubicBezTo>
                  <a:cubicBezTo>
                    <a:pt x="5" y="7"/>
                    <a:pt x="7" y="4"/>
                    <a:pt x="6"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7" name="Google Shape;1177;p49"/>
            <p:cNvSpPr/>
            <p:nvPr/>
          </p:nvSpPr>
          <p:spPr>
            <a:xfrm>
              <a:off x="987044" y="2842370"/>
              <a:ext cx="17595" cy="15395"/>
            </a:xfrm>
            <a:custGeom>
              <a:avLst/>
              <a:gdLst/>
              <a:ahLst/>
              <a:cxnLst/>
              <a:rect l="l" t="t" r="r" b="b"/>
              <a:pathLst>
                <a:path w="7" h="6" extrusionOk="0">
                  <a:moveTo>
                    <a:pt x="4" y="6"/>
                  </a:moveTo>
                  <a:cubicBezTo>
                    <a:pt x="6" y="6"/>
                    <a:pt x="7" y="3"/>
                    <a:pt x="6" y="1"/>
                  </a:cubicBezTo>
                  <a:cubicBezTo>
                    <a:pt x="6" y="0"/>
                    <a:pt x="5" y="0"/>
                    <a:pt x="4" y="0"/>
                  </a:cubicBezTo>
                  <a:cubicBezTo>
                    <a:pt x="4" y="0"/>
                    <a:pt x="4" y="0"/>
                    <a:pt x="4" y="0"/>
                  </a:cubicBezTo>
                  <a:cubicBezTo>
                    <a:pt x="3" y="0"/>
                    <a:pt x="2" y="0"/>
                    <a:pt x="1" y="1"/>
                  </a:cubicBezTo>
                  <a:cubicBezTo>
                    <a:pt x="0" y="3"/>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8" name="Google Shape;1178;p49"/>
            <p:cNvSpPr/>
            <p:nvPr/>
          </p:nvSpPr>
          <p:spPr>
            <a:xfrm>
              <a:off x="785803" y="2677419"/>
              <a:ext cx="41788" cy="23093"/>
            </a:xfrm>
            <a:custGeom>
              <a:avLst/>
              <a:gdLst/>
              <a:ahLst/>
              <a:cxnLst/>
              <a:rect l="l" t="t" r="r" b="b"/>
              <a:pathLst>
                <a:path w="16" h="9" extrusionOk="0">
                  <a:moveTo>
                    <a:pt x="16" y="6"/>
                  </a:moveTo>
                  <a:cubicBezTo>
                    <a:pt x="16" y="5"/>
                    <a:pt x="14" y="3"/>
                    <a:pt x="13" y="3"/>
                  </a:cubicBezTo>
                  <a:cubicBezTo>
                    <a:pt x="12" y="3"/>
                    <a:pt x="10" y="3"/>
                    <a:pt x="9" y="2"/>
                  </a:cubicBezTo>
                  <a:cubicBezTo>
                    <a:pt x="7" y="1"/>
                    <a:pt x="5" y="0"/>
                    <a:pt x="2" y="0"/>
                  </a:cubicBezTo>
                  <a:cubicBezTo>
                    <a:pt x="1" y="0"/>
                    <a:pt x="0" y="2"/>
                    <a:pt x="0" y="3"/>
                  </a:cubicBezTo>
                  <a:cubicBezTo>
                    <a:pt x="0" y="5"/>
                    <a:pt x="1" y="6"/>
                    <a:pt x="2" y="6"/>
                  </a:cubicBezTo>
                  <a:cubicBezTo>
                    <a:pt x="4" y="6"/>
                    <a:pt x="5" y="7"/>
                    <a:pt x="6" y="7"/>
                  </a:cubicBezTo>
                  <a:cubicBezTo>
                    <a:pt x="8" y="8"/>
                    <a:pt x="10" y="9"/>
                    <a:pt x="13" y="9"/>
                  </a:cubicBezTo>
                  <a:cubicBezTo>
                    <a:pt x="14" y="9"/>
                    <a:pt x="16" y="8"/>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9" name="Google Shape;1179;p49"/>
            <p:cNvSpPr/>
            <p:nvPr/>
          </p:nvSpPr>
          <p:spPr>
            <a:xfrm>
              <a:off x="850684" y="2612538"/>
              <a:ext cx="151755" cy="91273"/>
            </a:xfrm>
            <a:custGeom>
              <a:avLst/>
              <a:gdLst/>
              <a:ahLst/>
              <a:cxnLst/>
              <a:rect l="l" t="t" r="r" b="b"/>
              <a:pathLst>
                <a:path w="58" h="35" extrusionOk="0">
                  <a:moveTo>
                    <a:pt x="58" y="19"/>
                  </a:moveTo>
                  <a:cubicBezTo>
                    <a:pt x="58" y="18"/>
                    <a:pt x="58" y="17"/>
                    <a:pt x="58" y="16"/>
                  </a:cubicBezTo>
                  <a:cubicBezTo>
                    <a:pt x="52" y="6"/>
                    <a:pt x="41" y="0"/>
                    <a:pt x="29" y="0"/>
                  </a:cubicBezTo>
                  <a:cubicBezTo>
                    <a:pt x="17" y="0"/>
                    <a:pt x="6" y="6"/>
                    <a:pt x="0" y="16"/>
                  </a:cubicBezTo>
                  <a:cubicBezTo>
                    <a:pt x="0" y="17"/>
                    <a:pt x="0" y="18"/>
                    <a:pt x="0" y="19"/>
                  </a:cubicBezTo>
                  <a:cubicBezTo>
                    <a:pt x="6" y="29"/>
                    <a:pt x="17" y="35"/>
                    <a:pt x="29" y="35"/>
                  </a:cubicBezTo>
                  <a:cubicBezTo>
                    <a:pt x="41" y="35"/>
                    <a:pt x="52" y="29"/>
                    <a:pt x="58" y="19"/>
                  </a:cubicBezTo>
                  <a:close/>
                  <a:moveTo>
                    <a:pt x="29" y="26"/>
                  </a:moveTo>
                  <a:cubicBezTo>
                    <a:pt x="24" y="26"/>
                    <a:pt x="21" y="22"/>
                    <a:pt x="21" y="18"/>
                  </a:cubicBezTo>
                  <a:cubicBezTo>
                    <a:pt x="21" y="13"/>
                    <a:pt x="24" y="9"/>
                    <a:pt x="29" y="9"/>
                  </a:cubicBezTo>
                  <a:cubicBezTo>
                    <a:pt x="34" y="9"/>
                    <a:pt x="37" y="13"/>
                    <a:pt x="37" y="18"/>
                  </a:cubicBezTo>
                  <a:cubicBezTo>
                    <a:pt x="37" y="22"/>
                    <a:pt x="34" y="26"/>
                    <a:pt x="29" y="26"/>
                  </a:cubicBezTo>
                  <a:close/>
                  <a:moveTo>
                    <a:pt x="6" y="18"/>
                  </a:moveTo>
                  <a:cubicBezTo>
                    <a:pt x="9" y="13"/>
                    <a:pt x="14" y="10"/>
                    <a:pt x="19" y="8"/>
                  </a:cubicBezTo>
                  <a:cubicBezTo>
                    <a:pt x="17" y="10"/>
                    <a:pt x="15" y="14"/>
                    <a:pt x="15" y="18"/>
                  </a:cubicBezTo>
                  <a:cubicBezTo>
                    <a:pt x="15" y="21"/>
                    <a:pt x="17" y="25"/>
                    <a:pt x="19" y="27"/>
                  </a:cubicBezTo>
                  <a:cubicBezTo>
                    <a:pt x="14" y="25"/>
                    <a:pt x="9" y="22"/>
                    <a:pt x="6" y="18"/>
                  </a:cubicBezTo>
                  <a:close/>
                  <a:moveTo>
                    <a:pt x="39" y="27"/>
                  </a:moveTo>
                  <a:cubicBezTo>
                    <a:pt x="41" y="25"/>
                    <a:pt x="43" y="21"/>
                    <a:pt x="43" y="18"/>
                  </a:cubicBezTo>
                  <a:cubicBezTo>
                    <a:pt x="43" y="14"/>
                    <a:pt x="41" y="10"/>
                    <a:pt x="39" y="8"/>
                  </a:cubicBezTo>
                  <a:cubicBezTo>
                    <a:pt x="44" y="10"/>
                    <a:pt x="49" y="13"/>
                    <a:pt x="52" y="18"/>
                  </a:cubicBezTo>
                  <a:cubicBezTo>
                    <a:pt x="49" y="22"/>
                    <a:pt x="44" y="25"/>
                    <a:pt x="39" y="2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0" name="Google Shape;1180;p49"/>
            <p:cNvSpPr/>
            <p:nvPr/>
          </p:nvSpPr>
          <p:spPr>
            <a:xfrm>
              <a:off x="900169" y="2719206"/>
              <a:ext cx="52784" cy="60482"/>
            </a:xfrm>
            <a:custGeom>
              <a:avLst/>
              <a:gdLst/>
              <a:ahLst/>
              <a:cxnLst/>
              <a:rect l="l" t="t" r="r" b="b"/>
              <a:pathLst>
                <a:path w="20" h="23" extrusionOk="0">
                  <a:moveTo>
                    <a:pt x="10" y="0"/>
                  </a:moveTo>
                  <a:cubicBezTo>
                    <a:pt x="7" y="0"/>
                    <a:pt x="5" y="3"/>
                    <a:pt x="4" y="4"/>
                  </a:cubicBezTo>
                  <a:cubicBezTo>
                    <a:pt x="2" y="6"/>
                    <a:pt x="0" y="10"/>
                    <a:pt x="0" y="13"/>
                  </a:cubicBezTo>
                  <a:cubicBezTo>
                    <a:pt x="0" y="16"/>
                    <a:pt x="1" y="18"/>
                    <a:pt x="3" y="20"/>
                  </a:cubicBezTo>
                  <a:cubicBezTo>
                    <a:pt x="5" y="22"/>
                    <a:pt x="7" y="23"/>
                    <a:pt x="10" y="23"/>
                  </a:cubicBezTo>
                  <a:cubicBezTo>
                    <a:pt x="10" y="23"/>
                    <a:pt x="10" y="23"/>
                    <a:pt x="10" y="23"/>
                  </a:cubicBezTo>
                  <a:cubicBezTo>
                    <a:pt x="13" y="23"/>
                    <a:pt x="15" y="22"/>
                    <a:pt x="17" y="20"/>
                  </a:cubicBezTo>
                  <a:cubicBezTo>
                    <a:pt x="19" y="18"/>
                    <a:pt x="20" y="16"/>
                    <a:pt x="20" y="13"/>
                  </a:cubicBezTo>
                  <a:cubicBezTo>
                    <a:pt x="20" y="10"/>
                    <a:pt x="18" y="6"/>
                    <a:pt x="16" y="4"/>
                  </a:cubicBezTo>
                  <a:cubicBezTo>
                    <a:pt x="15" y="3"/>
                    <a:pt x="13" y="0"/>
                    <a:pt x="10" y="0"/>
                  </a:cubicBezTo>
                  <a:close/>
                  <a:moveTo>
                    <a:pt x="13" y="16"/>
                  </a:moveTo>
                  <a:cubicBezTo>
                    <a:pt x="12" y="17"/>
                    <a:pt x="11" y="17"/>
                    <a:pt x="10" y="17"/>
                  </a:cubicBezTo>
                  <a:cubicBezTo>
                    <a:pt x="10" y="17"/>
                    <a:pt x="10" y="17"/>
                    <a:pt x="10" y="17"/>
                  </a:cubicBezTo>
                  <a:cubicBezTo>
                    <a:pt x="10" y="17"/>
                    <a:pt x="10" y="17"/>
                    <a:pt x="10" y="17"/>
                  </a:cubicBezTo>
                  <a:cubicBezTo>
                    <a:pt x="9" y="17"/>
                    <a:pt x="8" y="17"/>
                    <a:pt x="7" y="16"/>
                  </a:cubicBezTo>
                  <a:cubicBezTo>
                    <a:pt x="7" y="15"/>
                    <a:pt x="6" y="14"/>
                    <a:pt x="6" y="13"/>
                  </a:cubicBezTo>
                  <a:cubicBezTo>
                    <a:pt x="6" y="11"/>
                    <a:pt x="9" y="7"/>
                    <a:pt x="10" y="6"/>
                  </a:cubicBezTo>
                  <a:cubicBezTo>
                    <a:pt x="11" y="7"/>
                    <a:pt x="14" y="11"/>
                    <a:pt x="14" y="13"/>
                  </a:cubicBezTo>
                  <a:cubicBezTo>
                    <a:pt x="14" y="14"/>
                    <a:pt x="13" y="15"/>
                    <a:pt x="13" y="1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81" name="Google Shape;1181;p49"/>
          <p:cNvGrpSpPr/>
          <p:nvPr/>
        </p:nvGrpSpPr>
        <p:grpSpPr>
          <a:xfrm>
            <a:off x="3174292" y="3176670"/>
            <a:ext cx="349696" cy="389284"/>
            <a:chOff x="3165494" y="3176670"/>
            <a:chExt cx="349696" cy="389284"/>
          </a:xfrm>
        </p:grpSpPr>
        <p:sp>
          <p:nvSpPr>
            <p:cNvPr id="1182" name="Google Shape;1182;p49"/>
            <p:cNvSpPr/>
            <p:nvPr/>
          </p:nvSpPr>
          <p:spPr>
            <a:xfrm>
              <a:off x="3224876" y="3370213"/>
              <a:ext cx="18695" cy="15395"/>
            </a:xfrm>
            <a:custGeom>
              <a:avLst/>
              <a:gdLst/>
              <a:ahLst/>
              <a:cxnLst/>
              <a:rect l="l" t="t" r="r" b="b"/>
              <a:pathLst>
                <a:path w="7" h="6" extrusionOk="0">
                  <a:moveTo>
                    <a:pt x="3" y="0"/>
                  </a:moveTo>
                  <a:cubicBezTo>
                    <a:pt x="1" y="0"/>
                    <a:pt x="0" y="2"/>
                    <a:pt x="0" y="4"/>
                  </a:cubicBezTo>
                  <a:cubicBezTo>
                    <a:pt x="1" y="5"/>
                    <a:pt x="1" y="5"/>
                    <a:pt x="2" y="6"/>
                  </a:cubicBezTo>
                  <a:cubicBezTo>
                    <a:pt x="5" y="6"/>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3" name="Google Shape;1183;p49"/>
            <p:cNvSpPr/>
            <p:nvPr/>
          </p:nvSpPr>
          <p:spPr>
            <a:xfrm>
              <a:off x="3165494" y="3176670"/>
              <a:ext cx="349696" cy="389284"/>
            </a:xfrm>
            <a:custGeom>
              <a:avLst/>
              <a:gdLst/>
              <a:ahLst/>
              <a:cxnLst/>
              <a:rect l="l" t="t" r="r" b="b"/>
              <a:pathLst>
                <a:path w="134" h="149" extrusionOk="0">
                  <a:moveTo>
                    <a:pt x="134" y="37"/>
                  </a:moveTo>
                  <a:cubicBezTo>
                    <a:pt x="134" y="17"/>
                    <a:pt x="117" y="0"/>
                    <a:pt x="97" y="0"/>
                  </a:cubicBezTo>
                  <a:cubicBezTo>
                    <a:pt x="82" y="0"/>
                    <a:pt x="69" y="8"/>
                    <a:pt x="63" y="21"/>
                  </a:cubicBezTo>
                  <a:cubicBezTo>
                    <a:pt x="62" y="21"/>
                    <a:pt x="62" y="21"/>
                    <a:pt x="61" y="21"/>
                  </a:cubicBezTo>
                  <a:cubicBezTo>
                    <a:pt x="48" y="21"/>
                    <a:pt x="35" y="26"/>
                    <a:pt x="26" y="35"/>
                  </a:cubicBezTo>
                  <a:cubicBezTo>
                    <a:pt x="16" y="45"/>
                    <a:pt x="11" y="57"/>
                    <a:pt x="11" y="70"/>
                  </a:cubicBezTo>
                  <a:cubicBezTo>
                    <a:pt x="11" y="73"/>
                    <a:pt x="8" y="79"/>
                    <a:pt x="4" y="85"/>
                  </a:cubicBezTo>
                  <a:cubicBezTo>
                    <a:pt x="0" y="91"/>
                    <a:pt x="0" y="95"/>
                    <a:pt x="1" y="97"/>
                  </a:cubicBezTo>
                  <a:cubicBezTo>
                    <a:pt x="3" y="100"/>
                    <a:pt x="6" y="103"/>
                    <a:pt x="14" y="104"/>
                  </a:cubicBezTo>
                  <a:cubicBezTo>
                    <a:pt x="14" y="116"/>
                    <a:pt x="14" y="116"/>
                    <a:pt x="14" y="116"/>
                  </a:cubicBezTo>
                  <a:cubicBezTo>
                    <a:pt x="14" y="125"/>
                    <a:pt x="21" y="132"/>
                    <a:pt x="30" y="132"/>
                  </a:cubicBezTo>
                  <a:cubicBezTo>
                    <a:pt x="37" y="132"/>
                    <a:pt x="41" y="132"/>
                    <a:pt x="43" y="134"/>
                  </a:cubicBezTo>
                  <a:cubicBezTo>
                    <a:pt x="45" y="135"/>
                    <a:pt x="46" y="139"/>
                    <a:pt x="46" y="146"/>
                  </a:cubicBezTo>
                  <a:cubicBezTo>
                    <a:pt x="46" y="148"/>
                    <a:pt x="47" y="149"/>
                    <a:pt x="49" y="149"/>
                  </a:cubicBezTo>
                  <a:cubicBezTo>
                    <a:pt x="91" y="149"/>
                    <a:pt x="91" y="149"/>
                    <a:pt x="91" y="149"/>
                  </a:cubicBezTo>
                  <a:cubicBezTo>
                    <a:pt x="91" y="149"/>
                    <a:pt x="91" y="149"/>
                    <a:pt x="92" y="149"/>
                  </a:cubicBezTo>
                  <a:cubicBezTo>
                    <a:pt x="93" y="148"/>
                    <a:pt x="94" y="147"/>
                    <a:pt x="94" y="146"/>
                  </a:cubicBezTo>
                  <a:cubicBezTo>
                    <a:pt x="93" y="140"/>
                    <a:pt x="93" y="136"/>
                    <a:pt x="93" y="132"/>
                  </a:cubicBezTo>
                  <a:cubicBezTo>
                    <a:pt x="93" y="131"/>
                    <a:pt x="92" y="129"/>
                    <a:pt x="90" y="129"/>
                  </a:cubicBezTo>
                  <a:cubicBezTo>
                    <a:pt x="90" y="129"/>
                    <a:pt x="90" y="129"/>
                    <a:pt x="90" y="129"/>
                  </a:cubicBezTo>
                  <a:cubicBezTo>
                    <a:pt x="89" y="129"/>
                    <a:pt x="87" y="131"/>
                    <a:pt x="87" y="132"/>
                  </a:cubicBezTo>
                  <a:cubicBezTo>
                    <a:pt x="87" y="135"/>
                    <a:pt x="87" y="139"/>
                    <a:pt x="88" y="143"/>
                  </a:cubicBezTo>
                  <a:cubicBezTo>
                    <a:pt x="52" y="143"/>
                    <a:pt x="52" y="143"/>
                    <a:pt x="52" y="143"/>
                  </a:cubicBezTo>
                  <a:cubicBezTo>
                    <a:pt x="51" y="137"/>
                    <a:pt x="50" y="132"/>
                    <a:pt x="47" y="129"/>
                  </a:cubicBezTo>
                  <a:cubicBezTo>
                    <a:pt x="44" y="126"/>
                    <a:pt x="38" y="126"/>
                    <a:pt x="30" y="126"/>
                  </a:cubicBezTo>
                  <a:cubicBezTo>
                    <a:pt x="24" y="126"/>
                    <a:pt x="20" y="122"/>
                    <a:pt x="20" y="116"/>
                  </a:cubicBezTo>
                  <a:cubicBezTo>
                    <a:pt x="20" y="112"/>
                    <a:pt x="20" y="112"/>
                    <a:pt x="20" y="112"/>
                  </a:cubicBezTo>
                  <a:cubicBezTo>
                    <a:pt x="28" y="112"/>
                    <a:pt x="28" y="112"/>
                    <a:pt x="28" y="112"/>
                  </a:cubicBezTo>
                  <a:cubicBezTo>
                    <a:pt x="30" y="112"/>
                    <a:pt x="31" y="111"/>
                    <a:pt x="31" y="110"/>
                  </a:cubicBezTo>
                  <a:cubicBezTo>
                    <a:pt x="32" y="108"/>
                    <a:pt x="30" y="107"/>
                    <a:pt x="28" y="107"/>
                  </a:cubicBezTo>
                  <a:cubicBezTo>
                    <a:pt x="20" y="107"/>
                    <a:pt x="20" y="107"/>
                    <a:pt x="20" y="107"/>
                  </a:cubicBezTo>
                  <a:cubicBezTo>
                    <a:pt x="20" y="101"/>
                    <a:pt x="20" y="101"/>
                    <a:pt x="20" y="101"/>
                  </a:cubicBezTo>
                  <a:cubicBezTo>
                    <a:pt x="20" y="99"/>
                    <a:pt x="18" y="98"/>
                    <a:pt x="17" y="98"/>
                  </a:cubicBezTo>
                  <a:cubicBezTo>
                    <a:pt x="11" y="98"/>
                    <a:pt x="8" y="97"/>
                    <a:pt x="7" y="95"/>
                  </a:cubicBezTo>
                  <a:cubicBezTo>
                    <a:pt x="6" y="93"/>
                    <a:pt x="7" y="91"/>
                    <a:pt x="8" y="88"/>
                  </a:cubicBezTo>
                  <a:cubicBezTo>
                    <a:pt x="12" y="83"/>
                    <a:pt x="17" y="76"/>
                    <a:pt x="17" y="70"/>
                  </a:cubicBezTo>
                  <a:cubicBezTo>
                    <a:pt x="17" y="46"/>
                    <a:pt x="36" y="27"/>
                    <a:pt x="60" y="26"/>
                  </a:cubicBezTo>
                  <a:cubicBezTo>
                    <a:pt x="59" y="30"/>
                    <a:pt x="59" y="34"/>
                    <a:pt x="59" y="37"/>
                  </a:cubicBezTo>
                  <a:cubicBezTo>
                    <a:pt x="59" y="58"/>
                    <a:pt x="76" y="75"/>
                    <a:pt x="97" y="75"/>
                  </a:cubicBezTo>
                  <a:cubicBezTo>
                    <a:pt x="99" y="75"/>
                    <a:pt x="102" y="75"/>
                    <a:pt x="105" y="74"/>
                  </a:cubicBezTo>
                  <a:cubicBezTo>
                    <a:pt x="104" y="81"/>
                    <a:pt x="102" y="87"/>
                    <a:pt x="99" y="93"/>
                  </a:cubicBezTo>
                  <a:cubicBezTo>
                    <a:pt x="96" y="97"/>
                    <a:pt x="94" y="101"/>
                    <a:pt x="92" y="105"/>
                  </a:cubicBezTo>
                  <a:cubicBezTo>
                    <a:pt x="92" y="107"/>
                    <a:pt x="92" y="108"/>
                    <a:pt x="94" y="109"/>
                  </a:cubicBezTo>
                  <a:cubicBezTo>
                    <a:pt x="94" y="109"/>
                    <a:pt x="94" y="109"/>
                    <a:pt x="95" y="109"/>
                  </a:cubicBezTo>
                  <a:cubicBezTo>
                    <a:pt x="96" y="109"/>
                    <a:pt x="97" y="109"/>
                    <a:pt x="98" y="108"/>
                  </a:cubicBezTo>
                  <a:cubicBezTo>
                    <a:pt x="99" y="104"/>
                    <a:pt x="101" y="100"/>
                    <a:pt x="104" y="96"/>
                  </a:cubicBezTo>
                  <a:cubicBezTo>
                    <a:pt x="108" y="89"/>
                    <a:pt x="111" y="81"/>
                    <a:pt x="111" y="72"/>
                  </a:cubicBezTo>
                  <a:cubicBezTo>
                    <a:pt x="125" y="67"/>
                    <a:pt x="134" y="53"/>
                    <a:pt x="134" y="37"/>
                  </a:cubicBezTo>
                  <a:close/>
                  <a:moveTo>
                    <a:pt x="97" y="70"/>
                  </a:moveTo>
                  <a:cubicBezTo>
                    <a:pt x="79" y="70"/>
                    <a:pt x="64" y="55"/>
                    <a:pt x="64" y="38"/>
                  </a:cubicBezTo>
                  <a:cubicBezTo>
                    <a:pt x="64" y="20"/>
                    <a:pt x="79" y="6"/>
                    <a:pt x="97" y="6"/>
                  </a:cubicBezTo>
                  <a:cubicBezTo>
                    <a:pt x="114" y="6"/>
                    <a:pt x="129" y="20"/>
                    <a:pt x="129" y="38"/>
                  </a:cubicBezTo>
                  <a:cubicBezTo>
                    <a:pt x="129" y="55"/>
                    <a:pt x="114" y="70"/>
                    <a:pt x="97" y="7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4" name="Google Shape;1184;p49"/>
            <p:cNvSpPr/>
            <p:nvPr/>
          </p:nvSpPr>
          <p:spPr>
            <a:xfrm>
              <a:off x="3363435" y="3220657"/>
              <a:ext cx="106669" cy="107768"/>
            </a:xfrm>
            <a:custGeom>
              <a:avLst/>
              <a:gdLst/>
              <a:ahLst/>
              <a:cxnLst/>
              <a:rect l="l" t="t" r="r" b="b"/>
              <a:pathLst>
                <a:path w="41" h="41" extrusionOk="0">
                  <a:moveTo>
                    <a:pt x="35" y="11"/>
                  </a:moveTo>
                  <a:cubicBezTo>
                    <a:pt x="30" y="11"/>
                    <a:pt x="30" y="11"/>
                    <a:pt x="30" y="11"/>
                  </a:cubicBezTo>
                  <a:cubicBezTo>
                    <a:pt x="30" y="6"/>
                    <a:pt x="30" y="6"/>
                    <a:pt x="30" y="6"/>
                  </a:cubicBezTo>
                  <a:cubicBezTo>
                    <a:pt x="30" y="2"/>
                    <a:pt x="28" y="0"/>
                    <a:pt x="25" y="0"/>
                  </a:cubicBezTo>
                  <a:cubicBezTo>
                    <a:pt x="17" y="0"/>
                    <a:pt x="17" y="0"/>
                    <a:pt x="17" y="0"/>
                  </a:cubicBezTo>
                  <a:cubicBezTo>
                    <a:pt x="14" y="0"/>
                    <a:pt x="12" y="2"/>
                    <a:pt x="12" y="6"/>
                  </a:cubicBezTo>
                  <a:cubicBezTo>
                    <a:pt x="12" y="11"/>
                    <a:pt x="12" y="11"/>
                    <a:pt x="12" y="11"/>
                  </a:cubicBezTo>
                  <a:cubicBezTo>
                    <a:pt x="6" y="11"/>
                    <a:pt x="6" y="11"/>
                    <a:pt x="6" y="11"/>
                  </a:cubicBezTo>
                  <a:cubicBezTo>
                    <a:pt x="3" y="11"/>
                    <a:pt x="0" y="14"/>
                    <a:pt x="0" y="17"/>
                  </a:cubicBezTo>
                  <a:cubicBezTo>
                    <a:pt x="0" y="24"/>
                    <a:pt x="0" y="24"/>
                    <a:pt x="0" y="24"/>
                  </a:cubicBezTo>
                  <a:cubicBezTo>
                    <a:pt x="0" y="27"/>
                    <a:pt x="3" y="30"/>
                    <a:pt x="6" y="30"/>
                  </a:cubicBezTo>
                  <a:cubicBezTo>
                    <a:pt x="12" y="30"/>
                    <a:pt x="12" y="30"/>
                    <a:pt x="12" y="30"/>
                  </a:cubicBezTo>
                  <a:cubicBezTo>
                    <a:pt x="12" y="35"/>
                    <a:pt x="12" y="35"/>
                    <a:pt x="12" y="35"/>
                  </a:cubicBezTo>
                  <a:cubicBezTo>
                    <a:pt x="12" y="38"/>
                    <a:pt x="14" y="41"/>
                    <a:pt x="17" y="41"/>
                  </a:cubicBezTo>
                  <a:cubicBezTo>
                    <a:pt x="24" y="41"/>
                    <a:pt x="24" y="41"/>
                    <a:pt x="24" y="41"/>
                  </a:cubicBezTo>
                  <a:cubicBezTo>
                    <a:pt x="28" y="41"/>
                    <a:pt x="30" y="38"/>
                    <a:pt x="30" y="35"/>
                  </a:cubicBezTo>
                  <a:cubicBezTo>
                    <a:pt x="30" y="30"/>
                    <a:pt x="30" y="30"/>
                    <a:pt x="30" y="30"/>
                  </a:cubicBezTo>
                  <a:cubicBezTo>
                    <a:pt x="35" y="30"/>
                    <a:pt x="35" y="30"/>
                    <a:pt x="35" y="30"/>
                  </a:cubicBezTo>
                  <a:cubicBezTo>
                    <a:pt x="39" y="30"/>
                    <a:pt x="41" y="27"/>
                    <a:pt x="41" y="24"/>
                  </a:cubicBezTo>
                  <a:cubicBezTo>
                    <a:pt x="41" y="17"/>
                    <a:pt x="41" y="17"/>
                    <a:pt x="41" y="17"/>
                  </a:cubicBezTo>
                  <a:cubicBezTo>
                    <a:pt x="41" y="14"/>
                    <a:pt x="39" y="11"/>
                    <a:pt x="35" y="11"/>
                  </a:cubicBezTo>
                  <a:close/>
                  <a:moveTo>
                    <a:pt x="35" y="24"/>
                  </a:moveTo>
                  <a:cubicBezTo>
                    <a:pt x="28" y="24"/>
                    <a:pt x="28" y="24"/>
                    <a:pt x="28" y="24"/>
                  </a:cubicBezTo>
                  <a:cubicBezTo>
                    <a:pt x="26" y="24"/>
                    <a:pt x="25" y="25"/>
                    <a:pt x="25" y="27"/>
                  </a:cubicBezTo>
                  <a:cubicBezTo>
                    <a:pt x="25" y="35"/>
                    <a:pt x="25" y="35"/>
                    <a:pt x="25" y="35"/>
                  </a:cubicBezTo>
                  <a:cubicBezTo>
                    <a:pt x="17" y="35"/>
                    <a:pt x="17" y="35"/>
                    <a:pt x="17" y="35"/>
                  </a:cubicBezTo>
                  <a:cubicBezTo>
                    <a:pt x="17" y="27"/>
                    <a:pt x="17" y="27"/>
                    <a:pt x="17" y="27"/>
                  </a:cubicBezTo>
                  <a:cubicBezTo>
                    <a:pt x="17" y="25"/>
                    <a:pt x="16" y="24"/>
                    <a:pt x="14" y="24"/>
                  </a:cubicBezTo>
                  <a:cubicBezTo>
                    <a:pt x="6" y="24"/>
                    <a:pt x="6" y="24"/>
                    <a:pt x="6" y="24"/>
                  </a:cubicBezTo>
                  <a:cubicBezTo>
                    <a:pt x="6" y="17"/>
                    <a:pt x="6" y="17"/>
                    <a:pt x="6" y="17"/>
                  </a:cubicBezTo>
                  <a:cubicBezTo>
                    <a:pt x="15" y="17"/>
                    <a:pt x="15" y="17"/>
                    <a:pt x="15" y="17"/>
                  </a:cubicBezTo>
                  <a:cubicBezTo>
                    <a:pt x="16" y="17"/>
                    <a:pt x="17" y="15"/>
                    <a:pt x="17" y="14"/>
                  </a:cubicBezTo>
                  <a:cubicBezTo>
                    <a:pt x="17" y="6"/>
                    <a:pt x="17" y="6"/>
                    <a:pt x="17" y="6"/>
                  </a:cubicBezTo>
                  <a:cubicBezTo>
                    <a:pt x="24" y="6"/>
                    <a:pt x="24" y="6"/>
                    <a:pt x="24" y="6"/>
                  </a:cubicBezTo>
                  <a:cubicBezTo>
                    <a:pt x="24" y="14"/>
                    <a:pt x="24" y="14"/>
                    <a:pt x="24" y="14"/>
                  </a:cubicBezTo>
                  <a:cubicBezTo>
                    <a:pt x="24" y="15"/>
                    <a:pt x="26" y="17"/>
                    <a:pt x="27" y="17"/>
                  </a:cubicBezTo>
                  <a:cubicBezTo>
                    <a:pt x="35" y="17"/>
                    <a:pt x="35" y="17"/>
                    <a:pt x="35" y="17"/>
                  </a:cubicBezTo>
                  <a:lnTo>
                    <a:pt x="35" y="24"/>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5" name="Google Shape;1185;p49"/>
            <p:cNvSpPr/>
            <p:nvPr/>
          </p:nvSpPr>
          <p:spPr>
            <a:xfrm>
              <a:off x="3392027" y="3480180"/>
              <a:ext cx="20894" cy="17595"/>
            </a:xfrm>
            <a:custGeom>
              <a:avLst/>
              <a:gdLst/>
              <a:ahLst/>
              <a:cxnLst/>
              <a:rect l="l" t="t" r="r" b="b"/>
              <a:pathLst>
                <a:path w="8" h="7" extrusionOk="0">
                  <a:moveTo>
                    <a:pt x="4" y="0"/>
                  </a:moveTo>
                  <a:cubicBezTo>
                    <a:pt x="4" y="0"/>
                    <a:pt x="4" y="0"/>
                    <a:pt x="4" y="0"/>
                  </a:cubicBezTo>
                  <a:cubicBezTo>
                    <a:pt x="3" y="0"/>
                    <a:pt x="2" y="1"/>
                    <a:pt x="2" y="2"/>
                  </a:cubicBezTo>
                  <a:cubicBezTo>
                    <a:pt x="0" y="4"/>
                    <a:pt x="3" y="7"/>
                    <a:pt x="5" y="6"/>
                  </a:cubicBezTo>
                  <a:cubicBezTo>
                    <a:pt x="6" y="6"/>
                    <a:pt x="7" y="5"/>
                    <a:pt x="7" y="4"/>
                  </a:cubicBezTo>
                  <a:cubicBezTo>
                    <a:pt x="8"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86" name="Google Shape;1186;p49"/>
          <p:cNvGrpSpPr/>
          <p:nvPr/>
        </p:nvGrpSpPr>
        <p:grpSpPr>
          <a:xfrm>
            <a:off x="3927017" y="2565252"/>
            <a:ext cx="391483" cy="334301"/>
            <a:chOff x="3916571" y="2565252"/>
            <a:chExt cx="391483" cy="334301"/>
          </a:xfrm>
        </p:grpSpPr>
        <p:sp>
          <p:nvSpPr>
            <p:cNvPr id="1187" name="Google Shape;1187;p49"/>
            <p:cNvSpPr/>
            <p:nvPr/>
          </p:nvSpPr>
          <p:spPr>
            <a:xfrm>
              <a:off x="3916571" y="2565252"/>
              <a:ext cx="391483" cy="334301"/>
            </a:xfrm>
            <a:custGeom>
              <a:avLst/>
              <a:gdLst/>
              <a:ahLst/>
              <a:cxnLst/>
              <a:rect l="l" t="t" r="r" b="b"/>
              <a:pathLst>
                <a:path w="150" h="128" extrusionOk="0">
                  <a:moveTo>
                    <a:pt x="135" y="15"/>
                  </a:moveTo>
                  <a:cubicBezTo>
                    <a:pt x="126" y="5"/>
                    <a:pt x="113" y="0"/>
                    <a:pt x="100" y="0"/>
                  </a:cubicBezTo>
                  <a:cubicBezTo>
                    <a:pt x="93" y="0"/>
                    <a:pt x="87" y="1"/>
                    <a:pt x="81" y="4"/>
                  </a:cubicBezTo>
                  <a:cubicBezTo>
                    <a:pt x="75" y="1"/>
                    <a:pt x="68" y="0"/>
                    <a:pt x="61" y="0"/>
                  </a:cubicBezTo>
                  <a:cubicBezTo>
                    <a:pt x="48" y="0"/>
                    <a:pt x="36" y="5"/>
                    <a:pt x="26" y="15"/>
                  </a:cubicBezTo>
                  <a:cubicBezTo>
                    <a:pt x="17" y="24"/>
                    <a:pt x="11" y="36"/>
                    <a:pt x="11" y="50"/>
                  </a:cubicBezTo>
                  <a:cubicBezTo>
                    <a:pt x="11" y="53"/>
                    <a:pt x="9" y="58"/>
                    <a:pt x="4" y="65"/>
                  </a:cubicBezTo>
                  <a:cubicBezTo>
                    <a:pt x="0" y="70"/>
                    <a:pt x="1" y="75"/>
                    <a:pt x="2" y="77"/>
                  </a:cubicBezTo>
                  <a:cubicBezTo>
                    <a:pt x="3" y="80"/>
                    <a:pt x="6" y="83"/>
                    <a:pt x="14" y="83"/>
                  </a:cubicBezTo>
                  <a:cubicBezTo>
                    <a:pt x="14" y="96"/>
                    <a:pt x="14" y="96"/>
                    <a:pt x="14" y="96"/>
                  </a:cubicBezTo>
                  <a:cubicBezTo>
                    <a:pt x="14" y="105"/>
                    <a:pt x="21" y="112"/>
                    <a:pt x="30" y="112"/>
                  </a:cubicBezTo>
                  <a:cubicBezTo>
                    <a:pt x="38" y="112"/>
                    <a:pt x="42" y="112"/>
                    <a:pt x="44" y="113"/>
                  </a:cubicBezTo>
                  <a:cubicBezTo>
                    <a:pt x="45" y="115"/>
                    <a:pt x="46" y="119"/>
                    <a:pt x="46" y="126"/>
                  </a:cubicBezTo>
                  <a:cubicBezTo>
                    <a:pt x="47" y="127"/>
                    <a:pt x="48" y="128"/>
                    <a:pt x="49" y="128"/>
                  </a:cubicBezTo>
                  <a:cubicBezTo>
                    <a:pt x="88" y="128"/>
                    <a:pt x="88" y="128"/>
                    <a:pt x="88" y="128"/>
                  </a:cubicBezTo>
                  <a:cubicBezTo>
                    <a:pt x="130" y="128"/>
                    <a:pt x="130" y="128"/>
                    <a:pt x="130" y="128"/>
                  </a:cubicBezTo>
                  <a:cubicBezTo>
                    <a:pt x="130" y="128"/>
                    <a:pt x="130" y="128"/>
                    <a:pt x="131" y="128"/>
                  </a:cubicBezTo>
                  <a:cubicBezTo>
                    <a:pt x="132" y="128"/>
                    <a:pt x="133" y="126"/>
                    <a:pt x="133" y="125"/>
                  </a:cubicBezTo>
                  <a:cubicBezTo>
                    <a:pt x="132" y="120"/>
                    <a:pt x="132" y="115"/>
                    <a:pt x="132" y="112"/>
                  </a:cubicBezTo>
                  <a:cubicBezTo>
                    <a:pt x="132" y="110"/>
                    <a:pt x="131" y="109"/>
                    <a:pt x="129" y="109"/>
                  </a:cubicBezTo>
                  <a:cubicBezTo>
                    <a:pt x="129" y="109"/>
                    <a:pt x="129" y="109"/>
                    <a:pt x="129" y="109"/>
                  </a:cubicBezTo>
                  <a:cubicBezTo>
                    <a:pt x="127" y="109"/>
                    <a:pt x="126" y="110"/>
                    <a:pt x="126" y="112"/>
                  </a:cubicBezTo>
                  <a:cubicBezTo>
                    <a:pt x="126" y="115"/>
                    <a:pt x="126" y="118"/>
                    <a:pt x="126" y="123"/>
                  </a:cubicBezTo>
                  <a:cubicBezTo>
                    <a:pt x="90" y="123"/>
                    <a:pt x="90" y="123"/>
                    <a:pt x="90" y="123"/>
                  </a:cubicBezTo>
                  <a:cubicBezTo>
                    <a:pt x="90" y="116"/>
                    <a:pt x="89" y="112"/>
                    <a:pt x="86" y="109"/>
                  </a:cubicBezTo>
                  <a:cubicBezTo>
                    <a:pt x="82" y="106"/>
                    <a:pt x="77" y="106"/>
                    <a:pt x="68" y="106"/>
                  </a:cubicBezTo>
                  <a:cubicBezTo>
                    <a:pt x="63" y="106"/>
                    <a:pt x="59" y="101"/>
                    <a:pt x="59" y="96"/>
                  </a:cubicBezTo>
                  <a:cubicBezTo>
                    <a:pt x="59" y="92"/>
                    <a:pt x="59" y="92"/>
                    <a:pt x="59" y="92"/>
                  </a:cubicBezTo>
                  <a:cubicBezTo>
                    <a:pt x="60" y="92"/>
                    <a:pt x="63" y="93"/>
                    <a:pt x="66" y="95"/>
                  </a:cubicBezTo>
                  <a:cubicBezTo>
                    <a:pt x="66" y="95"/>
                    <a:pt x="67" y="95"/>
                    <a:pt x="67" y="95"/>
                  </a:cubicBezTo>
                  <a:cubicBezTo>
                    <a:pt x="68" y="95"/>
                    <a:pt x="70" y="94"/>
                    <a:pt x="70" y="93"/>
                  </a:cubicBezTo>
                  <a:cubicBezTo>
                    <a:pt x="71" y="92"/>
                    <a:pt x="70" y="90"/>
                    <a:pt x="69" y="89"/>
                  </a:cubicBezTo>
                  <a:cubicBezTo>
                    <a:pt x="65" y="87"/>
                    <a:pt x="61" y="86"/>
                    <a:pt x="59" y="86"/>
                  </a:cubicBezTo>
                  <a:cubicBezTo>
                    <a:pt x="59" y="80"/>
                    <a:pt x="59" y="80"/>
                    <a:pt x="59" y="80"/>
                  </a:cubicBezTo>
                  <a:cubicBezTo>
                    <a:pt x="59" y="79"/>
                    <a:pt x="57" y="77"/>
                    <a:pt x="56" y="77"/>
                  </a:cubicBezTo>
                  <a:cubicBezTo>
                    <a:pt x="50" y="77"/>
                    <a:pt x="46" y="76"/>
                    <a:pt x="45" y="74"/>
                  </a:cubicBezTo>
                  <a:cubicBezTo>
                    <a:pt x="45" y="73"/>
                    <a:pt x="45" y="71"/>
                    <a:pt x="47" y="68"/>
                  </a:cubicBezTo>
                  <a:cubicBezTo>
                    <a:pt x="51" y="63"/>
                    <a:pt x="56" y="55"/>
                    <a:pt x="56" y="50"/>
                  </a:cubicBezTo>
                  <a:cubicBezTo>
                    <a:pt x="56" y="32"/>
                    <a:pt x="66" y="17"/>
                    <a:pt x="82" y="10"/>
                  </a:cubicBezTo>
                  <a:cubicBezTo>
                    <a:pt x="82" y="10"/>
                    <a:pt x="82" y="10"/>
                    <a:pt x="82" y="10"/>
                  </a:cubicBezTo>
                  <a:cubicBezTo>
                    <a:pt x="87" y="7"/>
                    <a:pt x="93" y="6"/>
                    <a:pt x="100" y="6"/>
                  </a:cubicBezTo>
                  <a:cubicBezTo>
                    <a:pt x="124" y="6"/>
                    <a:pt x="144" y="26"/>
                    <a:pt x="144" y="50"/>
                  </a:cubicBezTo>
                  <a:cubicBezTo>
                    <a:pt x="144" y="58"/>
                    <a:pt x="142" y="66"/>
                    <a:pt x="138" y="72"/>
                  </a:cubicBezTo>
                  <a:cubicBezTo>
                    <a:pt x="135" y="77"/>
                    <a:pt x="133" y="81"/>
                    <a:pt x="131" y="85"/>
                  </a:cubicBezTo>
                  <a:cubicBezTo>
                    <a:pt x="131" y="86"/>
                    <a:pt x="131" y="88"/>
                    <a:pt x="132" y="89"/>
                  </a:cubicBezTo>
                  <a:cubicBezTo>
                    <a:pt x="134" y="90"/>
                    <a:pt x="136" y="89"/>
                    <a:pt x="136" y="87"/>
                  </a:cubicBezTo>
                  <a:cubicBezTo>
                    <a:pt x="138" y="84"/>
                    <a:pt x="140" y="80"/>
                    <a:pt x="143" y="76"/>
                  </a:cubicBezTo>
                  <a:cubicBezTo>
                    <a:pt x="147" y="68"/>
                    <a:pt x="150" y="59"/>
                    <a:pt x="150" y="50"/>
                  </a:cubicBezTo>
                  <a:cubicBezTo>
                    <a:pt x="150" y="36"/>
                    <a:pt x="145" y="24"/>
                    <a:pt x="135" y="15"/>
                  </a:cubicBezTo>
                  <a:close/>
                  <a:moveTo>
                    <a:pt x="64" y="15"/>
                  </a:moveTo>
                  <a:cubicBezTo>
                    <a:pt x="55" y="24"/>
                    <a:pt x="50" y="37"/>
                    <a:pt x="50" y="50"/>
                  </a:cubicBezTo>
                  <a:cubicBezTo>
                    <a:pt x="50" y="53"/>
                    <a:pt x="47" y="58"/>
                    <a:pt x="43" y="65"/>
                  </a:cubicBezTo>
                  <a:cubicBezTo>
                    <a:pt x="38" y="71"/>
                    <a:pt x="39" y="75"/>
                    <a:pt x="40" y="77"/>
                  </a:cubicBezTo>
                  <a:cubicBezTo>
                    <a:pt x="42" y="80"/>
                    <a:pt x="45" y="83"/>
                    <a:pt x="53" y="83"/>
                  </a:cubicBezTo>
                  <a:cubicBezTo>
                    <a:pt x="53" y="96"/>
                    <a:pt x="53" y="96"/>
                    <a:pt x="53" y="96"/>
                  </a:cubicBezTo>
                  <a:cubicBezTo>
                    <a:pt x="53" y="105"/>
                    <a:pt x="60" y="112"/>
                    <a:pt x="68" y="112"/>
                  </a:cubicBezTo>
                  <a:cubicBezTo>
                    <a:pt x="76" y="112"/>
                    <a:pt x="80" y="112"/>
                    <a:pt x="82" y="113"/>
                  </a:cubicBezTo>
                  <a:cubicBezTo>
                    <a:pt x="84" y="115"/>
                    <a:pt x="84" y="118"/>
                    <a:pt x="85" y="123"/>
                  </a:cubicBezTo>
                  <a:cubicBezTo>
                    <a:pt x="52" y="123"/>
                    <a:pt x="52" y="123"/>
                    <a:pt x="52" y="123"/>
                  </a:cubicBezTo>
                  <a:cubicBezTo>
                    <a:pt x="51" y="116"/>
                    <a:pt x="51" y="112"/>
                    <a:pt x="47" y="109"/>
                  </a:cubicBezTo>
                  <a:cubicBezTo>
                    <a:pt x="44" y="106"/>
                    <a:pt x="39" y="106"/>
                    <a:pt x="30" y="106"/>
                  </a:cubicBezTo>
                  <a:cubicBezTo>
                    <a:pt x="25" y="106"/>
                    <a:pt x="20" y="101"/>
                    <a:pt x="20" y="96"/>
                  </a:cubicBezTo>
                  <a:cubicBezTo>
                    <a:pt x="20" y="92"/>
                    <a:pt x="20" y="92"/>
                    <a:pt x="20" y="92"/>
                  </a:cubicBezTo>
                  <a:cubicBezTo>
                    <a:pt x="23" y="92"/>
                    <a:pt x="26" y="91"/>
                    <a:pt x="30" y="89"/>
                  </a:cubicBezTo>
                  <a:cubicBezTo>
                    <a:pt x="31" y="88"/>
                    <a:pt x="32" y="86"/>
                    <a:pt x="32" y="85"/>
                  </a:cubicBezTo>
                  <a:cubicBezTo>
                    <a:pt x="31" y="83"/>
                    <a:pt x="29" y="83"/>
                    <a:pt x="27" y="84"/>
                  </a:cubicBezTo>
                  <a:cubicBezTo>
                    <a:pt x="24" y="85"/>
                    <a:pt x="22" y="86"/>
                    <a:pt x="20" y="86"/>
                  </a:cubicBezTo>
                  <a:cubicBezTo>
                    <a:pt x="20" y="80"/>
                    <a:pt x="20" y="80"/>
                    <a:pt x="20" y="80"/>
                  </a:cubicBezTo>
                  <a:cubicBezTo>
                    <a:pt x="20" y="79"/>
                    <a:pt x="19" y="77"/>
                    <a:pt x="17" y="77"/>
                  </a:cubicBezTo>
                  <a:cubicBezTo>
                    <a:pt x="12" y="77"/>
                    <a:pt x="8" y="76"/>
                    <a:pt x="7" y="74"/>
                  </a:cubicBezTo>
                  <a:cubicBezTo>
                    <a:pt x="6" y="73"/>
                    <a:pt x="7" y="71"/>
                    <a:pt x="9" y="68"/>
                  </a:cubicBezTo>
                  <a:cubicBezTo>
                    <a:pt x="13" y="63"/>
                    <a:pt x="17" y="55"/>
                    <a:pt x="17" y="50"/>
                  </a:cubicBezTo>
                  <a:cubicBezTo>
                    <a:pt x="17" y="26"/>
                    <a:pt x="37" y="6"/>
                    <a:pt x="61" y="6"/>
                  </a:cubicBezTo>
                  <a:cubicBezTo>
                    <a:pt x="66" y="6"/>
                    <a:pt x="70" y="7"/>
                    <a:pt x="73" y="8"/>
                  </a:cubicBezTo>
                  <a:cubicBezTo>
                    <a:pt x="70" y="10"/>
                    <a:pt x="67" y="12"/>
                    <a:pt x="64"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8" name="Google Shape;1188;p49"/>
            <p:cNvSpPr/>
            <p:nvPr/>
          </p:nvSpPr>
          <p:spPr>
            <a:xfrm>
              <a:off x="4078222" y="2706010"/>
              <a:ext cx="18695" cy="15395"/>
            </a:xfrm>
            <a:custGeom>
              <a:avLst/>
              <a:gdLst/>
              <a:ahLst/>
              <a:cxnLst/>
              <a:rect l="l" t="t" r="r" b="b"/>
              <a:pathLst>
                <a:path w="7" h="6" extrusionOk="0">
                  <a:moveTo>
                    <a:pt x="3" y="0"/>
                  </a:moveTo>
                  <a:cubicBezTo>
                    <a:pt x="1" y="0"/>
                    <a:pt x="0" y="1"/>
                    <a:pt x="0" y="3"/>
                  </a:cubicBezTo>
                  <a:cubicBezTo>
                    <a:pt x="0" y="4"/>
                    <a:pt x="1" y="5"/>
                    <a:pt x="2" y="5"/>
                  </a:cubicBezTo>
                  <a:cubicBezTo>
                    <a:pt x="4" y="6"/>
                    <a:pt x="7" y="4"/>
                    <a:pt x="6"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9" name="Google Shape;1189;p49"/>
            <p:cNvSpPr/>
            <p:nvPr/>
          </p:nvSpPr>
          <p:spPr>
            <a:xfrm>
              <a:off x="4245372" y="2815978"/>
              <a:ext cx="18695" cy="15395"/>
            </a:xfrm>
            <a:custGeom>
              <a:avLst/>
              <a:gdLst/>
              <a:ahLst/>
              <a:cxnLst/>
              <a:rect l="l" t="t" r="r" b="b"/>
              <a:pathLst>
                <a:path w="7" h="6" extrusionOk="0">
                  <a:moveTo>
                    <a:pt x="4" y="0"/>
                  </a:moveTo>
                  <a:cubicBezTo>
                    <a:pt x="4" y="0"/>
                    <a:pt x="4" y="0"/>
                    <a:pt x="4" y="0"/>
                  </a:cubicBezTo>
                  <a:cubicBezTo>
                    <a:pt x="3" y="0"/>
                    <a:pt x="2" y="0"/>
                    <a:pt x="1" y="1"/>
                  </a:cubicBezTo>
                  <a:cubicBezTo>
                    <a:pt x="0" y="4"/>
                    <a:pt x="2" y="6"/>
                    <a:pt x="5" y="5"/>
                  </a:cubicBezTo>
                  <a:cubicBezTo>
                    <a:pt x="6" y="5"/>
                    <a:pt x="6" y="4"/>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0" name="Google Shape;1190;p49"/>
            <p:cNvSpPr/>
            <p:nvPr/>
          </p:nvSpPr>
          <p:spPr>
            <a:xfrm>
              <a:off x="4072724" y="2669721"/>
              <a:ext cx="41788" cy="23093"/>
            </a:xfrm>
            <a:custGeom>
              <a:avLst/>
              <a:gdLst/>
              <a:ahLst/>
              <a:cxnLst/>
              <a:rect l="l" t="t" r="r" b="b"/>
              <a:pathLst>
                <a:path w="16" h="9" extrusionOk="0">
                  <a:moveTo>
                    <a:pt x="16" y="6"/>
                  </a:moveTo>
                  <a:cubicBezTo>
                    <a:pt x="16" y="5"/>
                    <a:pt x="15" y="3"/>
                    <a:pt x="13" y="3"/>
                  </a:cubicBezTo>
                  <a:cubicBezTo>
                    <a:pt x="12" y="3"/>
                    <a:pt x="10" y="3"/>
                    <a:pt x="9" y="2"/>
                  </a:cubicBezTo>
                  <a:cubicBezTo>
                    <a:pt x="7" y="1"/>
                    <a:pt x="5" y="0"/>
                    <a:pt x="3" y="0"/>
                  </a:cubicBezTo>
                  <a:cubicBezTo>
                    <a:pt x="1" y="0"/>
                    <a:pt x="0" y="2"/>
                    <a:pt x="0" y="3"/>
                  </a:cubicBezTo>
                  <a:cubicBezTo>
                    <a:pt x="0" y="5"/>
                    <a:pt x="1" y="6"/>
                    <a:pt x="3" y="6"/>
                  </a:cubicBezTo>
                  <a:cubicBezTo>
                    <a:pt x="4" y="6"/>
                    <a:pt x="5" y="7"/>
                    <a:pt x="7" y="8"/>
                  </a:cubicBezTo>
                  <a:cubicBezTo>
                    <a:pt x="9" y="8"/>
                    <a:pt x="11" y="9"/>
                    <a:pt x="13" y="9"/>
                  </a:cubicBezTo>
                  <a:cubicBezTo>
                    <a:pt x="15" y="9"/>
                    <a:pt x="16" y="8"/>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1" name="Google Shape;1191;p49"/>
            <p:cNvSpPr/>
            <p:nvPr/>
          </p:nvSpPr>
          <p:spPr>
            <a:xfrm>
              <a:off x="3977052" y="2706010"/>
              <a:ext cx="17595" cy="15395"/>
            </a:xfrm>
            <a:custGeom>
              <a:avLst/>
              <a:gdLst/>
              <a:ahLst/>
              <a:cxnLst/>
              <a:rect l="l" t="t" r="r" b="b"/>
              <a:pathLst>
                <a:path w="7" h="6" extrusionOk="0">
                  <a:moveTo>
                    <a:pt x="4" y="0"/>
                  </a:moveTo>
                  <a:cubicBezTo>
                    <a:pt x="3" y="0"/>
                    <a:pt x="3" y="0"/>
                    <a:pt x="3" y="0"/>
                  </a:cubicBezTo>
                  <a:cubicBezTo>
                    <a:pt x="2" y="0"/>
                    <a:pt x="1" y="0"/>
                    <a:pt x="1" y="1"/>
                  </a:cubicBezTo>
                  <a:cubicBezTo>
                    <a:pt x="0" y="4"/>
                    <a:pt x="2" y="6"/>
                    <a:pt x="5" y="5"/>
                  </a:cubicBezTo>
                  <a:cubicBezTo>
                    <a:pt x="5" y="5"/>
                    <a:pt x="6" y="4"/>
                    <a:pt x="6" y="3"/>
                  </a:cubicBezTo>
                  <a:cubicBezTo>
                    <a:pt x="7"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2" name="Google Shape;1192;p49"/>
            <p:cNvSpPr/>
            <p:nvPr/>
          </p:nvSpPr>
          <p:spPr>
            <a:xfrm>
              <a:off x="3971554" y="2669721"/>
              <a:ext cx="41788" cy="23093"/>
            </a:xfrm>
            <a:custGeom>
              <a:avLst/>
              <a:gdLst/>
              <a:ahLst/>
              <a:cxnLst/>
              <a:rect l="l" t="t" r="r" b="b"/>
              <a:pathLst>
                <a:path w="16" h="9" extrusionOk="0">
                  <a:moveTo>
                    <a:pt x="14" y="0"/>
                  </a:moveTo>
                  <a:cubicBezTo>
                    <a:pt x="11" y="0"/>
                    <a:pt x="9" y="1"/>
                    <a:pt x="7" y="2"/>
                  </a:cubicBezTo>
                  <a:cubicBezTo>
                    <a:pt x="6" y="3"/>
                    <a:pt x="4" y="3"/>
                    <a:pt x="3" y="3"/>
                  </a:cubicBezTo>
                  <a:cubicBezTo>
                    <a:pt x="2" y="3"/>
                    <a:pt x="0" y="5"/>
                    <a:pt x="0" y="6"/>
                  </a:cubicBezTo>
                  <a:cubicBezTo>
                    <a:pt x="0" y="8"/>
                    <a:pt x="2" y="9"/>
                    <a:pt x="3" y="9"/>
                  </a:cubicBezTo>
                  <a:cubicBezTo>
                    <a:pt x="6" y="9"/>
                    <a:pt x="8" y="8"/>
                    <a:pt x="10" y="8"/>
                  </a:cubicBezTo>
                  <a:cubicBezTo>
                    <a:pt x="11" y="7"/>
                    <a:pt x="12" y="6"/>
                    <a:pt x="14" y="6"/>
                  </a:cubicBezTo>
                  <a:cubicBezTo>
                    <a:pt x="15" y="6"/>
                    <a:pt x="16" y="5"/>
                    <a:pt x="16" y="3"/>
                  </a:cubicBezTo>
                  <a:cubicBezTo>
                    <a:pt x="16" y="2"/>
                    <a:pt x="15" y="0"/>
                    <a:pt x="1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93" name="Google Shape;1193;p49"/>
          <p:cNvGrpSpPr/>
          <p:nvPr/>
        </p:nvGrpSpPr>
        <p:grpSpPr>
          <a:xfrm>
            <a:off x="715424" y="1974728"/>
            <a:ext cx="349696" cy="389284"/>
            <a:chOff x="713225" y="1974728"/>
            <a:chExt cx="349696" cy="389284"/>
          </a:xfrm>
        </p:grpSpPr>
        <p:sp>
          <p:nvSpPr>
            <p:cNvPr id="1194" name="Google Shape;1194;p49"/>
            <p:cNvSpPr/>
            <p:nvPr/>
          </p:nvSpPr>
          <p:spPr>
            <a:xfrm>
              <a:off x="713225" y="1974728"/>
              <a:ext cx="349696" cy="389284"/>
            </a:xfrm>
            <a:custGeom>
              <a:avLst/>
              <a:gdLst/>
              <a:ahLst/>
              <a:cxnLst/>
              <a:rect l="l" t="t" r="r" b="b"/>
              <a:pathLst>
                <a:path w="134" h="149" extrusionOk="0">
                  <a:moveTo>
                    <a:pt x="134" y="88"/>
                  </a:moveTo>
                  <a:cubicBezTo>
                    <a:pt x="134" y="80"/>
                    <a:pt x="130" y="72"/>
                    <a:pt x="123" y="67"/>
                  </a:cubicBezTo>
                  <a:cubicBezTo>
                    <a:pt x="126" y="63"/>
                    <a:pt x="128" y="58"/>
                    <a:pt x="128" y="53"/>
                  </a:cubicBezTo>
                  <a:cubicBezTo>
                    <a:pt x="128" y="45"/>
                    <a:pt x="124" y="38"/>
                    <a:pt x="117" y="34"/>
                  </a:cubicBezTo>
                  <a:cubicBezTo>
                    <a:pt x="118" y="33"/>
                    <a:pt x="118" y="32"/>
                    <a:pt x="118" y="30"/>
                  </a:cubicBezTo>
                  <a:cubicBezTo>
                    <a:pt x="118" y="20"/>
                    <a:pt x="110" y="12"/>
                    <a:pt x="100" y="12"/>
                  </a:cubicBezTo>
                  <a:cubicBezTo>
                    <a:pt x="99" y="12"/>
                    <a:pt x="97" y="13"/>
                    <a:pt x="96" y="13"/>
                  </a:cubicBezTo>
                  <a:cubicBezTo>
                    <a:pt x="95" y="5"/>
                    <a:pt x="88" y="0"/>
                    <a:pt x="80" y="0"/>
                  </a:cubicBezTo>
                  <a:cubicBezTo>
                    <a:pt x="75" y="0"/>
                    <a:pt x="70" y="2"/>
                    <a:pt x="67" y="6"/>
                  </a:cubicBezTo>
                  <a:cubicBezTo>
                    <a:pt x="65" y="2"/>
                    <a:pt x="60" y="0"/>
                    <a:pt x="54" y="0"/>
                  </a:cubicBezTo>
                  <a:cubicBezTo>
                    <a:pt x="47" y="0"/>
                    <a:pt x="40" y="5"/>
                    <a:pt x="39" y="13"/>
                  </a:cubicBezTo>
                  <a:cubicBezTo>
                    <a:pt x="38" y="13"/>
                    <a:pt x="38" y="13"/>
                    <a:pt x="37" y="13"/>
                  </a:cubicBezTo>
                  <a:cubicBezTo>
                    <a:pt x="35" y="12"/>
                    <a:pt x="34" y="14"/>
                    <a:pt x="34" y="16"/>
                  </a:cubicBezTo>
                  <a:cubicBezTo>
                    <a:pt x="34" y="17"/>
                    <a:pt x="35" y="18"/>
                    <a:pt x="36" y="18"/>
                  </a:cubicBezTo>
                  <a:cubicBezTo>
                    <a:pt x="38" y="18"/>
                    <a:pt x="39" y="19"/>
                    <a:pt x="40" y="19"/>
                  </a:cubicBezTo>
                  <a:cubicBezTo>
                    <a:pt x="40" y="19"/>
                    <a:pt x="40" y="19"/>
                    <a:pt x="40" y="19"/>
                  </a:cubicBezTo>
                  <a:cubicBezTo>
                    <a:pt x="42" y="20"/>
                    <a:pt x="44" y="22"/>
                    <a:pt x="46" y="24"/>
                  </a:cubicBezTo>
                  <a:cubicBezTo>
                    <a:pt x="46" y="25"/>
                    <a:pt x="47" y="26"/>
                    <a:pt x="48" y="26"/>
                  </a:cubicBezTo>
                  <a:cubicBezTo>
                    <a:pt x="49" y="26"/>
                    <a:pt x="50" y="25"/>
                    <a:pt x="50" y="25"/>
                  </a:cubicBezTo>
                  <a:cubicBezTo>
                    <a:pt x="51" y="24"/>
                    <a:pt x="51" y="22"/>
                    <a:pt x="51" y="21"/>
                  </a:cubicBezTo>
                  <a:cubicBezTo>
                    <a:pt x="49" y="19"/>
                    <a:pt x="47" y="17"/>
                    <a:pt x="44" y="15"/>
                  </a:cubicBezTo>
                  <a:cubicBezTo>
                    <a:pt x="45" y="9"/>
                    <a:pt x="51" y="4"/>
                    <a:pt x="57" y="6"/>
                  </a:cubicBezTo>
                  <a:cubicBezTo>
                    <a:pt x="62" y="7"/>
                    <a:pt x="64" y="11"/>
                    <a:pt x="64" y="16"/>
                  </a:cubicBezTo>
                  <a:cubicBezTo>
                    <a:pt x="64" y="47"/>
                    <a:pt x="64" y="47"/>
                    <a:pt x="64" y="47"/>
                  </a:cubicBezTo>
                  <a:cubicBezTo>
                    <a:pt x="56" y="47"/>
                    <a:pt x="56" y="47"/>
                    <a:pt x="56" y="47"/>
                  </a:cubicBezTo>
                  <a:cubicBezTo>
                    <a:pt x="55" y="47"/>
                    <a:pt x="54" y="48"/>
                    <a:pt x="54" y="50"/>
                  </a:cubicBezTo>
                  <a:cubicBezTo>
                    <a:pt x="54" y="54"/>
                    <a:pt x="50" y="58"/>
                    <a:pt x="46" y="58"/>
                  </a:cubicBezTo>
                  <a:cubicBezTo>
                    <a:pt x="44" y="58"/>
                    <a:pt x="43" y="59"/>
                    <a:pt x="43" y="61"/>
                  </a:cubicBezTo>
                  <a:cubicBezTo>
                    <a:pt x="43" y="70"/>
                    <a:pt x="44" y="78"/>
                    <a:pt x="47" y="85"/>
                  </a:cubicBezTo>
                  <a:cubicBezTo>
                    <a:pt x="51" y="93"/>
                    <a:pt x="57" y="98"/>
                    <a:pt x="64" y="101"/>
                  </a:cubicBezTo>
                  <a:cubicBezTo>
                    <a:pt x="64" y="129"/>
                    <a:pt x="64" y="129"/>
                    <a:pt x="64" y="129"/>
                  </a:cubicBezTo>
                  <a:cubicBezTo>
                    <a:pt x="64" y="135"/>
                    <a:pt x="61" y="140"/>
                    <a:pt x="56" y="142"/>
                  </a:cubicBezTo>
                  <a:cubicBezTo>
                    <a:pt x="48" y="145"/>
                    <a:pt x="41" y="141"/>
                    <a:pt x="38" y="135"/>
                  </a:cubicBezTo>
                  <a:cubicBezTo>
                    <a:pt x="39" y="135"/>
                    <a:pt x="41" y="135"/>
                    <a:pt x="43" y="135"/>
                  </a:cubicBezTo>
                  <a:cubicBezTo>
                    <a:pt x="44" y="134"/>
                    <a:pt x="45" y="133"/>
                    <a:pt x="45" y="132"/>
                  </a:cubicBezTo>
                  <a:cubicBezTo>
                    <a:pt x="45" y="130"/>
                    <a:pt x="43" y="128"/>
                    <a:pt x="41" y="129"/>
                  </a:cubicBezTo>
                  <a:cubicBezTo>
                    <a:pt x="39" y="130"/>
                    <a:pt x="36" y="130"/>
                    <a:pt x="34" y="129"/>
                  </a:cubicBezTo>
                  <a:cubicBezTo>
                    <a:pt x="34" y="129"/>
                    <a:pt x="34" y="129"/>
                    <a:pt x="34" y="129"/>
                  </a:cubicBezTo>
                  <a:cubicBezTo>
                    <a:pt x="26" y="128"/>
                    <a:pt x="20" y="121"/>
                    <a:pt x="20" y="113"/>
                  </a:cubicBezTo>
                  <a:cubicBezTo>
                    <a:pt x="22" y="114"/>
                    <a:pt x="24" y="114"/>
                    <a:pt x="26" y="114"/>
                  </a:cubicBezTo>
                  <a:cubicBezTo>
                    <a:pt x="28" y="114"/>
                    <a:pt x="31" y="113"/>
                    <a:pt x="33" y="113"/>
                  </a:cubicBezTo>
                  <a:cubicBezTo>
                    <a:pt x="34" y="112"/>
                    <a:pt x="35" y="111"/>
                    <a:pt x="35" y="109"/>
                  </a:cubicBezTo>
                  <a:cubicBezTo>
                    <a:pt x="34" y="108"/>
                    <a:pt x="33" y="107"/>
                    <a:pt x="31" y="107"/>
                  </a:cubicBezTo>
                  <a:cubicBezTo>
                    <a:pt x="30" y="108"/>
                    <a:pt x="28" y="108"/>
                    <a:pt x="26" y="108"/>
                  </a:cubicBezTo>
                  <a:cubicBezTo>
                    <a:pt x="24" y="108"/>
                    <a:pt x="21" y="107"/>
                    <a:pt x="19" y="106"/>
                  </a:cubicBezTo>
                  <a:cubicBezTo>
                    <a:pt x="19" y="106"/>
                    <a:pt x="19" y="106"/>
                    <a:pt x="19" y="106"/>
                  </a:cubicBezTo>
                  <a:cubicBezTo>
                    <a:pt x="11" y="103"/>
                    <a:pt x="6" y="96"/>
                    <a:pt x="6" y="88"/>
                  </a:cubicBezTo>
                  <a:cubicBezTo>
                    <a:pt x="6" y="81"/>
                    <a:pt x="11" y="74"/>
                    <a:pt x="17" y="70"/>
                  </a:cubicBezTo>
                  <a:cubicBezTo>
                    <a:pt x="17" y="70"/>
                    <a:pt x="17" y="70"/>
                    <a:pt x="17" y="70"/>
                  </a:cubicBezTo>
                  <a:cubicBezTo>
                    <a:pt x="18" y="69"/>
                    <a:pt x="19" y="69"/>
                    <a:pt x="20" y="69"/>
                  </a:cubicBezTo>
                  <a:cubicBezTo>
                    <a:pt x="22" y="69"/>
                    <a:pt x="24" y="67"/>
                    <a:pt x="23" y="65"/>
                  </a:cubicBezTo>
                  <a:cubicBezTo>
                    <a:pt x="23" y="64"/>
                    <a:pt x="21" y="63"/>
                    <a:pt x="19" y="63"/>
                  </a:cubicBezTo>
                  <a:cubicBezTo>
                    <a:pt x="19" y="64"/>
                    <a:pt x="18" y="64"/>
                    <a:pt x="17" y="64"/>
                  </a:cubicBezTo>
                  <a:cubicBezTo>
                    <a:pt x="14" y="61"/>
                    <a:pt x="12" y="57"/>
                    <a:pt x="12" y="53"/>
                  </a:cubicBezTo>
                  <a:cubicBezTo>
                    <a:pt x="12" y="48"/>
                    <a:pt x="15" y="42"/>
                    <a:pt x="20" y="39"/>
                  </a:cubicBezTo>
                  <a:cubicBezTo>
                    <a:pt x="21" y="42"/>
                    <a:pt x="23" y="44"/>
                    <a:pt x="26" y="46"/>
                  </a:cubicBezTo>
                  <a:cubicBezTo>
                    <a:pt x="27" y="46"/>
                    <a:pt x="27" y="46"/>
                    <a:pt x="28" y="46"/>
                  </a:cubicBezTo>
                  <a:cubicBezTo>
                    <a:pt x="29" y="46"/>
                    <a:pt x="30" y="45"/>
                    <a:pt x="30" y="44"/>
                  </a:cubicBezTo>
                  <a:cubicBezTo>
                    <a:pt x="31" y="43"/>
                    <a:pt x="30" y="41"/>
                    <a:pt x="29" y="41"/>
                  </a:cubicBezTo>
                  <a:cubicBezTo>
                    <a:pt x="26" y="39"/>
                    <a:pt x="25" y="37"/>
                    <a:pt x="24" y="34"/>
                  </a:cubicBezTo>
                  <a:cubicBezTo>
                    <a:pt x="24" y="34"/>
                    <a:pt x="24" y="34"/>
                    <a:pt x="24" y="34"/>
                  </a:cubicBezTo>
                  <a:cubicBezTo>
                    <a:pt x="23" y="34"/>
                    <a:pt x="23" y="33"/>
                    <a:pt x="23" y="32"/>
                  </a:cubicBezTo>
                  <a:cubicBezTo>
                    <a:pt x="23" y="31"/>
                    <a:pt x="22" y="30"/>
                    <a:pt x="21" y="29"/>
                  </a:cubicBezTo>
                  <a:cubicBezTo>
                    <a:pt x="19" y="29"/>
                    <a:pt x="17" y="31"/>
                    <a:pt x="17" y="32"/>
                  </a:cubicBezTo>
                  <a:cubicBezTo>
                    <a:pt x="17" y="33"/>
                    <a:pt x="17" y="33"/>
                    <a:pt x="17" y="34"/>
                  </a:cubicBezTo>
                  <a:cubicBezTo>
                    <a:pt x="11" y="38"/>
                    <a:pt x="7" y="45"/>
                    <a:pt x="7" y="53"/>
                  </a:cubicBezTo>
                  <a:cubicBezTo>
                    <a:pt x="7" y="58"/>
                    <a:pt x="8" y="63"/>
                    <a:pt x="11" y="67"/>
                  </a:cubicBezTo>
                  <a:cubicBezTo>
                    <a:pt x="5" y="72"/>
                    <a:pt x="0" y="80"/>
                    <a:pt x="0" y="88"/>
                  </a:cubicBezTo>
                  <a:cubicBezTo>
                    <a:pt x="0" y="98"/>
                    <a:pt x="6" y="107"/>
                    <a:pt x="14" y="111"/>
                  </a:cubicBezTo>
                  <a:cubicBezTo>
                    <a:pt x="14" y="112"/>
                    <a:pt x="14" y="112"/>
                    <a:pt x="14" y="113"/>
                  </a:cubicBezTo>
                  <a:cubicBezTo>
                    <a:pt x="14" y="118"/>
                    <a:pt x="16" y="123"/>
                    <a:pt x="20" y="127"/>
                  </a:cubicBezTo>
                  <a:cubicBezTo>
                    <a:pt x="23" y="131"/>
                    <a:pt x="27" y="133"/>
                    <a:pt x="31" y="135"/>
                  </a:cubicBezTo>
                  <a:cubicBezTo>
                    <a:pt x="34" y="143"/>
                    <a:pt x="42" y="149"/>
                    <a:pt x="50" y="149"/>
                  </a:cubicBezTo>
                  <a:cubicBezTo>
                    <a:pt x="58" y="149"/>
                    <a:pt x="64" y="145"/>
                    <a:pt x="67" y="139"/>
                  </a:cubicBezTo>
                  <a:cubicBezTo>
                    <a:pt x="71" y="145"/>
                    <a:pt x="77" y="149"/>
                    <a:pt x="84" y="149"/>
                  </a:cubicBezTo>
                  <a:cubicBezTo>
                    <a:pt x="93" y="149"/>
                    <a:pt x="101" y="143"/>
                    <a:pt x="104" y="135"/>
                  </a:cubicBezTo>
                  <a:cubicBezTo>
                    <a:pt x="108" y="133"/>
                    <a:pt x="112" y="131"/>
                    <a:pt x="115" y="127"/>
                  </a:cubicBezTo>
                  <a:cubicBezTo>
                    <a:pt x="119" y="123"/>
                    <a:pt x="121" y="118"/>
                    <a:pt x="121" y="113"/>
                  </a:cubicBezTo>
                  <a:cubicBezTo>
                    <a:pt x="121" y="112"/>
                    <a:pt x="120" y="112"/>
                    <a:pt x="120" y="111"/>
                  </a:cubicBezTo>
                  <a:cubicBezTo>
                    <a:pt x="129" y="107"/>
                    <a:pt x="134" y="98"/>
                    <a:pt x="134" y="88"/>
                  </a:cubicBezTo>
                  <a:close/>
                  <a:moveTo>
                    <a:pt x="49" y="63"/>
                  </a:moveTo>
                  <a:cubicBezTo>
                    <a:pt x="54" y="62"/>
                    <a:pt x="58" y="58"/>
                    <a:pt x="59" y="53"/>
                  </a:cubicBezTo>
                  <a:cubicBezTo>
                    <a:pt x="76" y="53"/>
                    <a:pt x="76" y="53"/>
                    <a:pt x="76" y="53"/>
                  </a:cubicBezTo>
                  <a:cubicBezTo>
                    <a:pt x="77" y="58"/>
                    <a:pt x="81" y="62"/>
                    <a:pt x="86" y="63"/>
                  </a:cubicBezTo>
                  <a:cubicBezTo>
                    <a:pt x="86" y="76"/>
                    <a:pt x="82" y="91"/>
                    <a:pt x="67" y="96"/>
                  </a:cubicBezTo>
                  <a:cubicBezTo>
                    <a:pt x="53" y="91"/>
                    <a:pt x="49" y="76"/>
                    <a:pt x="49" y="63"/>
                  </a:cubicBezTo>
                  <a:close/>
                  <a:moveTo>
                    <a:pt x="116" y="106"/>
                  </a:moveTo>
                  <a:cubicBezTo>
                    <a:pt x="116" y="106"/>
                    <a:pt x="116" y="106"/>
                    <a:pt x="116" y="106"/>
                  </a:cubicBezTo>
                  <a:cubicBezTo>
                    <a:pt x="114" y="107"/>
                    <a:pt x="111" y="108"/>
                    <a:pt x="109" y="108"/>
                  </a:cubicBezTo>
                  <a:cubicBezTo>
                    <a:pt x="107" y="108"/>
                    <a:pt x="105" y="108"/>
                    <a:pt x="104" y="107"/>
                  </a:cubicBezTo>
                  <a:cubicBezTo>
                    <a:pt x="101" y="107"/>
                    <a:pt x="99" y="109"/>
                    <a:pt x="101" y="112"/>
                  </a:cubicBezTo>
                  <a:cubicBezTo>
                    <a:pt x="101" y="112"/>
                    <a:pt x="101" y="112"/>
                    <a:pt x="101" y="113"/>
                  </a:cubicBezTo>
                  <a:cubicBezTo>
                    <a:pt x="104" y="113"/>
                    <a:pt x="106" y="114"/>
                    <a:pt x="109" y="114"/>
                  </a:cubicBezTo>
                  <a:cubicBezTo>
                    <a:pt x="111" y="114"/>
                    <a:pt x="113" y="114"/>
                    <a:pt x="115" y="113"/>
                  </a:cubicBezTo>
                  <a:cubicBezTo>
                    <a:pt x="115" y="121"/>
                    <a:pt x="109" y="128"/>
                    <a:pt x="101" y="129"/>
                  </a:cubicBezTo>
                  <a:cubicBezTo>
                    <a:pt x="101" y="129"/>
                    <a:pt x="101" y="129"/>
                    <a:pt x="101" y="129"/>
                  </a:cubicBezTo>
                  <a:cubicBezTo>
                    <a:pt x="98" y="130"/>
                    <a:pt x="95" y="129"/>
                    <a:pt x="93" y="129"/>
                  </a:cubicBezTo>
                  <a:cubicBezTo>
                    <a:pt x="93" y="129"/>
                    <a:pt x="92" y="129"/>
                    <a:pt x="92" y="129"/>
                  </a:cubicBezTo>
                  <a:cubicBezTo>
                    <a:pt x="89" y="130"/>
                    <a:pt x="90" y="134"/>
                    <a:pt x="92" y="135"/>
                  </a:cubicBezTo>
                  <a:cubicBezTo>
                    <a:pt x="94" y="135"/>
                    <a:pt x="95" y="135"/>
                    <a:pt x="97" y="135"/>
                  </a:cubicBezTo>
                  <a:cubicBezTo>
                    <a:pt x="93" y="144"/>
                    <a:pt x="80" y="147"/>
                    <a:pt x="71" y="136"/>
                  </a:cubicBezTo>
                  <a:cubicBezTo>
                    <a:pt x="71" y="135"/>
                    <a:pt x="70" y="134"/>
                    <a:pt x="70" y="134"/>
                  </a:cubicBezTo>
                  <a:cubicBezTo>
                    <a:pt x="70" y="101"/>
                    <a:pt x="70" y="101"/>
                    <a:pt x="70" y="101"/>
                  </a:cubicBezTo>
                  <a:cubicBezTo>
                    <a:pt x="78" y="98"/>
                    <a:pt x="84" y="93"/>
                    <a:pt x="87" y="85"/>
                  </a:cubicBezTo>
                  <a:cubicBezTo>
                    <a:pt x="91" y="78"/>
                    <a:pt x="92" y="69"/>
                    <a:pt x="92" y="58"/>
                  </a:cubicBezTo>
                  <a:cubicBezTo>
                    <a:pt x="92" y="58"/>
                    <a:pt x="92" y="57"/>
                    <a:pt x="91" y="57"/>
                  </a:cubicBezTo>
                  <a:cubicBezTo>
                    <a:pt x="85" y="59"/>
                    <a:pt x="80" y="54"/>
                    <a:pt x="81" y="48"/>
                  </a:cubicBezTo>
                  <a:cubicBezTo>
                    <a:pt x="82" y="47"/>
                    <a:pt x="81" y="47"/>
                    <a:pt x="81" y="47"/>
                  </a:cubicBezTo>
                  <a:cubicBezTo>
                    <a:pt x="70" y="47"/>
                    <a:pt x="70" y="47"/>
                    <a:pt x="70" y="47"/>
                  </a:cubicBezTo>
                  <a:cubicBezTo>
                    <a:pt x="70" y="12"/>
                    <a:pt x="70" y="12"/>
                    <a:pt x="70" y="12"/>
                  </a:cubicBezTo>
                  <a:cubicBezTo>
                    <a:pt x="70" y="11"/>
                    <a:pt x="71" y="11"/>
                    <a:pt x="71" y="10"/>
                  </a:cubicBezTo>
                  <a:cubicBezTo>
                    <a:pt x="80" y="1"/>
                    <a:pt x="90" y="7"/>
                    <a:pt x="91" y="15"/>
                  </a:cubicBezTo>
                  <a:cubicBezTo>
                    <a:pt x="88" y="17"/>
                    <a:pt x="85" y="19"/>
                    <a:pt x="84" y="22"/>
                  </a:cubicBezTo>
                  <a:cubicBezTo>
                    <a:pt x="84" y="23"/>
                    <a:pt x="84" y="23"/>
                    <a:pt x="84" y="23"/>
                  </a:cubicBezTo>
                  <a:cubicBezTo>
                    <a:pt x="84" y="25"/>
                    <a:pt x="85" y="26"/>
                    <a:pt x="87" y="26"/>
                  </a:cubicBezTo>
                  <a:cubicBezTo>
                    <a:pt x="88" y="26"/>
                    <a:pt x="89" y="25"/>
                    <a:pt x="89" y="24"/>
                  </a:cubicBezTo>
                  <a:cubicBezTo>
                    <a:pt x="91" y="22"/>
                    <a:pt x="92" y="20"/>
                    <a:pt x="95" y="19"/>
                  </a:cubicBezTo>
                  <a:cubicBezTo>
                    <a:pt x="95" y="19"/>
                    <a:pt x="95" y="19"/>
                    <a:pt x="95" y="19"/>
                  </a:cubicBezTo>
                  <a:cubicBezTo>
                    <a:pt x="99" y="18"/>
                    <a:pt x="103" y="18"/>
                    <a:pt x="108" y="21"/>
                  </a:cubicBezTo>
                  <a:cubicBezTo>
                    <a:pt x="108" y="21"/>
                    <a:pt x="108" y="21"/>
                    <a:pt x="108" y="21"/>
                  </a:cubicBezTo>
                  <a:cubicBezTo>
                    <a:pt x="112" y="25"/>
                    <a:pt x="113" y="30"/>
                    <a:pt x="111" y="34"/>
                  </a:cubicBezTo>
                  <a:cubicBezTo>
                    <a:pt x="111" y="34"/>
                    <a:pt x="111" y="34"/>
                    <a:pt x="111" y="34"/>
                  </a:cubicBezTo>
                  <a:cubicBezTo>
                    <a:pt x="110" y="37"/>
                    <a:pt x="108" y="40"/>
                    <a:pt x="105" y="41"/>
                  </a:cubicBezTo>
                  <a:cubicBezTo>
                    <a:pt x="105" y="41"/>
                    <a:pt x="105" y="42"/>
                    <a:pt x="105" y="42"/>
                  </a:cubicBezTo>
                  <a:cubicBezTo>
                    <a:pt x="104" y="45"/>
                    <a:pt x="105" y="46"/>
                    <a:pt x="107" y="46"/>
                  </a:cubicBezTo>
                  <a:cubicBezTo>
                    <a:pt x="108" y="46"/>
                    <a:pt x="108" y="46"/>
                    <a:pt x="109" y="46"/>
                  </a:cubicBezTo>
                  <a:cubicBezTo>
                    <a:pt x="111" y="44"/>
                    <a:pt x="114" y="42"/>
                    <a:pt x="115" y="39"/>
                  </a:cubicBezTo>
                  <a:cubicBezTo>
                    <a:pt x="120" y="42"/>
                    <a:pt x="122" y="48"/>
                    <a:pt x="122" y="53"/>
                  </a:cubicBezTo>
                  <a:cubicBezTo>
                    <a:pt x="122" y="57"/>
                    <a:pt x="121" y="61"/>
                    <a:pt x="118" y="64"/>
                  </a:cubicBezTo>
                  <a:cubicBezTo>
                    <a:pt x="117" y="64"/>
                    <a:pt x="116" y="63"/>
                    <a:pt x="114" y="63"/>
                  </a:cubicBezTo>
                  <a:cubicBezTo>
                    <a:pt x="114" y="63"/>
                    <a:pt x="114" y="63"/>
                    <a:pt x="114" y="63"/>
                  </a:cubicBezTo>
                  <a:cubicBezTo>
                    <a:pt x="110" y="66"/>
                    <a:pt x="113" y="71"/>
                    <a:pt x="117" y="69"/>
                  </a:cubicBezTo>
                  <a:cubicBezTo>
                    <a:pt x="117" y="68"/>
                    <a:pt x="117" y="69"/>
                    <a:pt x="117" y="69"/>
                  </a:cubicBezTo>
                  <a:cubicBezTo>
                    <a:pt x="117" y="70"/>
                    <a:pt x="117" y="70"/>
                    <a:pt x="117" y="70"/>
                  </a:cubicBezTo>
                  <a:cubicBezTo>
                    <a:pt x="124" y="74"/>
                    <a:pt x="129" y="81"/>
                    <a:pt x="129" y="88"/>
                  </a:cubicBezTo>
                  <a:cubicBezTo>
                    <a:pt x="129" y="96"/>
                    <a:pt x="124" y="103"/>
                    <a:pt x="116" y="10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5" name="Google Shape;1195;p49"/>
            <p:cNvSpPr/>
            <p:nvPr/>
          </p:nvSpPr>
          <p:spPr>
            <a:xfrm>
              <a:off x="775907" y="2120984"/>
              <a:ext cx="38489" cy="62682"/>
            </a:xfrm>
            <a:custGeom>
              <a:avLst/>
              <a:gdLst/>
              <a:ahLst/>
              <a:cxnLst/>
              <a:rect l="l" t="t" r="r" b="b"/>
              <a:pathLst>
                <a:path w="15" h="24" extrusionOk="0">
                  <a:moveTo>
                    <a:pt x="9" y="9"/>
                  </a:moveTo>
                  <a:cubicBezTo>
                    <a:pt x="9" y="13"/>
                    <a:pt x="6" y="17"/>
                    <a:pt x="2" y="18"/>
                  </a:cubicBezTo>
                  <a:cubicBezTo>
                    <a:pt x="1" y="18"/>
                    <a:pt x="0" y="20"/>
                    <a:pt x="0" y="22"/>
                  </a:cubicBezTo>
                  <a:cubicBezTo>
                    <a:pt x="1" y="23"/>
                    <a:pt x="2" y="24"/>
                    <a:pt x="3" y="24"/>
                  </a:cubicBezTo>
                  <a:cubicBezTo>
                    <a:pt x="3" y="24"/>
                    <a:pt x="4" y="24"/>
                    <a:pt x="4" y="24"/>
                  </a:cubicBezTo>
                  <a:cubicBezTo>
                    <a:pt x="10" y="22"/>
                    <a:pt x="15" y="16"/>
                    <a:pt x="15" y="9"/>
                  </a:cubicBezTo>
                  <a:cubicBezTo>
                    <a:pt x="15" y="7"/>
                    <a:pt x="14" y="4"/>
                    <a:pt x="13" y="2"/>
                  </a:cubicBezTo>
                  <a:cubicBezTo>
                    <a:pt x="12" y="0"/>
                    <a:pt x="10" y="0"/>
                    <a:pt x="9" y="1"/>
                  </a:cubicBezTo>
                  <a:cubicBezTo>
                    <a:pt x="7" y="2"/>
                    <a:pt x="7" y="3"/>
                    <a:pt x="8" y="5"/>
                  </a:cubicBezTo>
                  <a:cubicBezTo>
                    <a:pt x="9" y="6"/>
                    <a:pt x="9" y="8"/>
                    <a:pt x="9"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6" name="Google Shape;1196;p49"/>
            <p:cNvSpPr/>
            <p:nvPr/>
          </p:nvSpPr>
          <p:spPr>
            <a:xfrm>
              <a:off x="801199" y="2219955"/>
              <a:ext cx="47286" cy="54984"/>
            </a:xfrm>
            <a:custGeom>
              <a:avLst/>
              <a:gdLst/>
              <a:ahLst/>
              <a:cxnLst/>
              <a:rect l="l" t="t" r="r" b="b"/>
              <a:pathLst>
                <a:path w="18" h="21" extrusionOk="0">
                  <a:moveTo>
                    <a:pt x="14" y="21"/>
                  </a:moveTo>
                  <a:cubicBezTo>
                    <a:pt x="14" y="21"/>
                    <a:pt x="14" y="21"/>
                    <a:pt x="15" y="21"/>
                  </a:cubicBezTo>
                  <a:cubicBezTo>
                    <a:pt x="16" y="21"/>
                    <a:pt x="17" y="20"/>
                    <a:pt x="18" y="19"/>
                  </a:cubicBezTo>
                  <a:cubicBezTo>
                    <a:pt x="18" y="18"/>
                    <a:pt x="18" y="16"/>
                    <a:pt x="18" y="15"/>
                  </a:cubicBezTo>
                  <a:cubicBezTo>
                    <a:pt x="18" y="7"/>
                    <a:pt x="11" y="0"/>
                    <a:pt x="3" y="0"/>
                  </a:cubicBezTo>
                  <a:cubicBezTo>
                    <a:pt x="2" y="0"/>
                    <a:pt x="0" y="1"/>
                    <a:pt x="0" y="3"/>
                  </a:cubicBezTo>
                  <a:cubicBezTo>
                    <a:pt x="0" y="5"/>
                    <a:pt x="2" y="6"/>
                    <a:pt x="3" y="6"/>
                  </a:cubicBezTo>
                  <a:cubicBezTo>
                    <a:pt x="8" y="6"/>
                    <a:pt x="12" y="10"/>
                    <a:pt x="12" y="15"/>
                  </a:cubicBezTo>
                  <a:cubicBezTo>
                    <a:pt x="12" y="16"/>
                    <a:pt x="12" y="17"/>
                    <a:pt x="12" y="17"/>
                  </a:cubicBezTo>
                  <a:cubicBezTo>
                    <a:pt x="11" y="19"/>
                    <a:pt x="12" y="20"/>
                    <a:pt x="14" y="2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7" name="Google Shape;1197;p49"/>
            <p:cNvSpPr/>
            <p:nvPr/>
          </p:nvSpPr>
          <p:spPr>
            <a:xfrm>
              <a:off x="808897" y="2060502"/>
              <a:ext cx="60482" cy="23093"/>
            </a:xfrm>
            <a:custGeom>
              <a:avLst/>
              <a:gdLst/>
              <a:ahLst/>
              <a:cxnLst/>
              <a:rect l="l" t="t" r="r" b="b"/>
              <a:pathLst>
                <a:path w="23" h="9" extrusionOk="0">
                  <a:moveTo>
                    <a:pt x="22" y="5"/>
                  </a:moveTo>
                  <a:cubicBezTo>
                    <a:pt x="23" y="4"/>
                    <a:pt x="23" y="2"/>
                    <a:pt x="22" y="1"/>
                  </a:cubicBezTo>
                  <a:cubicBezTo>
                    <a:pt x="21" y="0"/>
                    <a:pt x="19" y="0"/>
                    <a:pt x="18" y="1"/>
                  </a:cubicBezTo>
                  <a:cubicBezTo>
                    <a:pt x="16" y="3"/>
                    <a:pt x="14" y="4"/>
                    <a:pt x="12" y="4"/>
                  </a:cubicBezTo>
                  <a:cubicBezTo>
                    <a:pt x="9" y="4"/>
                    <a:pt x="7" y="3"/>
                    <a:pt x="5" y="1"/>
                  </a:cubicBezTo>
                  <a:cubicBezTo>
                    <a:pt x="4" y="0"/>
                    <a:pt x="2" y="0"/>
                    <a:pt x="1" y="1"/>
                  </a:cubicBezTo>
                  <a:cubicBezTo>
                    <a:pt x="0" y="2"/>
                    <a:pt x="0" y="4"/>
                    <a:pt x="1" y="5"/>
                  </a:cubicBezTo>
                  <a:cubicBezTo>
                    <a:pt x="4" y="8"/>
                    <a:pt x="8" y="9"/>
                    <a:pt x="12" y="9"/>
                  </a:cubicBezTo>
                  <a:cubicBezTo>
                    <a:pt x="16" y="9"/>
                    <a:pt x="19" y="8"/>
                    <a:pt x="2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8" name="Google Shape;1198;p49"/>
            <p:cNvSpPr/>
            <p:nvPr/>
          </p:nvSpPr>
          <p:spPr>
            <a:xfrm>
              <a:off x="962851" y="2120984"/>
              <a:ext cx="39588" cy="62682"/>
            </a:xfrm>
            <a:custGeom>
              <a:avLst/>
              <a:gdLst/>
              <a:ahLst/>
              <a:cxnLst/>
              <a:rect l="l" t="t" r="r" b="b"/>
              <a:pathLst>
                <a:path w="15" h="24" extrusionOk="0">
                  <a:moveTo>
                    <a:pt x="13" y="18"/>
                  </a:moveTo>
                  <a:cubicBezTo>
                    <a:pt x="9" y="17"/>
                    <a:pt x="6" y="13"/>
                    <a:pt x="6" y="9"/>
                  </a:cubicBezTo>
                  <a:cubicBezTo>
                    <a:pt x="6" y="8"/>
                    <a:pt x="6" y="6"/>
                    <a:pt x="7" y="5"/>
                  </a:cubicBezTo>
                  <a:cubicBezTo>
                    <a:pt x="8" y="3"/>
                    <a:pt x="7" y="2"/>
                    <a:pt x="6" y="1"/>
                  </a:cubicBezTo>
                  <a:cubicBezTo>
                    <a:pt x="5" y="0"/>
                    <a:pt x="3" y="0"/>
                    <a:pt x="2" y="2"/>
                  </a:cubicBezTo>
                  <a:cubicBezTo>
                    <a:pt x="1" y="4"/>
                    <a:pt x="0" y="7"/>
                    <a:pt x="0" y="9"/>
                  </a:cubicBezTo>
                  <a:cubicBezTo>
                    <a:pt x="0" y="16"/>
                    <a:pt x="5" y="22"/>
                    <a:pt x="11" y="24"/>
                  </a:cubicBezTo>
                  <a:cubicBezTo>
                    <a:pt x="11" y="24"/>
                    <a:pt x="12" y="24"/>
                    <a:pt x="12" y="24"/>
                  </a:cubicBezTo>
                  <a:cubicBezTo>
                    <a:pt x="13" y="24"/>
                    <a:pt x="14" y="23"/>
                    <a:pt x="15" y="22"/>
                  </a:cubicBezTo>
                  <a:cubicBezTo>
                    <a:pt x="15" y="20"/>
                    <a:pt x="14" y="18"/>
                    <a:pt x="13"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9" name="Google Shape;1199;p49"/>
            <p:cNvSpPr/>
            <p:nvPr/>
          </p:nvSpPr>
          <p:spPr>
            <a:xfrm>
              <a:off x="929861" y="2219955"/>
              <a:ext cx="46186" cy="54984"/>
            </a:xfrm>
            <a:custGeom>
              <a:avLst/>
              <a:gdLst/>
              <a:ahLst/>
              <a:cxnLst/>
              <a:rect l="l" t="t" r="r" b="b"/>
              <a:pathLst>
                <a:path w="18" h="21" extrusionOk="0">
                  <a:moveTo>
                    <a:pt x="15" y="0"/>
                  </a:moveTo>
                  <a:cubicBezTo>
                    <a:pt x="6" y="0"/>
                    <a:pt x="0" y="7"/>
                    <a:pt x="0" y="15"/>
                  </a:cubicBezTo>
                  <a:cubicBezTo>
                    <a:pt x="0" y="16"/>
                    <a:pt x="0" y="18"/>
                    <a:pt x="0" y="19"/>
                  </a:cubicBezTo>
                  <a:cubicBezTo>
                    <a:pt x="1" y="20"/>
                    <a:pt x="2" y="21"/>
                    <a:pt x="3" y="21"/>
                  </a:cubicBezTo>
                  <a:cubicBezTo>
                    <a:pt x="3" y="21"/>
                    <a:pt x="4" y="21"/>
                    <a:pt x="4" y="21"/>
                  </a:cubicBezTo>
                  <a:cubicBezTo>
                    <a:pt x="5" y="20"/>
                    <a:pt x="6" y="19"/>
                    <a:pt x="6" y="17"/>
                  </a:cubicBezTo>
                  <a:cubicBezTo>
                    <a:pt x="6" y="17"/>
                    <a:pt x="6" y="16"/>
                    <a:pt x="6" y="15"/>
                  </a:cubicBezTo>
                  <a:cubicBezTo>
                    <a:pt x="6" y="10"/>
                    <a:pt x="10" y="6"/>
                    <a:pt x="15" y="6"/>
                  </a:cubicBezTo>
                  <a:cubicBezTo>
                    <a:pt x="16" y="6"/>
                    <a:pt x="18" y="5"/>
                    <a:pt x="18" y="3"/>
                  </a:cubicBezTo>
                  <a:cubicBezTo>
                    <a:pt x="18" y="1"/>
                    <a:pt x="16" y="0"/>
                    <a:pt x="15"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0" name="Google Shape;1200;p49"/>
            <p:cNvSpPr/>
            <p:nvPr/>
          </p:nvSpPr>
          <p:spPr>
            <a:xfrm>
              <a:off x="908967" y="2060502"/>
              <a:ext cx="59382" cy="23093"/>
            </a:xfrm>
            <a:custGeom>
              <a:avLst/>
              <a:gdLst/>
              <a:ahLst/>
              <a:cxnLst/>
              <a:rect l="l" t="t" r="r" b="b"/>
              <a:pathLst>
                <a:path w="23" h="9" extrusionOk="0">
                  <a:moveTo>
                    <a:pt x="22" y="1"/>
                  </a:moveTo>
                  <a:cubicBezTo>
                    <a:pt x="21" y="0"/>
                    <a:pt x="19" y="0"/>
                    <a:pt x="18" y="1"/>
                  </a:cubicBezTo>
                  <a:cubicBezTo>
                    <a:pt x="16" y="3"/>
                    <a:pt x="14" y="4"/>
                    <a:pt x="11" y="4"/>
                  </a:cubicBezTo>
                  <a:cubicBezTo>
                    <a:pt x="9" y="4"/>
                    <a:pt x="7" y="3"/>
                    <a:pt x="5" y="1"/>
                  </a:cubicBezTo>
                  <a:cubicBezTo>
                    <a:pt x="4" y="0"/>
                    <a:pt x="2" y="0"/>
                    <a:pt x="1" y="1"/>
                  </a:cubicBezTo>
                  <a:cubicBezTo>
                    <a:pt x="0" y="2"/>
                    <a:pt x="0" y="4"/>
                    <a:pt x="1" y="5"/>
                  </a:cubicBezTo>
                  <a:cubicBezTo>
                    <a:pt x="4" y="8"/>
                    <a:pt x="7" y="9"/>
                    <a:pt x="11" y="9"/>
                  </a:cubicBezTo>
                  <a:cubicBezTo>
                    <a:pt x="15" y="9"/>
                    <a:pt x="19" y="8"/>
                    <a:pt x="22" y="5"/>
                  </a:cubicBezTo>
                  <a:cubicBezTo>
                    <a:pt x="23" y="4"/>
                    <a:pt x="23" y="2"/>
                    <a:pt x="22"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1" name="Google Shape;1201;p49"/>
            <p:cNvSpPr/>
            <p:nvPr/>
          </p:nvSpPr>
          <p:spPr>
            <a:xfrm>
              <a:off x="767109" y="2018715"/>
              <a:ext cx="18695" cy="15395"/>
            </a:xfrm>
            <a:custGeom>
              <a:avLst/>
              <a:gdLst/>
              <a:ahLst/>
              <a:cxnLst/>
              <a:rect l="l" t="t" r="r" b="b"/>
              <a:pathLst>
                <a:path w="7" h="6" extrusionOk="0">
                  <a:moveTo>
                    <a:pt x="3" y="6"/>
                  </a:moveTo>
                  <a:cubicBezTo>
                    <a:pt x="6" y="6"/>
                    <a:pt x="7" y="3"/>
                    <a:pt x="6" y="1"/>
                  </a:cubicBezTo>
                  <a:cubicBezTo>
                    <a:pt x="5" y="0"/>
                    <a:pt x="5" y="0"/>
                    <a:pt x="4" y="0"/>
                  </a:cubicBezTo>
                  <a:cubicBezTo>
                    <a:pt x="3" y="0"/>
                    <a:pt x="3" y="0"/>
                    <a:pt x="3" y="0"/>
                  </a:cubicBezTo>
                  <a:cubicBezTo>
                    <a:pt x="2" y="0"/>
                    <a:pt x="1" y="0"/>
                    <a:pt x="1" y="1"/>
                  </a:cubicBezTo>
                  <a:cubicBezTo>
                    <a:pt x="0" y="3"/>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2" name="Google Shape;1202;p49"/>
            <p:cNvSpPr/>
            <p:nvPr/>
          </p:nvSpPr>
          <p:spPr>
            <a:xfrm>
              <a:off x="861681" y="2147376"/>
              <a:ext cx="54984" cy="41788"/>
            </a:xfrm>
            <a:custGeom>
              <a:avLst/>
              <a:gdLst/>
              <a:ahLst/>
              <a:cxnLst/>
              <a:rect l="l" t="t" r="r" b="b"/>
              <a:pathLst>
                <a:path w="21" h="16" extrusionOk="0">
                  <a:moveTo>
                    <a:pt x="19" y="1"/>
                  </a:moveTo>
                  <a:cubicBezTo>
                    <a:pt x="18" y="0"/>
                    <a:pt x="16" y="0"/>
                    <a:pt x="15" y="1"/>
                  </a:cubicBezTo>
                  <a:cubicBezTo>
                    <a:pt x="8" y="9"/>
                    <a:pt x="8" y="9"/>
                    <a:pt x="8" y="9"/>
                  </a:cubicBezTo>
                  <a:cubicBezTo>
                    <a:pt x="5" y="6"/>
                    <a:pt x="5" y="6"/>
                    <a:pt x="5" y="6"/>
                  </a:cubicBezTo>
                  <a:cubicBezTo>
                    <a:pt x="4" y="5"/>
                    <a:pt x="2" y="5"/>
                    <a:pt x="1" y="6"/>
                  </a:cubicBezTo>
                  <a:cubicBezTo>
                    <a:pt x="0" y="7"/>
                    <a:pt x="0" y="9"/>
                    <a:pt x="1" y="10"/>
                  </a:cubicBezTo>
                  <a:cubicBezTo>
                    <a:pt x="6" y="15"/>
                    <a:pt x="6" y="15"/>
                    <a:pt x="6" y="15"/>
                  </a:cubicBezTo>
                  <a:cubicBezTo>
                    <a:pt x="7" y="15"/>
                    <a:pt x="7" y="16"/>
                    <a:pt x="8" y="16"/>
                  </a:cubicBezTo>
                  <a:cubicBezTo>
                    <a:pt x="9" y="16"/>
                    <a:pt x="10" y="15"/>
                    <a:pt x="10" y="15"/>
                  </a:cubicBezTo>
                  <a:cubicBezTo>
                    <a:pt x="19" y="5"/>
                    <a:pt x="19" y="5"/>
                    <a:pt x="19" y="5"/>
                  </a:cubicBezTo>
                  <a:cubicBezTo>
                    <a:pt x="21" y="4"/>
                    <a:pt x="21" y="3"/>
                    <a:pt x="19"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03" name="Google Shape;1203;p49"/>
          <p:cNvGrpSpPr/>
          <p:nvPr/>
        </p:nvGrpSpPr>
        <p:grpSpPr>
          <a:xfrm>
            <a:off x="2337441" y="3176670"/>
            <a:ext cx="352995" cy="389284"/>
            <a:chOff x="2264863" y="3176670"/>
            <a:chExt cx="352995" cy="389284"/>
          </a:xfrm>
        </p:grpSpPr>
        <p:sp>
          <p:nvSpPr>
            <p:cNvPr id="1204" name="Google Shape;1204;p49"/>
            <p:cNvSpPr/>
            <p:nvPr/>
          </p:nvSpPr>
          <p:spPr>
            <a:xfrm>
              <a:off x="2327544" y="3370213"/>
              <a:ext cx="18695" cy="17595"/>
            </a:xfrm>
            <a:custGeom>
              <a:avLst/>
              <a:gdLst/>
              <a:ahLst/>
              <a:cxnLst/>
              <a:rect l="l" t="t" r="r" b="b"/>
              <a:pathLst>
                <a:path w="7" h="7" extrusionOk="0">
                  <a:moveTo>
                    <a:pt x="3" y="0"/>
                  </a:moveTo>
                  <a:cubicBezTo>
                    <a:pt x="1" y="0"/>
                    <a:pt x="0" y="2"/>
                    <a:pt x="1" y="4"/>
                  </a:cubicBezTo>
                  <a:cubicBezTo>
                    <a:pt x="1" y="5"/>
                    <a:pt x="2" y="6"/>
                    <a:pt x="2" y="6"/>
                  </a:cubicBezTo>
                  <a:cubicBezTo>
                    <a:pt x="5" y="7"/>
                    <a:pt x="7" y="4"/>
                    <a:pt x="6" y="2"/>
                  </a:cubicBezTo>
                  <a:cubicBezTo>
                    <a:pt x="6" y="1"/>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5" name="Google Shape;1205;p49"/>
            <p:cNvSpPr/>
            <p:nvPr/>
          </p:nvSpPr>
          <p:spPr>
            <a:xfrm>
              <a:off x="2264863" y="3176670"/>
              <a:ext cx="352995" cy="389284"/>
            </a:xfrm>
            <a:custGeom>
              <a:avLst/>
              <a:gdLst/>
              <a:ahLst/>
              <a:cxnLst/>
              <a:rect l="l" t="t" r="r" b="b"/>
              <a:pathLst>
                <a:path w="135" h="149" extrusionOk="0">
                  <a:moveTo>
                    <a:pt x="130" y="58"/>
                  </a:moveTo>
                  <a:cubicBezTo>
                    <a:pt x="132" y="58"/>
                    <a:pt x="132" y="58"/>
                    <a:pt x="132" y="58"/>
                  </a:cubicBezTo>
                  <a:cubicBezTo>
                    <a:pt x="134" y="58"/>
                    <a:pt x="135" y="57"/>
                    <a:pt x="135" y="55"/>
                  </a:cubicBezTo>
                  <a:cubicBezTo>
                    <a:pt x="135" y="43"/>
                    <a:pt x="135" y="43"/>
                    <a:pt x="135" y="43"/>
                  </a:cubicBezTo>
                  <a:cubicBezTo>
                    <a:pt x="135" y="42"/>
                    <a:pt x="134" y="40"/>
                    <a:pt x="132" y="40"/>
                  </a:cubicBezTo>
                  <a:cubicBezTo>
                    <a:pt x="124" y="40"/>
                    <a:pt x="124" y="40"/>
                    <a:pt x="124" y="40"/>
                  </a:cubicBezTo>
                  <a:cubicBezTo>
                    <a:pt x="124" y="36"/>
                    <a:pt x="120" y="32"/>
                    <a:pt x="115" y="32"/>
                  </a:cubicBezTo>
                  <a:cubicBezTo>
                    <a:pt x="110" y="32"/>
                    <a:pt x="106" y="36"/>
                    <a:pt x="106" y="40"/>
                  </a:cubicBezTo>
                  <a:cubicBezTo>
                    <a:pt x="102" y="40"/>
                    <a:pt x="102" y="40"/>
                    <a:pt x="102" y="40"/>
                  </a:cubicBezTo>
                  <a:cubicBezTo>
                    <a:pt x="99" y="36"/>
                    <a:pt x="95" y="33"/>
                    <a:pt x="91" y="30"/>
                  </a:cubicBezTo>
                  <a:cubicBezTo>
                    <a:pt x="91" y="30"/>
                    <a:pt x="91" y="29"/>
                    <a:pt x="91" y="29"/>
                  </a:cubicBezTo>
                  <a:cubicBezTo>
                    <a:pt x="91" y="24"/>
                    <a:pt x="87" y="20"/>
                    <a:pt x="82" y="20"/>
                  </a:cubicBezTo>
                  <a:cubicBezTo>
                    <a:pt x="82" y="11"/>
                    <a:pt x="82" y="11"/>
                    <a:pt x="82" y="11"/>
                  </a:cubicBezTo>
                  <a:cubicBezTo>
                    <a:pt x="82" y="10"/>
                    <a:pt x="81" y="8"/>
                    <a:pt x="79" y="8"/>
                  </a:cubicBezTo>
                  <a:cubicBezTo>
                    <a:pt x="71" y="8"/>
                    <a:pt x="71" y="8"/>
                    <a:pt x="71" y="8"/>
                  </a:cubicBezTo>
                  <a:cubicBezTo>
                    <a:pt x="71" y="4"/>
                    <a:pt x="67" y="0"/>
                    <a:pt x="62" y="0"/>
                  </a:cubicBezTo>
                  <a:cubicBezTo>
                    <a:pt x="57" y="0"/>
                    <a:pt x="53" y="4"/>
                    <a:pt x="53" y="8"/>
                  </a:cubicBezTo>
                  <a:cubicBezTo>
                    <a:pt x="45" y="8"/>
                    <a:pt x="45" y="8"/>
                    <a:pt x="45" y="8"/>
                  </a:cubicBezTo>
                  <a:cubicBezTo>
                    <a:pt x="43" y="8"/>
                    <a:pt x="42" y="10"/>
                    <a:pt x="42" y="11"/>
                  </a:cubicBezTo>
                  <a:cubicBezTo>
                    <a:pt x="42" y="25"/>
                    <a:pt x="42" y="25"/>
                    <a:pt x="42" y="25"/>
                  </a:cubicBezTo>
                  <a:cubicBezTo>
                    <a:pt x="33" y="29"/>
                    <a:pt x="26" y="35"/>
                    <a:pt x="21" y="42"/>
                  </a:cubicBezTo>
                  <a:cubicBezTo>
                    <a:pt x="15" y="51"/>
                    <a:pt x="12" y="60"/>
                    <a:pt x="12" y="70"/>
                  </a:cubicBezTo>
                  <a:cubicBezTo>
                    <a:pt x="12" y="73"/>
                    <a:pt x="9" y="79"/>
                    <a:pt x="5" y="85"/>
                  </a:cubicBezTo>
                  <a:cubicBezTo>
                    <a:pt x="0" y="91"/>
                    <a:pt x="1" y="95"/>
                    <a:pt x="2" y="97"/>
                  </a:cubicBezTo>
                  <a:cubicBezTo>
                    <a:pt x="4" y="100"/>
                    <a:pt x="7" y="103"/>
                    <a:pt x="15" y="104"/>
                  </a:cubicBezTo>
                  <a:cubicBezTo>
                    <a:pt x="15" y="116"/>
                    <a:pt x="15" y="116"/>
                    <a:pt x="15" y="116"/>
                  </a:cubicBezTo>
                  <a:cubicBezTo>
                    <a:pt x="15" y="125"/>
                    <a:pt x="22" y="132"/>
                    <a:pt x="31" y="132"/>
                  </a:cubicBezTo>
                  <a:cubicBezTo>
                    <a:pt x="38" y="132"/>
                    <a:pt x="42" y="132"/>
                    <a:pt x="44" y="134"/>
                  </a:cubicBezTo>
                  <a:cubicBezTo>
                    <a:pt x="46" y="135"/>
                    <a:pt x="47" y="139"/>
                    <a:pt x="47" y="146"/>
                  </a:cubicBezTo>
                  <a:cubicBezTo>
                    <a:pt x="47" y="148"/>
                    <a:pt x="48" y="149"/>
                    <a:pt x="50" y="149"/>
                  </a:cubicBezTo>
                  <a:cubicBezTo>
                    <a:pt x="92" y="149"/>
                    <a:pt x="92" y="149"/>
                    <a:pt x="92" y="149"/>
                  </a:cubicBezTo>
                  <a:cubicBezTo>
                    <a:pt x="92" y="149"/>
                    <a:pt x="92" y="149"/>
                    <a:pt x="93" y="149"/>
                  </a:cubicBezTo>
                  <a:cubicBezTo>
                    <a:pt x="94" y="148"/>
                    <a:pt x="95" y="147"/>
                    <a:pt x="95" y="146"/>
                  </a:cubicBezTo>
                  <a:cubicBezTo>
                    <a:pt x="94" y="140"/>
                    <a:pt x="94" y="136"/>
                    <a:pt x="94" y="132"/>
                  </a:cubicBezTo>
                  <a:cubicBezTo>
                    <a:pt x="94" y="131"/>
                    <a:pt x="93" y="129"/>
                    <a:pt x="91" y="129"/>
                  </a:cubicBezTo>
                  <a:cubicBezTo>
                    <a:pt x="90" y="129"/>
                    <a:pt x="88" y="131"/>
                    <a:pt x="88" y="132"/>
                  </a:cubicBezTo>
                  <a:cubicBezTo>
                    <a:pt x="88" y="135"/>
                    <a:pt x="88" y="139"/>
                    <a:pt x="89" y="143"/>
                  </a:cubicBezTo>
                  <a:cubicBezTo>
                    <a:pt x="53" y="143"/>
                    <a:pt x="53" y="143"/>
                    <a:pt x="53" y="143"/>
                  </a:cubicBezTo>
                  <a:cubicBezTo>
                    <a:pt x="52" y="137"/>
                    <a:pt x="51" y="132"/>
                    <a:pt x="48" y="129"/>
                  </a:cubicBezTo>
                  <a:cubicBezTo>
                    <a:pt x="45" y="126"/>
                    <a:pt x="39" y="126"/>
                    <a:pt x="31" y="126"/>
                  </a:cubicBezTo>
                  <a:cubicBezTo>
                    <a:pt x="25" y="126"/>
                    <a:pt x="21" y="122"/>
                    <a:pt x="21" y="116"/>
                  </a:cubicBezTo>
                  <a:cubicBezTo>
                    <a:pt x="21" y="112"/>
                    <a:pt x="21" y="112"/>
                    <a:pt x="21" y="112"/>
                  </a:cubicBezTo>
                  <a:cubicBezTo>
                    <a:pt x="23" y="112"/>
                    <a:pt x="25" y="113"/>
                    <a:pt x="28" y="115"/>
                  </a:cubicBezTo>
                  <a:cubicBezTo>
                    <a:pt x="28" y="115"/>
                    <a:pt x="29" y="115"/>
                    <a:pt x="29" y="115"/>
                  </a:cubicBezTo>
                  <a:cubicBezTo>
                    <a:pt x="30" y="115"/>
                    <a:pt x="32" y="115"/>
                    <a:pt x="32" y="114"/>
                  </a:cubicBezTo>
                  <a:cubicBezTo>
                    <a:pt x="33" y="112"/>
                    <a:pt x="32" y="111"/>
                    <a:pt x="31" y="110"/>
                  </a:cubicBezTo>
                  <a:cubicBezTo>
                    <a:pt x="27" y="108"/>
                    <a:pt x="24" y="107"/>
                    <a:pt x="21" y="107"/>
                  </a:cubicBezTo>
                  <a:cubicBezTo>
                    <a:pt x="21" y="101"/>
                    <a:pt x="21" y="101"/>
                    <a:pt x="21" y="101"/>
                  </a:cubicBezTo>
                  <a:cubicBezTo>
                    <a:pt x="21" y="99"/>
                    <a:pt x="19" y="98"/>
                    <a:pt x="18" y="98"/>
                  </a:cubicBezTo>
                  <a:cubicBezTo>
                    <a:pt x="12" y="98"/>
                    <a:pt x="9" y="97"/>
                    <a:pt x="8" y="95"/>
                  </a:cubicBezTo>
                  <a:cubicBezTo>
                    <a:pt x="7" y="93"/>
                    <a:pt x="8" y="91"/>
                    <a:pt x="9" y="88"/>
                  </a:cubicBezTo>
                  <a:cubicBezTo>
                    <a:pt x="13" y="83"/>
                    <a:pt x="18" y="76"/>
                    <a:pt x="18" y="70"/>
                  </a:cubicBezTo>
                  <a:cubicBezTo>
                    <a:pt x="18" y="54"/>
                    <a:pt x="27" y="39"/>
                    <a:pt x="42" y="31"/>
                  </a:cubicBezTo>
                  <a:cubicBezTo>
                    <a:pt x="42" y="40"/>
                    <a:pt x="42" y="40"/>
                    <a:pt x="42" y="40"/>
                  </a:cubicBezTo>
                  <a:cubicBezTo>
                    <a:pt x="42" y="45"/>
                    <a:pt x="46" y="49"/>
                    <a:pt x="50" y="49"/>
                  </a:cubicBezTo>
                  <a:cubicBezTo>
                    <a:pt x="56" y="49"/>
                    <a:pt x="56" y="49"/>
                    <a:pt x="56" y="49"/>
                  </a:cubicBezTo>
                  <a:cubicBezTo>
                    <a:pt x="58" y="49"/>
                    <a:pt x="59" y="48"/>
                    <a:pt x="59" y="46"/>
                  </a:cubicBezTo>
                  <a:cubicBezTo>
                    <a:pt x="59" y="43"/>
                    <a:pt x="59" y="43"/>
                    <a:pt x="59" y="43"/>
                  </a:cubicBezTo>
                  <a:cubicBezTo>
                    <a:pt x="59" y="42"/>
                    <a:pt x="60" y="41"/>
                    <a:pt x="62" y="40"/>
                  </a:cubicBezTo>
                  <a:cubicBezTo>
                    <a:pt x="63" y="40"/>
                    <a:pt x="65" y="42"/>
                    <a:pt x="65" y="43"/>
                  </a:cubicBezTo>
                  <a:cubicBezTo>
                    <a:pt x="65" y="46"/>
                    <a:pt x="65" y="46"/>
                    <a:pt x="65" y="46"/>
                  </a:cubicBezTo>
                  <a:cubicBezTo>
                    <a:pt x="65" y="48"/>
                    <a:pt x="66" y="49"/>
                    <a:pt x="68" y="49"/>
                  </a:cubicBezTo>
                  <a:cubicBezTo>
                    <a:pt x="79" y="49"/>
                    <a:pt x="79" y="49"/>
                    <a:pt x="79" y="49"/>
                  </a:cubicBezTo>
                  <a:cubicBezTo>
                    <a:pt x="81" y="49"/>
                    <a:pt x="82" y="48"/>
                    <a:pt x="82" y="46"/>
                  </a:cubicBezTo>
                  <a:cubicBezTo>
                    <a:pt x="82" y="38"/>
                    <a:pt x="82" y="38"/>
                    <a:pt x="82" y="38"/>
                  </a:cubicBezTo>
                  <a:cubicBezTo>
                    <a:pt x="85" y="38"/>
                    <a:pt x="87" y="37"/>
                    <a:pt x="88" y="35"/>
                  </a:cubicBezTo>
                  <a:cubicBezTo>
                    <a:pt x="91" y="37"/>
                    <a:pt x="93" y="39"/>
                    <a:pt x="95" y="41"/>
                  </a:cubicBezTo>
                  <a:cubicBezTo>
                    <a:pt x="95" y="42"/>
                    <a:pt x="95" y="43"/>
                    <a:pt x="95" y="43"/>
                  </a:cubicBezTo>
                  <a:cubicBezTo>
                    <a:pt x="95" y="52"/>
                    <a:pt x="95" y="52"/>
                    <a:pt x="95" y="52"/>
                  </a:cubicBezTo>
                  <a:cubicBezTo>
                    <a:pt x="90" y="52"/>
                    <a:pt x="86" y="56"/>
                    <a:pt x="86" y="61"/>
                  </a:cubicBezTo>
                  <a:cubicBezTo>
                    <a:pt x="86" y="66"/>
                    <a:pt x="90" y="70"/>
                    <a:pt x="95" y="70"/>
                  </a:cubicBezTo>
                  <a:cubicBezTo>
                    <a:pt x="95" y="78"/>
                    <a:pt x="95" y="78"/>
                    <a:pt x="95" y="78"/>
                  </a:cubicBezTo>
                  <a:cubicBezTo>
                    <a:pt x="95" y="80"/>
                    <a:pt x="96" y="81"/>
                    <a:pt x="98" y="81"/>
                  </a:cubicBezTo>
                  <a:cubicBezTo>
                    <a:pt x="105" y="81"/>
                    <a:pt x="105" y="81"/>
                    <a:pt x="105" y="81"/>
                  </a:cubicBezTo>
                  <a:cubicBezTo>
                    <a:pt x="104" y="85"/>
                    <a:pt x="102" y="89"/>
                    <a:pt x="100" y="93"/>
                  </a:cubicBezTo>
                  <a:cubicBezTo>
                    <a:pt x="97" y="97"/>
                    <a:pt x="95" y="101"/>
                    <a:pt x="93" y="105"/>
                  </a:cubicBezTo>
                  <a:cubicBezTo>
                    <a:pt x="93" y="107"/>
                    <a:pt x="93" y="108"/>
                    <a:pt x="95" y="109"/>
                  </a:cubicBezTo>
                  <a:cubicBezTo>
                    <a:pt x="95" y="109"/>
                    <a:pt x="95" y="109"/>
                    <a:pt x="96" y="109"/>
                  </a:cubicBezTo>
                  <a:cubicBezTo>
                    <a:pt x="97" y="109"/>
                    <a:pt x="98" y="109"/>
                    <a:pt x="99" y="108"/>
                  </a:cubicBezTo>
                  <a:cubicBezTo>
                    <a:pt x="100" y="104"/>
                    <a:pt x="102" y="100"/>
                    <a:pt x="105" y="96"/>
                  </a:cubicBezTo>
                  <a:cubicBezTo>
                    <a:pt x="108" y="91"/>
                    <a:pt x="110" y="86"/>
                    <a:pt x="111" y="81"/>
                  </a:cubicBezTo>
                  <a:cubicBezTo>
                    <a:pt x="127" y="81"/>
                    <a:pt x="127" y="81"/>
                    <a:pt x="127" y="81"/>
                  </a:cubicBezTo>
                  <a:cubicBezTo>
                    <a:pt x="131" y="81"/>
                    <a:pt x="135" y="77"/>
                    <a:pt x="135" y="72"/>
                  </a:cubicBezTo>
                  <a:cubicBezTo>
                    <a:pt x="135" y="67"/>
                    <a:pt x="135" y="67"/>
                    <a:pt x="135" y="67"/>
                  </a:cubicBezTo>
                  <a:cubicBezTo>
                    <a:pt x="135" y="65"/>
                    <a:pt x="134" y="64"/>
                    <a:pt x="132" y="64"/>
                  </a:cubicBezTo>
                  <a:cubicBezTo>
                    <a:pt x="130" y="64"/>
                    <a:pt x="130" y="64"/>
                    <a:pt x="130" y="64"/>
                  </a:cubicBezTo>
                  <a:cubicBezTo>
                    <a:pt x="128" y="64"/>
                    <a:pt x="127" y="63"/>
                    <a:pt x="127" y="61"/>
                  </a:cubicBezTo>
                  <a:cubicBezTo>
                    <a:pt x="126" y="59"/>
                    <a:pt x="128" y="58"/>
                    <a:pt x="130" y="58"/>
                  </a:cubicBezTo>
                  <a:close/>
                  <a:moveTo>
                    <a:pt x="82" y="32"/>
                  </a:moveTo>
                  <a:cubicBezTo>
                    <a:pt x="79" y="32"/>
                    <a:pt x="79" y="32"/>
                    <a:pt x="79" y="32"/>
                  </a:cubicBezTo>
                  <a:cubicBezTo>
                    <a:pt x="78" y="32"/>
                    <a:pt x="77" y="33"/>
                    <a:pt x="77" y="35"/>
                  </a:cubicBezTo>
                  <a:cubicBezTo>
                    <a:pt x="77" y="43"/>
                    <a:pt x="77" y="43"/>
                    <a:pt x="77" y="43"/>
                  </a:cubicBezTo>
                  <a:cubicBezTo>
                    <a:pt x="71" y="43"/>
                    <a:pt x="71" y="43"/>
                    <a:pt x="71" y="43"/>
                  </a:cubicBezTo>
                  <a:cubicBezTo>
                    <a:pt x="71" y="39"/>
                    <a:pt x="67" y="35"/>
                    <a:pt x="62" y="35"/>
                  </a:cubicBezTo>
                  <a:cubicBezTo>
                    <a:pt x="57" y="35"/>
                    <a:pt x="53" y="39"/>
                    <a:pt x="53" y="43"/>
                  </a:cubicBezTo>
                  <a:cubicBezTo>
                    <a:pt x="50" y="43"/>
                    <a:pt x="50" y="43"/>
                    <a:pt x="50" y="43"/>
                  </a:cubicBezTo>
                  <a:cubicBezTo>
                    <a:pt x="49" y="43"/>
                    <a:pt x="47" y="42"/>
                    <a:pt x="47" y="40"/>
                  </a:cubicBezTo>
                  <a:cubicBezTo>
                    <a:pt x="47" y="14"/>
                    <a:pt x="47" y="14"/>
                    <a:pt x="47" y="14"/>
                  </a:cubicBezTo>
                  <a:cubicBezTo>
                    <a:pt x="56" y="14"/>
                    <a:pt x="56" y="14"/>
                    <a:pt x="56" y="14"/>
                  </a:cubicBezTo>
                  <a:cubicBezTo>
                    <a:pt x="58" y="14"/>
                    <a:pt x="59" y="13"/>
                    <a:pt x="59" y="11"/>
                  </a:cubicBezTo>
                  <a:cubicBezTo>
                    <a:pt x="59" y="8"/>
                    <a:pt x="59" y="8"/>
                    <a:pt x="59" y="8"/>
                  </a:cubicBezTo>
                  <a:cubicBezTo>
                    <a:pt x="59" y="7"/>
                    <a:pt x="60" y="6"/>
                    <a:pt x="62" y="6"/>
                  </a:cubicBezTo>
                  <a:cubicBezTo>
                    <a:pt x="63" y="5"/>
                    <a:pt x="65" y="7"/>
                    <a:pt x="65" y="8"/>
                  </a:cubicBezTo>
                  <a:cubicBezTo>
                    <a:pt x="65" y="11"/>
                    <a:pt x="65" y="11"/>
                    <a:pt x="65" y="11"/>
                  </a:cubicBezTo>
                  <a:cubicBezTo>
                    <a:pt x="65" y="13"/>
                    <a:pt x="66" y="14"/>
                    <a:pt x="68" y="14"/>
                  </a:cubicBezTo>
                  <a:cubicBezTo>
                    <a:pt x="77" y="14"/>
                    <a:pt x="77" y="14"/>
                    <a:pt x="77" y="14"/>
                  </a:cubicBezTo>
                  <a:cubicBezTo>
                    <a:pt x="77" y="23"/>
                    <a:pt x="77" y="23"/>
                    <a:pt x="77" y="23"/>
                  </a:cubicBezTo>
                  <a:cubicBezTo>
                    <a:pt x="77" y="25"/>
                    <a:pt x="78" y="26"/>
                    <a:pt x="79" y="26"/>
                  </a:cubicBezTo>
                  <a:cubicBezTo>
                    <a:pt x="82" y="26"/>
                    <a:pt x="82" y="26"/>
                    <a:pt x="82" y="26"/>
                  </a:cubicBezTo>
                  <a:cubicBezTo>
                    <a:pt x="84" y="26"/>
                    <a:pt x="85" y="27"/>
                    <a:pt x="85" y="28"/>
                  </a:cubicBezTo>
                  <a:cubicBezTo>
                    <a:pt x="86" y="30"/>
                    <a:pt x="84" y="32"/>
                    <a:pt x="82" y="32"/>
                  </a:cubicBezTo>
                  <a:close/>
                  <a:moveTo>
                    <a:pt x="130" y="70"/>
                  </a:moveTo>
                  <a:cubicBezTo>
                    <a:pt x="130" y="72"/>
                    <a:pt x="130" y="72"/>
                    <a:pt x="130" y="72"/>
                  </a:cubicBezTo>
                  <a:cubicBezTo>
                    <a:pt x="130" y="74"/>
                    <a:pt x="128" y="75"/>
                    <a:pt x="127" y="75"/>
                  </a:cubicBezTo>
                  <a:cubicBezTo>
                    <a:pt x="100" y="75"/>
                    <a:pt x="100" y="75"/>
                    <a:pt x="100" y="75"/>
                  </a:cubicBezTo>
                  <a:cubicBezTo>
                    <a:pt x="100" y="67"/>
                    <a:pt x="100" y="67"/>
                    <a:pt x="100" y="67"/>
                  </a:cubicBezTo>
                  <a:cubicBezTo>
                    <a:pt x="100" y="65"/>
                    <a:pt x="99" y="64"/>
                    <a:pt x="98" y="64"/>
                  </a:cubicBezTo>
                  <a:cubicBezTo>
                    <a:pt x="95" y="64"/>
                    <a:pt x="95" y="64"/>
                    <a:pt x="95" y="64"/>
                  </a:cubicBezTo>
                  <a:cubicBezTo>
                    <a:pt x="93" y="64"/>
                    <a:pt x="92" y="63"/>
                    <a:pt x="92" y="61"/>
                  </a:cubicBezTo>
                  <a:cubicBezTo>
                    <a:pt x="91" y="59"/>
                    <a:pt x="93" y="58"/>
                    <a:pt x="95" y="58"/>
                  </a:cubicBezTo>
                  <a:cubicBezTo>
                    <a:pt x="98" y="58"/>
                    <a:pt x="98" y="58"/>
                    <a:pt x="98" y="58"/>
                  </a:cubicBezTo>
                  <a:cubicBezTo>
                    <a:pt x="99" y="58"/>
                    <a:pt x="100" y="57"/>
                    <a:pt x="100" y="55"/>
                  </a:cubicBezTo>
                  <a:cubicBezTo>
                    <a:pt x="100" y="46"/>
                    <a:pt x="100" y="46"/>
                    <a:pt x="100" y="46"/>
                  </a:cubicBezTo>
                  <a:cubicBezTo>
                    <a:pt x="109" y="46"/>
                    <a:pt x="109" y="46"/>
                    <a:pt x="109" y="46"/>
                  </a:cubicBezTo>
                  <a:cubicBezTo>
                    <a:pt x="111" y="46"/>
                    <a:pt x="112" y="45"/>
                    <a:pt x="112" y="43"/>
                  </a:cubicBezTo>
                  <a:cubicBezTo>
                    <a:pt x="112" y="41"/>
                    <a:pt x="112" y="41"/>
                    <a:pt x="112" y="41"/>
                  </a:cubicBezTo>
                  <a:cubicBezTo>
                    <a:pt x="112" y="39"/>
                    <a:pt x="113" y="38"/>
                    <a:pt x="115" y="38"/>
                  </a:cubicBezTo>
                  <a:cubicBezTo>
                    <a:pt x="116" y="37"/>
                    <a:pt x="118" y="39"/>
                    <a:pt x="118" y="40"/>
                  </a:cubicBezTo>
                  <a:cubicBezTo>
                    <a:pt x="118" y="43"/>
                    <a:pt x="118" y="43"/>
                    <a:pt x="118" y="43"/>
                  </a:cubicBezTo>
                  <a:cubicBezTo>
                    <a:pt x="118" y="45"/>
                    <a:pt x="119" y="46"/>
                    <a:pt x="121" y="46"/>
                  </a:cubicBezTo>
                  <a:cubicBezTo>
                    <a:pt x="130" y="46"/>
                    <a:pt x="130" y="46"/>
                    <a:pt x="130" y="46"/>
                  </a:cubicBezTo>
                  <a:cubicBezTo>
                    <a:pt x="130" y="52"/>
                    <a:pt x="130" y="52"/>
                    <a:pt x="130" y="52"/>
                  </a:cubicBezTo>
                  <a:cubicBezTo>
                    <a:pt x="125" y="52"/>
                    <a:pt x="121" y="56"/>
                    <a:pt x="121" y="61"/>
                  </a:cubicBezTo>
                  <a:cubicBezTo>
                    <a:pt x="121" y="66"/>
                    <a:pt x="125" y="70"/>
                    <a:pt x="130" y="7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6" name="Google Shape;1206;p49"/>
            <p:cNvSpPr/>
            <p:nvPr/>
          </p:nvSpPr>
          <p:spPr>
            <a:xfrm>
              <a:off x="2496893" y="3480180"/>
              <a:ext cx="18695" cy="17595"/>
            </a:xfrm>
            <a:custGeom>
              <a:avLst/>
              <a:gdLst/>
              <a:ahLst/>
              <a:cxnLst/>
              <a:rect l="l" t="t" r="r" b="b"/>
              <a:pathLst>
                <a:path w="7" h="7" extrusionOk="0">
                  <a:moveTo>
                    <a:pt x="3" y="0"/>
                  </a:moveTo>
                  <a:cubicBezTo>
                    <a:pt x="3" y="0"/>
                    <a:pt x="3" y="0"/>
                    <a:pt x="3" y="0"/>
                  </a:cubicBezTo>
                  <a:cubicBezTo>
                    <a:pt x="2" y="0"/>
                    <a:pt x="1" y="1"/>
                    <a:pt x="1" y="2"/>
                  </a:cubicBezTo>
                  <a:cubicBezTo>
                    <a:pt x="0" y="5"/>
                    <a:pt x="2" y="7"/>
                    <a:pt x="4" y="6"/>
                  </a:cubicBezTo>
                  <a:cubicBezTo>
                    <a:pt x="5" y="6"/>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07" name="Google Shape;1207;p49"/>
          <p:cNvGrpSpPr/>
          <p:nvPr/>
        </p:nvGrpSpPr>
        <p:grpSpPr>
          <a:xfrm>
            <a:off x="8033743" y="1942837"/>
            <a:ext cx="305709" cy="389284"/>
            <a:chOff x="8083228" y="1942837"/>
            <a:chExt cx="305709" cy="389284"/>
          </a:xfrm>
        </p:grpSpPr>
        <p:sp>
          <p:nvSpPr>
            <p:cNvPr id="1208" name="Google Shape;1208;p49"/>
            <p:cNvSpPr/>
            <p:nvPr/>
          </p:nvSpPr>
          <p:spPr>
            <a:xfrm>
              <a:off x="8083228" y="1942837"/>
              <a:ext cx="305709" cy="389284"/>
            </a:xfrm>
            <a:custGeom>
              <a:avLst/>
              <a:gdLst/>
              <a:ahLst/>
              <a:cxnLst/>
              <a:rect l="l" t="t" r="r" b="b"/>
              <a:pathLst>
                <a:path w="117" h="149" extrusionOk="0">
                  <a:moveTo>
                    <a:pt x="108" y="8"/>
                  </a:moveTo>
                  <a:cubicBezTo>
                    <a:pt x="90" y="8"/>
                    <a:pt x="90" y="8"/>
                    <a:pt x="90" y="8"/>
                  </a:cubicBezTo>
                  <a:cubicBezTo>
                    <a:pt x="89" y="7"/>
                    <a:pt x="87" y="5"/>
                    <a:pt x="85" y="5"/>
                  </a:cubicBezTo>
                  <a:cubicBezTo>
                    <a:pt x="68" y="5"/>
                    <a:pt x="68" y="5"/>
                    <a:pt x="68" y="5"/>
                  </a:cubicBezTo>
                  <a:cubicBezTo>
                    <a:pt x="66" y="2"/>
                    <a:pt x="63" y="0"/>
                    <a:pt x="58" y="0"/>
                  </a:cubicBezTo>
                  <a:cubicBezTo>
                    <a:pt x="54" y="0"/>
                    <a:pt x="50" y="2"/>
                    <a:pt x="48" y="5"/>
                  </a:cubicBezTo>
                  <a:cubicBezTo>
                    <a:pt x="32" y="5"/>
                    <a:pt x="32" y="5"/>
                    <a:pt x="32" y="5"/>
                  </a:cubicBezTo>
                  <a:cubicBezTo>
                    <a:pt x="30" y="5"/>
                    <a:pt x="28" y="7"/>
                    <a:pt x="27" y="8"/>
                  </a:cubicBezTo>
                  <a:cubicBezTo>
                    <a:pt x="9" y="8"/>
                    <a:pt x="9" y="8"/>
                    <a:pt x="9" y="8"/>
                  </a:cubicBezTo>
                  <a:cubicBezTo>
                    <a:pt x="4" y="8"/>
                    <a:pt x="0" y="12"/>
                    <a:pt x="0" y="17"/>
                  </a:cubicBezTo>
                  <a:cubicBezTo>
                    <a:pt x="0" y="140"/>
                    <a:pt x="0" y="140"/>
                    <a:pt x="0" y="140"/>
                  </a:cubicBezTo>
                  <a:cubicBezTo>
                    <a:pt x="0" y="145"/>
                    <a:pt x="4" y="149"/>
                    <a:pt x="9" y="149"/>
                  </a:cubicBezTo>
                  <a:cubicBezTo>
                    <a:pt x="108" y="149"/>
                    <a:pt x="108" y="149"/>
                    <a:pt x="108" y="149"/>
                  </a:cubicBezTo>
                  <a:cubicBezTo>
                    <a:pt x="113" y="149"/>
                    <a:pt x="117" y="145"/>
                    <a:pt x="117" y="140"/>
                  </a:cubicBezTo>
                  <a:cubicBezTo>
                    <a:pt x="117" y="17"/>
                    <a:pt x="117" y="17"/>
                    <a:pt x="117" y="17"/>
                  </a:cubicBezTo>
                  <a:cubicBezTo>
                    <a:pt x="117" y="12"/>
                    <a:pt x="113" y="8"/>
                    <a:pt x="108" y="8"/>
                  </a:cubicBezTo>
                  <a:close/>
                  <a:moveTo>
                    <a:pt x="50" y="11"/>
                  </a:moveTo>
                  <a:cubicBezTo>
                    <a:pt x="51" y="11"/>
                    <a:pt x="52" y="11"/>
                    <a:pt x="53" y="9"/>
                  </a:cubicBezTo>
                  <a:cubicBezTo>
                    <a:pt x="54" y="7"/>
                    <a:pt x="56" y="5"/>
                    <a:pt x="58" y="5"/>
                  </a:cubicBezTo>
                  <a:cubicBezTo>
                    <a:pt x="61" y="5"/>
                    <a:pt x="63" y="7"/>
                    <a:pt x="64" y="9"/>
                  </a:cubicBezTo>
                  <a:cubicBezTo>
                    <a:pt x="64" y="11"/>
                    <a:pt x="65" y="11"/>
                    <a:pt x="67" y="11"/>
                  </a:cubicBezTo>
                  <a:cubicBezTo>
                    <a:pt x="85" y="11"/>
                    <a:pt x="85" y="11"/>
                    <a:pt x="85" y="11"/>
                  </a:cubicBezTo>
                  <a:cubicBezTo>
                    <a:pt x="85" y="23"/>
                    <a:pt x="85" y="23"/>
                    <a:pt x="85" y="23"/>
                  </a:cubicBezTo>
                  <a:cubicBezTo>
                    <a:pt x="85" y="23"/>
                    <a:pt x="85" y="23"/>
                    <a:pt x="85" y="23"/>
                  </a:cubicBezTo>
                  <a:cubicBezTo>
                    <a:pt x="85" y="23"/>
                    <a:pt x="85" y="23"/>
                    <a:pt x="85" y="23"/>
                  </a:cubicBezTo>
                  <a:cubicBezTo>
                    <a:pt x="72" y="23"/>
                    <a:pt x="72" y="23"/>
                    <a:pt x="72" y="23"/>
                  </a:cubicBezTo>
                  <a:cubicBezTo>
                    <a:pt x="70" y="23"/>
                    <a:pt x="69" y="24"/>
                    <a:pt x="69" y="25"/>
                  </a:cubicBezTo>
                  <a:cubicBezTo>
                    <a:pt x="68" y="27"/>
                    <a:pt x="70" y="29"/>
                    <a:pt x="72" y="29"/>
                  </a:cubicBezTo>
                  <a:cubicBezTo>
                    <a:pt x="85" y="29"/>
                    <a:pt x="85" y="29"/>
                    <a:pt x="85" y="29"/>
                  </a:cubicBezTo>
                  <a:cubicBezTo>
                    <a:pt x="87" y="29"/>
                    <a:pt x="89" y="28"/>
                    <a:pt x="90" y="26"/>
                  </a:cubicBezTo>
                  <a:cubicBezTo>
                    <a:pt x="99" y="26"/>
                    <a:pt x="99" y="26"/>
                    <a:pt x="99" y="26"/>
                  </a:cubicBezTo>
                  <a:cubicBezTo>
                    <a:pt x="99" y="131"/>
                    <a:pt x="99" y="131"/>
                    <a:pt x="99" y="131"/>
                  </a:cubicBezTo>
                  <a:cubicBezTo>
                    <a:pt x="18" y="131"/>
                    <a:pt x="18" y="131"/>
                    <a:pt x="18" y="131"/>
                  </a:cubicBezTo>
                  <a:cubicBezTo>
                    <a:pt x="18" y="26"/>
                    <a:pt x="18" y="26"/>
                    <a:pt x="18" y="26"/>
                  </a:cubicBezTo>
                  <a:cubicBezTo>
                    <a:pt x="27" y="26"/>
                    <a:pt x="27" y="26"/>
                    <a:pt x="27" y="26"/>
                  </a:cubicBezTo>
                  <a:cubicBezTo>
                    <a:pt x="28" y="28"/>
                    <a:pt x="30" y="29"/>
                    <a:pt x="32" y="29"/>
                  </a:cubicBezTo>
                  <a:cubicBezTo>
                    <a:pt x="45" y="29"/>
                    <a:pt x="45" y="29"/>
                    <a:pt x="45" y="29"/>
                  </a:cubicBezTo>
                  <a:cubicBezTo>
                    <a:pt x="47" y="29"/>
                    <a:pt x="48" y="28"/>
                    <a:pt x="48" y="26"/>
                  </a:cubicBezTo>
                  <a:cubicBezTo>
                    <a:pt x="48" y="25"/>
                    <a:pt x="47" y="23"/>
                    <a:pt x="45" y="23"/>
                  </a:cubicBezTo>
                  <a:cubicBezTo>
                    <a:pt x="32" y="23"/>
                    <a:pt x="32" y="23"/>
                    <a:pt x="32" y="23"/>
                  </a:cubicBezTo>
                  <a:cubicBezTo>
                    <a:pt x="32" y="11"/>
                    <a:pt x="32" y="11"/>
                    <a:pt x="32" y="11"/>
                  </a:cubicBezTo>
                  <a:lnTo>
                    <a:pt x="50" y="11"/>
                  </a:lnTo>
                  <a:close/>
                  <a:moveTo>
                    <a:pt x="111" y="140"/>
                  </a:moveTo>
                  <a:cubicBezTo>
                    <a:pt x="111" y="142"/>
                    <a:pt x="110" y="143"/>
                    <a:pt x="108" y="143"/>
                  </a:cubicBezTo>
                  <a:cubicBezTo>
                    <a:pt x="9" y="143"/>
                    <a:pt x="9" y="143"/>
                    <a:pt x="9" y="143"/>
                  </a:cubicBezTo>
                  <a:cubicBezTo>
                    <a:pt x="7" y="143"/>
                    <a:pt x="6" y="142"/>
                    <a:pt x="6" y="140"/>
                  </a:cubicBezTo>
                  <a:cubicBezTo>
                    <a:pt x="6" y="17"/>
                    <a:pt x="6" y="17"/>
                    <a:pt x="6" y="17"/>
                  </a:cubicBezTo>
                  <a:cubicBezTo>
                    <a:pt x="6" y="16"/>
                    <a:pt x="7" y="14"/>
                    <a:pt x="9" y="14"/>
                  </a:cubicBezTo>
                  <a:cubicBezTo>
                    <a:pt x="26" y="14"/>
                    <a:pt x="26" y="14"/>
                    <a:pt x="26" y="14"/>
                  </a:cubicBezTo>
                  <a:cubicBezTo>
                    <a:pt x="26" y="20"/>
                    <a:pt x="26" y="20"/>
                    <a:pt x="26" y="20"/>
                  </a:cubicBezTo>
                  <a:cubicBezTo>
                    <a:pt x="15" y="20"/>
                    <a:pt x="15" y="20"/>
                    <a:pt x="15" y="20"/>
                  </a:cubicBezTo>
                  <a:cubicBezTo>
                    <a:pt x="13" y="20"/>
                    <a:pt x="12" y="21"/>
                    <a:pt x="12" y="23"/>
                  </a:cubicBezTo>
                  <a:cubicBezTo>
                    <a:pt x="12" y="134"/>
                    <a:pt x="12" y="134"/>
                    <a:pt x="12" y="134"/>
                  </a:cubicBezTo>
                  <a:cubicBezTo>
                    <a:pt x="12" y="136"/>
                    <a:pt x="13" y="137"/>
                    <a:pt x="15" y="137"/>
                  </a:cubicBezTo>
                  <a:cubicBezTo>
                    <a:pt x="102" y="137"/>
                    <a:pt x="102" y="137"/>
                    <a:pt x="102" y="137"/>
                  </a:cubicBezTo>
                  <a:cubicBezTo>
                    <a:pt x="104" y="137"/>
                    <a:pt x="105" y="136"/>
                    <a:pt x="105" y="134"/>
                  </a:cubicBezTo>
                  <a:cubicBezTo>
                    <a:pt x="105" y="23"/>
                    <a:pt x="105" y="23"/>
                    <a:pt x="105" y="23"/>
                  </a:cubicBezTo>
                  <a:cubicBezTo>
                    <a:pt x="105" y="21"/>
                    <a:pt x="104" y="20"/>
                    <a:pt x="102" y="20"/>
                  </a:cubicBezTo>
                  <a:cubicBezTo>
                    <a:pt x="90" y="20"/>
                    <a:pt x="90" y="20"/>
                    <a:pt x="90" y="20"/>
                  </a:cubicBezTo>
                  <a:cubicBezTo>
                    <a:pt x="90" y="14"/>
                    <a:pt x="90" y="14"/>
                    <a:pt x="90" y="14"/>
                  </a:cubicBezTo>
                  <a:cubicBezTo>
                    <a:pt x="108" y="14"/>
                    <a:pt x="108" y="14"/>
                    <a:pt x="108" y="14"/>
                  </a:cubicBezTo>
                  <a:cubicBezTo>
                    <a:pt x="110" y="14"/>
                    <a:pt x="111" y="16"/>
                    <a:pt x="111" y="17"/>
                  </a:cubicBezTo>
                  <a:lnTo>
                    <a:pt x="111" y="140"/>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9" name="Google Shape;1209;p49"/>
            <p:cNvSpPr/>
            <p:nvPr/>
          </p:nvSpPr>
          <p:spPr>
            <a:xfrm>
              <a:off x="8145910" y="2047306"/>
              <a:ext cx="180346" cy="201240"/>
            </a:xfrm>
            <a:custGeom>
              <a:avLst/>
              <a:gdLst/>
              <a:ahLst/>
              <a:cxnLst/>
              <a:rect l="l" t="t" r="r" b="b"/>
              <a:pathLst>
                <a:path w="69" h="77" extrusionOk="0">
                  <a:moveTo>
                    <a:pt x="19" y="6"/>
                  </a:moveTo>
                  <a:cubicBezTo>
                    <a:pt x="19" y="6"/>
                    <a:pt x="18" y="6"/>
                    <a:pt x="18" y="6"/>
                  </a:cubicBezTo>
                  <a:cubicBezTo>
                    <a:pt x="13" y="6"/>
                    <a:pt x="8" y="11"/>
                    <a:pt x="8" y="17"/>
                  </a:cubicBezTo>
                  <a:cubicBezTo>
                    <a:pt x="8" y="17"/>
                    <a:pt x="8" y="17"/>
                    <a:pt x="8" y="18"/>
                  </a:cubicBezTo>
                  <a:cubicBezTo>
                    <a:pt x="5" y="20"/>
                    <a:pt x="3" y="24"/>
                    <a:pt x="3" y="28"/>
                  </a:cubicBezTo>
                  <a:cubicBezTo>
                    <a:pt x="3" y="30"/>
                    <a:pt x="3" y="33"/>
                    <a:pt x="5" y="35"/>
                  </a:cubicBezTo>
                  <a:cubicBezTo>
                    <a:pt x="1" y="37"/>
                    <a:pt x="0" y="41"/>
                    <a:pt x="0" y="46"/>
                  </a:cubicBezTo>
                  <a:cubicBezTo>
                    <a:pt x="0" y="51"/>
                    <a:pt x="2" y="55"/>
                    <a:pt x="6" y="58"/>
                  </a:cubicBezTo>
                  <a:cubicBezTo>
                    <a:pt x="6" y="58"/>
                    <a:pt x="6" y="58"/>
                    <a:pt x="6" y="58"/>
                  </a:cubicBezTo>
                  <a:cubicBezTo>
                    <a:pt x="6" y="63"/>
                    <a:pt x="10" y="68"/>
                    <a:pt x="15" y="70"/>
                  </a:cubicBezTo>
                  <a:cubicBezTo>
                    <a:pt x="17" y="74"/>
                    <a:pt x="21" y="77"/>
                    <a:pt x="26" y="77"/>
                  </a:cubicBezTo>
                  <a:cubicBezTo>
                    <a:pt x="29" y="77"/>
                    <a:pt x="32" y="76"/>
                    <a:pt x="34" y="73"/>
                  </a:cubicBezTo>
                  <a:cubicBezTo>
                    <a:pt x="36" y="76"/>
                    <a:pt x="40" y="77"/>
                    <a:pt x="43" y="77"/>
                  </a:cubicBezTo>
                  <a:cubicBezTo>
                    <a:pt x="48" y="77"/>
                    <a:pt x="52" y="74"/>
                    <a:pt x="54" y="70"/>
                  </a:cubicBezTo>
                  <a:cubicBezTo>
                    <a:pt x="59" y="68"/>
                    <a:pt x="62" y="63"/>
                    <a:pt x="62" y="58"/>
                  </a:cubicBezTo>
                  <a:cubicBezTo>
                    <a:pt x="62" y="58"/>
                    <a:pt x="62" y="58"/>
                    <a:pt x="62" y="58"/>
                  </a:cubicBezTo>
                  <a:cubicBezTo>
                    <a:pt x="67" y="55"/>
                    <a:pt x="69" y="51"/>
                    <a:pt x="69" y="46"/>
                  </a:cubicBezTo>
                  <a:cubicBezTo>
                    <a:pt x="69" y="41"/>
                    <a:pt x="67" y="37"/>
                    <a:pt x="64" y="35"/>
                  </a:cubicBezTo>
                  <a:cubicBezTo>
                    <a:pt x="66" y="33"/>
                    <a:pt x="66" y="30"/>
                    <a:pt x="66" y="28"/>
                  </a:cubicBezTo>
                  <a:cubicBezTo>
                    <a:pt x="66" y="24"/>
                    <a:pt x="64" y="20"/>
                    <a:pt x="61" y="18"/>
                  </a:cubicBezTo>
                  <a:cubicBezTo>
                    <a:pt x="61" y="17"/>
                    <a:pt x="61" y="17"/>
                    <a:pt x="61" y="17"/>
                  </a:cubicBezTo>
                  <a:cubicBezTo>
                    <a:pt x="61" y="11"/>
                    <a:pt x="56" y="6"/>
                    <a:pt x="51" y="6"/>
                  </a:cubicBezTo>
                  <a:cubicBezTo>
                    <a:pt x="50" y="6"/>
                    <a:pt x="50" y="6"/>
                    <a:pt x="50" y="6"/>
                  </a:cubicBezTo>
                  <a:cubicBezTo>
                    <a:pt x="49" y="3"/>
                    <a:pt x="45" y="0"/>
                    <a:pt x="41" y="0"/>
                  </a:cubicBezTo>
                  <a:cubicBezTo>
                    <a:pt x="38" y="0"/>
                    <a:pt x="36" y="1"/>
                    <a:pt x="34" y="3"/>
                  </a:cubicBezTo>
                  <a:cubicBezTo>
                    <a:pt x="33" y="1"/>
                    <a:pt x="30" y="0"/>
                    <a:pt x="28" y="0"/>
                  </a:cubicBezTo>
                  <a:cubicBezTo>
                    <a:pt x="24" y="0"/>
                    <a:pt x="20" y="3"/>
                    <a:pt x="19" y="6"/>
                  </a:cubicBezTo>
                  <a:close/>
                  <a:moveTo>
                    <a:pt x="41" y="6"/>
                  </a:moveTo>
                  <a:cubicBezTo>
                    <a:pt x="43" y="6"/>
                    <a:pt x="44" y="7"/>
                    <a:pt x="44" y="8"/>
                  </a:cubicBezTo>
                  <a:cubicBezTo>
                    <a:pt x="43" y="9"/>
                    <a:pt x="42" y="11"/>
                    <a:pt x="41" y="12"/>
                  </a:cubicBezTo>
                  <a:cubicBezTo>
                    <a:pt x="41" y="13"/>
                    <a:pt x="41" y="13"/>
                    <a:pt x="41" y="13"/>
                  </a:cubicBezTo>
                  <a:cubicBezTo>
                    <a:pt x="42" y="15"/>
                    <a:pt x="43" y="16"/>
                    <a:pt x="44" y="16"/>
                  </a:cubicBezTo>
                  <a:cubicBezTo>
                    <a:pt x="45" y="16"/>
                    <a:pt x="47" y="15"/>
                    <a:pt x="47" y="14"/>
                  </a:cubicBezTo>
                  <a:cubicBezTo>
                    <a:pt x="47" y="13"/>
                    <a:pt x="48" y="12"/>
                    <a:pt x="49" y="12"/>
                  </a:cubicBezTo>
                  <a:cubicBezTo>
                    <a:pt x="49" y="12"/>
                    <a:pt x="49" y="12"/>
                    <a:pt x="49" y="12"/>
                  </a:cubicBezTo>
                  <a:cubicBezTo>
                    <a:pt x="50" y="12"/>
                    <a:pt x="52" y="12"/>
                    <a:pt x="53" y="13"/>
                  </a:cubicBezTo>
                  <a:cubicBezTo>
                    <a:pt x="54" y="13"/>
                    <a:pt x="54" y="13"/>
                    <a:pt x="54" y="13"/>
                  </a:cubicBezTo>
                  <a:cubicBezTo>
                    <a:pt x="55" y="15"/>
                    <a:pt x="55" y="17"/>
                    <a:pt x="55" y="18"/>
                  </a:cubicBezTo>
                  <a:cubicBezTo>
                    <a:pt x="55" y="18"/>
                    <a:pt x="55" y="18"/>
                    <a:pt x="55" y="18"/>
                  </a:cubicBezTo>
                  <a:cubicBezTo>
                    <a:pt x="55" y="19"/>
                    <a:pt x="54" y="20"/>
                    <a:pt x="52" y="21"/>
                  </a:cubicBezTo>
                  <a:cubicBezTo>
                    <a:pt x="52" y="21"/>
                    <a:pt x="52" y="22"/>
                    <a:pt x="51" y="22"/>
                  </a:cubicBezTo>
                  <a:cubicBezTo>
                    <a:pt x="51" y="25"/>
                    <a:pt x="53" y="26"/>
                    <a:pt x="54" y="26"/>
                  </a:cubicBezTo>
                  <a:cubicBezTo>
                    <a:pt x="55" y="26"/>
                    <a:pt x="55" y="26"/>
                    <a:pt x="56" y="26"/>
                  </a:cubicBezTo>
                  <a:cubicBezTo>
                    <a:pt x="57" y="25"/>
                    <a:pt x="58" y="24"/>
                    <a:pt x="59" y="23"/>
                  </a:cubicBezTo>
                  <a:cubicBezTo>
                    <a:pt x="60" y="25"/>
                    <a:pt x="60" y="26"/>
                    <a:pt x="60" y="28"/>
                  </a:cubicBezTo>
                  <a:cubicBezTo>
                    <a:pt x="60" y="29"/>
                    <a:pt x="60" y="31"/>
                    <a:pt x="59" y="32"/>
                  </a:cubicBezTo>
                  <a:cubicBezTo>
                    <a:pt x="59" y="32"/>
                    <a:pt x="59" y="32"/>
                    <a:pt x="59" y="32"/>
                  </a:cubicBezTo>
                  <a:cubicBezTo>
                    <a:pt x="56" y="31"/>
                    <a:pt x="54" y="33"/>
                    <a:pt x="56" y="36"/>
                  </a:cubicBezTo>
                  <a:cubicBezTo>
                    <a:pt x="56" y="37"/>
                    <a:pt x="56" y="37"/>
                    <a:pt x="57" y="37"/>
                  </a:cubicBezTo>
                  <a:cubicBezTo>
                    <a:pt x="57" y="37"/>
                    <a:pt x="58" y="38"/>
                    <a:pt x="59" y="38"/>
                  </a:cubicBezTo>
                  <a:cubicBezTo>
                    <a:pt x="59" y="38"/>
                    <a:pt x="59" y="38"/>
                    <a:pt x="59" y="38"/>
                  </a:cubicBezTo>
                  <a:cubicBezTo>
                    <a:pt x="62" y="39"/>
                    <a:pt x="64" y="42"/>
                    <a:pt x="64" y="46"/>
                  </a:cubicBezTo>
                  <a:cubicBezTo>
                    <a:pt x="64" y="49"/>
                    <a:pt x="61" y="52"/>
                    <a:pt x="58" y="53"/>
                  </a:cubicBezTo>
                  <a:cubicBezTo>
                    <a:pt x="58" y="53"/>
                    <a:pt x="58" y="53"/>
                    <a:pt x="58" y="53"/>
                  </a:cubicBezTo>
                  <a:cubicBezTo>
                    <a:pt x="57" y="54"/>
                    <a:pt x="56" y="54"/>
                    <a:pt x="55" y="54"/>
                  </a:cubicBezTo>
                  <a:cubicBezTo>
                    <a:pt x="54" y="54"/>
                    <a:pt x="54" y="54"/>
                    <a:pt x="53" y="54"/>
                  </a:cubicBezTo>
                  <a:cubicBezTo>
                    <a:pt x="51" y="53"/>
                    <a:pt x="48" y="55"/>
                    <a:pt x="50" y="58"/>
                  </a:cubicBezTo>
                  <a:cubicBezTo>
                    <a:pt x="50" y="59"/>
                    <a:pt x="50" y="59"/>
                    <a:pt x="51" y="59"/>
                  </a:cubicBezTo>
                  <a:cubicBezTo>
                    <a:pt x="52" y="60"/>
                    <a:pt x="54" y="60"/>
                    <a:pt x="55" y="60"/>
                  </a:cubicBezTo>
                  <a:cubicBezTo>
                    <a:pt x="55" y="60"/>
                    <a:pt x="56" y="60"/>
                    <a:pt x="56" y="60"/>
                  </a:cubicBezTo>
                  <a:cubicBezTo>
                    <a:pt x="56" y="62"/>
                    <a:pt x="54" y="64"/>
                    <a:pt x="51" y="65"/>
                  </a:cubicBezTo>
                  <a:cubicBezTo>
                    <a:pt x="51" y="65"/>
                    <a:pt x="51" y="65"/>
                    <a:pt x="51" y="65"/>
                  </a:cubicBezTo>
                  <a:cubicBezTo>
                    <a:pt x="50" y="65"/>
                    <a:pt x="50" y="66"/>
                    <a:pt x="49" y="65"/>
                  </a:cubicBezTo>
                  <a:cubicBezTo>
                    <a:pt x="47" y="64"/>
                    <a:pt x="45" y="65"/>
                    <a:pt x="44" y="67"/>
                  </a:cubicBezTo>
                  <a:cubicBezTo>
                    <a:pt x="44" y="68"/>
                    <a:pt x="45" y="70"/>
                    <a:pt x="46" y="70"/>
                  </a:cubicBezTo>
                  <a:cubicBezTo>
                    <a:pt x="46" y="70"/>
                    <a:pt x="46" y="70"/>
                    <a:pt x="47" y="70"/>
                  </a:cubicBezTo>
                  <a:cubicBezTo>
                    <a:pt x="44" y="72"/>
                    <a:pt x="41" y="72"/>
                    <a:pt x="38" y="69"/>
                  </a:cubicBezTo>
                  <a:cubicBezTo>
                    <a:pt x="38" y="69"/>
                    <a:pt x="37" y="68"/>
                    <a:pt x="37" y="67"/>
                  </a:cubicBezTo>
                  <a:cubicBezTo>
                    <a:pt x="37" y="55"/>
                    <a:pt x="37" y="55"/>
                    <a:pt x="37" y="55"/>
                  </a:cubicBezTo>
                  <a:cubicBezTo>
                    <a:pt x="38" y="53"/>
                    <a:pt x="40" y="52"/>
                    <a:pt x="42" y="52"/>
                  </a:cubicBezTo>
                  <a:cubicBezTo>
                    <a:pt x="43" y="52"/>
                    <a:pt x="43" y="52"/>
                    <a:pt x="44" y="52"/>
                  </a:cubicBezTo>
                  <a:cubicBezTo>
                    <a:pt x="44" y="52"/>
                    <a:pt x="45" y="52"/>
                    <a:pt x="45" y="52"/>
                  </a:cubicBezTo>
                  <a:cubicBezTo>
                    <a:pt x="48" y="50"/>
                    <a:pt x="47" y="47"/>
                    <a:pt x="45" y="46"/>
                  </a:cubicBezTo>
                  <a:cubicBezTo>
                    <a:pt x="44" y="46"/>
                    <a:pt x="43" y="46"/>
                    <a:pt x="42" y="46"/>
                  </a:cubicBezTo>
                  <a:cubicBezTo>
                    <a:pt x="40" y="46"/>
                    <a:pt x="39" y="46"/>
                    <a:pt x="37" y="47"/>
                  </a:cubicBezTo>
                  <a:cubicBezTo>
                    <a:pt x="37" y="9"/>
                    <a:pt x="37" y="9"/>
                    <a:pt x="37" y="9"/>
                  </a:cubicBezTo>
                  <a:cubicBezTo>
                    <a:pt x="37" y="7"/>
                    <a:pt x="39" y="6"/>
                    <a:pt x="41" y="6"/>
                  </a:cubicBezTo>
                  <a:close/>
                  <a:moveTo>
                    <a:pt x="28" y="6"/>
                  </a:moveTo>
                  <a:cubicBezTo>
                    <a:pt x="30" y="6"/>
                    <a:pt x="31" y="7"/>
                    <a:pt x="31" y="9"/>
                  </a:cubicBezTo>
                  <a:cubicBezTo>
                    <a:pt x="31" y="18"/>
                    <a:pt x="31" y="18"/>
                    <a:pt x="31" y="18"/>
                  </a:cubicBezTo>
                  <a:cubicBezTo>
                    <a:pt x="31" y="18"/>
                    <a:pt x="30" y="18"/>
                    <a:pt x="30" y="18"/>
                  </a:cubicBezTo>
                  <a:cubicBezTo>
                    <a:pt x="29" y="18"/>
                    <a:pt x="29" y="18"/>
                    <a:pt x="28" y="18"/>
                  </a:cubicBezTo>
                  <a:cubicBezTo>
                    <a:pt x="28" y="18"/>
                    <a:pt x="28" y="18"/>
                    <a:pt x="27" y="18"/>
                  </a:cubicBezTo>
                  <a:cubicBezTo>
                    <a:pt x="24" y="20"/>
                    <a:pt x="25" y="23"/>
                    <a:pt x="28" y="24"/>
                  </a:cubicBezTo>
                  <a:cubicBezTo>
                    <a:pt x="28" y="24"/>
                    <a:pt x="29" y="24"/>
                    <a:pt x="30" y="24"/>
                  </a:cubicBezTo>
                  <a:cubicBezTo>
                    <a:pt x="30" y="24"/>
                    <a:pt x="31" y="24"/>
                    <a:pt x="31" y="24"/>
                  </a:cubicBezTo>
                  <a:cubicBezTo>
                    <a:pt x="31" y="68"/>
                    <a:pt x="31" y="68"/>
                    <a:pt x="31" y="68"/>
                  </a:cubicBezTo>
                  <a:cubicBezTo>
                    <a:pt x="31" y="68"/>
                    <a:pt x="31" y="69"/>
                    <a:pt x="31" y="69"/>
                  </a:cubicBezTo>
                  <a:cubicBezTo>
                    <a:pt x="28" y="72"/>
                    <a:pt x="24" y="72"/>
                    <a:pt x="22" y="70"/>
                  </a:cubicBezTo>
                  <a:cubicBezTo>
                    <a:pt x="22" y="70"/>
                    <a:pt x="22" y="70"/>
                    <a:pt x="22" y="70"/>
                  </a:cubicBezTo>
                  <a:cubicBezTo>
                    <a:pt x="24" y="70"/>
                    <a:pt x="25" y="68"/>
                    <a:pt x="24" y="67"/>
                  </a:cubicBezTo>
                  <a:cubicBezTo>
                    <a:pt x="24" y="65"/>
                    <a:pt x="22" y="64"/>
                    <a:pt x="21" y="65"/>
                  </a:cubicBezTo>
                  <a:cubicBezTo>
                    <a:pt x="20" y="65"/>
                    <a:pt x="19" y="65"/>
                    <a:pt x="18" y="65"/>
                  </a:cubicBezTo>
                  <a:cubicBezTo>
                    <a:pt x="18" y="65"/>
                    <a:pt x="18" y="65"/>
                    <a:pt x="18" y="65"/>
                  </a:cubicBezTo>
                  <a:cubicBezTo>
                    <a:pt x="15" y="64"/>
                    <a:pt x="13" y="62"/>
                    <a:pt x="12" y="60"/>
                  </a:cubicBezTo>
                  <a:cubicBezTo>
                    <a:pt x="13" y="60"/>
                    <a:pt x="13" y="60"/>
                    <a:pt x="14" y="60"/>
                  </a:cubicBezTo>
                  <a:cubicBezTo>
                    <a:pt x="15" y="60"/>
                    <a:pt x="17" y="60"/>
                    <a:pt x="18" y="59"/>
                  </a:cubicBezTo>
                  <a:cubicBezTo>
                    <a:pt x="19" y="59"/>
                    <a:pt x="19" y="59"/>
                    <a:pt x="19" y="58"/>
                  </a:cubicBezTo>
                  <a:cubicBezTo>
                    <a:pt x="21" y="55"/>
                    <a:pt x="18" y="53"/>
                    <a:pt x="16" y="54"/>
                  </a:cubicBezTo>
                  <a:cubicBezTo>
                    <a:pt x="15" y="54"/>
                    <a:pt x="14" y="54"/>
                    <a:pt x="14" y="54"/>
                  </a:cubicBezTo>
                  <a:cubicBezTo>
                    <a:pt x="13" y="54"/>
                    <a:pt x="12" y="54"/>
                    <a:pt x="11" y="53"/>
                  </a:cubicBezTo>
                  <a:cubicBezTo>
                    <a:pt x="11" y="53"/>
                    <a:pt x="11" y="53"/>
                    <a:pt x="11" y="53"/>
                  </a:cubicBezTo>
                  <a:cubicBezTo>
                    <a:pt x="7" y="52"/>
                    <a:pt x="5" y="49"/>
                    <a:pt x="5" y="46"/>
                  </a:cubicBezTo>
                  <a:cubicBezTo>
                    <a:pt x="5" y="42"/>
                    <a:pt x="7" y="39"/>
                    <a:pt x="10" y="38"/>
                  </a:cubicBezTo>
                  <a:cubicBezTo>
                    <a:pt x="10" y="38"/>
                    <a:pt x="10" y="38"/>
                    <a:pt x="10" y="38"/>
                  </a:cubicBezTo>
                  <a:cubicBezTo>
                    <a:pt x="10" y="38"/>
                    <a:pt x="10" y="37"/>
                    <a:pt x="11" y="37"/>
                  </a:cubicBezTo>
                  <a:cubicBezTo>
                    <a:pt x="13" y="38"/>
                    <a:pt x="14" y="36"/>
                    <a:pt x="14" y="34"/>
                  </a:cubicBezTo>
                  <a:cubicBezTo>
                    <a:pt x="13" y="32"/>
                    <a:pt x="12" y="31"/>
                    <a:pt x="10" y="32"/>
                  </a:cubicBezTo>
                  <a:cubicBezTo>
                    <a:pt x="10" y="32"/>
                    <a:pt x="10" y="32"/>
                    <a:pt x="10" y="32"/>
                  </a:cubicBezTo>
                  <a:cubicBezTo>
                    <a:pt x="9" y="31"/>
                    <a:pt x="8" y="29"/>
                    <a:pt x="8" y="28"/>
                  </a:cubicBezTo>
                  <a:cubicBezTo>
                    <a:pt x="8" y="26"/>
                    <a:pt x="9" y="25"/>
                    <a:pt x="10" y="23"/>
                  </a:cubicBezTo>
                  <a:cubicBezTo>
                    <a:pt x="11" y="24"/>
                    <a:pt x="12" y="25"/>
                    <a:pt x="13" y="26"/>
                  </a:cubicBezTo>
                  <a:cubicBezTo>
                    <a:pt x="13" y="26"/>
                    <a:pt x="14" y="26"/>
                    <a:pt x="14" y="26"/>
                  </a:cubicBezTo>
                  <a:cubicBezTo>
                    <a:pt x="16" y="26"/>
                    <a:pt x="18" y="24"/>
                    <a:pt x="17" y="22"/>
                  </a:cubicBezTo>
                  <a:cubicBezTo>
                    <a:pt x="17" y="21"/>
                    <a:pt x="17" y="21"/>
                    <a:pt x="17" y="21"/>
                  </a:cubicBezTo>
                  <a:cubicBezTo>
                    <a:pt x="15" y="20"/>
                    <a:pt x="14" y="19"/>
                    <a:pt x="14" y="18"/>
                  </a:cubicBezTo>
                  <a:cubicBezTo>
                    <a:pt x="14" y="18"/>
                    <a:pt x="14" y="18"/>
                    <a:pt x="14" y="18"/>
                  </a:cubicBezTo>
                  <a:cubicBezTo>
                    <a:pt x="13" y="17"/>
                    <a:pt x="14" y="15"/>
                    <a:pt x="15" y="13"/>
                  </a:cubicBezTo>
                  <a:cubicBezTo>
                    <a:pt x="15" y="13"/>
                    <a:pt x="15" y="13"/>
                    <a:pt x="15" y="13"/>
                  </a:cubicBezTo>
                  <a:cubicBezTo>
                    <a:pt x="17" y="12"/>
                    <a:pt x="19" y="12"/>
                    <a:pt x="20" y="12"/>
                  </a:cubicBezTo>
                  <a:cubicBezTo>
                    <a:pt x="20" y="12"/>
                    <a:pt x="20" y="13"/>
                    <a:pt x="21" y="12"/>
                  </a:cubicBezTo>
                  <a:cubicBezTo>
                    <a:pt x="21" y="12"/>
                    <a:pt x="22" y="12"/>
                    <a:pt x="22" y="13"/>
                  </a:cubicBezTo>
                  <a:cubicBezTo>
                    <a:pt x="22" y="15"/>
                    <a:pt x="23" y="16"/>
                    <a:pt x="25" y="16"/>
                  </a:cubicBezTo>
                  <a:cubicBezTo>
                    <a:pt x="26" y="16"/>
                    <a:pt x="27" y="15"/>
                    <a:pt x="28" y="13"/>
                  </a:cubicBezTo>
                  <a:cubicBezTo>
                    <a:pt x="28" y="13"/>
                    <a:pt x="28" y="13"/>
                    <a:pt x="28" y="12"/>
                  </a:cubicBezTo>
                  <a:cubicBezTo>
                    <a:pt x="27" y="11"/>
                    <a:pt x="26" y="9"/>
                    <a:pt x="24" y="8"/>
                  </a:cubicBezTo>
                  <a:cubicBezTo>
                    <a:pt x="25" y="7"/>
                    <a:pt x="26" y="6"/>
                    <a:pt x="28"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0" name="Google Shape;1210;p49"/>
            <p:cNvSpPr/>
            <p:nvPr/>
          </p:nvSpPr>
          <p:spPr>
            <a:xfrm>
              <a:off x="8182199" y="2123183"/>
              <a:ext cx="31891" cy="45087"/>
            </a:xfrm>
            <a:custGeom>
              <a:avLst/>
              <a:gdLst/>
              <a:ahLst/>
              <a:cxnLst/>
              <a:rect l="l" t="t" r="r" b="b"/>
              <a:pathLst>
                <a:path w="12" h="17" extrusionOk="0">
                  <a:moveTo>
                    <a:pt x="7" y="1"/>
                  </a:moveTo>
                  <a:cubicBezTo>
                    <a:pt x="5" y="2"/>
                    <a:pt x="5" y="4"/>
                    <a:pt x="5" y="5"/>
                  </a:cubicBezTo>
                  <a:cubicBezTo>
                    <a:pt x="6" y="6"/>
                    <a:pt x="6" y="7"/>
                    <a:pt x="6" y="7"/>
                  </a:cubicBezTo>
                  <a:cubicBezTo>
                    <a:pt x="6" y="9"/>
                    <a:pt x="5" y="11"/>
                    <a:pt x="3" y="11"/>
                  </a:cubicBezTo>
                  <a:cubicBezTo>
                    <a:pt x="1" y="12"/>
                    <a:pt x="0" y="13"/>
                    <a:pt x="1" y="15"/>
                  </a:cubicBezTo>
                  <a:cubicBezTo>
                    <a:pt x="1" y="16"/>
                    <a:pt x="2" y="17"/>
                    <a:pt x="4" y="17"/>
                  </a:cubicBezTo>
                  <a:cubicBezTo>
                    <a:pt x="4" y="17"/>
                    <a:pt x="4" y="17"/>
                    <a:pt x="4" y="17"/>
                  </a:cubicBezTo>
                  <a:cubicBezTo>
                    <a:pt x="9" y="16"/>
                    <a:pt x="12" y="12"/>
                    <a:pt x="12" y="7"/>
                  </a:cubicBezTo>
                  <a:cubicBezTo>
                    <a:pt x="12" y="6"/>
                    <a:pt x="11" y="4"/>
                    <a:pt x="11" y="2"/>
                  </a:cubicBezTo>
                  <a:cubicBezTo>
                    <a:pt x="10" y="1"/>
                    <a:pt x="8" y="0"/>
                    <a:pt x="7"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1" name="Google Shape;1211;p49"/>
            <p:cNvSpPr/>
            <p:nvPr/>
          </p:nvSpPr>
          <p:spPr>
            <a:xfrm>
              <a:off x="8252578" y="2102290"/>
              <a:ext cx="26392" cy="39588"/>
            </a:xfrm>
            <a:custGeom>
              <a:avLst/>
              <a:gdLst/>
              <a:ahLst/>
              <a:cxnLst/>
              <a:rect l="l" t="t" r="r" b="b"/>
              <a:pathLst>
                <a:path w="10" h="15" extrusionOk="0">
                  <a:moveTo>
                    <a:pt x="6" y="15"/>
                  </a:moveTo>
                  <a:cubicBezTo>
                    <a:pt x="7" y="15"/>
                    <a:pt x="7" y="15"/>
                    <a:pt x="7" y="15"/>
                  </a:cubicBezTo>
                  <a:cubicBezTo>
                    <a:pt x="9" y="15"/>
                    <a:pt x="10" y="14"/>
                    <a:pt x="10" y="13"/>
                  </a:cubicBezTo>
                  <a:cubicBezTo>
                    <a:pt x="10" y="11"/>
                    <a:pt x="10" y="9"/>
                    <a:pt x="8" y="9"/>
                  </a:cubicBezTo>
                  <a:cubicBezTo>
                    <a:pt x="7" y="9"/>
                    <a:pt x="6" y="7"/>
                    <a:pt x="6" y="6"/>
                  </a:cubicBezTo>
                  <a:cubicBezTo>
                    <a:pt x="6" y="6"/>
                    <a:pt x="6" y="5"/>
                    <a:pt x="6" y="5"/>
                  </a:cubicBezTo>
                  <a:cubicBezTo>
                    <a:pt x="7" y="3"/>
                    <a:pt x="6" y="1"/>
                    <a:pt x="5" y="1"/>
                  </a:cubicBezTo>
                  <a:cubicBezTo>
                    <a:pt x="4" y="0"/>
                    <a:pt x="2" y="0"/>
                    <a:pt x="1" y="2"/>
                  </a:cubicBezTo>
                  <a:cubicBezTo>
                    <a:pt x="0" y="3"/>
                    <a:pt x="0" y="5"/>
                    <a:pt x="0" y="6"/>
                  </a:cubicBezTo>
                  <a:cubicBezTo>
                    <a:pt x="0" y="10"/>
                    <a:pt x="3" y="14"/>
                    <a:pt x="6" y="1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2" name="Google Shape;1212;p49"/>
            <p:cNvSpPr/>
            <p:nvPr/>
          </p:nvSpPr>
          <p:spPr>
            <a:xfrm>
              <a:off x="8227286" y="2003319"/>
              <a:ext cx="17595" cy="15395"/>
            </a:xfrm>
            <a:custGeom>
              <a:avLst/>
              <a:gdLst/>
              <a:ahLst/>
              <a:cxnLst/>
              <a:rect l="l" t="t" r="r" b="b"/>
              <a:pathLst>
                <a:path w="7" h="6" extrusionOk="0">
                  <a:moveTo>
                    <a:pt x="3" y="6"/>
                  </a:moveTo>
                  <a:cubicBezTo>
                    <a:pt x="5" y="6"/>
                    <a:pt x="7" y="3"/>
                    <a:pt x="6" y="1"/>
                  </a:cubicBezTo>
                  <a:cubicBezTo>
                    <a:pt x="5" y="0"/>
                    <a:pt x="4" y="0"/>
                    <a:pt x="4" y="0"/>
                  </a:cubicBezTo>
                  <a:cubicBezTo>
                    <a:pt x="3" y="0"/>
                    <a:pt x="3" y="0"/>
                    <a:pt x="3" y="0"/>
                  </a:cubicBezTo>
                  <a:cubicBezTo>
                    <a:pt x="2" y="0"/>
                    <a:pt x="1" y="1"/>
                    <a:pt x="1" y="1"/>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13" name="Google Shape;1213;p49"/>
          <p:cNvGrpSpPr/>
          <p:nvPr/>
        </p:nvGrpSpPr>
        <p:grpSpPr>
          <a:xfrm>
            <a:off x="5604568" y="1942837"/>
            <a:ext cx="349696" cy="389284"/>
            <a:chOff x="5596870" y="1942837"/>
            <a:chExt cx="349696" cy="389284"/>
          </a:xfrm>
        </p:grpSpPr>
        <p:sp>
          <p:nvSpPr>
            <p:cNvPr id="1214" name="Google Shape;1214;p49"/>
            <p:cNvSpPr/>
            <p:nvPr/>
          </p:nvSpPr>
          <p:spPr>
            <a:xfrm>
              <a:off x="5596870" y="1942837"/>
              <a:ext cx="349696" cy="389284"/>
            </a:xfrm>
            <a:custGeom>
              <a:avLst/>
              <a:gdLst/>
              <a:ahLst/>
              <a:cxnLst/>
              <a:rect l="l" t="t" r="r" b="b"/>
              <a:pathLst>
                <a:path w="134" h="149" extrusionOk="0">
                  <a:moveTo>
                    <a:pt x="134" y="88"/>
                  </a:moveTo>
                  <a:cubicBezTo>
                    <a:pt x="134" y="80"/>
                    <a:pt x="130" y="72"/>
                    <a:pt x="123" y="67"/>
                  </a:cubicBezTo>
                  <a:cubicBezTo>
                    <a:pt x="126" y="63"/>
                    <a:pt x="128" y="58"/>
                    <a:pt x="128" y="53"/>
                  </a:cubicBezTo>
                  <a:cubicBezTo>
                    <a:pt x="128" y="45"/>
                    <a:pt x="124" y="38"/>
                    <a:pt x="117" y="34"/>
                  </a:cubicBezTo>
                  <a:cubicBezTo>
                    <a:pt x="118" y="33"/>
                    <a:pt x="118" y="32"/>
                    <a:pt x="118" y="30"/>
                  </a:cubicBezTo>
                  <a:cubicBezTo>
                    <a:pt x="118" y="20"/>
                    <a:pt x="110" y="12"/>
                    <a:pt x="100" y="12"/>
                  </a:cubicBezTo>
                  <a:cubicBezTo>
                    <a:pt x="99" y="12"/>
                    <a:pt x="97" y="13"/>
                    <a:pt x="96" y="13"/>
                  </a:cubicBezTo>
                  <a:cubicBezTo>
                    <a:pt x="95" y="5"/>
                    <a:pt x="88" y="0"/>
                    <a:pt x="80" y="0"/>
                  </a:cubicBezTo>
                  <a:cubicBezTo>
                    <a:pt x="75" y="0"/>
                    <a:pt x="70" y="2"/>
                    <a:pt x="67" y="6"/>
                  </a:cubicBezTo>
                  <a:cubicBezTo>
                    <a:pt x="65" y="2"/>
                    <a:pt x="60" y="0"/>
                    <a:pt x="54" y="0"/>
                  </a:cubicBezTo>
                  <a:cubicBezTo>
                    <a:pt x="47" y="0"/>
                    <a:pt x="40" y="5"/>
                    <a:pt x="39" y="13"/>
                  </a:cubicBezTo>
                  <a:cubicBezTo>
                    <a:pt x="38" y="13"/>
                    <a:pt x="37" y="13"/>
                    <a:pt x="37" y="12"/>
                  </a:cubicBezTo>
                  <a:cubicBezTo>
                    <a:pt x="36" y="12"/>
                    <a:pt x="35" y="13"/>
                    <a:pt x="35" y="13"/>
                  </a:cubicBezTo>
                  <a:cubicBezTo>
                    <a:pt x="33" y="15"/>
                    <a:pt x="34" y="18"/>
                    <a:pt x="36" y="18"/>
                  </a:cubicBezTo>
                  <a:cubicBezTo>
                    <a:pt x="38" y="18"/>
                    <a:pt x="39" y="19"/>
                    <a:pt x="40" y="19"/>
                  </a:cubicBezTo>
                  <a:cubicBezTo>
                    <a:pt x="40" y="19"/>
                    <a:pt x="40" y="19"/>
                    <a:pt x="40" y="19"/>
                  </a:cubicBezTo>
                  <a:cubicBezTo>
                    <a:pt x="42" y="20"/>
                    <a:pt x="44" y="22"/>
                    <a:pt x="46" y="24"/>
                  </a:cubicBezTo>
                  <a:cubicBezTo>
                    <a:pt x="46" y="25"/>
                    <a:pt x="47" y="26"/>
                    <a:pt x="48" y="26"/>
                  </a:cubicBezTo>
                  <a:cubicBezTo>
                    <a:pt x="49" y="26"/>
                    <a:pt x="50" y="25"/>
                    <a:pt x="51" y="24"/>
                  </a:cubicBezTo>
                  <a:cubicBezTo>
                    <a:pt x="51" y="23"/>
                    <a:pt x="51" y="22"/>
                    <a:pt x="51" y="22"/>
                  </a:cubicBezTo>
                  <a:cubicBezTo>
                    <a:pt x="49" y="19"/>
                    <a:pt x="47" y="17"/>
                    <a:pt x="44" y="15"/>
                  </a:cubicBezTo>
                  <a:cubicBezTo>
                    <a:pt x="45" y="8"/>
                    <a:pt x="53" y="2"/>
                    <a:pt x="61" y="8"/>
                  </a:cubicBezTo>
                  <a:cubicBezTo>
                    <a:pt x="63" y="9"/>
                    <a:pt x="64" y="12"/>
                    <a:pt x="64" y="14"/>
                  </a:cubicBezTo>
                  <a:cubicBezTo>
                    <a:pt x="64" y="48"/>
                    <a:pt x="64" y="48"/>
                    <a:pt x="64" y="48"/>
                  </a:cubicBezTo>
                  <a:cubicBezTo>
                    <a:pt x="51" y="50"/>
                    <a:pt x="41" y="61"/>
                    <a:pt x="41" y="74"/>
                  </a:cubicBezTo>
                  <a:cubicBezTo>
                    <a:pt x="41" y="88"/>
                    <a:pt x="51" y="99"/>
                    <a:pt x="64" y="100"/>
                  </a:cubicBezTo>
                  <a:cubicBezTo>
                    <a:pt x="64" y="131"/>
                    <a:pt x="64" y="131"/>
                    <a:pt x="64" y="131"/>
                  </a:cubicBezTo>
                  <a:cubicBezTo>
                    <a:pt x="64" y="134"/>
                    <a:pt x="63" y="137"/>
                    <a:pt x="60" y="139"/>
                  </a:cubicBezTo>
                  <a:cubicBezTo>
                    <a:pt x="52" y="146"/>
                    <a:pt x="42" y="143"/>
                    <a:pt x="38" y="135"/>
                  </a:cubicBezTo>
                  <a:cubicBezTo>
                    <a:pt x="40" y="135"/>
                    <a:pt x="41" y="135"/>
                    <a:pt x="43" y="134"/>
                  </a:cubicBezTo>
                  <a:cubicBezTo>
                    <a:pt x="44" y="134"/>
                    <a:pt x="44" y="134"/>
                    <a:pt x="45" y="133"/>
                  </a:cubicBezTo>
                  <a:cubicBezTo>
                    <a:pt x="45" y="130"/>
                    <a:pt x="43" y="128"/>
                    <a:pt x="41" y="129"/>
                  </a:cubicBezTo>
                  <a:cubicBezTo>
                    <a:pt x="39" y="130"/>
                    <a:pt x="36" y="130"/>
                    <a:pt x="34" y="129"/>
                  </a:cubicBezTo>
                  <a:cubicBezTo>
                    <a:pt x="34" y="129"/>
                    <a:pt x="34" y="129"/>
                    <a:pt x="34" y="129"/>
                  </a:cubicBezTo>
                  <a:cubicBezTo>
                    <a:pt x="26" y="128"/>
                    <a:pt x="20" y="121"/>
                    <a:pt x="20" y="113"/>
                  </a:cubicBezTo>
                  <a:cubicBezTo>
                    <a:pt x="22" y="114"/>
                    <a:pt x="24" y="114"/>
                    <a:pt x="26" y="114"/>
                  </a:cubicBezTo>
                  <a:cubicBezTo>
                    <a:pt x="28" y="114"/>
                    <a:pt x="31" y="113"/>
                    <a:pt x="33" y="113"/>
                  </a:cubicBezTo>
                  <a:cubicBezTo>
                    <a:pt x="34" y="113"/>
                    <a:pt x="34" y="112"/>
                    <a:pt x="35" y="111"/>
                  </a:cubicBezTo>
                  <a:cubicBezTo>
                    <a:pt x="36" y="109"/>
                    <a:pt x="33" y="107"/>
                    <a:pt x="31" y="107"/>
                  </a:cubicBezTo>
                  <a:cubicBezTo>
                    <a:pt x="30" y="108"/>
                    <a:pt x="28" y="108"/>
                    <a:pt x="26" y="108"/>
                  </a:cubicBezTo>
                  <a:cubicBezTo>
                    <a:pt x="24" y="108"/>
                    <a:pt x="21" y="107"/>
                    <a:pt x="19" y="106"/>
                  </a:cubicBezTo>
                  <a:cubicBezTo>
                    <a:pt x="19" y="106"/>
                    <a:pt x="19" y="106"/>
                    <a:pt x="19" y="106"/>
                  </a:cubicBezTo>
                  <a:cubicBezTo>
                    <a:pt x="11" y="103"/>
                    <a:pt x="6" y="96"/>
                    <a:pt x="6" y="88"/>
                  </a:cubicBezTo>
                  <a:cubicBezTo>
                    <a:pt x="6" y="81"/>
                    <a:pt x="11" y="74"/>
                    <a:pt x="17" y="70"/>
                  </a:cubicBezTo>
                  <a:cubicBezTo>
                    <a:pt x="17" y="70"/>
                    <a:pt x="17" y="70"/>
                    <a:pt x="17" y="70"/>
                  </a:cubicBezTo>
                  <a:cubicBezTo>
                    <a:pt x="18" y="69"/>
                    <a:pt x="19" y="69"/>
                    <a:pt x="20" y="69"/>
                  </a:cubicBezTo>
                  <a:cubicBezTo>
                    <a:pt x="23" y="70"/>
                    <a:pt x="24" y="66"/>
                    <a:pt x="22" y="64"/>
                  </a:cubicBezTo>
                  <a:cubicBezTo>
                    <a:pt x="21" y="63"/>
                    <a:pt x="21" y="63"/>
                    <a:pt x="20" y="63"/>
                  </a:cubicBezTo>
                  <a:cubicBezTo>
                    <a:pt x="19" y="64"/>
                    <a:pt x="18" y="64"/>
                    <a:pt x="17" y="64"/>
                  </a:cubicBezTo>
                  <a:cubicBezTo>
                    <a:pt x="14" y="61"/>
                    <a:pt x="12" y="57"/>
                    <a:pt x="12" y="53"/>
                  </a:cubicBezTo>
                  <a:cubicBezTo>
                    <a:pt x="12" y="48"/>
                    <a:pt x="15" y="42"/>
                    <a:pt x="20" y="39"/>
                  </a:cubicBezTo>
                  <a:cubicBezTo>
                    <a:pt x="21" y="42"/>
                    <a:pt x="23" y="44"/>
                    <a:pt x="26" y="46"/>
                  </a:cubicBezTo>
                  <a:cubicBezTo>
                    <a:pt x="27" y="46"/>
                    <a:pt x="27" y="46"/>
                    <a:pt x="28" y="46"/>
                  </a:cubicBezTo>
                  <a:cubicBezTo>
                    <a:pt x="29" y="46"/>
                    <a:pt x="31" y="45"/>
                    <a:pt x="30" y="43"/>
                  </a:cubicBezTo>
                  <a:cubicBezTo>
                    <a:pt x="30" y="42"/>
                    <a:pt x="30" y="41"/>
                    <a:pt x="29" y="41"/>
                  </a:cubicBezTo>
                  <a:cubicBezTo>
                    <a:pt x="27" y="40"/>
                    <a:pt x="25" y="37"/>
                    <a:pt x="24" y="34"/>
                  </a:cubicBezTo>
                  <a:cubicBezTo>
                    <a:pt x="24" y="34"/>
                    <a:pt x="24" y="34"/>
                    <a:pt x="24" y="34"/>
                  </a:cubicBezTo>
                  <a:cubicBezTo>
                    <a:pt x="23" y="33"/>
                    <a:pt x="23" y="32"/>
                    <a:pt x="23" y="31"/>
                  </a:cubicBezTo>
                  <a:cubicBezTo>
                    <a:pt x="23" y="31"/>
                    <a:pt x="22" y="30"/>
                    <a:pt x="22" y="30"/>
                  </a:cubicBezTo>
                  <a:cubicBezTo>
                    <a:pt x="19" y="28"/>
                    <a:pt x="17" y="30"/>
                    <a:pt x="17" y="32"/>
                  </a:cubicBezTo>
                  <a:cubicBezTo>
                    <a:pt x="17" y="33"/>
                    <a:pt x="17" y="33"/>
                    <a:pt x="17" y="34"/>
                  </a:cubicBezTo>
                  <a:cubicBezTo>
                    <a:pt x="11" y="38"/>
                    <a:pt x="7" y="45"/>
                    <a:pt x="7" y="53"/>
                  </a:cubicBezTo>
                  <a:cubicBezTo>
                    <a:pt x="7" y="58"/>
                    <a:pt x="8" y="63"/>
                    <a:pt x="11" y="67"/>
                  </a:cubicBezTo>
                  <a:cubicBezTo>
                    <a:pt x="5" y="72"/>
                    <a:pt x="0" y="80"/>
                    <a:pt x="0" y="88"/>
                  </a:cubicBezTo>
                  <a:cubicBezTo>
                    <a:pt x="0" y="98"/>
                    <a:pt x="6" y="107"/>
                    <a:pt x="14" y="111"/>
                  </a:cubicBezTo>
                  <a:cubicBezTo>
                    <a:pt x="14" y="112"/>
                    <a:pt x="14" y="112"/>
                    <a:pt x="14" y="113"/>
                  </a:cubicBezTo>
                  <a:cubicBezTo>
                    <a:pt x="14" y="118"/>
                    <a:pt x="16" y="123"/>
                    <a:pt x="20" y="127"/>
                  </a:cubicBezTo>
                  <a:cubicBezTo>
                    <a:pt x="23" y="131"/>
                    <a:pt x="27" y="133"/>
                    <a:pt x="31" y="135"/>
                  </a:cubicBezTo>
                  <a:cubicBezTo>
                    <a:pt x="34" y="143"/>
                    <a:pt x="42" y="149"/>
                    <a:pt x="50" y="149"/>
                  </a:cubicBezTo>
                  <a:cubicBezTo>
                    <a:pt x="58" y="149"/>
                    <a:pt x="64" y="145"/>
                    <a:pt x="67" y="139"/>
                  </a:cubicBezTo>
                  <a:cubicBezTo>
                    <a:pt x="71" y="145"/>
                    <a:pt x="77" y="149"/>
                    <a:pt x="84" y="149"/>
                  </a:cubicBezTo>
                  <a:cubicBezTo>
                    <a:pt x="93" y="149"/>
                    <a:pt x="101" y="143"/>
                    <a:pt x="104" y="135"/>
                  </a:cubicBezTo>
                  <a:cubicBezTo>
                    <a:pt x="108" y="133"/>
                    <a:pt x="112" y="131"/>
                    <a:pt x="115" y="127"/>
                  </a:cubicBezTo>
                  <a:cubicBezTo>
                    <a:pt x="119" y="123"/>
                    <a:pt x="121" y="118"/>
                    <a:pt x="121" y="113"/>
                  </a:cubicBezTo>
                  <a:cubicBezTo>
                    <a:pt x="121" y="112"/>
                    <a:pt x="120" y="112"/>
                    <a:pt x="120" y="111"/>
                  </a:cubicBezTo>
                  <a:cubicBezTo>
                    <a:pt x="129" y="107"/>
                    <a:pt x="134" y="98"/>
                    <a:pt x="134" y="88"/>
                  </a:cubicBezTo>
                  <a:close/>
                  <a:moveTo>
                    <a:pt x="67" y="95"/>
                  </a:moveTo>
                  <a:cubicBezTo>
                    <a:pt x="63" y="95"/>
                    <a:pt x="59" y="91"/>
                    <a:pt x="59" y="86"/>
                  </a:cubicBezTo>
                  <a:cubicBezTo>
                    <a:pt x="59" y="81"/>
                    <a:pt x="63" y="77"/>
                    <a:pt x="67" y="77"/>
                  </a:cubicBezTo>
                  <a:cubicBezTo>
                    <a:pt x="75" y="77"/>
                    <a:pt x="82" y="71"/>
                    <a:pt x="82" y="63"/>
                  </a:cubicBezTo>
                  <a:cubicBezTo>
                    <a:pt x="82" y="62"/>
                    <a:pt x="82" y="61"/>
                    <a:pt x="82" y="60"/>
                  </a:cubicBezTo>
                  <a:cubicBezTo>
                    <a:pt x="85" y="63"/>
                    <a:pt x="88" y="69"/>
                    <a:pt x="88" y="74"/>
                  </a:cubicBezTo>
                  <a:cubicBezTo>
                    <a:pt x="88" y="85"/>
                    <a:pt x="79" y="95"/>
                    <a:pt x="67" y="95"/>
                  </a:cubicBezTo>
                  <a:close/>
                  <a:moveTo>
                    <a:pt x="47" y="74"/>
                  </a:moveTo>
                  <a:cubicBezTo>
                    <a:pt x="47" y="63"/>
                    <a:pt x="56" y="54"/>
                    <a:pt x="67" y="54"/>
                  </a:cubicBezTo>
                  <a:cubicBezTo>
                    <a:pt x="72" y="54"/>
                    <a:pt x="76" y="58"/>
                    <a:pt x="76" y="63"/>
                  </a:cubicBezTo>
                  <a:cubicBezTo>
                    <a:pt x="76" y="67"/>
                    <a:pt x="72" y="71"/>
                    <a:pt x="67" y="71"/>
                  </a:cubicBezTo>
                  <a:cubicBezTo>
                    <a:pt x="59" y="71"/>
                    <a:pt x="53" y="78"/>
                    <a:pt x="53" y="86"/>
                  </a:cubicBezTo>
                  <a:cubicBezTo>
                    <a:pt x="53" y="87"/>
                    <a:pt x="53" y="88"/>
                    <a:pt x="53" y="89"/>
                  </a:cubicBezTo>
                  <a:cubicBezTo>
                    <a:pt x="49" y="85"/>
                    <a:pt x="47" y="80"/>
                    <a:pt x="47" y="74"/>
                  </a:cubicBezTo>
                  <a:close/>
                  <a:moveTo>
                    <a:pt x="116" y="106"/>
                  </a:moveTo>
                  <a:cubicBezTo>
                    <a:pt x="116" y="106"/>
                    <a:pt x="116" y="106"/>
                    <a:pt x="116" y="106"/>
                  </a:cubicBezTo>
                  <a:cubicBezTo>
                    <a:pt x="114" y="107"/>
                    <a:pt x="111" y="108"/>
                    <a:pt x="109" y="108"/>
                  </a:cubicBezTo>
                  <a:cubicBezTo>
                    <a:pt x="107" y="108"/>
                    <a:pt x="105" y="108"/>
                    <a:pt x="104" y="107"/>
                  </a:cubicBezTo>
                  <a:cubicBezTo>
                    <a:pt x="102" y="107"/>
                    <a:pt x="99" y="109"/>
                    <a:pt x="100" y="111"/>
                  </a:cubicBezTo>
                  <a:cubicBezTo>
                    <a:pt x="100" y="112"/>
                    <a:pt x="101" y="113"/>
                    <a:pt x="102" y="113"/>
                  </a:cubicBezTo>
                  <a:cubicBezTo>
                    <a:pt x="104" y="113"/>
                    <a:pt x="106" y="114"/>
                    <a:pt x="109" y="114"/>
                  </a:cubicBezTo>
                  <a:cubicBezTo>
                    <a:pt x="111" y="114"/>
                    <a:pt x="113" y="114"/>
                    <a:pt x="115" y="113"/>
                  </a:cubicBezTo>
                  <a:cubicBezTo>
                    <a:pt x="115" y="121"/>
                    <a:pt x="109" y="128"/>
                    <a:pt x="101" y="129"/>
                  </a:cubicBezTo>
                  <a:cubicBezTo>
                    <a:pt x="101" y="129"/>
                    <a:pt x="101" y="129"/>
                    <a:pt x="101" y="129"/>
                  </a:cubicBezTo>
                  <a:cubicBezTo>
                    <a:pt x="98" y="130"/>
                    <a:pt x="96" y="129"/>
                    <a:pt x="93" y="129"/>
                  </a:cubicBezTo>
                  <a:cubicBezTo>
                    <a:pt x="93" y="129"/>
                    <a:pt x="92" y="129"/>
                    <a:pt x="91" y="129"/>
                  </a:cubicBezTo>
                  <a:cubicBezTo>
                    <a:pt x="89" y="131"/>
                    <a:pt x="90" y="134"/>
                    <a:pt x="92" y="135"/>
                  </a:cubicBezTo>
                  <a:cubicBezTo>
                    <a:pt x="94" y="135"/>
                    <a:pt x="95" y="135"/>
                    <a:pt x="97" y="135"/>
                  </a:cubicBezTo>
                  <a:cubicBezTo>
                    <a:pt x="93" y="143"/>
                    <a:pt x="83" y="146"/>
                    <a:pt x="75" y="139"/>
                  </a:cubicBezTo>
                  <a:cubicBezTo>
                    <a:pt x="72" y="137"/>
                    <a:pt x="70" y="134"/>
                    <a:pt x="70" y="130"/>
                  </a:cubicBezTo>
                  <a:cubicBezTo>
                    <a:pt x="70" y="100"/>
                    <a:pt x="70" y="100"/>
                    <a:pt x="70" y="100"/>
                  </a:cubicBezTo>
                  <a:cubicBezTo>
                    <a:pt x="83" y="99"/>
                    <a:pt x="94" y="88"/>
                    <a:pt x="94" y="74"/>
                  </a:cubicBezTo>
                  <a:cubicBezTo>
                    <a:pt x="94" y="61"/>
                    <a:pt x="83" y="50"/>
                    <a:pt x="70" y="48"/>
                  </a:cubicBezTo>
                  <a:cubicBezTo>
                    <a:pt x="70" y="14"/>
                    <a:pt x="70" y="14"/>
                    <a:pt x="70" y="14"/>
                  </a:cubicBezTo>
                  <a:cubicBezTo>
                    <a:pt x="70" y="12"/>
                    <a:pt x="72" y="9"/>
                    <a:pt x="74" y="8"/>
                  </a:cubicBezTo>
                  <a:cubicBezTo>
                    <a:pt x="82" y="2"/>
                    <a:pt x="90" y="8"/>
                    <a:pt x="91" y="15"/>
                  </a:cubicBezTo>
                  <a:cubicBezTo>
                    <a:pt x="88" y="17"/>
                    <a:pt x="86" y="19"/>
                    <a:pt x="84" y="21"/>
                  </a:cubicBezTo>
                  <a:cubicBezTo>
                    <a:pt x="83" y="23"/>
                    <a:pt x="84" y="25"/>
                    <a:pt x="85" y="25"/>
                  </a:cubicBezTo>
                  <a:cubicBezTo>
                    <a:pt x="86" y="26"/>
                    <a:pt x="86" y="26"/>
                    <a:pt x="87" y="26"/>
                  </a:cubicBezTo>
                  <a:cubicBezTo>
                    <a:pt x="88" y="26"/>
                    <a:pt x="89" y="25"/>
                    <a:pt x="89" y="24"/>
                  </a:cubicBezTo>
                  <a:cubicBezTo>
                    <a:pt x="91" y="22"/>
                    <a:pt x="92" y="20"/>
                    <a:pt x="95" y="19"/>
                  </a:cubicBezTo>
                  <a:cubicBezTo>
                    <a:pt x="95" y="19"/>
                    <a:pt x="95" y="19"/>
                    <a:pt x="95" y="19"/>
                  </a:cubicBezTo>
                  <a:cubicBezTo>
                    <a:pt x="98" y="18"/>
                    <a:pt x="102" y="18"/>
                    <a:pt x="106" y="20"/>
                  </a:cubicBezTo>
                  <a:cubicBezTo>
                    <a:pt x="107" y="20"/>
                    <a:pt x="109" y="22"/>
                    <a:pt x="110" y="23"/>
                  </a:cubicBezTo>
                  <a:cubicBezTo>
                    <a:pt x="112" y="27"/>
                    <a:pt x="112" y="31"/>
                    <a:pt x="111" y="34"/>
                  </a:cubicBezTo>
                  <a:cubicBezTo>
                    <a:pt x="111" y="34"/>
                    <a:pt x="111" y="34"/>
                    <a:pt x="111" y="34"/>
                  </a:cubicBezTo>
                  <a:cubicBezTo>
                    <a:pt x="110" y="37"/>
                    <a:pt x="108" y="40"/>
                    <a:pt x="106" y="41"/>
                  </a:cubicBezTo>
                  <a:cubicBezTo>
                    <a:pt x="105" y="41"/>
                    <a:pt x="104" y="42"/>
                    <a:pt x="104" y="43"/>
                  </a:cubicBezTo>
                  <a:cubicBezTo>
                    <a:pt x="104" y="45"/>
                    <a:pt x="106" y="46"/>
                    <a:pt x="107" y="46"/>
                  </a:cubicBezTo>
                  <a:cubicBezTo>
                    <a:pt x="108" y="46"/>
                    <a:pt x="108" y="46"/>
                    <a:pt x="109" y="46"/>
                  </a:cubicBezTo>
                  <a:cubicBezTo>
                    <a:pt x="111" y="44"/>
                    <a:pt x="114" y="42"/>
                    <a:pt x="115" y="39"/>
                  </a:cubicBezTo>
                  <a:cubicBezTo>
                    <a:pt x="120" y="42"/>
                    <a:pt x="122" y="48"/>
                    <a:pt x="122" y="53"/>
                  </a:cubicBezTo>
                  <a:cubicBezTo>
                    <a:pt x="122" y="57"/>
                    <a:pt x="121" y="61"/>
                    <a:pt x="118" y="64"/>
                  </a:cubicBezTo>
                  <a:cubicBezTo>
                    <a:pt x="117" y="64"/>
                    <a:pt x="116" y="64"/>
                    <a:pt x="115" y="63"/>
                  </a:cubicBezTo>
                  <a:cubicBezTo>
                    <a:pt x="114" y="63"/>
                    <a:pt x="113" y="63"/>
                    <a:pt x="113" y="64"/>
                  </a:cubicBezTo>
                  <a:cubicBezTo>
                    <a:pt x="110" y="66"/>
                    <a:pt x="112" y="70"/>
                    <a:pt x="115" y="69"/>
                  </a:cubicBezTo>
                  <a:cubicBezTo>
                    <a:pt x="116" y="69"/>
                    <a:pt x="117" y="69"/>
                    <a:pt x="117" y="70"/>
                  </a:cubicBezTo>
                  <a:cubicBezTo>
                    <a:pt x="117" y="70"/>
                    <a:pt x="117" y="70"/>
                    <a:pt x="117" y="70"/>
                  </a:cubicBezTo>
                  <a:cubicBezTo>
                    <a:pt x="124" y="74"/>
                    <a:pt x="129" y="81"/>
                    <a:pt x="129" y="88"/>
                  </a:cubicBezTo>
                  <a:cubicBezTo>
                    <a:pt x="129" y="96"/>
                    <a:pt x="124" y="103"/>
                    <a:pt x="116" y="10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5" name="Google Shape;1215;p49"/>
            <p:cNvSpPr/>
            <p:nvPr/>
          </p:nvSpPr>
          <p:spPr>
            <a:xfrm>
              <a:off x="5659551" y="2089094"/>
              <a:ext cx="39588" cy="62682"/>
            </a:xfrm>
            <a:custGeom>
              <a:avLst/>
              <a:gdLst/>
              <a:ahLst/>
              <a:cxnLst/>
              <a:rect l="l" t="t" r="r" b="b"/>
              <a:pathLst>
                <a:path w="15" h="24" extrusionOk="0">
                  <a:moveTo>
                    <a:pt x="9" y="9"/>
                  </a:moveTo>
                  <a:cubicBezTo>
                    <a:pt x="9" y="13"/>
                    <a:pt x="6" y="17"/>
                    <a:pt x="2" y="18"/>
                  </a:cubicBezTo>
                  <a:cubicBezTo>
                    <a:pt x="1" y="19"/>
                    <a:pt x="0" y="20"/>
                    <a:pt x="0" y="22"/>
                  </a:cubicBezTo>
                  <a:cubicBezTo>
                    <a:pt x="0" y="23"/>
                    <a:pt x="2" y="24"/>
                    <a:pt x="3" y="24"/>
                  </a:cubicBezTo>
                  <a:cubicBezTo>
                    <a:pt x="3" y="24"/>
                    <a:pt x="3" y="24"/>
                    <a:pt x="4" y="24"/>
                  </a:cubicBezTo>
                  <a:cubicBezTo>
                    <a:pt x="10" y="22"/>
                    <a:pt x="15" y="16"/>
                    <a:pt x="15" y="9"/>
                  </a:cubicBezTo>
                  <a:cubicBezTo>
                    <a:pt x="15" y="7"/>
                    <a:pt x="14" y="4"/>
                    <a:pt x="13" y="2"/>
                  </a:cubicBezTo>
                  <a:cubicBezTo>
                    <a:pt x="12" y="1"/>
                    <a:pt x="10" y="0"/>
                    <a:pt x="9" y="1"/>
                  </a:cubicBezTo>
                  <a:cubicBezTo>
                    <a:pt x="7" y="2"/>
                    <a:pt x="7" y="4"/>
                    <a:pt x="8" y="5"/>
                  </a:cubicBezTo>
                  <a:cubicBezTo>
                    <a:pt x="8" y="6"/>
                    <a:pt x="9" y="8"/>
                    <a:pt x="9"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6" name="Google Shape;1216;p49"/>
            <p:cNvSpPr/>
            <p:nvPr/>
          </p:nvSpPr>
          <p:spPr>
            <a:xfrm>
              <a:off x="5685943" y="2189164"/>
              <a:ext cx="46186" cy="53884"/>
            </a:xfrm>
            <a:custGeom>
              <a:avLst/>
              <a:gdLst/>
              <a:ahLst/>
              <a:cxnLst/>
              <a:rect l="l" t="t" r="r" b="b"/>
              <a:pathLst>
                <a:path w="18" h="21" extrusionOk="0">
                  <a:moveTo>
                    <a:pt x="14" y="21"/>
                  </a:moveTo>
                  <a:cubicBezTo>
                    <a:pt x="14" y="21"/>
                    <a:pt x="14" y="21"/>
                    <a:pt x="15" y="21"/>
                  </a:cubicBezTo>
                  <a:cubicBezTo>
                    <a:pt x="16" y="21"/>
                    <a:pt x="17" y="20"/>
                    <a:pt x="17" y="19"/>
                  </a:cubicBezTo>
                  <a:cubicBezTo>
                    <a:pt x="18" y="18"/>
                    <a:pt x="18" y="16"/>
                    <a:pt x="18" y="15"/>
                  </a:cubicBezTo>
                  <a:cubicBezTo>
                    <a:pt x="18" y="7"/>
                    <a:pt x="11" y="0"/>
                    <a:pt x="3" y="0"/>
                  </a:cubicBezTo>
                  <a:cubicBezTo>
                    <a:pt x="2" y="0"/>
                    <a:pt x="0" y="2"/>
                    <a:pt x="0" y="3"/>
                  </a:cubicBezTo>
                  <a:cubicBezTo>
                    <a:pt x="0" y="5"/>
                    <a:pt x="2" y="6"/>
                    <a:pt x="3" y="6"/>
                  </a:cubicBezTo>
                  <a:cubicBezTo>
                    <a:pt x="8" y="6"/>
                    <a:pt x="12" y="10"/>
                    <a:pt x="12" y="15"/>
                  </a:cubicBezTo>
                  <a:cubicBezTo>
                    <a:pt x="12" y="16"/>
                    <a:pt x="12" y="17"/>
                    <a:pt x="12" y="17"/>
                  </a:cubicBezTo>
                  <a:cubicBezTo>
                    <a:pt x="11" y="19"/>
                    <a:pt x="12" y="21"/>
                    <a:pt x="14" y="2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7" name="Google Shape;1217;p49"/>
            <p:cNvSpPr/>
            <p:nvPr/>
          </p:nvSpPr>
          <p:spPr>
            <a:xfrm>
              <a:off x="5693641" y="2029712"/>
              <a:ext cx="59382" cy="25293"/>
            </a:xfrm>
            <a:custGeom>
              <a:avLst/>
              <a:gdLst/>
              <a:ahLst/>
              <a:cxnLst/>
              <a:rect l="l" t="t" r="r" b="b"/>
              <a:pathLst>
                <a:path w="23" h="10" extrusionOk="0">
                  <a:moveTo>
                    <a:pt x="22" y="5"/>
                  </a:moveTo>
                  <a:cubicBezTo>
                    <a:pt x="23" y="4"/>
                    <a:pt x="23" y="2"/>
                    <a:pt x="22" y="1"/>
                  </a:cubicBezTo>
                  <a:cubicBezTo>
                    <a:pt x="21" y="0"/>
                    <a:pt x="19" y="0"/>
                    <a:pt x="18" y="1"/>
                  </a:cubicBezTo>
                  <a:cubicBezTo>
                    <a:pt x="16" y="3"/>
                    <a:pt x="14" y="4"/>
                    <a:pt x="12" y="4"/>
                  </a:cubicBezTo>
                  <a:cubicBezTo>
                    <a:pt x="9" y="4"/>
                    <a:pt x="7" y="3"/>
                    <a:pt x="5" y="1"/>
                  </a:cubicBezTo>
                  <a:cubicBezTo>
                    <a:pt x="4" y="0"/>
                    <a:pt x="2" y="0"/>
                    <a:pt x="1" y="1"/>
                  </a:cubicBezTo>
                  <a:cubicBezTo>
                    <a:pt x="0" y="2"/>
                    <a:pt x="0" y="4"/>
                    <a:pt x="1" y="5"/>
                  </a:cubicBezTo>
                  <a:cubicBezTo>
                    <a:pt x="4" y="8"/>
                    <a:pt x="8" y="10"/>
                    <a:pt x="12" y="10"/>
                  </a:cubicBezTo>
                  <a:cubicBezTo>
                    <a:pt x="16" y="10"/>
                    <a:pt x="19" y="8"/>
                    <a:pt x="2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8" name="Google Shape;1218;p49"/>
            <p:cNvSpPr/>
            <p:nvPr/>
          </p:nvSpPr>
          <p:spPr>
            <a:xfrm>
              <a:off x="5847595" y="2089094"/>
              <a:ext cx="38489" cy="62682"/>
            </a:xfrm>
            <a:custGeom>
              <a:avLst/>
              <a:gdLst/>
              <a:ahLst/>
              <a:cxnLst/>
              <a:rect l="l" t="t" r="r" b="b"/>
              <a:pathLst>
                <a:path w="15" h="24" extrusionOk="0">
                  <a:moveTo>
                    <a:pt x="12" y="18"/>
                  </a:moveTo>
                  <a:cubicBezTo>
                    <a:pt x="9" y="17"/>
                    <a:pt x="6" y="13"/>
                    <a:pt x="6" y="9"/>
                  </a:cubicBezTo>
                  <a:cubicBezTo>
                    <a:pt x="6" y="8"/>
                    <a:pt x="6" y="6"/>
                    <a:pt x="7" y="5"/>
                  </a:cubicBezTo>
                  <a:cubicBezTo>
                    <a:pt x="8" y="4"/>
                    <a:pt x="7" y="2"/>
                    <a:pt x="6" y="1"/>
                  </a:cubicBezTo>
                  <a:cubicBezTo>
                    <a:pt x="5" y="0"/>
                    <a:pt x="3" y="1"/>
                    <a:pt x="2" y="2"/>
                  </a:cubicBezTo>
                  <a:cubicBezTo>
                    <a:pt x="1" y="4"/>
                    <a:pt x="0" y="7"/>
                    <a:pt x="0" y="9"/>
                  </a:cubicBezTo>
                  <a:cubicBezTo>
                    <a:pt x="0" y="16"/>
                    <a:pt x="5" y="22"/>
                    <a:pt x="11" y="24"/>
                  </a:cubicBezTo>
                  <a:cubicBezTo>
                    <a:pt x="11" y="24"/>
                    <a:pt x="11" y="24"/>
                    <a:pt x="12" y="24"/>
                  </a:cubicBezTo>
                  <a:cubicBezTo>
                    <a:pt x="13" y="24"/>
                    <a:pt x="14" y="23"/>
                    <a:pt x="15" y="22"/>
                  </a:cubicBezTo>
                  <a:cubicBezTo>
                    <a:pt x="15" y="20"/>
                    <a:pt x="14" y="19"/>
                    <a:pt x="12"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9" name="Google Shape;1219;p49"/>
            <p:cNvSpPr/>
            <p:nvPr/>
          </p:nvSpPr>
          <p:spPr>
            <a:xfrm>
              <a:off x="5813505" y="2189164"/>
              <a:ext cx="43987" cy="53884"/>
            </a:xfrm>
            <a:custGeom>
              <a:avLst/>
              <a:gdLst/>
              <a:ahLst/>
              <a:cxnLst/>
              <a:rect l="l" t="t" r="r" b="b"/>
              <a:pathLst>
                <a:path w="17" h="21" extrusionOk="0">
                  <a:moveTo>
                    <a:pt x="15" y="0"/>
                  </a:moveTo>
                  <a:cubicBezTo>
                    <a:pt x="6" y="0"/>
                    <a:pt x="0" y="7"/>
                    <a:pt x="0" y="15"/>
                  </a:cubicBezTo>
                  <a:cubicBezTo>
                    <a:pt x="0" y="16"/>
                    <a:pt x="0" y="18"/>
                    <a:pt x="0" y="19"/>
                  </a:cubicBezTo>
                  <a:cubicBezTo>
                    <a:pt x="1" y="20"/>
                    <a:pt x="2" y="21"/>
                    <a:pt x="3" y="21"/>
                  </a:cubicBezTo>
                  <a:cubicBezTo>
                    <a:pt x="3" y="21"/>
                    <a:pt x="4" y="21"/>
                    <a:pt x="4" y="21"/>
                  </a:cubicBezTo>
                  <a:cubicBezTo>
                    <a:pt x="5" y="21"/>
                    <a:pt x="6" y="19"/>
                    <a:pt x="6" y="17"/>
                  </a:cubicBezTo>
                  <a:cubicBezTo>
                    <a:pt x="6" y="17"/>
                    <a:pt x="6" y="16"/>
                    <a:pt x="6" y="15"/>
                  </a:cubicBezTo>
                  <a:cubicBezTo>
                    <a:pt x="6" y="10"/>
                    <a:pt x="10" y="6"/>
                    <a:pt x="15" y="6"/>
                  </a:cubicBezTo>
                  <a:cubicBezTo>
                    <a:pt x="16" y="6"/>
                    <a:pt x="17" y="5"/>
                    <a:pt x="17" y="3"/>
                  </a:cubicBezTo>
                  <a:cubicBezTo>
                    <a:pt x="17" y="2"/>
                    <a:pt x="16" y="0"/>
                    <a:pt x="15"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0" name="Google Shape;1220;p49"/>
            <p:cNvSpPr/>
            <p:nvPr/>
          </p:nvSpPr>
          <p:spPr>
            <a:xfrm>
              <a:off x="5792611" y="2029712"/>
              <a:ext cx="60482" cy="25293"/>
            </a:xfrm>
            <a:custGeom>
              <a:avLst/>
              <a:gdLst/>
              <a:ahLst/>
              <a:cxnLst/>
              <a:rect l="l" t="t" r="r" b="b"/>
              <a:pathLst>
                <a:path w="23" h="10" extrusionOk="0">
                  <a:moveTo>
                    <a:pt x="22" y="1"/>
                  </a:moveTo>
                  <a:cubicBezTo>
                    <a:pt x="20" y="0"/>
                    <a:pt x="19" y="0"/>
                    <a:pt x="17" y="1"/>
                  </a:cubicBezTo>
                  <a:cubicBezTo>
                    <a:pt x="16" y="3"/>
                    <a:pt x="14" y="4"/>
                    <a:pt x="11" y="4"/>
                  </a:cubicBezTo>
                  <a:cubicBezTo>
                    <a:pt x="9" y="4"/>
                    <a:pt x="6" y="3"/>
                    <a:pt x="5" y="1"/>
                  </a:cubicBezTo>
                  <a:cubicBezTo>
                    <a:pt x="4" y="0"/>
                    <a:pt x="2" y="0"/>
                    <a:pt x="1" y="1"/>
                  </a:cubicBezTo>
                  <a:cubicBezTo>
                    <a:pt x="0" y="2"/>
                    <a:pt x="0" y="4"/>
                    <a:pt x="1" y="5"/>
                  </a:cubicBezTo>
                  <a:cubicBezTo>
                    <a:pt x="3" y="8"/>
                    <a:pt x="7" y="10"/>
                    <a:pt x="11" y="10"/>
                  </a:cubicBezTo>
                  <a:cubicBezTo>
                    <a:pt x="15" y="10"/>
                    <a:pt x="19" y="8"/>
                    <a:pt x="22" y="5"/>
                  </a:cubicBezTo>
                  <a:cubicBezTo>
                    <a:pt x="23" y="4"/>
                    <a:pt x="23" y="2"/>
                    <a:pt x="22"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1" name="Google Shape;1221;p49"/>
            <p:cNvSpPr/>
            <p:nvPr/>
          </p:nvSpPr>
          <p:spPr>
            <a:xfrm>
              <a:off x="5651853" y="1987924"/>
              <a:ext cx="17595" cy="15395"/>
            </a:xfrm>
            <a:custGeom>
              <a:avLst/>
              <a:gdLst/>
              <a:ahLst/>
              <a:cxnLst/>
              <a:rect l="l" t="t" r="r" b="b"/>
              <a:pathLst>
                <a:path w="7" h="6" extrusionOk="0">
                  <a:moveTo>
                    <a:pt x="3" y="6"/>
                  </a:moveTo>
                  <a:cubicBezTo>
                    <a:pt x="5" y="6"/>
                    <a:pt x="7" y="3"/>
                    <a:pt x="6" y="1"/>
                  </a:cubicBezTo>
                  <a:cubicBezTo>
                    <a:pt x="5" y="0"/>
                    <a:pt x="4" y="0"/>
                    <a:pt x="4" y="0"/>
                  </a:cubicBezTo>
                  <a:cubicBezTo>
                    <a:pt x="3" y="0"/>
                    <a:pt x="3" y="0"/>
                    <a:pt x="3" y="0"/>
                  </a:cubicBezTo>
                  <a:cubicBezTo>
                    <a:pt x="2" y="0"/>
                    <a:pt x="1" y="0"/>
                    <a:pt x="1" y="1"/>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2" name="Google Shape;1222;p49"/>
            <p:cNvSpPr/>
            <p:nvPr/>
          </p:nvSpPr>
          <p:spPr>
            <a:xfrm>
              <a:off x="5764020" y="2100091"/>
              <a:ext cx="17595" cy="15395"/>
            </a:xfrm>
            <a:custGeom>
              <a:avLst/>
              <a:gdLst/>
              <a:ahLst/>
              <a:cxnLst/>
              <a:rect l="l" t="t" r="r" b="b"/>
              <a:pathLst>
                <a:path w="7" h="6" extrusionOk="0">
                  <a:moveTo>
                    <a:pt x="3" y="6"/>
                  </a:moveTo>
                  <a:cubicBezTo>
                    <a:pt x="5" y="6"/>
                    <a:pt x="7" y="3"/>
                    <a:pt x="6" y="1"/>
                  </a:cubicBezTo>
                  <a:cubicBezTo>
                    <a:pt x="5" y="0"/>
                    <a:pt x="4" y="0"/>
                    <a:pt x="4" y="0"/>
                  </a:cubicBezTo>
                  <a:cubicBezTo>
                    <a:pt x="3" y="0"/>
                    <a:pt x="3" y="0"/>
                    <a:pt x="3" y="0"/>
                  </a:cubicBezTo>
                  <a:cubicBezTo>
                    <a:pt x="2" y="0"/>
                    <a:pt x="1" y="0"/>
                    <a:pt x="1" y="1"/>
                  </a:cubicBezTo>
                  <a:cubicBezTo>
                    <a:pt x="0" y="3"/>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3" name="Google Shape;1223;p49"/>
            <p:cNvSpPr/>
            <p:nvPr/>
          </p:nvSpPr>
          <p:spPr>
            <a:xfrm>
              <a:off x="5764020" y="2159473"/>
              <a:ext cx="17595" cy="18695"/>
            </a:xfrm>
            <a:custGeom>
              <a:avLst/>
              <a:gdLst/>
              <a:ahLst/>
              <a:cxnLst/>
              <a:rect l="l" t="t" r="r" b="b"/>
              <a:pathLst>
                <a:path w="7" h="7" extrusionOk="0">
                  <a:moveTo>
                    <a:pt x="3" y="0"/>
                  </a:moveTo>
                  <a:cubicBezTo>
                    <a:pt x="3" y="0"/>
                    <a:pt x="3" y="0"/>
                    <a:pt x="3" y="0"/>
                  </a:cubicBezTo>
                  <a:cubicBezTo>
                    <a:pt x="2" y="0"/>
                    <a:pt x="1" y="1"/>
                    <a:pt x="1" y="2"/>
                  </a:cubicBezTo>
                  <a:cubicBezTo>
                    <a:pt x="0" y="4"/>
                    <a:pt x="2" y="7"/>
                    <a:pt x="4" y="6"/>
                  </a:cubicBezTo>
                  <a:cubicBezTo>
                    <a:pt x="5" y="5"/>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24" name="Google Shape;1224;p49"/>
          <p:cNvGrpSpPr/>
          <p:nvPr/>
        </p:nvGrpSpPr>
        <p:grpSpPr>
          <a:xfrm>
            <a:off x="4716582" y="1942837"/>
            <a:ext cx="349696" cy="389285"/>
            <a:chOff x="4762218" y="1942837"/>
            <a:chExt cx="349696" cy="389285"/>
          </a:xfrm>
        </p:grpSpPr>
        <p:sp>
          <p:nvSpPr>
            <p:cNvPr id="1225" name="Google Shape;1225;p49"/>
            <p:cNvSpPr/>
            <p:nvPr/>
          </p:nvSpPr>
          <p:spPr>
            <a:xfrm>
              <a:off x="4819401" y="1942837"/>
              <a:ext cx="237529" cy="195742"/>
            </a:xfrm>
            <a:custGeom>
              <a:avLst/>
              <a:gdLst/>
              <a:ahLst/>
              <a:cxnLst/>
              <a:rect l="l" t="t" r="r" b="b"/>
              <a:pathLst>
                <a:path w="91" h="75" extrusionOk="0">
                  <a:moveTo>
                    <a:pt x="88" y="31"/>
                  </a:moveTo>
                  <a:cubicBezTo>
                    <a:pt x="91" y="21"/>
                    <a:pt x="89" y="13"/>
                    <a:pt x="82" y="7"/>
                  </a:cubicBezTo>
                  <a:cubicBezTo>
                    <a:pt x="78" y="2"/>
                    <a:pt x="72" y="0"/>
                    <a:pt x="66" y="0"/>
                  </a:cubicBezTo>
                  <a:cubicBezTo>
                    <a:pt x="59" y="0"/>
                    <a:pt x="53" y="2"/>
                    <a:pt x="49" y="7"/>
                  </a:cubicBezTo>
                  <a:cubicBezTo>
                    <a:pt x="48" y="8"/>
                    <a:pt x="46" y="8"/>
                    <a:pt x="46" y="8"/>
                  </a:cubicBezTo>
                  <a:cubicBezTo>
                    <a:pt x="44" y="8"/>
                    <a:pt x="43" y="7"/>
                    <a:pt x="42" y="7"/>
                  </a:cubicBezTo>
                  <a:cubicBezTo>
                    <a:pt x="38" y="2"/>
                    <a:pt x="32" y="0"/>
                    <a:pt x="26" y="0"/>
                  </a:cubicBezTo>
                  <a:cubicBezTo>
                    <a:pt x="19" y="0"/>
                    <a:pt x="13" y="2"/>
                    <a:pt x="9" y="7"/>
                  </a:cubicBezTo>
                  <a:cubicBezTo>
                    <a:pt x="2" y="13"/>
                    <a:pt x="0" y="21"/>
                    <a:pt x="3" y="31"/>
                  </a:cubicBezTo>
                  <a:cubicBezTo>
                    <a:pt x="8" y="52"/>
                    <a:pt x="34" y="72"/>
                    <a:pt x="45" y="75"/>
                  </a:cubicBezTo>
                  <a:cubicBezTo>
                    <a:pt x="45" y="75"/>
                    <a:pt x="45" y="75"/>
                    <a:pt x="46" y="75"/>
                  </a:cubicBezTo>
                  <a:cubicBezTo>
                    <a:pt x="46" y="75"/>
                    <a:pt x="46" y="75"/>
                    <a:pt x="46" y="75"/>
                  </a:cubicBezTo>
                  <a:cubicBezTo>
                    <a:pt x="57" y="72"/>
                    <a:pt x="83" y="52"/>
                    <a:pt x="88" y="31"/>
                  </a:cubicBezTo>
                  <a:close/>
                  <a:moveTo>
                    <a:pt x="65" y="55"/>
                  </a:moveTo>
                  <a:cubicBezTo>
                    <a:pt x="57" y="63"/>
                    <a:pt x="50" y="68"/>
                    <a:pt x="46" y="69"/>
                  </a:cubicBezTo>
                  <a:cubicBezTo>
                    <a:pt x="41" y="68"/>
                    <a:pt x="34" y="63"/>
                    <a:pt x="26" y="55"/>
                  </a:cubicBezTo>
                  <a:cubicBezTo>
                    <a:pt x="17" y="47"/>
                    <a:pt x="11" y="37"/>
                    <a:pt x="9" y="29"/>
                  </a:cubicBezTo>
                  <a:cubicBezTo>
                    <a:pt x="7" y="22"/>
                    <a:pt x="8" y="16"/>
                    <a:pt x="13" y="11"/>
                  </a:cubicBezTo>
                  <a:cubicBezTo>
                    <a:pt x="16" y="7"/>
                    <a:pt x="21" y="5"/>
                    <a:pt x="26" y="5"/>
                  </a:cubicBezTo>
                  <a:cubicBezTo>
                    <a:pt x="30" y="5"/>
                    <a:pt x="35" y="7"/>
                    <a:pt x="38" y="11"/>
                  </a:cubicBezTo>
                  <a:cubicBezTo>
                    <a:pt x="40" y="13"/>
                    <a:pt x="43" y="14"/>
                    <a:pt x="45" y="14"/>
                  </a:cubicBezTo>
                  <a:cubicBezTo>
                    <a:pt x="48" y="14"/>
                    <a:pt x="51" y="13"/>
                    <a:pt x="53" y="11"/>
                  </a:cubicBezTo>
                  <a:cubicBezTo>
                    <a:pt x="56" y="7"/>
                    <a:pt x="61" y="5"/>
                    <a:pt x="66" y="5"/>
                  </a:cubicBezTo>
                  <a:cubicBezTo>
                    <a:pt x="70" y="5"/>
                    <a:pt x="75" y="7"/>
                    <a:pt x="78" y="11"/>
                  </a:cubicBezTo>
                  <a:cubicBezTo>
                    <a:pt x="83" y="16"/>
                    <a:pt x="85" y="22"/>
                    <a:pt x="83" y="29"/>
                  </a:cubicBezTo>
                  <a:cubicBezTo>
                    <a:pt x="80" y="37"/>
                    <a:pt x="74" y="47"/>
                    <a:pt x="65" y="5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6" name="Google Shape;1226;p49"/>
            <p:cNvSpPr/>
            <p:nvPr/>
          </p:nvSpPr>
          <p:spPr>
            <a:xfrm>
              <a:off x="4884282" y="1992323"/>
              <a:ext cx="107768" cy="107768"/>
            </a:xfrm>
            <a:custGeom>
              <a:avLst/>
              <a:gdLst/>
              <a:ahLst/>
              <a:cxnLst/>
              <a:rect l="l" t="t" r="r" b="b"/>
              <a:pathLst>
                <a:path w="41" h="41" extrusionOk="0">
                  <a:moveTo>
                    <a:pt x="37" y="0"/>
                  </a:moveTo>
                  <a:cubicBezTo>
                    <a:pt x="34" y="0"/>
                    <a:pt x="31" y="3"/>
                    <a:pt x="31" y="7"/>
                  </a:cubicBezTo>
                  <a:cubicBezTo>
                    <a:pt x="31" y="13"/>
                    <a:pt x="31" y="13"/>
                    <a:pt x="31" y="13"/>
                  </a:cubicBezTo>
                  <a:cubicBezTo>
                    <a:pt x="31" y="17"/>
                    <a:pt x="28" y="21"/>
                    <a:pt x="24" y="21"/>
                  </a:cubicBezTo>
                  <a:cubicBezTo>
                    <a:pt x="24" y="21"/>
                    <a:pt x="24" y="21"/>
                    <a:pt x="24" y="21"/>
                  </a:cubicBezTo>
                  <a:cubicBezTo>
                    <a:pt x="24" y="6"/>
                    <a:pt x="24" y="6"/>
                    <a:pt x="24" y="6"/>
                  </a:cubicBezTo>
                  <a:cubicBezTo>
                    <a:pt x="25" y="6"/>
                    <a:pt x="25" y="6"/>
                    <a:pt x="25" y="6"/>
                  </a:cubicBezTo>
                  <a:cubicBezTo>
                    <a:pt x="26" y="6"/>
                    <a:pt x="26" y="6"/>
                    <a:pt x="26" y="6"/>
                  </a:cubicBezTo>
                  <a:cubicBezTo>
                    <a:pt x="28" y="3"/>
                    <a:pt x="27" y="0"/>
                    <a:pt x="24" y="0"/>
                  </a:cubicBezTo>
                  <a:cubicBezTo>
                    <a:pt x="16" y="0"/>
                    <a:pt x="16" y="0"/>
                    <a:pt x="16" y="0"/>
                  </a:cubicBezTo>
                  <a:cubicBezTo>
                    <a:pt x="16" y="0"/>
                    <a:pt x="15" y="0"/>
                    <a:pt x="15" y="1"/>
                  </a:cubicBezTo>
                  <a:cubicBezTo>
                    <a:pt x="13" y="3"/>
                    <a:pt x="15" y="6"/>
                    <a:pt x="17" y="6"/>
                  </a:cubicBezTo>
                  <a:cubicBezTo>
                    <a:pt x="18" y="6"/>
                    <a:pt x="18" y="6"/>
                    <a:pt x="18" y="6"/>
                  </a:cubicBezTo>
                  <a:cubicBezTo>
                    <a:pt x="18" y="21"/>
                    <a:pt x="18" y="21"/>
                    <a:pt x="18" y="21"/>
                  </a:cubicBezTo>
                  <a:cubicBezTo>
                    <a:pt x="17" y="21"/>
                    <a:pt x="17" y="21"/>
                    <a:pt x="17" y="21"/>
                  </a:cubicBezTo>
                  <a:cubicBezTo>
                    <a:pt x="14" y="21"/>
                    <a:pt x="11" y="17"/>
                    <a:pt x="11" y="13"/>
                  </a:cubicBezTo>
                  <a:cubicBezTo>
                    <a:pt x="11" y="7"/>
                    <a:pt x="11" y="7"/>
                    <a:pt x="11" y="7"/>
                  </a:cubicBezTo>
                  <a:cubicBezTo>
                    <a:pt x="11" y="3"/>
                    <a:pt x="7" y="0"/>
                    <a:pt x="4" y="0"/>
                  </a:cubicBezTo>
                  <a:cubicBezTo>
                    <a:pt x="2" y="0"/>
                    <a:pt x="1" y="1"/>
                    <a:pt x="1" y="2"/>
                  </a:cubicBezTo>
                  <a:cubicBezTo>
                    <a:pt x="0" y="4"/>
                    <a:pt x="2" y="6"/>
                    <a:pt x="4" y="6"/>
                  </a:cubicBezTo>
                  <a:cubicBezTo>
                    <a:pt x="4" y="6"/>
                    <a:pt x="5" y="7"/>
                    <a:pt x="5" y="7"/>
                  </a:cubicBezTo>
                  <a:cubicBezTo>
                    <a:pt x="5" y="13"/>
                    <a:pt x="5" y="13"/>
                    <a:pt x="5" y="13"/>
                  </a:cubicBezTo>
                  <a:cubicBezTo>
                    <a:pt x="5" y="21"/>
                    <a:pt x="10" y="26"/>
                    <a:pt x="17" y="26"/>
                  </a:cubicBezTo>
                  <a:cubicBezTo>
                    <a:pt x="17" y="26"/>
                    <a:pt x="17" y="26"/>
                    <a:pt x="17" y="26"/>
                  </a:cubicBezTo>
                  <a:cubicBezTo>
                    <a:pt x="17" y="35"/>
                    <a:pt x="17" y="35"/>
                    <a:pt x="17" y="35"/>
                  </a:cubicBezTo>
                  <a:cubicBezTo>
                    <a:pt x="16" y="35"/>
                    <a:pt x="16" y="35"/>
                    <a:pt x="16" y="35"/>
                  </a:cubicBezTo>
                  <a:cubicBezTo>
                    <a:pt x="16" y="35"/>
                    <a:pt x="15" y="35"/>
                    <a:pt x="15" y="36"/>
                  </a:cubicBezTo>
                  <a:cubicBezTo>
                    <a:pt x="13" y="38"/>
                    <a:pt x="14" y="41"/>
                    <a:pt x="17" y="41"/>
                  </a:cubicBezTo>
                  <a:cubicBezTo>
                    <a:pt x="25" y="41"/>
                    <a:pt x="25" y="41"/>
                    <a:pt x="25" y="41"/>
                  </a:cubicBezTo>
                  <a:cubicBezTo>
                    <a:pt x="25" y="41"/>
                    <a:pt x="26" y="41"/>
                    <a:pt x="26" y="40"/>
                  </a:cubicBezTo>
                  <a:cubicBezTo>
                    <a:pt x="28" y="38"/>
                    <a:pt x="26" y="35"/>
                    <a:pt x="24" y="35"/>
                  </a:cubicBezTo>
                  <a:cubicBezTo>
                    <a:pt x="24" y="35"/>
                    <a:pt x="24" y="35"/>
                    <a:pt x="24" y="35"/>
                  </a:cubicBezTo>
                  <a:cubicBezTo>
                    <a:pt x="24" y="26"/>
                    <a:pt x="24" y="26"/>
                    <a:pt x="24" y="26"/>
                  </a:cubicBezTo>
                  <a:cubicBezTo>
                    <a:pt x="24" y="26"/>
                    <a:pt x="24" y="26"/>
                    <a:pt x="24" y="26"/>
                  </a:cubicBezTo>
                  <a:cubicBezTo>
                    <a:pt x="31" y="26"/>
                    <a:pt x="36" y="21"/>
                    <a:pt x="36" y="13"/>
                  </a:cubicBezTo>
                  <a:cubicBezTo>
                    <a:pt x="36" y="7"/>
                    <a:pt x="36" y="7"/>
                    <a:pt x="36" y="7"/>
                  </a:cubicBezTo>
                  <a:cubicBezTo>
                    <a:pt x="36" y="7"/>
                    <a:pt x="37" y="6"/>
                    <a:pt x="37" y="6"/>
                  </a:cubicBezTo>
                  <a:cubicBezTo>
                    <a:pt x="39" y="6"/>
                    <a:pt x="41" y="4"/>
                    <a:pt x="40" y="2"/>
                  </a:cubicBezTo>
                  <a:cubicBezTo>
                    <a:pt x="40" y="1"/>
                    <a:pt x="39" y="0"/>
                    <a:pt x="37"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7" name="Google Shape;1227;p49"/>
            <p:cNvSpPr/>
            <p:nvPr/>
          </p:nvSpPr>
          <p:spPr>
            <a:xfrm>
              <a:off x="4971156" y="2018715"/>
              <a:ext cx="140758" cy="313407"/>
            </a:xfrm>
            <a:custGeom>
              <a:avLst/>
              <a:gdLst/>
              <a:ahLst/>
              <a:cxnLst/>
              <a:rect l="l" t="t" r="r" b="b"/>
              <a:pathLst>
                <a:path w="54" h="120" extrusionOk="0">
                  <a:moveTo>
                    <a:pt x="49" y="0"/>
                  </a:moveTo>
                  <a:cubicBezTo>
                    <a:pt x="48" y="0"/>
                    <a:pt x="48" y="0"/>
                    <a:pt x="48" y="0"/>
                  </a:cubicBezTo>
                  <a:cubicBezTo>
                    <a:pt x="45" y="0"/>
                    <a:pt x="42" y="1"/>
                    <a:pt x="40" y="3"/>
                  </a:cubicBezTo>
                  <a:cubicBezTo>
                    <a:pt x="38" y="6"/>
                    <a:pt x="36" y="9"/>
                    <a:pt x="36" y="12"/>
                  </a:cubicBezTo>
                  <a:cubicBezTo>
                    <a:pt x="36" y="40"/>
                    <a:pt x="36" y="40"/>
                    <a:pt x="36" y="40"/>
                  </a:cubicBezTo>
                  <a:cubicBezTo>
                    <a:pt x="34" y="40"/>
                    <a:pt x="32" y="41"/>
                    <a:pt x="31" y="42"/>
                  </a:cubicBezTo>
                  <a:cubicBezTo>
                    <a:pt x="28" y="44"/>
                    <a:pt x="25" y="47"/>
                    <a:pt x="21" y="51"/>
                  </a:cubicBezTo>
                  <a:cubicBezTo>
                    <a:pt x="19" y="53"/>
                    <a:pt x="17" y="55"/>
                    <a:pt x="15" y="57"/>
                  </a:cubicBezTo>
                  <a:cubicBezTo>
                    <a:pt x="1" y="70"/>
                    <a:pt x="0" y="80"/>
                    <a:pt x="0" y="94"/>
                  </a:cubicBezTo>
                  <a:cubicBezTo>
                    <a:pt x="0" y="94"/>
                    <a:pt x="0" y="94"/>
                    <a:pt x="0" y="94"/>
                  </a:cubicBezTo>
                  <a:cubicBezTo>
                    <a:pt x="0" y="117"/>
                    <a:pt x="0" y="117"/>
                    <a:pt x="0" y="117"/>
                  </a:cubicBezTo>
                  <a:cubicBezTo>
                    <a:pt x="0" y="118"/>
                    <a:pt x="3" y="120"/>
                    <a:pt x="3" y="120"/>
                  </a:cubicBezTo>
                  <a:cubicBezTo>
                    <a:pt x="30" y="120"/>
                    <a:pt x="30" y="120"/>
                    <a:pt x="30" y="120"/>
                  </a:cubicBezTo>
                  <a:cubicBezTo>
                    <a:pt x="32" y="120"/>
                    <a:pt x="33" y="118"/>
                    <a:pt x="33" y="117"/>
                  </a:cubicBezTo>
                  <a:cubicBezTo>
                    <a:pt x="33" y="94"/>
                    <a:pt x="33" y="94"/>
                    <a:pt x="33" y="94"/>
                  </a:cubicBezTo>
                  <a:cubicBezTo>
                    <a:pt x="49" y="76"/>
                    <a:pt x="49" y="76"/>
                    <a:pt x="49" y="76"/>
                  </a:cubicBezTo>
                  <a:cubicBezTo>
                    <a:pt x="53" y="72"/>
                    <a:pt x="54" y="66"/>
                    <a:pt x="54" y="59"/>
                  </a:cubicBezTo>
                  <a:cubicBezTo>
                    <a:pt x="54" y="6"/>
                    <a:pt x="54" y="6"/>
                    <a:pt x="54" y="6"/>
                  </a:cubicBezTo>
                  <a:cubicBezTo>
                    <a:pt x="54" y="3"/>
                    <a:pt x="52" y="0"/>
                    <a:pt x="49" y="0"/>
                  </a:cubicBezTo>
                  <a:close/>
                  <a:moveTo>
                    <a:pt x="49" y="59"/>
                  </a:moveTo>
                  <a:cubicBezTo>
                    <a:pt x="49" y="65"/>
                    <a:pt x="47" y="69"/>
                    <a:pt x="44" y="72"/>
                  </a:cubicBezTo>
                  <a:cubicBezTo>
                    <a:pt x="28" y="91"/>
                    <a:pt x="28" y="91"/>
                    <a:pt x="28" y="91"/>
                  </a:cubicBezTo>
                  <a:cubicBezTo>
                    <a:pt x="27" y="92"/>
                    <a:pt x="27" y="92"/>
                    <a:pt x="27" y="93"/>
                  </a:cubicBezTo>
                  <a:cubicBezTo>
                    <a:pt x="27" y="114"/>
                    <a:pt x="27" y="114"/>
                    <a:pt x="27" y="114"/>
                  </a:cubicBezTo>
                  <a:cubicBezTo>
                    <a:pt x="5" y="114"/>
                    <a:pt x="5" y="114"/>
                    <a:pt x="5" y="114"/>
                  </a:cubicBezTo>
                  <a:cubicBezTo>
                    <a:pt x="5" y="94"/>
                    <a:pt x="5" y="94"/>
                    <a:pt x="5" y="94"/>
                  </a:cubicBezTo>
                  <a:cubicBezTo>
                    <a:pt x="6" y="81"/>
                    <a:pt x="6" y="73"/>
                    <a:pt x="19" y="61"/>
                  </a:cubicBezTo>
                  <a:cubicBezTo>
                    <a:pt x="21" y="59"/>
                    <a:pt x="23" y="57"/>
                    <a:pt x="25" y="55"/>
                  </a:cubicBezTo>
                  <a:cubicBezTo>
                    <a:pt x="29" y="51"/>
                    <a:pt x="32" y="48"/>
                    <a:pt x="34" y="47"/>
                  </a:cubicBezTo>
                  <a:cubicBezTo>
                    <a:pt x="36" y="46"/>
                    <a:pt x="36" y="46"/>
                    <a:pt x="37" y="46"/>
                  </a:cubicBezTo>
                  <a:cubicBezTo>
                    <a:pt x="37" y="46"/>
                    <a:pt x="37" y="46"/>
                    <a:pt x="37" y="46"/>
                  </a:cubicBezTo>
                  <a:cubicBezTo>
                    <a:pt x="37" y="47"/>
                    <a:pt x="37" y="47"/>
                    <a:pt x="38" y="48"/>
                  </a:cubicBezTo>
                  <a:cubicBezTo>
                    <a:pt x="38" y="52"/>
                    <a:pt x="34" y="60"/>
                    <a:pt x="27" y="67"/>
                  </a:cubicBezTo>
                  <a:cubicBezTo>
                    <a:pt x="26" y="68"/>
                    <a:pt x="26" y="70"/>
                    <a:pt x="27" y="71"/>
                  </a:cubicBezTo>
                  <a:cubicBezTo>
                    <a:pt x="28" y="72"/>
                    <a:pt x="30" y="72"/>
                    <a:pt x="31" y="71"/>
                  </a:cubicBezTo>
                  <a:cubicBezTo>
                    <a:pt x="39" y="63"/>
                    <a:pt x="44" y="53"/>
                    <a:pt x="43" y="47"/>
                  </a:cubicBezTo>
                  <a:cubicBezTo>
                    <a:pt x="43" y="45"/>
                    <a:pt x="42" y="44"/>
                    <a:pt x="41" y="43"/>
                  </a:cubicBezTo>
                  <a:cubicBezTo>
                    <a:pt x="42" y="12"/>
                    <a:pt x="42" y="12"/>
                    <a:pt x="42" y="12"/>
                  </a:cubicBezTo>
                  <a:cubicBezTo>
                    <a:pt x="42" y="10"/>
                    <a:pt x="43" y="9"/>
                    <a:pt x="44" y="8"/>
                  </a:cubicBezTo>
                  <a:cubicBezTo>
                    <a:pt x="45" y="7"/>
                    <a:pt x="47" y="6"/>
                    <a:pt x="48" y="6"/>
                  </a:cubicBezTo>
                  <a:cubicBezTo>
                    <a:pt x="49" y="6"/>
                    <a:pt x="49" y="6"/>
                    <a:pt x="49" y="6"/>
                  </a:cubicBezTo>
                  <a:cubicBezTo>
                    <a:pt x="49" y="59"/>
                    <a:pt x="49" y="59"/>
                    <a:pt x="49" y="5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8" name="Google Shape;1228;p49"/>
            <p:cNvSpPr/>
            <p:nvPr/>
          </p:nvSpPr>
          <p:spPr>
            <a:xfrm>
              <a:off x="4762218" y="2018715"/>
              <a:ext cx="142957" cy="313407"/>
            </a:xfrm>
            <a:custGeom>
              <a:avLst/>
              <a:gdLst/>
              <a:ahLst/>
              <a:cxnLst/>
              <a:rect l="l" t="t" r="r" b="b"/>
              <a:pathLst>
                <a:path w="55" h="120" extrusionOk="0">
                  <a:moveTo>
                    <a:pt x="49" y="68"/>
                  </a:moveTo>
                  <a:cubicBezTo>
                    <a:pt x="49" y="67"/>
                    <a:pt x="47" y="66"/>
                    <a:pt x="46" y="67"/>
                  </a:cubicBezTo>
                  <a:cubicBezTo>
                    <a:pt x="44" y="67"/>
                    <a:pt x="44" y="69"/>
                    <a:pt x="44" y="71"/>
                  </a:cubicBezTo>
                  <a:cubicBezTo>
                    <a:pt x="49" y="78"/>
                    <a:pt x="49" y="85"/>
                    <a:pt x="50" y="94"/>
                  </a:cubicBezTo>
                  <a:cubicBezTo>
                    <a:pt x="50" y="114"/>
                    <a:pt x="50" y="114"/>
                    <a:pt x="50" y="114"/>
                  </a:cubicBezTo>
                  <a:cubicBezTo>
                    <a:pt x="28" y="114"/>
                    <a:pt x="28" y="114"/>
                    <a:pt x="28" y="114"/>
                  </a:cubicBezTo>
                  <a:cubicBezTo>
                    <a:pt x="28" y="93"/>
                    <a:pt x="28" y="93"/>
                    <a:pt x="28" y="93"/>
                  </a:cubicBezTo>
                  <a:cubicBezTo>
                    <a:pt x="28" y="92"/>
                    <a:pt x="28" y="92"/>
                    <a:pt x="27" y="91"/>
                  </a:cubicBezTo>
                  <a:cubicBezTo>
                    <a:pt x="11" y="72"/>
                    <a:pt x="11" y="72"/>
                    <a:pt x="11" y="72"/>
                  </a:cubicBezTo>
                  <a:cubicBezTo>
                    <a:pt x="8" y="69"/>
                    <a:pt x="6" y="65"/>
                    <a:pt x="6" y="59"/>
                  </a:cubicBezTo>
                  <a:cubicBezTo>
                    <a:pt x="6" y="6"/>
                    <a:pt x="6" y="6"/>
                    <a:pt x="6" y="6"/>
                  </a:cubicBezTo>
                  <a:cubicBezTo>
                    <a:pt x="7" y="6"/>
                    <a:pt x="7" y="6"/>
                    <a:pt x="7" y="6"/>
                  </a:cubicBezTo>
                  <a:cubicBezTo>
                    <a:pt x="8" y="6"/>
                    <a:pt x="10" y="6"/>
                    <a:pt x="11" y="8"/>
                  </a:cubicBezTo>
                  <a:cubicBezTo>
                    <a:pt x="12" y="9"/>
                    <a:pt x="13" y="10"/>
                    <a:pt x="13" y="12"/>
                  </a:cubicBezTo>
                  <a:cubicBezTo>
                    <a:pt x="13" y="43"/>
                    <a:pt x="13" y="43"/>
                    <a:pt x="13" y="43"/>
                  </a:cubicBezTo>
                  <a:cubicBezTo>
                    <a:pt x="13" y="44"/>
                    <a:pt x="12" y="45"/>
                    <a:pt x="11" y="47"/>
                  </a:cubicBezTo>
                  <a:cubicBezTo>
                    <a:pt x="11" y="53"/>
                    <a:pt x="16" y="63"/>
                    <a:pt x="24" y="71"/>
                  </a:cubicBezTo>
                  <a:cubicBezTo>
                    <a:pt x="25" y="72"/>
                    <a:pt x="27" y="72"/>
                    <a:pt x="28" y="71"/>
                  </a:cubicBezTo>
                  <a:cubicBezTo>
                    <a:pt x="29" y="70"/>
                    <a:pt x="29" y="68"/>
                    <a:pt x="28" y="67"/>
                  </a:cubicBezTo>
                  <a:cubicBezTo>
                    <a:pt x="21" y="60"/>
                    <a:pt x="17" y="51"/>
                    <a:pt x="17" y="48"/>
                  </a:cubicBezTo>
                  <a:cubicBezTo>
                    <a:pt x="17" y="47"/>
                    <a:pt x="18" y="47"/>
                    <a:pt x="18" y="46"/>
                  </a:cubicBezTo>
                  <a:cubicBezTo>
                    <a:pt x="18" y="46"/>
                    <a:pt x="18" y="46"/>
                    <a:pt x="18" y="46"/>
                  </a:cubicBezTo>
                  <a:cubicBezTo>
                    <a:pt x="19" y="46"/>
                    <a:pt x="21" y="46"/>
                    <a:pt x="27" y="52"/>
                  </a:cubicBezTo>
                  <a:cubicBezTo>
                    <a:pt x="28" y="53"/>
                    <a:pt x="30" y="53"/>
                    <a:pt x="31" y="52"/>
                  </a:cubicBezTo>
                  <a:cubicBezTo>
                    <a:pt x="32" y="50"/>
                    <a:pt x="32" y="49"/>
                    <a:pt x="31" y="48"/>
                  </a:cubicBezTo>
                  <a:cubicBezTo>
                    <a:pt x="27" y="44"/>
                    <a:pt x="23" y="40"/>
                    <a:pt x="19" y="40"/>
                  </a:cubicBezTo>
                  <a:cubicBezTo>
                    <a:pt x="19" y="12"/>
                    <a:pt x="19" y="12"/>
                    <a:pt x="19" y="12"/>
                  </a:cubicBezTo>
                  <a:cubicBezTo>
                    <a:pt x="19" y="9"/>
                    <a:pt x="17" y="6"/>
                    <a:pt x="15" y="3"/>
                  </a:cubicBezTo>
                  <a:cubicBezTo>
                    <a:pt x="13" y="1"/>
                    <a:pt x="10" y="0"/>
                    <a:pt x="6" y="0"/>
                  </a:cubicBezTo>
                  <a:cubicBezTo>
                    <a:pt x="6" y="0"/>
                    <a:pt x="6" y="0"/>
                    <a:pt x="6" y="0"/>
                  </a:cubicBezTo>
                  <a:cubicBezTo>
                    <a:pt x="3" y="0"/>
                    <a:pt x="0" y="3"/>
                    <a:pt x="0" y="6"/>
                  </a:cubicBezTo>
                  <a:cubicBezTo>
                    <a:pt x="0" y="59"/>
                    <a:pt x="0" y="59"/>
                    <a:pt x="0" y="59"/>
                  </a:cubicBezTo>
                  <a:cubicBezTo>
                    <a:pt x="0" y="66"/>
                    <a:pt x="2" y="72"/>
                    <a:pt x="6" y="76"/>
                  </a:cubicBezTo>
                  <a:cubicBezTo>
                    <a:pt x="22" y="94"/>
                    <a:pt x="22" y="94"/>
                    <a:pt x="22" y="94"/>
                  </a:cubicBezTo>
                  <a:cubicBezTo>
                    <a:pt x="22" y="117"/>
                    <a:pt x="22" y="117"/>
                    <a:pt x="22" y="117"/>
                  </a:cubicBezTo>
                  <a:cubicBezTo>
                    <a:pt x="22" y="118"/>
                    <a:pt x="24" y="120"/>
                    <a:pt x="25" y="120"/>
                  </a:cubicBezTo>
                  <a:cubicBezTo>
                    <a:pt x="53" y="120"/>
                    <a:pt x="53" y="120"/>
                    <a:pt x="53" y="120"/>
                  </a:cubicBezTo>
                  <a:cubicBezTo>
                    <a:pt x="54" y="120"/>
                    <a:pt x="55" y="118"/>
                    <a:pt x="55" y="117"/>
                  </a:cubicBezTo>
                  <a:cubicBezTo>
                    <a:pt x="55" y="94"/>
                    <a:pt x="55" y="94"/>
                    <a:pt x="55" y="94"/>
                  </a:cubicBezTo>
                  <a:cubicBezTo>
                    <a:pt x="55" y="94"/>
                    <a:pt x="55" y="94"/>
                    <a:pt x="55" y="94"/>
                  </a:cubicBezTo>
                  <a:cubicBezTo>
                    <a:pt x="55" y="84"/>
                    <a:pt x="55" y="76"/>
                    <a:pt x="49" y="6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9" name="Google Shape;1229;p49"/>
            <p:cNvSpPr/>
            <p:nvPr/>
          </p:nvSpPr>
          <p:spPr>
            <a:xfrm>
              <a:off x="4853491" y="2164971"/>
              <a:ext cx="17595" cy="15395"/>
            </a:xfrm>
            <a:custGeom>
              <a:avLst/>
              <a:gdLst/>
              <a:ahLst/>
              <a:cxnLst/>
              <a:rect l="l" t="t" r="r" b="b"/>
              <a:pathLst>
                <a:path w="7" h="6" extrusionOk="0">
                  <a:moveTo>
                    <a:pt x="3" y="0"/>
                  </a:moveTo>
                  <a:cubicBezTo>
                    <a:pt x="3" y="0"/>
                    <a:pt x="3" y="0"/>
                    <a:pt x="3" y="0"/>
                  </a:cubicBezTo>
                  <a:cubicBezTo>
                    <a:pt x="2" y="0"/>
                    <a:pt x="1" y="1"/>
                    <a:pt x="1" y="2"/>
                  </a:cubicBezTo>
                  <a:cubicBezTo>
                    <a:pt x="0" y="4"/>
                    <a:pt x="1" y="6"/>
                    <a:pt x="3" y="6"/>
                  </a:cubicBezTo>
                  <a:cubicBezTo>
                    <a:pt x="5" y="6"/>
                    <a:pt x="7" y="5"/>
                    <a:pt x="6" y="3"/>
                  </a:cubicBezTo>
                  <a:cubicBezTo>
                    <a:pt x="6" y="1"/>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30" name="Google Shape;1230;p49"/>
          <p:cNvGrpSpPr/>
          <p:nvPr/>
        </p:nvGrpSpPr>
        <p:grpSpPr>
          <a:xfrm>
            <a:off x="7120466" y="2538860"/>
            <a:ext cx="338699" cy="389284"/>
            <a:chOff x="7094623" y="2538860"/>
            <a:chExt cx="338699" cy="389284"/>
          </a:xfrm>
        </p:grpSpPr>
        <p:sp>
          <p:nvSpPr>
            <p:cNvPr id="1231" name="Google Shape;1231;p49"/>
            <p:cNvSpPr/>
            <p:nvPr/>
          </p:nvSpPr>
          <p:spPr>
            <a:xfrm>
              <a:off x="7094623" y="2538860"/>
              <a:ext cx="338699" cy="389284"/>
            </a:xfrm>
            <a:custGeom>
              <a:avLst/>
              <a:gdLst/>
              <a:ahLst/>
              <a:cxnLst/>
              <a:rect l="l" t="t" r="r" b="b"/>
              <a:pathLst>
                <a:path w="130" h="149" extrusionOk="0">
                  <a:moveTo>
                    <a:pt x="113" y="16"/>
                  </a:moveTo>
                  <a:cubicBezTo>
                    <a:pt x="102" y="6"/>
                    <a:pt x="87" y="0"/>
                    <a:pt x="72" y="0"/>
                  </a:cubicBezTo>
                  <a:cubicBezTo>
                    <a:pt x="56" y="0"/>
                    <a:pt x="41" y="6"/>
                    <a:pt x="30" y="16"/>
                  </a:cubicBezTo>
                  <a:cubicBezTo>
                    <a:pt x="19" y="27"/>
                    <a:pt x="13" y="42"/>
                    <a:pt x="13" y="57"/>
                  </a:cubicBezTo>
                  <a:cubicBezTo>
                    <a:pt x="13" y="61"/>
                    <a:pt x="10" y="67"/>
                    <a:pt x="5" y="75"/>
                  </a:cubicBezTo>
                  <a:cubicBezTo>
                    <a:pt x="0" y="81"/>
                    <a:pt x="1" y="86"/>
                    <a:pt x="2" y="89"/>
                  </a:cubicBezTo>
                  <a:cubicBezTo>
                    <a:pt x="4" y="92"/>
                    <a:pt x="7" y="95"/>
                    <a:pt x="17" y="96"/>
                  </a:cubicBezTo>
                  <a:cubicBezTo>
                    <a:pt x="17" y="111"/>
                    <a:pt x="17" y="111"/>
                    <a:pt x="17" y="111"/>
                  </a:cubicBezTo>
                  <a:cubicBezTo>
                    <a:pt x="17" y="121"/>
                    <a:pt x="25" y="129"/>
                    <a:pt x="35" y="129"/>
                  </a:cubicBezTo>
                  <a:cubicBezTo>
                    <a:pt x="44" y="129"/>
                    <a:pt x="49" y="130"/>
                    <a:pt x="51" y="131"/>
                  </a:cubicBezTo>
                  <a:cubicBezTo>
                    <a:pt x="53" y="133"/>
                    <a:pt x="54" y="138"/>
                    <a:pt x="54" y="146"/>
                  </a:cubicBezTo>
                  <a:cubicBezTo>
                    <a:pt x="54" y="148"/>
                    <a:pt x="56" y="149"/>
                    <a:pt x="57" y="149"/>
                  </a:cubicBezTo>
                  <a:cubicBezTo>
                    <a:pt x="106" y="149"/>
                    <a:pt x="106" y="149"/>
                    <a:pt x="106" y="149"/>
                  </a:cubicBezTo>
                  <a:cubicBezTo>
                    <a:pt x="107" y="149"/>
                    <a:pt x="107" y="149"/>
                    <a:pt x="107" y="149"/>
                  </a:cubicBezTo>
                  <a:cubicBezTo>
                    <a:pt x="108" y="148"/>
                    <a:pt x="109" y="147"/>
                    <a:pt x="109" y="146"/>
                  </a:cubicBezTo>
                  <a:cubicBezTo>
                    <a:pt x="109" y="138"/>
                    <a:pt x="108" y="133"/>
                    <a:pt x="109" y="128"/>
                  </a:cubicBezTo>
                  <a:cubicBezTo>
                    <a:pt x="109" y="126"/>
                    <a:pt x="107" y="125"/>
                    <a:pt x="106" y="125"/>
                  </a:cubicBezTo>
                  <a:cubicBezTo>
                    <a:pt x="106" y="125"/>
                    <a:pt x="106" y="125"/>
                    <a:pt x="106" y="125"/>
                  </a:cubicBezTo>
                  <a:cubicBezTo>
                    <a:pt x="104" y="125"/>
                    <a:pt x="103" y="126"/>
                    <a:pt x="103" y="128"/>
                  </a:cubicBezTo>
                  <a:cubicBezTo>
                    <a:pt x="103" y="132"/>
                    <a:pt x="103" y="137"/>
                    <a:pt x="103" y="143"/>
                  </a:cubicBezTo>
                  <a:cubicBezTo>
                    <a:pt x="60" y="143"/>
                    <a:pt x="60" y="143"/>
                    <a:pt x="60" y="143"/>
                  </a:cubicBezTo>
                  <a:cubicBezTo>
                    <a:pt x="59" y="135"/>
                    <a:pt x="58" y="130"/>
                    <a:pt x="55" y="127"/>
                  </a:cubicBezTo>
                  <a:cubicBezTo>
                    <a:pt x="51" y="124"/>
                    <a:pt x="45" y="123"/>
                    <a:pt x="35" y="123"/>
                  </a:cubicBezTo>
                  <a:cubicBezTo>
                    <a:pt x="28" y="123"/>
                    <a:pt x="23" y="118"/>
                    <a:pt x="23" y="111"/>
                  </a:cubicBezTo>
                  <a:cubicBezTo>
                    <a:pt x="23" y="106"/>
                    <a:pt x="23" y="106"/>
                    <a:pt x="23" y="106"/>
                  </a:cubicBezTo>
                  <a:cubicBezTo>
                    <a:pt x="23" y="106"/>
                    <a:pt x="23" y="106"/>
                    <a:pt x="23" y="106"/>
                  </a:cubicBezTo>
                  <a:cubicBezTo>
                    <a:pt x="33" y="106"/>
                    <a:pt x="33" y="106"/>
                    <a:pt x="33" y="106"/>
                  </a:cubicBezTo>
                  <a:cubicBezTo>
                    <a:pt x="35" y="106"/>
                    <a:pt x="36" y="105"/>
                    <a:pt x="36" y="104"/>
                  </a:cubicBezTo>
                  <a:cubicBezTo>
                    <a:pt x="37" y="102"/>
                    <a:pt x="35" y="100"/>
                    <a:pt x="33" y="100"/>
                  </a:cubicBezTo>
                  <a:cubicBezTo>
                    <a:pt x="23" y="100"/>
                    <a:pt x="23" y="100"/>
                    <a:pt x="23" y="100"/>
                  </a:cubicBezTo>
                  <a:cubicBezTo>
                    <a:pt x="23" y="100"/>
                    <a:pt x="23" y="100"/>
                    <a:pt x="23" y="100"/>
                  </a:cubicBezTo>
                  <a:cubicBezTo>
                    <a:pt x="23" y="93"/>
                    <a:pt x="23" y="93"/>
                    <a:pt x="23" y="93"/>
                  </a:cubicBezTo>
                  <a:cubicBezTo>
                    <a:pt x="23" y="91"/>
                    <a:pt x="21" y="90"/>
                    <a:pt x="20" y="90"/>
                  </a:cubicBezTo>
                  <a:cubicBezTo>
                    <a:pt x="13" y="90"/>
                    <a:pt x="9" y="89"/>
                    <a:pt x="7" y="86"/>
                  </a:cubicBezTo>
                  <a:cubicBezTo>
                    <a:pt x="6" y="84"/>
                    <a:pt x="7" y="82"/>
                    <a:pt x="10" y="78"/>
                  </a:cubicBezTo>
                  <a:cubicBezTo>
                    <a:pt x="14" y="72"/>
                    <a:pt x="19" y="63"/>
                    <a:pt x="19" y="57"/>
                  </a:cubicBezTo>
                  <a:cubicBezTo>
                    <a:pt x="19" y="54"/>
                    <a:pt x="19" y="51"/>
                    <a:pt x="20" y="48"/>
                  </a:cubicBezTo>
                  <a:cubicBezTo>
                    <a:pt x="33" y="49"/>
                    <a:pt x="44" y="57"/>
                    <a:pt x="57" y="65"/>
                  </a:cubicBezTo>
                  <a:cubicBezTo>
                    <a:pt x="73" y="75"/>
                    <a:pt x="90" y="87"/>
                    <a:pt x="114" y="88"/>
                  </a:cubicBezTo>
                  <a:cubicBezTo>
                    <a:pt x="111" y="93"/>
                    <a:pt x="109" y="97"/>
                    <a:pt x="108" y="101"/>
                  </a:cubicBezTo>
                  <a:cubicBezTo>
                    <a:pt x="107" y="102"/>
                    <a:pt x="108" y="104"/>
                    <a:pt x="109" y="104"/>
                  </a:cubicBezTo>
                  <a:cubicBezTo>
                    <a:pt x="111" y="105"/>
                    <a:pt x="113" y="104"/>
                    <a:pt x="113" y="103"/>
                  </a:cubicBezTo>
                  <a:cubicBezTo>
                    <a:pt x="115" y="98"/>
                    <a:pt x="118" y="93"/>
                    <a:pt x="121" y="87"/>
                  </a:cubicBezTo>
                  <a:cubicBezTo>
                    <a:pt x="127" y="78"/>
                    <a:pt x="130" y="68"/>
                    <a:pt x="130" y="57"/>
                  </a:cubicBezTo>
                  <a:cubicBezTo>
                    <a:pt x="130" y="42"/>
                    <a:pt x="124" y="27"/>
                    <a:pt x="113" y="16"/>
                  </a:cubicBezTo>
                  <a:close/>
                  <a:moveTo>
                    <a:pt x="64" y="40"/>
                  </a:moveTo>
                  <a:cubicBezTo>
                    <a:pt x="63" y="39"/>
                    <a:pt x="61" y="38"/>
                    <a:pt x="60" y="38"/>
                  </a:cubicBezTo>
                  <a:cubicBezTo>
                    <a:pt x="66" y="37"/>
                    <a:pt x="71" y="37"/>
                    <a:pt x="77" y="37"/>
                  </a:cubicBezTo>
                  <a:cubicBezTo>
                    <a:pt x="75" y="40"/>
                    <a:pt x="74" y="43"/>
                    <a:pt x="73" y="46"/>
                  </a:cubicBezTo>
                  <a:cubicBezTo>
                    <a:pt x="70" y="44"/>
                    <a:pt x="67" y="42"/>
                    <a:pt x="64" y="40"/>
                  </a:cubicBezTo>
                  <a:close/>
                  <a:moveTo>
                    <a:pt x="79" y="48"/>
                  </a:moveTo>
                  <a:cubicBezTo>
                    <a:pt x="79" y="43"/>
                    <a:pt x="84" y="36"/>
                    <a:pt x="87" y="35"/>
                  </a:cubicBezTo>
                  <a:cubicBezTo>
                    <a:pt x="89" y="36"/>
                    <a:pt x="94" y="43"/>
                    <a:pt x="94" y="48"/>
                  </a:cubicBezTo>
                  <a:cubicBezTo>
                    <a:pt x="94" y="50"/>
                    <a:pt x="94" y="52"/>
                    <a:pt x="92" y="53"/>
                  </a:cubicBezTo>
                  <a:cubicBezTo>
                    <a:pt x="91" y="55"/>
                    <a:pt x="89" y="55"/>
                    <a:pt x="87" y="55"/>
                  </a:cubicBezTo>
                  <a:cubicBezTo>
                    <a:pt x="87" y="55"/>
                    <a:pt x="87" y="55"/>
                    <a:pt x="87" y="55"/>
                  </a:cubicBezTo>
                  <a:cubicBezTo>
                    <a:pt x="85" y="55"/>
                    <a:pt x="83" y="55"/>
                    <a:pt x="81" y="53"/>
                  </a:cubicBezTo>
                  <a:cubicBezTo>
                    <a:pt x="80" y="52"/>
                    <a:pt x="79" y="50"/>
                    <a:pt x="79" y="48"/>
                  </a:cubicBezTo>
                  <a:close/>
                  <a:moveTo>
                    <a:pt x="123" y="48"/>
                  </a:moveTo>
                  <a:cubicBezTo>
                    <a:pt x="117" y="49"/>
                    <a:pt x="109" y="50"/>
                    <a:pt x="100" y="50"/>
                  </a:cubicBezTo>
                  <a:cubicBezTo>
                    <a:pt x="100" y="49"/>
                    <a:pt x="100" y="48"/>
                    <a:pt x="100" y="47"/>
                  </a:cubicBezTo>
                  <a:cubicBezTo>
                    <a:pt x="100" y="44"/>
                    <a:pt x="99" y="40"/>
                    <a:pt x="97" y="38"/>
                  </a:cubicBezTo>
                  <a:cubicBezTo>
                    <a:pt x="105" y="38"/>
                    <a:pt x="112" y="37"/>
                    <a:pt x="119" y="35"/>
                  </a:cubicBezTo>
                  <a:cubicBezTo>
                    <a:pt x="121" y="39"/>
                    <a:pt x="122" y="43"/>
                    <a:pt x="123" y="48"/>
                  </a:cubicBezTo>
                  <a:close/>
                  <a:moveTo>
                    <a:pt x="96" y="57"/>
                  </a:moveTo>
                  <a:cubicBezTo>
                    <a:pt x="97" y="57"/>
                    <a:pt x="97" y="56"/>
                    <a:pt x="98" y="55"/>
                  </a:cubicBezTo>
                  <a:cubicBezTo>
                    <a:pt x="99" y="55"/>
                    <a:pt x="100" y="55"/>
                    <a:pt x="101" y="55"/>
                  </a:cubicBezTo>
                  <a:cubicBezTo>
                    <a:pt x="110" y="55"/>
                    <a:pt x="118" y="55"/>
                    <a:pt x="124" y="53"/>
                  </a:cubicBezTo>
                  <a:cubicBezTo>
                    <a:pt x="124" y="55"/>
                    <a:pt x="124" y="56"/>
                    <a:pt x="124" y="57"/>
                  </a:cubicBezTo>
                  <a:cubicBezTo>
                    <a:pt x="124" y="60"/>
                    <a:pt x="124" y="63"/>
                    <a:pt x="123" y="66"/>
                  </a:cubicBezTo>
                  <a:cubicBezTo>
                    <a:pt x="115" y="66"/>
                    <a:pt x="106" y="63"/>
                    <a:pt x="95" y="58"/>
                  </a:cubicBezTo>
                  <a:cubicBezTo>
                    <a:pt x="96" y="58"/>
                    <a:pt x="96" y="57"/>
                    <a:pt x="96" y="57"/>
                  </a:cubicBezTo>
                  <a:close/>
                  <a:moveTo>
                    <a:pt x="116" y="30"/>
                  </a:moveTo>
                  <a:cubicBezTo>
                    <a:pt x="110" y="32"/>
                    <a:pt x="102" y="32"/>
                    <a:pt x="93" y="32"/>
                  </a:cubicBezTo>
                  <a:cubicBezTo>
                    <a:pt x="91" y="30"/>
                    <a:pt x="89" y="28"/>
                    <a:pt x="87" y="28"/>
                  </a:cubicBezTo>
                  <a:cubicBezTo>
                    <a:pt x="85" y="28"/>
                    <a:pt x="83" y="30"/>
                    <a:pt x="82" y="31"/>
                  </a:cubicBezTo>
                  <a:cubicBezTo>
                    <a:pt x="79" y="28"/>
                    <a:pt x="74" y="24"/>
                    <a:pt x="69" y="20"/>
                  </a:cubicBezTo>
                  <a:cubicBezTo>
                    <a:pt x="73" y="20"/>
                    <a:pt x="77" y="20"/>
                    <a:pt x="80" y="21"/>
                  </a:cubicBezTo>
                  <a:cubicBezTo>
                    <a:pt x="90" y="21"/>
                    <a:pt x="98" y="21"/>
                    <a:pt x="106" y="18"/>
                  </a:cubicBezTo>
                  <a:cubicBezTo>
                    <a:pt x="110" y="21"/>
                    <a:pt x="113" y="25"/>
                    <a:pt x="116" y="30"/>
                  </a:cubicBezTo>
                  <a:close/>
                  <a:moveTo>
                    <a:pt x="100" y="14"/>
                  </a:moveTo>
                  <a:cubicBezTo>
                    <a:pt x="94" y="15"/>
                    <a:pt x="88" y="15"/>
                    <a:pt x="80" y="15"/>
                  </a:cubicBezTo>
                  <a:cubicBezTo>
                    <a:pt x="75" y="15"/>
                    <a:pt x="68" y="14"/>
                    <a:pt x="61" y="15"/>
                  </a:cubicBezTo>
                  <a:cubicBezTo>
                    <a:pt x="58" y="13"/>
                    <a:pt x="55" y="11"/>
                    <a:pt x="51" y="10"/>
                  </a:cubicBezTo>
                  <a:cubicBezTo>
                    <a:pt x="57" y="7"/>
                    <a:pt x="64" y="5"/>
                    <a:pt x="72" y="5"/>
                  </a:cubicBezTo>
                  <a:cubicBezTo>
                    <a:pt x="82" y="5"/>
                    <a:pt x="92" y="8"/>
                    <a:pt x="100" y="14"/>
                  </a:cubicBezTo>
                  <a:close/>
                  <a:moveTo>
                    <a:pt x="44" y="13"/>
                  </a:moveTo>
                  <a:cubicBezTo>
                    <a:pt x="52" y="15"/>
                    <a:pt x="65" y="24"/>
                    <a:pt x="73" y="31"/>
                  </a:cubicBezTo>
                  <a:cubicBezTo>
                    <a:pt x="67" y="31"/>
                    <a:pt x="59" y="32"/>
                    <a:pt x="51" y="33"/>
                  </a:cubicBezTo>
                  <a:cubicBezTo>
                    <a:pt x="45" y="29"/>
                    <a:pt x="38" y="25"/>
                    <a:pt x="32" y="23"/>
                  </a:cubicBezTo>
                  <a:cubicBezTo>
                    <a:pt x="36" y="19"/>
                    <a:pt x="40" y="16"/>
                    <a:pt x="44" y="13"/>
                  </a:cubicBezTo>
                  <a:close/>
                  <a:moveTo>
                    <a:pt x="21" y="43"/>
                  </a:moveTo>
                  <a:cubicBezTo>
                    <a:pt x="23" y="38"/>
                    <a:pt x="25" y="32"/>
                    <a:pt x="29" y="28"/>
                  </a:cubicBezTo>
                  <a:cubicBezTo>
                    <a:pt x="38" y="31"/>
                    <a:pt x="49" y="38"/>
                    <a:pt x="61" y="45"/>
                  </a:cubicBezTo>
                  <a:cubicBezTo>
                    <a:pt x="65" y="48"/>
                    <a:pt x="70" y="51"/>
                    <a:pt x="75" y="54"/>
                  </a:cubicBezTo>
                  <a:cubicBezTo>
                    <a:pt x="75" y="55"/>
                    <a:pt x="76" y="56"/>
                    <a:pt x="77" y="57"/>
                  </a:cubicBezTo>
                  <a:cubicBezTo>
                    <a:pt x="80" y="60"/>
                    <a:pt x="83" y="61"/>
                    <a:pt x="87" y="61"/>
                  </a:cubicBezTo>
                  <a:cubicBezTo>
                    <a:pt x="87" y="61"/>
                    <a:pt x="87" y="61"/>
                    <a:pt x="87" y="61"/>
                  </a:cubicBezTo>
                  <a:cubicBezTo>
                    <a:pt x="87" y="61"/>
                    <a:pt x="88" y="61"/>
                    <a:pt x="88" y="61"/>
                  </a:cubicBezTo>
                  <a:cubicBezTo>
                    <a:pt x="101" y="68"/>
                    <a:pt x="112" y="71"/>
                    <a:pt x="122" y="72"/>
                  </a:cubicBezTo>
                  <a:cubicBezTo>
                    <a:pt x="121" y="76"/>
                    <a:pt x="119" y="79"/>
                    <a:pt x="117" y="83"/>
                  </a:cubicBezTo>
                  <a:cubicBezTo>
                    <a:pt x="93" y="82"/>
                    <a:pt x="77" y="71"/>
                    <a:pt x="61" y="61"/>
                  </a:cubicBezTo>
                  <a:cubicBezTo>
                    <a:pt x="48" y="52"/>
                    <a:pt x="36" y="44"/>
                    <a:pt x="21" y="4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2" name="Google Shape;1232;p49"/>
            <p:cNvSpPr/>
            <p:nvPr/>
          </p:nvSpPr>
          <p:spPr>
            <a:xfrm>
              <a:off x="7165002" y="2700512"/>
              <a:ext cx="20894" cy="18695"/>
            </a:xfrm>
            <a:custGeom>
              <a:avLst/>
              <a:gdLst/>
              <a:ahLst/>
              <a:cxnLst/>
              <a:rect l="l" t="t" r="r" b="b"/>
              <a:pathLst>
                <a:path w="8" h="7" extrusionOk="0">
                  <a:moveTo>
                    <a:pt x="4" y="0"/>
                  </a:moveTo>
                  <a:cubicBezTo>
                    <a:pt x="2" y="0"/>
                    <a:pt x="0" y="2"/>
                    <a:pt x="1" y="4"/>
                  </a:cubicBezTo>
                  <a:cubicBezTo>
                    <a:pt x="1" y="5"/>
                    <a:pt x="2" y="5"/>
                    <a:pt x="3" y="6"/>
                  </a:cubicBezTo>
                  <a:cubicBezTo>
                    <a:pt x="5" y="7"/>
                    <a:pt x="8" y="4"/>
                    <a:pt x="7"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3" name="Google Shape;1233;p49"/>
            <p:cNvSpPr/>
            <p:nvPr/>
          </p:nvSpPr>
          <p:spPr>
            <a:xfrm>
              <a:off x="7362943" y="2831373"/>
              <a:ext cx="18695" cy="15395"/>
            </a:xfrm>
            <a:custGeom>
              <a:avLst/>
              <a:gdLst/>
              <a:ahLst/>
              <a:cxnLst/>
              <a:rect l="l" t="t" r="r" b="b"/>
              <a:pathLst>
                <a:path w="7" h="6" extrusionOk="0">
                  <a:moveTo>
                    <a:pt x="4" y="0"/>
                  </a:moveTo>
                  <a:cubicBezTo>
                    <a:pt x="4" y="0"/>
                    <a:pt x="4" y="0"/>
                    <a:pt x="4" y="0"/>
                  </a:cubicBezTo>
                  <a:cubicBezTo>
                    <a:pt x="3" y="0"/>
                    <a:pt x="2" y="0"/>
                    <a:pt x="1" y="1"/>
                  </a:cubicBezTo>
                  <a:cubicBezTo>
                    <a:pt x="0" y="4"/>
                    <a:pt x="3" y="6"/>
                    <a:pt x="5" y="5"/>
                  </a:cubicBezTo>
                  <a:cubicBezTo>
                    <a:pt x="6" y="5"/>
                    <a:pt x="6" y="4"/>
                    <a:pt x="7" y="4"/>
                  </a:cubicBezTo>
                  <a:cubicBezTo>
                    <a:pt x="7" y="1"/>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34" name="Google Shape;1234;p49"/>
          <p:cNvGrpSpPr/>
          <p:nvPr/>
        </p:nvGrpSpPr>
        <p:grpSpPr>
          <a:xfrm>
            <a:off x="4722080" y="2538860"/>
            <a:ext cx="338699" cy="389284"/>
            <a:chOff x="4756720" y="2538860"/>
            <a:chExt cx="338699" cy="389284"/>
          </a:xfrm>
        </p:grpSpPr>
        <p:sp>
          <p:nvSpPr>
            <p:cNvPr id="1235" name="Google Shape;1235;p49"/>
            <p:cNvSpPr/>
            <p:nvPr/>
          </p:nvSpPr>
          <p:spPr>
            <a:xfrm>
              <a:off x="4756720" y="2538860"/>
              <a:ext cx="338699" cy="389284"/>
            </a:xfrm>
            <a:custGeom>
              <a:avLst/>
              <a:gdLst/>
              <a:ahLst/>
              <a:cxnLst/>
              <a:rect l="l" t="t" r="r" b="b"/>
              <a:pathLst>
                <a:path w="130" h="149" extrusionOk="0">
                  <a:moveTo>
                    <a:pt x="113" y="17"/>
                  </a:moveTo>
                  <a:cubicBezTo>
                    <a:pt x="102" y="6"/>
                    <a:pt x="87" y="0"/>
                    <a:pt x="72" y="0"/>
                  </a:cubicBezTo>
                  <a:cubicBezTo>
                    <a:pt x="56" y="0"/>
                    <a:pt x="41" y="6"/>
                    <a:pt x="30" y="17"/>
                  </a:cubicBezTo>
                  <a:cubicBezTo>
                    <a:pt x="19" y="27"/>
                    <a:pt x="13" y="42"/>
                    <a:pt x="13" y="57"/>
                  </a:cubicBezTo>
                  <a:cubicBezTo>
                    <a:pt x="13" y="61"/>
                    <a:pt x="10" y="67"/>
                    <a:pt x="5" y="75"/>
                  </a:cubicBezTo>
                  <a:cubicBezTo>
                    <a:pt x="0" y="82"/>
                    <a:pt x="1" y="86"/>
                    <a:pt x="2" y="89"/>
                  </a:cubicBezTo>
                  <a:cubicBezTo>
                    <a:pt x="4" y="92"/>
                    <a:pt x="7" y="95"/>
                    <a:pt x="17" y="96"/>
                  </a:cubicBezTo>
                  <a:cubicBezTo>
                    <a:pt x="17" y="111"/>
                    <a:pt x="17" y="111"/>
                    <a:pt x="17" y="111"/>
                  </a:cubicBezTo>
                  <a:cubicBezTo>
                    <a:pt x="17" y="121"/>
                    <a:pt x="25" y="129"/>
                    <a:pt x="35" y="129"/>
                  </a:cubicBezTo>
                  <a:cubicBezTo>
                    <a:pt x="44" y="129"/>
                    <a:pt x="49" y="129"/>
                    <a:pt x="51" y="131"/>
                  </a:cubicBezTo>
                  <a:cubicBezTo>
                    <a:pt x="53" y="133"/>
                    <a:pt x="54" y="138"/>
                    <a:pt x="54" y="146"/>
                  </a:cubicBezTo>
                  <a:cubicBezTo>
                    <a:pt x="54" y="148"/>
                    <a:pt x="56" y="149"/>
                    <a:pt x="57" y="149"/>
                  </a:cubicBezTo>
                  <a:cubicBezTo>
                    <a:pt x="106" y="149"/>
                    <a:pt x="106" y="149"/>
                    <a:pt x="106" y="149"/>
                  </a:cubicBezTo>
                  <a:cubicBezTo>
                    <a:pt x="107" y="149"/>
                    <a:pt x="107" y="149"/>
                    <a:pt x="107" y="149"/>
                  </a:cubicBezTo>
                  <a:cubicBezTo>
                    <a:pt x="108" y="148"/>
                    <a:pt x="109" y="147"/>
                    <a:pt x="109" y="146"/>
                  </a:cubicBezTo>
                  <a:cubicBezTo>
                    <a:pt x="109" y="138"/>
                    <a:pt x="108" y="133"/>
                    <a:pt x="109" y="128"/>
                  </a:cubicBezTo>
                  <a:cubicBezTo>
                    <a:pt x="109" y="126"/>
                    <a:pt x="108" y="125"/>
                    <a:pt x="106" y="125"/>
                  </a:cubicBezTo>
                  <a:cubicBezTo>
                    <a:pt x="104" y="124"/>
                    <a:pt x="103" y="126"/>
                    <a:pt x="103" y="127"/>
                  </a:cubicBezTo>
                  <a:cubicBezTo>
                    <a:pt x="103" y="132"/>
                    <a:pt x="103" y="137"/>
                    <a:pt x="103" y="143"/>
                  </a:cubicBezTo>
                  <a:cubicBezTo>
                    <a:pt x="60" y="143"/>
                    <a:pt x="60" y="143"/>
                    <a:pt x="60" y="143"/>
                  </a:cubicBezTo>
                  <a:cubicBezTo>
                    <a:pt x="59" y="135"/>
                    <a:pt x="58" y="130"/>
                    <a:pt x="55" y="127"/>
                  </a:cubicBezTo>
                  <a:cubicBezTo>
                    <a:pt x="51" y="123"/>
                    <a:pt x="45" y="123"/>
                    <a:pt x="35" y="123"/>
                  </a:cubicBezTo>
                  <a:cubicBezTo>
                    <a:pt x="28" y="123"/>
                    <a:pt x="23" y="118"/>
                    <a:pt x="23" y="111"/>
                  </a:cubicBezTo>
                  <a:cubicBezTo>
                    <a:pt x="23" y="106"/>
                    <a:pt x="23" y="106"/>
                    <a:pt x="23" y="106"/>
                  </a:cubicBezTo>
                  <a:cubicBezTo>
                    <a:pt x="23" y="106"/>
                    <a:pt x="23" y="106"/>
                    <a:pt x="23" y="106"/>
                  </a:cubicBezTo>
                  <a:cubicBezTo>
                    <a:pt x="26" y="106"/>
                    <a:pt x="29" y="107"/>
                    <a:pt x="32" y="109"/>
                  </a:cubicBezTo>
                  <a:cubicBezTo>
                    <a:pt x="32" y="109"/>
                    <a:pt x="33" y="109"/>
                    <a:pt x="33" y="109"/>
                  </a:cubicBezTo>
                  <a:cubicBezTo>
                    <a:pt x="34" y="109"/>
                    <a:pt x="36" y="108"/>
                    <a:pt x="36" y="107"/>
                  </a:cubicBezTo>
                  <a:cubicBezTo>
                    <a:pt x="37" y="106"/>
                    <a:pt x="36" y="104"/>
                    <a:pt x="35" y="104"/>
                  </a:cubicBezTo>
                  <a:cubicBezTo>
                    <a:pt x="31" y="102"/>
                    <a:pt x="27" y="100"/>
                    <a:pt x="23" y="100"/>
                  </a:cubicBezTo>
                  <a:cubicBezTo>
                    <a:pt x="23" y="100"/>
                    <a:pt x="23" y="100"/>
                    <a:pt x="23" y="100"/>
                  </a:cubicBezTo>
                  <a:cubicBezTo>
                    <a:pt x="23" y="93"/>
                    <a:pt x="23" y="93"/>
                    <a:pt x="23" y="93"/>
                  </a:cubicBezTo>
                  <a:cubicBezTo>
                    <a:pt x="23" y="91"/>
                    <a:pt x="21" y="90"/>
                    <a:pt x="20" y="90"/>
                  </a:cubicBezTo>
                  <a:cubicBezTo>
                    <a:pt x="13" y="90"/>
                    <a:pt x="9" y="89"/>
                    <a:pt x="7" y="86"/>
                  </a:cubicBezTo>
                  <a:cubicBezTo>
                    <a:pt x="6" y="84"/>
                    <a:pt x="7" y="82"/>
                    <a:pt x="10" y="78"/>
                  </a:cubicBezTo>
                  <a:cubicBezTo>
                    <a:pt x="14" y="72"/>
                    <a:pt x="19" y="64"/>
                    <a:pt x="19" y="57"/>
                  </a:cubicBezTo>
                  <a:cubicBezTo>
                    <a:pt x="19" y="29"/>
                    <a:pt x="43" y="5"/>
                    <a:pt x="72" y="5"/>
                  </a:cubicBezTo>
                  <a:cubicBezTo>
                    <a:pt x="100" y="5"/>
                    <a:pt x="124" y="29"/>
                    <a:pt x="124" y="57"/>
                  </a:cubicBezTo>
                  <a:cubicBezTo>
                    <a:pt x="124" y="67"/>
                    <a:pt x="121" y="76"/>
                    <a:pt x="116" y="84"/>
                  </a:cubicBezTo>
                  <a:cubicBezTo>
                    <a:pt x="113" y="90"/>
                    <a:pt x="110" y="96"/>
                    <a:pt x="108" y="101"/>
                  </a:cubicBezTo>
                  <a:cubicBezTo>
                    <a:pt x="107" y="102"/>
                    <a:pt x="108" y="104"/>
                    <a:pt x="109" y="105"/>
                  </a:cubicBezTo>
                  <a:cubicBezTo>
                    <a:pt x="111" y="105"/>
                    <a:pt x="113" y="104"/>
                    <a:pt x="113" y="103"/>
                  </a:cubicBezTo>
                  <a:cubicBezTo>
                    <a:pt x="115" y="98"/>
                    <a:pt x="118" y="93"/>
                    <a:pt x="121" y="87"/>
                  </a:cubicBezTo>
                  <a:cubicBezTo>
                    <a:pt x="127" y="78"/>
                    <a:pt x="130" y="68"/>
                    <a:pt x="130" y="57"/>
                  </a:cubicBezTo>
                  <a:cubicBezTo>
                    <a:pt x="130" y="42"/>
                    <a:pt x="124" y="27"/>
                    <a:pt x="11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6" name="Google Shape;1236;p49"/>
            <p:cNvSpPr/>
            <p:nvPr/>
          </p:nvSpPr>
          <p:spPr>
            <a:xfrm>
              <a:off x="4827099" y="2700512"/>
              <a:ext cx="20894" cy="18695"/>
            </a:xfrm>
            <a:custGeom>
              <a:avLst/>
              <a:gdLst/>
              <a:ahLst/>
              <a:cxnLst/>
              <a:rect l="l" t="t" r="r" b="b"/>
              <a:pathLst>
                <a:path w="8" h="7" extrusionOk="0">
                  <a:moveTo>
                    <a:pt x="4" y="0"/>
                  </a:moveTo>
                  <a:cubicBezTo>
                    <a:pt x="2" y="0"/>
                    <a:pt x="0" y="2"/>
                    <a:pt x="1" y="4"/>
                  </a:cubicBezTo>
                  <a:cubicBezTo>
                    <a:pt x="1" y="5"/>
                    <a:pt x="2" y="6"/>
                    <a:pt x="3" y="6"/>
                  </a:cubicBezTo>
                  <a:cubicBezTo>
                    <a:pt x="5" y="7"/>
                    <a:pt x="8" y="4"/>
                    <a:pt x="6"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7" name="Google Shape;1237;p49"/>
            <p:cNvSpPr/>
            <p:nvPr/>
          </p:nvSpPr>
          <p:spPr>
            <a:xfrm>
              <a:off x="4850192" y="2614738"/>
              <a:ext cx="199041" cy="96771"/>
            </a:xfrm>
            <a:custGeom>
              <a:avLst/>
              <a:gdLst/>
              <a:ahLst/>
              <a:cxnLst/>
              <a:rect l="l" t="t" r="r" b="b"/>
              <a:pathLst>
                <a:path w="76" h="37" extrusionOk="0">
                  <a:moveTo>
                    <a:pt x="15" y="36"/>
                  </a:moveTo>
                  <a:cubicBezTo>
                    <a:pt x="15" y="37"/>
                    <a:pt x="16" y="37"/>
                    <a:pt x="17" y="37"/>
                  </a:cubicBezTo>
                  <a:cubicBezTo>
                    <a:pt x="17" y="37"/>
                    <a:pt x="18" y="37"/>
                    <a:pt x="18" y="36"/>
                  </a:cubicBezTo>
                  <a:cubicBezTo>
                    <a:pt x="38" y="22"/>
                    <a:pt x="38" y="22"/>
                    <a:pt x="38" y="22"/>
                  </a:cubicBezTo>
                  <a:cubicBezTo>
                    <a:pt x="58" y="36"/>
                    <a:pt x="58" y="36"/>
                    <a:pt x="58" y="36"/>
                  </a:cubicBezTo>
                  <a:cubicBezTo>
                    <a:pt x="58" y="37"/>
                    <a:pt x="59" y="37"/>
                    <a:pt x="59" y="37"/>
                  </a:cubicBezTo>
                  <a:cubicBezTo>
                    <a:pt x="60" y="37"/>
                    <a:pt x="61" y="37"/>
                    <a:pt x="61" y="36"/>
                  </a:cubicBezTo>
                  <a:cubicBezTo>
                    <a:pt x="62" y="36"/>
                    <a:pt x="62" y="35"/>
                    <a:pt x="62" y="34"/>
                  </a:cubicBezTo>
                  <a:cubicBezTo>
                    <a:pt x="62" y="29"/>
                    <a:pt x="62" y="29"/>
                    <a:pt x="62" y="29"/>
                  </a:cubicBezTo>
                  <a:cubicBezTo>
                    <a:pt x="73" y="29"/>
                    <a:pt x="73" y="29"/>
                    <a:pt x="73" y="29"/>
                  </a:cubicBezTo>
                  <a:cubicBezTo>
                    <a:pt x="75" y="29"/>
                    <a:pt x="76" y="28"/>
                    <a:pt x="76" y="26"/>
                  </a:cubicBezTo>
                  <a:cubicBezTo>
                    <a:pt x="76" y="11"/>
                    <a:pt x="76" y="11"/>
                    <a:pt x="76" y="11"/>
                  </a:cubicBezTo>
                  <a:cubicBezTo>
                    <a:pt x="76" y="9"/>
                    <a:pt x="75" y="8"/>
                    <a:pt x="73" y="8"/>
                  </a:cubicBezTo>
                  <a:cubicBezTo>
                    <a:pt x="63" y="8"/>
                    <a:pt x="63" y="8"/>
                    <a:pt x="63" y="8"/>
                  </a:cubicBezTo>
                  <a:cubicBezTo>
                    <a:pt x="63" y="3"/>
                    <a:pt x="63" y="3"/>
                    <a:pt x="63" y="3"/>
                  </a:cubicBezTo>
                  <a:cubicBezTo>
                    <a:pt x="63" y="2"/>
                    <a:pt x="62" y="1"/>
                    <a:pt x="62" y="1"/>
                  </a:cubicBezTo>
                  <a:cubicBezTo>
                    <a:pt x="61" y="0"/>
                    <a:pt x="59" y="0"/>
                    <a:pt x="58" y="0"/>
                  </a:cubicBezTo>
                  <a:cubicBezTo>
                    <a:pt x="38" y="15"/>
                    <a:pt x="38" y="15"/>
                    <a:pt x="38" y="15"/>
                  </a:cubicBezTo>
                  <a:cubicBezTo>
                    <a:pt x="19" y="0"/>
                    <a:pt x="19" y="0"/>
                    <a:pt x="19" y="0"/>
                  </a:cubicBezTo>
                  <a:cubicBezTo>
                    <a:pt x="18" y="0"/>
                    <a:pt x="17" y="0"/>
                    <a:pt x="16" y="0"/>
                  </a:cubicBezTo>
                  <a:cubicBezTo>
                    <a:pt x="15" y="1"/>
                    <a:pt x="14" y="2"/>
                    <a:pt x="14" y="3"/>
                  </a:cubicBezTo>
                  <a:cubicBezTo>
                    <a:pt x="14" y="8"/>
                    <a:pt x="14" y="8"/>
                    <a:pt x="14" y="8"/>
                  </a:cubicBezTo>
                  <a:cubicBezTo>
                    <a:pt x="3" y="8"/>
                    <a:pt x="3" y="8"/>
                    <a:pt x="3" y="8"/>
                  </a:cubicBezTo>
                  <a:cubicBezTo>
                    <a:pt x="2" y="8"/>
                    <a:pt x="0" y="9"/>
                    <a:pt x="0" y="11"/>
                  </a:cubicBezTo>
                  <a:cubicBezTo>
                    <a:pt x="0" y="26"/>
                    <a:pt x="0" y="26"/>
                    <a:pt x="0" y="26"/>
                  </a:cubicBezTo>
                  <a:cubicBezTo>
                    <a:pt x="0" y="28"/>
                    <a:pt x="2" y="29"/>
                    <a:pt x="3" y="29"/>
                  </a:cubicBezTo>
                  <a:cubicBezTo>
                    <a:pt x="14" y="29"/>
                    <a:pt x="14" y="29"/>
                    <a:pt x="14" y="29"/>
                  </a:cubicBezTo>
                  <a:cubicBezTo>
                    <a:pt x="14" y="34"/>
                    <a:pt x="14" y="34"/>
                    <a:pt x="14" y="34"/>
                  </a:cubicBezTo>
                  <a:cubicBezTo>
                    <a:pt x="14" y="35"/>
                    <a:pt x="14" y="36"/>
                    <a:pt x="15" y="36"/>
                  </a:cubicBezTo>
                  <a:close/>
                  <a:moveTo>
                    <a:pt x="57" y="8"/>
                  </a:moveTo>
                  <a:cubicBezTo>
                    <a:pt x="57" y="11"/>
                    <a:pt x="57" y="11"/>
                    <a:pt x="57" y="11"/>
                  </a:cubicBezTo>
                  <a:cubicBezTo>
                    <a:pt x="57" y="12"/>
                    <a:pt x="58" y="13"/>
                    <a:pt x="59" y="13"/>
                  </a:cubicBezTo>
                  <a:cubicBezTo>
                    <a:pt x="70" y="13"/>
                    <a:pt x="70" y="13"/>
                    <a:pt x="70" y="13"/>
                  </a:cubicBezTo>
                  <a:cubicBezTo>
                    <a:pt x="70" y="23"/>
                    <a:pt x="70" y="23"/>
                    <a:pt x="70" y="23"/>
                  </a:cubicBezTo>
                  <a:cubicBezTo>
                    <a:pt x="59" y="23"/>
                    <a:pt x="59" y="23"/>
                    <a:pt x="59" y="23"/>
                  </a:cubicBezTo>
                  <a:cubicBezTo>
                    <a:pt x="58" y="23"/>
                    <a:pt x="57" y="25"/>
                    <a:pt x="57" y="26"/>
                  </a:cubicBezTo>
                  <a:cubicBezTo>
                    <a:pt x="57" y="28"/>
                    <a:pt x="57" y="28"/>
                    <a:pt x="57" y="28"/>
                  </a:cubicBezTo>
                  <a:cubicBezTo>
                    <a:pt x="43" y="18"/>
                    <a:pt x="43" y="18"/>
                    <a:pt x="43" y="18"/>
                  </a:cubicBezTo>
                  <a:lnTo>
                    <a:pt x="57" y="8"/>
                  </a:lnTo>
                  <a:close/>
                  <a:moveTo>
                    <a:pt x="6" y="23"/>
                  </a:moveTo>
                  <a:cubicBezTo>
                    <a:pt x="6" y="13"/>
                    <a:pt x="6" y="13"/>
                    <a:pt x="6" y="13"/>
                  </a:cubicBezTo>
                  <a:cubicBezTo>
                    <a:pt x="17" y="13"/>
                    <a:pt x="17" y="13"/>
                    <a:pt x="17" y="13"/>
                  </a:cubicBezTo>
                  <a:cubicBezTo>
                    <a:pt x="19" y="13"/>
                    <a:pt x="20" y="12"/>
                    <a:pt x="20" y="11"/>
                  </a:cubicBezTo>
                  <a:cubicBezTo>
                    <a:pt x="20" y="8"/>
                    <a:pt x="20" y="8"/>
                    <a:pt x="20" y="8"/>
                  </a:cubicBezTo>
                  <a:cubicBezTo>
                    <a:pt x="33" y="18"/>
                    <a:pt x="33" y="18"/>
                    <a:pt x="33" y="18"/>
                  </a:cubicBezTo>
                  <a:cubicBezTo>
                    <a:pt x="20" y="28"/>
                    <a:pt x="20" y="28"/>
                    <a:pt x="20" y="28"/>
                  </a:cubicBezTo>
                  <a:cubicBezTo>
                    <a:pt x="20" y="26"/>
                    <a:pt x="20" y="26"/>
                    <a:pt x="20" y="26"/>
                  </a:cubicBezTo>
                  <a:cubicBezTo>
                    <a:pt x="20" y="25"/>
                    <a:pt x="19" y="23"/>
                    <a:pt x="17" y="23"/>
                  </a:cubicBezTo>
                  <a:lnTo>
                    <a:pt x="6" y="2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8" name="Google Shape;1238;p49"/>
            <p:cNvSpPr/>
            <p:nvPr/>
          </p:nvSpPr>
          <p:spPr>
            <a:xfrm>
              <a:off x="5025040" y="2831373"/>
              <a:ext cx="20894" cy="15395"/>
            </a:xfrm>
            <a:custGeom>
              <a:avLst/>
              <a:gdLst/>
              <a:ahLst/>
              <a:cxnLst/>
              <a:rect l="l" t="t" r="r" b="b"/>
              <a:pathLst>
                <a:path w="8" h="6" extrusionOk="0">
                  <a:moveTo>
                    <a:pt x="4" y="6"/>
                  </a:moveTo>
                  <a:cubicBezTo>
                    <a:pt x="6" y="6"/>
                    <a:pt x="8" y="3"/>
                    <a:pt x="6" y="1"/>
                  </a:cubicBezTo>
                  <a:cubicBezTo>
                    <a:pt x="6" y="0"/>
                    <a:pt x="5" y="0"/>
                    <a:pt x="4" y="0"/>
                  </a:cubicBezTo>
                  <a:cubicBezTo>
                    <a:pt x="4" y="0"/>
                    <a:pt x="4" y="0"/>
                    <a:pt x="4" y="0"/>
                  </a:cubicBezTo>
                  <a:cubicBezTo>
                    <a:pt x="3" y="0"/>
                    <a:pt x="2" y="0"/>
                    <a:pt x="1" y="1"/>
                  </a:cubicBezTo>
                  <a:cubicBezTo>
                    <a:pt x="0" y="3"/>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39" name="Google Shape;1239;p49"/>
          <p:cNvGrpSpPr/>
          <p:nvPr/>
        </p:nvGrpSpPr>
        <p:grpSpPr>
          <a:xfrm>
            <a:off x="3928117" y="1995621"/>
            <a:ext cx="389284" cy="284816"/>
            <a:chOff x="3918770" y="1995621"/>
            <a:chExt cx="389284" cy="284816"/>
          </a:xfrm>
        </p:grpSpPr>
        <p:sp>
          <p:nvSpPr>
            <p:cNvPr id="1240" name="Google Shape;1240;p49"/>
            <p:cNvSpPr/>
            <p:nvPr/>
          </p:nvSpPr>
          <p:spPr>
            <a:xfrm>
              <a:off x="3918770" y="1995621"/>
              <a:ext cx="389284" cy="284816"/>
            </a:xfrm>
            <a:custGeom>
              <a:avLst/>
              <a:gdLst/>
              <a:ahLst/>
              <a:cxnLst/>
              <a:rect l="l" t="t" r="r" b="b"/>
              <a:pathLst>
                <a:path w="149" h="109" extrusionOk="0">
                  <a:moveTo>
                    <a:pt x="149" y="59"/>
                  </a:moveTo>
                  <a:cubicBezTo>
                    <a:pt x="149" y="51"/>
                    <a:pt x="145" y="45"/>
                    <a:pt x="139" y="41"/>
                  </a:cubicBezTo>
                  <a:cubicBezTo>
                    <a:pt x="139" y="40"/>
                    <a:pt x="139" y="39"/>
                    <a:pt x="139" y="38"/>
                  </a:cubicBezTo>
                  <a:cubicBezTo>
                    <a:pt x="139" y="27"/>
                    <a:pt x="130" y="18"/>
                    <a:pt x="119" y="18"/>
                  </a:cubicBezTo>
                  <a:cubicBezTo>
                    <a:pt x="118" y="18"/>
                    <a:pt x="117" y="18"/>
                    <a:pt x="116" y="18"/>
                  </a:cubicBezTo>
                  <a:cubicBezTo>
                    <a:pt x="111" y="9"/>
                    <a:pt x="102" y="4"/>
                    <a:pt x="91" y="4"/>
                  </a:cubicBezTo>
                  <a:cubicBezTo>
                    <a:pt x="88" y="4"/>
                    <a:pt x="84" y="5"/>
                    <a:pt x="80" y="6"/>
                  </a:cubicBezTo>
                  <a:cubicBezTo>
                    <a:pt x="77" y="2"/>
                    <a:pt x="72" y="0"/>
                    <a:pt x="66" y="0"/>
                  </a:cubicBezTo>
                  <a:cubicBezTo>
                    <a:pt x="62" y="0"/>
                    <a:pt x="58" y="1"/>
                    <a:pt x="55" y="4"/>
                  </a:cubicBezTo>
                  <a:cubicBezTo>
                    <a:pt x="53" y="2"/>
                    <a:pt x="50" y="1"/>
                    <a:pt x="46" y="1"/>
                  </a:cubicBezTo>
                  <a:cubicBezTo>
                    <a:pt x="38" y="1"/>
                    <a:pt x="31" y="7"/>
                    <a:pt x="28" y="14"/>
                  </a:cubicBezTo>
                  <a:cubicBezTo>
                    <a:pt x="27" y="14"/>
                    <a:pt x="27" y="14"/>
                    <a:pt x="27" y="14"/>
                  </a:cubicBezTo>
                  <a:cubicBezTo>
                    <a:pt x="17" y="14"/>
                    <a:pt x="10" y="22"/>
                    <a:pt x="9" y="31"/>
                  </a:cubicBezTo>
                  <a:cubicBezTo>
                    <a:pt x="3" y="35"/>
                    <a:pt x="0" y="41"/>
                    <a:pt x="0" y="48"/>
                  </a:cubicBezTo>
                  <a:cubicBezTo>
                    <a:pt x="0" y="56"/>
                    <a:pt x="4" y="63"/>
                    <a:pt x="11" y="66"/>
                  </a:cubicBezTo>
                  <a:cubicBezTo>
                    <a:pt x="11" y="75"/>
                    <a:pt x="19" y="83"/>
                    <a:pt x="28" y="83"/>
                  </a:cubicBezTo>
                  <a:cubicBezTo>
                    <a:pt x="28" y="83"/>
                    <a:pt x="29" y="83"/>
                    <a:pt x="29" y="83"/>
                  </a:cubicBezTo>
                  <a:cubicBezTo>
                    <a:pt x="32" y="93"/>
                    <a:pt x="41" y="99"/>
                    <a:pt x="51" y="99"/>
                  </a:cubicBezTo>
                  <a:cubicBezTo>
                    <a:pt x="54" y="99"/>
                    <a:pt x="56" y="99"/>
                    <a:pt x="59" y="98"/>
                  </a:cubicBezTo>
                  <a:cubicBezTo>
                    <a:pt x="62" y="102"/>
                    <a:pt x="66" y="105"/>
                    <a:pt x="71" y="107"/>
                  </a:cubicBezTo>
                  <a:cubicBezTo>
                    <a:pt x="74" y="108"/>
                    <a:pt x="78" y="109"/>
                    <a:pt x="81" y="109"/>
                  </a:cubicBezTo>
                  <a:cubicBezTo>
                    <a:pt x="84" y="109"/>
                    <a:pt x="86" y="108"/>
                    <a:pt x="88" y="108"/>
                  </a:cubicBezTo>
                  <a:cubicBezTo>
                    <a:pt x="91" y="107"/>
                    <a:pt x="94" y="106"/>
                    <a:pt x="96" y="104"/>
                  </a:cubicBezTo>
                  <a:cubicBezTo>
                    <a:pt x="101" y="107"/>
                    <a:pt x="106" y="109"/>
                    <a:pt x="112" y="109"/>
                  </a:cubicBezTo>
                  <a:cubicBezTo>
                    <a:pt x="128" y="109"/>
                    <a:pt x="141" y="96"/>
                    <a:pt x="141" y="80"/>
                  </a:cubicBezTo>
                  <a:cubicBezTo>
                    <a:pt x="141" y="78"/>
                    <a:pt x="140" y="77"/>
                    <a:pt x="140" y="75"/>
                  </a:cubicBezTo>
                  <a:cubicBezTo>
                    <a:pt x="145" y="72"/>
                    <a:pt x="149" y="66"/>
                    <a:pt x="149" y="59"/>
                  </a:cubicBezTo>
                  <a:close/>
                  <a:moveTo>
                    <a:pt x="87" y="102"/>
                  </a:moveTo>
                  <a:cubicBezTo>
                    <a:pt x="79" y="104"/>
                    <a:pt x="70" y="102"/>
                    <a:pt x="64" y="96"/>
                  </a:cubicBezTo>
                  <a:cubicBezTo>
                    <a:pt x="67" y="94"/>
                    <a:pt x="69" y="92"/>
                    <a:pt x="71" y="89"/>
                  </a:cubicBezTo>
                  <a:cubicBezTo>
                    <a:pt x="76" y="91"/>
                    <a:pt x="81" y="93"/>
                    <a:pt x="86" y="93"/>
                  </a:cubicBezTo>
                  <a:cubicBezTo>
                    <a:pt x="87" y="96"/>
                    <a:pt x="89" y="98"/>
                    <a:pt x="91" y="100"/>
                  </a:cubicBezTo>
                  <a:cubicBezTo>
                    <a:pt x="90" y="101"/>
                    <a:pt x="89" y="102"/>
                    <a:pt x="87" y="102"/>
                  </a:cubicBezTo>
                  <a:close/>
                  <a:moveTo>
                    <a:pt x="135" y="80"/>
                  </a:moveTo>
                  <a:cubicBezTo>
                    <a:pt x="135" y="93"/>
                    <a:pt x="124" y="103"/>
                    <a:pt x="112" y="103"/>
                  </a:cubicBezTo>
                  <a:cubicBezTo>
                    <a:pt x="104" y="103"/>
                    <a:pt x="97" y="99"/>
                    <a:pt x="92" y="93"/>
                  </a:cubicBezTo>
                  <a:cubicBezTo>
                    <a:pt x="93" y="93"/>
                    <a:pt x="94" y="92"/>
                    <a:pt x="95" y="92"/>
                  </a:cubicBezTo>
                  <a:cubicBezTo>
                    <a:pt x="95" y="92"/>
                    <a:pt x="95" y="92"/>
                    <a:pt x="95" y="92"/>
                  </a:cubicBezTo>
                  <a:cubicBezTo>
                    <a:pt x="97" y="89"/>
                    <a:pt x="95" y="86"/>
                    <a:pt x="92" y="87"/>
                  </a:cubicBezTo>
                  <a:cubicBezTo>
                    <a:pt x="91" y="87"/>
                    <a:pt x="89" y="87"/>
                    <a:pt x="88" y="87"/>
                  </a:cubicBezTo>
                  <a:cubicBezTo>
                    <a:pt x="82" y="87"/>
                    <a:pt x="76" y="85"/>
                    <a:pt x="72" y="82"/>
                  </a:cubicBezTo>
                  <a:cubicBezTo>
                    <a:pt x="72" y="82"/>
                    <a:pt x="72" y="82"/>
                    <a:pt x="70" y="83"/>
                  </a:cubicBezTo>
                  <a:cubicBezTo>
                    <a:pt x="69" y="84"/>
                    <a:pt x="68" y="84"/>
                    <a:pt x="68" y="82"/>
                  </a:cubicBezTo>
                  <a:cubicBezTo>
                    <a:pt x="69" y="77"/>
                    <a:pt x="62" y="76"/>
                    <a:pt x="62" y="81"/>
                  </a:cubicBezTo>
                  <a:cubicBezTo>
                    <a:pt x="62" y="82"/>
                    <a:pt x="62" y="82"/>
                    <a:pt x="62" y="82"/>
                  </a:cubicBezTo>
                  <a:cubicBezTo>
                    <a:pt x="64" y="83"/>
                    <a:pt x="65" y="84"/>
                    <a:pt x="66" y="86"/>
                  </a:cubicBezTo>
                  <a:cubicBezTo>
                    <a:pt x="63" y="91"/>
                    <a:pt x="57" y="94"/>
                    <a:pt x="51" y="94"/>
                  </a:cubicBezTo>
                  <a:cubicBezTo>
                    <a:pt x="43" y="94"/>
                    <a:pt x="36" y="88"/>
                    <a:pt x="34" y="79"/>
                  </a:cubicBezTo>
                  <a:cubicBezTo>
                    <a:pt x="34" y="79"/>
                    <a:pt x="34" y="79"/>
                    <a:pt x="34" y="79"/>
                  </a:cubicBezTo>
                  <a:cubicBezTo>
                    <a:pt x="33" y="79"/>
                    <a:pt x="33" y="78"/>
                    <a:pt x="34" y="77"/>
                  </a:cubicBezTo>
                  <a:cubicBezTo>
                    <a:pt x="34" y="74"/>
                    <a:pt x="31" y="72"/>
                    <a:pt x="28" y="74"/>
                  </a:cubicBezTo>
                  <a:cubicBezTo>
                    <a:pt x="28" y="74"/>
                    <a:pt x="28" y="75"/>
                    <a:pt x="28" y="75"/>
                  </a:cubicBezTo>
                  <a:cubicBezTo>
                    <a:pt x="28" y="76"/>
                    <a:pt x="28" y="76"/>
                    <a:pt x="28" y="77"/>
                  </a:cubicBezTo>
                  <a:cubicBezTo>
                    <a:pt x="22" y="77"/>
                    <a:pt x="18" y="73"/>
                    <a:pt x="17" y="68"/>
                  </a:cubicBezTo>
                  <a:cubicBezTo>
                    <a:pt x="18" y="68"/>
                    <a:pt x="20" y="68"/>
                    <a:pt x="21" y="68"/>
                  </a:cubicBezTo>
                  <a:cubicBezTo>
                    <a:pt x="21" y="68"/>
                    <a:pt x="22" y="68"/>
                    <a:pt x="22" y="68"/>
                  </a:cubicBezTo>
                  <a:cubicBezTo>
                    <a:pt x="24" y="66"/>
                    <a:pt x="23" y="63"/>
                    <a:pt x="20" y="63"/>
                  </a:cubicBezTo>
                  <a:cubicBezTo>
                    <a:pt x="18" y="63"/>
                    <a:pt x="17" y="62"/>
                    <a:pt x="15" y="62"/>
                  </a:cubicBezTo>
                  <a:cubicBezTo>
                    <a:pt x="15" y="62"/>
                    <a:pt x="15" y="62"/>
                    <a:pt x="15" y="62"/>
                  </a:cubicBezTo>
                  <a:cubicBezTo>
                    <a:pt x="9" y="59"/>
                    <a:pt x="6" y="54"/>
                    <a:pt x="6" y="48"/>
                  </a:cubicBezTo>
                  <a:cubicBezTo>
                    <a:pt x="6" y="43"/>
                    <a:pt x="9" y="38"/>
                    <a:pt x="14" y="35"/>
                  </a:cubicBezTo>
                  <a:cubicBezTo>
                    <a:pt x="14" y="35"/>
                    <a:pt x="14" y="35"/>
                    <a:pt x="14" y="35"/>
                  </a:cubicBezTo>
                  <a:cubicBezTo>
                    <a:pt x="14" y="35"/>
                    <a:pt x="14" y="35"/>
                    <a:pt x="14" y="35"/>
                  </a:cubicBezTo>
                  <a:cubicBezTo>
                    <a:pt x="15" y="34"/>
                    <a:pt x="15" y="34"/>
                    <a:pt x="17" y="34"/>
                  </a:cubicBezTo>
                  <a:cubicBezTo>
                    <a:pt x="21" y="34"/>
                    <a:pt x="21" y="34"/>
                    <a:pt x="21" y="34"/>
                  </a:cubicBezTo>
                  <a:cubicBezTo>
                    <a:pt x="21" y="34"/>
                    <a:pt x="22" y="34"/>
                    <a:pt x="22" y="33"/>
                  </a:cubicBezTo>
                  <a:cubicBezTo>
                    <a:pt x="24" y="31"/>
                    <a:pt x="23" y="28"/>
                    <a:pt x="20" y="28"/>
                  </a:cubicBezTo>
                  <a:cubicBezTo>
                    <a:pt x="20" y="28"/>
                    <a:pt x="20" y="28"/>
                    <a:pt x="20" y="28"/>
                  </a:cubicBezTo>
                  <a:cubicBezTo>
                    <a:pt x="19" y="28"/>
                    <a:pt x="17" y="28"/>
                    <a:pt x="16" y="28"/>
                  </a:cubicBezTo>
                  <a:cubicBezTo>
                    <a:pt x="17" y="24"/>
                    <a:pt x="21" y="20"/>
                    <a:pt x="27" y="20"/>
                  </a:cubicBezTo>
                  <a:cubicBezTo>
                    <a:pt x="28" y="20"/>
                    <a:pt x="28" y="20"/>
                    <a:pt x="29" y="20"/>
                  </a:cubicBezTo>
                  <a:cubicBezTo>
                    <a:pt x="29" y="20"/>
                    <a:pt x="29" y="20"/>
                    <a:pt x="29" y="20"/>
                  </a:cubicBezTo>
                  <a:cubicBezTo>
                    <a:pt x="31" y="21"/>
                    <a:pt x="33" y="22"/>
                    <a:pt x="35" y="23"/>
                  </a:cubicBezTo>
                  <a:cubicBezTo>
                    <a:pt x="36" y="24"/>
                    <a:pt x="36" y="24"/>
                    <a:pt x="37" y="24"/>
                  </a:cubicBezTo>
                  <a:cubicBezTo>
                    <a:pt x="38" y="24"/>
                    <a:pt x="40" y="23"/>
                    <a:pt x="40" y="21"/>
                  </a:cubicBezTo>
                  <a:cubicBezTo>
                    <a:pt x="40" y="20"/>
                    <a:pt x="40" y="20"/>
                    <a:pt x="40" y="20"/>
                  </a:cubicBezTo>
                  <a:cubicBezTo>
                    <a:pt x="38" y="18"/>
                    <a:pt x="36" y="16"/>
                    <a:pt x="33" y="15"/>
                  </a:cubicBezTo>
                  <a:cubicBezTo>
                    <a:pt x="36" y="11"/>
                    <a:pt x="41" y="7"/>
                    <a:pt x="46" y="7"/>
                  </a:cubicBezTo>
                  <a:cubicBezTo>
                    <a:pt x="49" y="7"/>
                    <a:pt x="52" y="8"/>
                    <a:pt x="54" y="10"/>
                  </a:cubicBezTo>
                  <a:cubicBezTo>
                    <a:pt x="54" y="10"/>
                    <a:pt x="54" y="10"/>
                    <a:pt x="54" y="10"/>
                  </a:cubicBezTo>
                  <a:cubicBezTo>
                    <a:pt x="55" y="9"/>
                    <a:pt x="56" y="10"/>
                    <a:pt x="56" y="10"/>
                  </a:cubicBezTo>
                  <a:cubicBezTo>
                    <a:pt x="56" y="12"/>
                    <a:pt x="58" y="12"/>
                    <a:pt x="59" y="12"/>
                  </a:cubicBezTo>
                  <a:cubicBezTo>
                    <a:pt x="59" y="12"/>
                    <a:pt x="60" y="12"/>
                    <a:pt x="61" y="12"/>
                  </a:cubicBezTo>
                  <a:cubicBezTo>
                    <a:pt x="62" y="10"/>
                    <a:pt x="62" y="9"/>
                    <a:pt x="61" y="7"/>
                  </a:cubicBezTo>
                  <a:cubicBezTo>
                    <a:pt x="61" y="7"/>
                    <a:pt x="60" y="7"/>
                    <a:pt x="60" y="7"/>
                  </a:cubicBezTo>
                  <a:cubicBezTo>
                    <a:pt x="62" y="6"/>
                    <a:pt x="64" y="5"/>
                    <a:pt x="66" y="5"/>
                  </a:cubicBezTo>
                  <a:cubicBezTo>
                    <a:pt x="70" y="5"/>
                    <a:pt x="73" y="7"/>
                    <a:pt x="75" y="9"/>
                  </a:cubicBezTo>
                  <a:cubicBezTo>
                    <a:pt x="74" y="10"/>
                    <a:pt x="74" y="10"/>
                    <a:pt x="73" y="11"/>
                  </a:cubicBezTo>
                  <a:cubicBezTo>
                    <a:pt x="73" y="11"/>
                    <a:pt x="73" y="11"/>
                    <a:pt x="73" y="11"/>
                  </a:cubicBezTo>
                  <a:cubicBezTo>
                    <a:pt x="73" y="14"/>
                    <a:pt x="74" y="15"/>
                    <a:pt x="76" y="15"/>
                  </a:cubicBezTo>
                  <a:cubicBezTo>
                    <a:pt x="77" y="15"/>
                    <a:pt x="77" y="15"/>
                    <a:pt x="78" y="15"/>
                  </a:cubicBezTo>
                  <a:cubicBezTo>
                    <a:pt x="79" y="14"/>
                    <a:pt x="79" y="13"/>
                    <a:pt x="80" y="13"/>
                  </a:cubicBezTo>
                  <a:cubicBezTo>
                    <a:pt x="80" y="13"/>
                    <a:pt x="80" y="13"/>
                    <a:pt x="80" y="13"/>
                  </a:cubicBezTo>
                  <a:cubicBezTo>
                    <a:pt x="84" y="11"/>
                    <a:pt x="88" y="10"/>
                    <a:pt x="91" y="10"/>
                  </a:cubicBezTo>
                  <a:cubicBezTo>
                    <a:pt x="100" y="10"/>
                    <a:pt x="108" y="15"/>
                    <a:pt x="112" y="22"/>
                  </a:cubicBezTo>
                  <a:cubicBezTo>
                    <a:pt x="112" y="22"/>
                    <a:pt x="112" y="22"/>
                    <a:pt x="112" y="22"/>
                  </a:cubicBezTo>
                  <a:cubicBezTo>
                    <a:pt x="114" y="26"/>
                    <a:pt x="115" y="30"/>
                    <a:pt x="114" y="34"/>
                  </a:cubicBezTo>
                  <a:cubicBezTo>
                    <a:pt x="114" y="34"/>
                    <a:pt x="115" y="35"/>
                    <a:pt x="115" y="35"/>
                  </a:cubicBezTo>
                  <a:cubicBezTo>
                    <a:pt x="117" y="37"/>
                    <a:pt x="120" y="35"/>
                    <a:pt x="120" y="33"/>
                  </a:cubicBezTo>
                  <a:cubicBezTo>
                    <a:pt x="120" y="30"/>
                    <a:pt x="120" y="26"/>
                    <a:pt x="119" y="23"/>
                  </a:cubicBezTo>
                  <a:cubicBezTo>
                    <a:pt x="119" y="23"/>
                    <a:pt x="119" y="23"/>
                    <a:pt x="119" y="23"/>
                  </a:cubicBezTo>
                  <a:cubicBezTo>
                    <a:pt x="127" y="23"/>
                    <a:pt x="133" y="30"/>
                    <a:pt x="133" y="38"/>
                  </a:cubicBezTo>
                  <a:cubicBezTo>
                    <a:pt x="133" y="39"/>
                    <a:pt x="133" y="41"/>
                    <a:pt x="133" y="42"/>
                  </a:cubicBezTo>
                  <a:cubicBezTo>
                    <a:pt x="133" y="42"/>
                    <a:pt x="133" y="42"/>
                    <a:pt x="133" y="42"/>
                  </a:cubicBezTo>
                  <a:cubicBezTo>
                    <a:pt x="132" y="44"/>
                    <a:pt x="130" y="47"/>
                    <a:pt x="128" y="49"/>
                  </a:cubicBezTo>
                  <a:cubicBezTo>
                    <a:pt x="128" y="49"/>
                    <a:pt x="128" y="49"/>
                    <a:pt x="128" y="49"/>
                  </a:cubicBezTo>
                  <a:cubicBezTo>
                    <a:pt x="128" y="52"/>
                    <a:pt x="130" y="53"/>
                    <a:pt x="131" y="53"/>
                  </a:cubicBezTo>
                  <a:cubicBezTo>
                    <a:pt x="132" y="53"/>
                    <a:pt x="133" y="53"/>
                    <a:pt x="133" y="52"/>
                  </a:cubicBezTo>
                  <a:cubicBezTo>
                    <a:pt x="135" y="51"/>
                    <a:pt x="136" y="49"/>
                    <a:pt x="137" y="47"/>
                  </a:cubicBezTo>
                  <a:cubicBezTo>
                    <a:pt x="141" y="50"/>
                    <a:pt x="143" y="54"/>
                    <a:pt x="143" y="59"/>
                  </a:cubicBezTo>
                  <a:cubicBezTo>
                    <a:pt x="143" y="67"/>
                    <a:pt x="137" y="73"/>
                    <a:pt x="129" y="73"/>
                  </a:cubicBezTo>
                  <a:cubicBezTo>
                    <a:pt x="125" y="73"/>
                    <a:pt x="121" y="72"/>
                    <a:pt x="119" y="69"/>
                  </a:cubicBezTo>
                  <a:cubicBezTo>
                    <a:pt x="119" y="69"/>
                    <a:pt x="119" y="69"/>
                    <a:pt x="119" y="69"/>
                  </a:cubicBezTo>
                  <a:cubicBezTo>
                    <a:pt x="117" y="67"/>
                    <a:pt x="115" y="64"/>
                    <a:pt x="115" y="62"/>
                  </a:cubicBezTo>
                  <a:cubicBezTo>
                    <a:pt x="114" y="61"/>
                    <a:pt x="114" y="61"/>
                    <a:pt x="114" y="61"/>
                  </a:cubicBezTo>
                  <a:cubicBezTo>
                    <a:pt x="111" y="59"/>
                    <a:pt x="108" y="62"/>
                    <a:pt x="109" y="64"/>
                  </a:cubicBezTo>
                  <a:cubicBezTo>
                    <a:pt x="110" y="67"/>
                    <a:pt x="111" y="70"/>
                    <a:pt x="113" y="72"/>
                  </a:cubicBezTo>
                  <a:cubicBezTo>
                    <a:pt x="113" y="73"/>
                    <a:pt x="112" y="74"/>
                    <a:pt x="111" y="75"/>
                  </a:cubicBezTo>
                  <a:cubicBezTo>
                    <a:pt x="111" y="75"/>
                    <a:pt x="111" y="75"/>
                    <a:pt x="111" y="76"/>
                  </a:cubicBezTo>
                  <a:cubicBezTo>
                    <a:pt x="112" y="79"/>
                    <a:pt x="115" y="79"/>
                    <a:pt x="117" y="77"/>
                  </a:cubicBezTo>
                  <a:cubicBezTo>
                    <a:pt x="117" y="77"/>
                    <a:pt x="117" y="76"/>
                    <a:pt x="118" y="76"/>
                  </a:cubicBezTo>
                  <a:cubicBezTo>
                    <a:pt x="121" y="78"/>
                    <a:pt x="125" y="79"/>
                    <a:pt x="129" y="79"/>
                  </a:cubicBezTo>
                  <a:cubicBezTo>
                    <a:pt x="131" y="79"/>
                    <a:pt x="133" y="79"/>
                    <a:pt x="135" y="78"/>
                  </a:cubicBezTo>
                  <a:cubicBezTo>
                    <a:pt x="135" y="79"/>
                    <a:pt x="135" y="79"/>
                    <a:pt x="135" y="8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1" name="Google Shape;1241;p49"/>
            <p:cNvSpPr/>
            <p:nvPr/>
          </p:nvSpPr>
          <p:spPr>
            <a:xfrm>
              <a:off x="4182691" y="2210058"/>
              <a:ext cx="18695" cy="17595"/>
            </a:xfrm>
            <a:custGeom>
              <a:avLst/>
              <a:gdLst/>
              <a:ahLst/>
              <a:cxnLst/>
              <a:rect l="l" t="t" r="r" b="b"/>
              <a:pathLst>
                <a:path w="7" h="7" extrusionOk="0">
                  <a:moveTo>
                    <a:pt x="4" y="0"/>
                  </a:moveTo>
                  <a:cubicBezTo>
                    <a:pt x="4" y="0"/>
                    <a:pt x="4" y="0"/>
                    <a:pt x="4" y="0"/>
                  </a:cubicBezTo>
                  <a:cubicBezTo>
                    <a:pt x="3" y="0"/>
                    <a:pt x="2" y="1"/>
                    <a:pt x="1" y="2"/>
                  </a:cubicBezTo>
                  <a:cubicBezTo>
                    <a:pt x="0" y="4"/>
                    <a:pt x="3" y="7"/>
                    <a:pt x="5" y="6"/>
                  </a:cubicBezTo>
                  <a:cubicBezTo>
                    <a:pt x="6" y="5"/>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2" name="Google Shape;1242;p49"/>
            <p:cNvSpPr/>
            <p:nvPr/>
          </p:nvSpPr>
          <p:spPr>
            <a:xfrm>
              <a:off x="4013342" y="2039608"/>
              <a:ext cx="163852" cy="140758"/>
            </a:xfrm>
            <a:custGeom>
              <a:avLst/>
              <a:gdLst/>
              <a:ahLst/>
              <a:cxnLst/>
              <a:rect l="l" t="t" r="r" b="b"/>
              <a:pathLst>
                <a:path w="63" h="54" extrusionOk="0">
                  <a:moveTo>
                    <a:pt x="55" y="34"/>
                  </a:moveTo>
                  <a:cubicBezTo>
                    <a:pt x="58" y="29"/>
                    <a:pt x="60" y="24"/>
                    <a:pt x="59" y="18"/>
                  </a:cubicBezTo>
                  <a:cubicBezTo>
                    <a:pt x="59" y="17"/>
                    <a:pt x="58" y="16"/>
                    <a:pt x="56" y="16"/>
                  </a:cubicBezTo>
                  <a:cubicBezTo>
                    <a:pt x="52" y="15"/>
                    <a:pt x="47" y="16"/>
                    <a:pt x="43" y="18"/>
                  </a:cubicBezTo>
                  <a:cubicBezTo>
                    <a:pt x="42" y="11"/>
                    <a:pt x="38" y="5"/>
                    <a:pt x="33" y="1"/>
                  </a:cubicBezTo>
                  <a:cubicBezTo>
                    <a:pt x="32" y="0"/>
                    <a:pt x="31" y="0"/>
                    <a:pt x="30" y="1"/>
                  </a:cubicBezTo>
                  <a:cubicBezTo>
                    <a:pt x="25" y="5"/>
                    <a:pt x="21" y="11"/>
                    <a:pt x="20" y="18"/>
                  </a:cubicBezTo>
                  <a:cubicBezTo>
                    <a:pt x="15" y="16"/>
                    <a:pt x="11" y="15"/>
                    <a:pt x="6" y="16"/>
                  </a:cubicBezTo>
                  <a:cubicBezTo>
                    <a:pt x="5" y="16"/>
                    <a:pt x="4" y="17"/>
                    <a:pt x="4" y="18"/>
                  </a:cubicBezTo>
                  <a:cubicBezTo>
                    <a:pt x="3" y="24"/>
                    <a:pt x="5" y="29"/>
                    <a:pt x="8" y="34"/>
                  </a:cubicBezTo>
                  <a:cubicBezTo>
                    <a:pt x="5" y="36"/>
                    <a:pt x="2" y="39"/>
                    <a:pt x="0" y="42"/>
                  </a:cubicBezTo>
                  <a:cubicBezTo>
                    <a:pt x="0" y="43"/>
                    <a:pt x="0" y="44"/>
                    <a:pt x="0" y="45"/>
                  </a:cubicBezTo>
                  <a:cubicBezTo>
                    <a:pt x="4" y="50"/>
                    <a:pt x="10" y="54"/>
                    <a:pt x="17" y="54"/>
                  </a:cubicBezTo>
                  <a:cubicBezTo>
                    <a:pt x="22" y="54"/>
                    <a:pt x="28" y="52"/>
                    <a:pt x="31" y="48"/>
                  </a:cubicBezTo>
                  <a:cubicBezTo>
                    <a:pt x="35" y="52"/>
                    <a:pt x="40" y="54"/>
                    <a:pt x="46" y="54"/>
                  </a:cubicBezTo>
                  <a:cubicBezTo>
                    <a:pt x="53" y="54"/>
                    <a:pt x="59" y="50"/>
                    <a:pt x="62" y="45"/>
                  </a:cubicBezTo>
                  <a:cubicBezTo>
                    <a:pt x="63" y="44"/>
                    <a:pt x="63" y="43"/>
                    <a:pt x="62" y="42"/>
                  </a:cubicBezTo>
                  <a:cubicBezTo>
                    <a:pt x="61" y="39"/>
                    <a:pt x="58" y="36"/>
                    <a:pt x="55" y="34"/>
                  </a:cubicBezTo>
                  <a:close/>
                  <a:moveTo>
                    <a:pt x="53" y="21"/>
                  </a:moveTo>
                  <a:cubicBezTo>
                    <a:pt x="53" y="26"/>
                    <a:pt x="51" y="31"/>
                    <a:pt x="47" y="34"/>
                  </a:cubicBezTo>
                  <a:cubicBezTo>
                    <a:pt x="45" y="37"/>
                    <a:pt x="42" y="39"/>
                    <a:pt x="38" y="40"/>
                  </a:cubicBezTo>
                  <a:cubicBezTo>
                    <a:pt x="41" y="36"/>
                    <a:pt x="43" y="30"/>
                    <a:pt x="43" y="25"/>
                  </a:cubicBezTo>
                  <a:cubicBezTo>
                    <a:pt x="46" y="23"/>
                    <a:pt x="50" y="21"/>
                    <a:pt x="53" y="21"/>
                  </a:cubicBezTo>
                  <a:close/>
                  <a:moveTo>
                    <a:pt x="31" y="7"/>
                  </a:moveTo>
                  <a:cubicBezTo>
                    <a:pt x="35" y="11"/>
                    <a:pt x="37" y="17"/>
                    <a:pt x="37" y="23"/>
                  </a:cubicBezTo>
                  <a:cubicBezTo>
                    <a:pt x="37" y="30"/>
                    <a:pt x="35" y="36"/>
                    <a:pt x="31" y="39"/>
                  </a:cubicBezTo>
                  <a:cubicBezTo>
                    <a:pt x="27" y="36"/>
                    <a:pt x="25" y="30"/>
                    <a:pt x="25" y="23"/>
                  </a:cubicBezTo>
                  <a:cubicBezTo>
                    <a:pt x="25" y="17"/>
                    <a:pt x="27" y="11"/>
                    <a:pt x="31" y="7"/>
                  </a:cubicBezTo>
                  <a:close/>
                  <a:moveTo>
                    <a:pt x="19" y="25"/>
                  </a:moveTo>
                  <a:cubicBezTo>
                    <a:pt x="20" y="30"/>
                    <a:pt x="21" y="36"/>
                    <a:pt x="24" y="40"/>
                  </a:cubicBezTo>
                  <a:cubicBezTo>
                    <a:pt x="21" y="39"/>
                    <a:pt x="18" y="37"/>
                    <a:pt x="16" y="34"/>
                  </a:cubicBezTo>
                  <a:cubicBezTo>
                    <a:pt x="12" y="31"/>
                    <a:pt x="10" y="26"/>
                    <a:pt x="9" y="21"/>
                  </a:cubicBezTo>
                  <a:cubicBezTo>
                    <a:pt x="13" y="21"/>
                    <a:pt x="16" y="23"/>
                    <a:pt x="19" y="25"/>
                  </a:cubicBezTo>
                  <a:close/>
                  <a:moveTo>
                    <a:pt x="17" y="48"/>
                  </a:moveTo>
                  <a:cubicBezTo>
                    <a:pt x="13" y="48"/>
                    <a:pt x="9" y="46"/>
                    <a:pt x="6" y="43"/>
                  </a:cubicBezTo>
                  <a:cubicBezTo>
                    <a:pt x="8" y="41"/>
                    <a:pt x="10" y="40"/>
                    <a:pt x="12" y="39"/>
                  </a:cubicBezTo>
                  <a:cubicBezTo>
                    <a:pt x="16" y="43"/>
                    <a:pt x="20" y="45"/>
                    <a:pt x="25" y="46"/>
                  </a:cubicBezTo>
                  <a:cubicBezTo>
                    <a:pt x="22" y="47"/>
                    <a:pt x="20" y="48"/>
                    <a:pt x="17" y="48"/>
                  </a:cubicBezTo>
                  <a:close/>
                  <a:moveTo>
                    <a:pt x="46" y="48"/>
                  </a:moveTo>
                  <a:cubicBezTo>
                    <a:pt x="43" y="48"/>
                    <a:pt x="40" y="47"/>
                    <a:pt x="38" y="46"/>
                  </a:cubicBezTo>
                  <a:cubicBezTo>
                    <a:pt x="42" y="45"/>
                    <a:pt x="47" y="43"/>
                    <a:pt x="51" y="39"/>
                  </a:cubicBezTo>
                  <a:cubicBezTo>
                    <a:pt x="53" y="40"/>
                    <a:pt x="55" y="41"/>
                    <a:pt x="56" y="43"/>
                  </a:cubicBezTo>
                  <a:cubicBezTo>
                    <a:pt x="54" y="46"/>
                    <a:pt x="50" y="48"/>
                    <a:pt x="46" y="4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43" name="Google Shape;1243;p49"/>
          <p:cNvGrpSpPr/>
          <p:nvPr/>
        </p:nvGrpSpPr>
        <p:grpSpPr>
          <a:xfrm>
            <a:off x="6383685" y="2538860"/>
            <a:ext cx="323304" cy="389284"/>
            <a:chOff x="6382036" y="2538860"/>
            <a:chExt cx="323304" cy="389284"/>
          </a:xfrm>
        </p:grpSpPr>
        <p:sp>
          <p:nvSpPr>
            <p:cNvPr id="1244" name="Google Shape;1244;p49"/>
            <p:cNvSpPr/>
            <p:nvPr/>
          </p:nvSpPr>
          <p:spPr>
            <a:xfrm>
              <a:off x="6382036" y="2538860"/>
              <a:ext cx="323304" cy="389284"/>
            </a:xfrm>
            <a:custGeom>
              <a:avLst/>
              <a:gdLst/>
              <a:ahLst/>
              <a:cxnLst/>
              <a:rect l="l" t="t" r="r" b="b"/>
              <a:pathLst>
                <a:path w="124" h="149" extrusionOk="0">
                  <a:moveTo>
                    <a:pt x="124" y="30"/>
                  </a:moveTo>
                  <a:cubicBezTo>
                    <a:pt x="124" y="24"/>
                    <a:pt x="119" y="19"/>
                    <a:pt x="113" y="18"/>
                  </a:cubicBezTo>
                  <a:cubicBezTo>
                    <a:pt x="112" y="12"/>
                    <a:pt x="106" y="7"/>
                    <a:pt x="100" y="7"/>
                  </a:cubicBezTo>
                  <a:cubicBezTo>
                    <a:pt x="96" y="2"/>
                    <a:pt x="91" y="0"/>
                    <a:pt x="85" y="0"/>
                  </a:cubicBezTo>
                  <a:cubicBezTo>
                    <a:pt x="77" y="0"/>
                    <a:pt x="71" y="4"/>
                    <a:pt x="68" y="11"/>
                  </a:cubicBezTo>
                  <a:cubicBezTo>
                    <a:pt x="62" y="12"/>
                    <a:pt x="57" y="16"/>
                    <a:pt x="55" y="21"/>
                  </a:cubicBezTo>
                  <a:cubicBezTo>
                    <a:pt x="43" y="23"/>
                    <a:pt x="33" y="28"/>
                    <a:pt x="25" y="37"/>
                  </a:cubicBezTo>
                  <a:cubicBezTo>
                    <a:pt x="16" y="46"/>
                    <a:pt x="12" y="58"/>
                    <a:pt x="12" y="70"/>
                  </a:cubicBezTo>
                  <a:cubicBezTo>
                    <a:pt x="12" y="73"/>
                    <a:pt x="9" y="79"/>
                    <a:pt x="5" y="85"/>
                  </a:cubicBezTo>
                  <a:cubicBezTo>
                    <a:pt x="0" y="91"/>
                    <a:pt x="1" y="95"/>
                    <a:pt x="2" y="97"/>
                  </a:cubicBezTo>
                  <a:cubicBezTo>
                    <a:pt x="3" y="100"/>
                    <a:pt x="15" y="104"/>
                    <a:pt x="15" y="104"/>
                  </a:cubicBezTo>
                  <a:cubicBezTo>
                    <a:pt x="15" y="116"/>
                    <a:pt x="15" y="116"/>
                    <a:pt x="15" y="116"/>
                  </a:cubicBezTo>
                  <a:cubicBezTo>
                    <a:pt x="15" y="125"/>
                    <a:pt x="22" y="132"/>
                    <a:pt x="30" y="132"/>
                  </a:cubicBezTo>
                  <a:cubicBezTo>
                    <a:pt x="38" y="132"/>
                    <a:pt x="42" y="132"/>
                    <a:pt x="44" y="134"/>
                  </a:cubicBezTo>
                  <a:cubicBezTo>
                    <a:pt x="46" y="135"/>
                    <a:pt x="46" y="139"/>
                    <a:pt x="47" y="146"/>
                  </a:cubicBezTo>
                  <a:cubicBezTo>
                    <a:pt x="47" y="148"/>
                    <a:pt x="48" y="149"/>
                    <a:pt x="50" y="149"/>
                  </a:cubicBezTo>
                  <a:cubicBezTo>
                    <a:pt x="91" y="149"/>
                    <a:pt x="91" y="149"/>
                    <a:pt x="91" y="149"/>
                  </a:cubicBezTo>
                  <a:cubicBezTo>
                    <a:pt x="92" y="149"/>
                    <a:pt x="92" y="149"/>
                    <a:pt x="92" y="149"/>
                  </a:cubicBezTo>
                  <a:cubicBezTo>
                    <a:pt x="94" y="148"/>
                    <a:pt x="94" y="147"/>
                    <a:pt x="94" y="146"/>
                  </a:cubicBezTo>
                  <a:cubicBezTo>
                    <a:pt x="94" y="140"/>
                    <a:pt x="94" y="136"/>
                    <a:pt x="94" y="132"/>
                  </a:cubicBezTo>
                  <a:cubicBezTo>
                    <a:pt x="94" y="131"/>
                    <a:pt x="93" y="129"/>
                    <a:pt x="91" y="129"/>
                  </a:cubicBezTo>
                  <a:cubicBezTo>
                    <a:pt x="91" y="129"/>
                    <a:pt x="91" y="129"/>
                    <a:pt x="91" y="129"/>
                  </a:cubicBezTo>
                  <a:cubicBezTo>
                    <a:pt x="89" y="129"/>
                    <a:pt x="88" y="131"/>
                    <a:pt x="88" y="132"/>
                  </a:cubicBezTo>
                  <a:cubicBezTo>
                    <a:pt x="88" y="135"/>
                    <a:pt x="88" y="139"/>
                    <a:pt x="88" y="143"/>
                  </a:cubicBezTo>
                  <a:cubicBezTo>
                    <a:pt x="52" y="143"/>
                    <a:pt x="52" y="143"/>
                    <a:pt x="52" y="143"/>
                  </a:cubicBezTo>
                  <a:cubicBezTo>
                    <a:pt x="52" y="137"/>
                    <a:pt x="51" y="132"/>
                    <a:pt x="48" y="129"/>
                  </a:cubicBezTo>
                  <a:cubicBezTo>
                    <a:pt x="44" y="126"/>
                    <a:pt x="39" y="126"/>
                    <a:pt x="30" y="126"/>
                  </a:cubicBezTo>
                  <a:cubicBezTo>
                    <a:pt x="25" y="126"/>
                    <a:pt x="20" y="122"/>
                    <a:pt x="20" y="116"/>
                  </a:cubicBezTo>
                  <a:cubicBezTo>
                    <a:pt x="20" y="112"/>
                    <a:pt x="20" y="112"/>
                    <a:pt x="20" y="112"/>
                  </a:cubicBezTo>
                  <a:cubicBezTo>
                    <a:pt x="20" y="112"/>
                    <a:pt x="25" y="113"/>
                    <a:pt x="28" y="115"/>
                  </a:cubicBezTo>
                  <a:cubicBezTo>
                    <a:pt x="28" y="115"/>
                    <a:pt x="29" y="115"/>
                    <a:pt x="29" y="115"/>
                  </a:cubicBezTo>
                  <a:cubicBezTo>
                    <a:pt x="30" y="115"/>
                    <a:pt x="31" y="115"/>
                    <a:pt x="32" y="114"/>
                  </a:cubicBezTo>
                  <a:cubicBezTo>
                    <a:pt x="33" y="112"/>
                    <a:pt x="32" y="111"/>
                    <a:pt x="31" y="110"/>
                  </a:cubicBezTo>
                  <a:cubicBezTo>
                    <a:pt x="29" y="109"/>
                    <a:pt x="24" y="107"/>
                    <a:pt x="20" y="107"/>
                  </a:cubicBezTo>
                  <a:cubicBezTo>
                    <a:pt x="20" y="101"/>
                    <a:pt x="20" y="101"/>
                    <a:pt x="20" y="101"/>
                  </a:cubicBezTo>
                  <a:cubicBezTo>
                    <a:pt x="20" y="99"/>
                    <a:pt x="19" y="98"/>
                    <a:pt x="18" y="98"/>
                  </a:cubicBezTo>
                  <a:cubicBezTo>
                    <a:pt x="12" y="98"/>
                    <a:pt x="8" y="97"/>
                    <a:pt x="7" y="95"/>
                  </a:cubicBezTo>
                  <a:cubicBezTo>
                    <a:pt x="7" y="93"/>
                    <a:pt x="7" y="91"/>
                    <a:pt x="9" y="88"/>
                  </a:cubicBezTo>
                  <a:cubicBezTo>
                    <a:pt x="13" y="83"/>
                    <a:pt x="18" y="76"/>
                    <a:pt x="18" y="70"/>
                  </a:cubicBezTo>
                  <a:cubicBezTo>
                    <a:pt x="18" y="51"/>
                    <a:pt x="30" y="34"/>
                    <a:pt x="48" y="29"/>
                  </a:cubicBezTo>
                  <a:cubicBezTo>
                    <a:pt x="47" y="30"/>
                    <a:pt x="47" y="31"/>
                    <a:pt x="47" y="32"/>
                  </a:cubicBezTo>
                  <a:cubicBezTo>
                    <a:pt x="47" y="38"/>
                    <a:pt x="52" y="42"/>
                    <a:pt x="57" y="42"/>
                  </a:cubicBezTo>
                  <a:cubicBezTo>
                    <a:pt x="67" y="42"/>
                    <a:pt x="67" y="42"/>
                    <a:pt x="67" y="42"/>
                  </a:cubicBezTo>
                  <a:cubicBezTo>
                    <a:pt x="63" y="58"/>
                    <a:pt x="63" y="58"/>
                    <a:pt x="63" y="58"/>
                  </a:cubicBezTo>
                  <a:cubicBezTo>
                    <a:pt x="63" y="59"/>
                    <a:pt x="63" y="60"/>
                    <a:pt x="63" y="61"/>
                  </a:cubicBezTo>
                  <a:cubicBezTo>
                    <a:pt x="64" y="61"/>
                    <a:pt x="65" y="62"/>
                    <a:pt x="65" y="62"/>
                  </a:cubicBezTo>
                  <a:cubicBezTo>
                    <a:pt x="70" y="62"/>
                    <a:pt x="70" y="62"/>
                    <a:pt x="70" y="62"/>
                  </a:cubicBezTo>
                  <a:cubicBezTo>
                    <a:pt x="67" y="76"/>
                    <a:pt x="67" y="76"/>
                    <a:pt x="67" y="76"/>
                  </a:cubicBezTo>
                  <a:cubicBezTo>
                    <a:pt x="67" y="78"/>
                    <a:pt x="67" y="79"/>
                    <a:pt x="69" y="80"/>
                  </a:cubicBezTo>
                  <a:cubicBezTo>
                    <a:pt x="69" y="80"/>
                    <a:pt x="69" y="80"/>
                    <a:pt x="70" y="80"/>
                  </a:cubicBezTo>
                  <a:cubicBezTo>
                    <a:pt x="71" y="80"/>
                    <a:pt x="71" y="80"/>
                    <a:pt x="72" y="79"/>
                  </a:cubicBezTo>
                  <a:cubicBezTo>
                    <a:pt x="92" y="55"/>
                    <a:pt x="92" y="55"/>
                    <a:pt x="92" y="55"/>
                  </a:cubicBezTo>
                  <a:cubicBezTo>
                    <a:pt x="92" y="54"/>
                    <a:pt x="93" y="53"/>
                    <a:pt x="92" y="52"/>
                  </a:cubicBezTo>
                  <a:cubicBezTo>
                    <a:pt x="92" y="51"/>
                    <a:pt x="91" y="51"/>
                    <a:pt x="90" y="50"/>
                  </a:cubicBezTo>
                  <a:cubicBezTo>
                    <a:pt x="85" y="49"/>
                    <a:pt x="85" y="49"/>
                    <a:pt x="85" y="49"/>
                  </a:cubicBezTo>
                  <a:cubicBezTo>
                    <a:pt x="88" y="42"/>
                    <a:pt x="88" y="42"/>
                    <a:pt x="88" y="42"/>
                  </a:cubicBezTo>
                  <a:cubicBezTo>
                    <a:pt x="96" y="42"/>
                    <a:pt x="96" y="42"/>
                    <a:pt x="96" y="42"/>
                  </a:cubicBezTo>
                  <a:cubicBezTo>
                    <a:pt x="102" y="50"/>
                    <a:pt x="106" y="60"/>
                    <a:pt x="106" y="70"/>
                  </a:cubicBezTo>
                  <a:cubicBezTo>
                    <a:pt x="106" y="78"/>
                    <a:pt x="104" y="86"/>
                    <a:pt x="100" y="93"/>
                  </a:cubicBezTo>
                  <a:cubicBezTo>
                    <a:pt x="97" y="97"/>
                    <a:pt x="95" y="101"/>
                    <a:pt x="93" y="105"/>
                  </a:cubicBezTo>
                  <a:cubicBezTo>
                    <a:pt x="92" y="107"/>
                    <a:pt x="93" y="109"/>
                    <a:pt x="95" y="109"/>
                  </a:cubicBezTo>
                  <a:cubicBezTo>
                    <a:pt x="95" y="109"/>
                    <a:pt x="95" y="109"/>
                    <a:pt x="96" y="109"/>
                  </a:cubicBezTo>
                  <a:cubicBezTo>
                    <a:pt x="97" y="109"/>
                    <a:pt x="98" y="109"/>
                    <a:pt x="98" y="108"/>
                  </a:cubicBezTo>
                  <a:cubicBezTo>
                    <a:pt x="100" y="104"/>
                    <a:pt x="102" y="100"/>
                    <a:pt x="105" y="96"/>
                  </a:cubicBezTo>
                  <a:cubicBezTo>
                    <a:pt x="109" y="88"/>
                    <a:pt x="112" y="79"/>
                    <a:pt x="112" y="70"/>
                  </a:cubicBezTo>
                  <a:cubicBezTo>
                    <a:pt x="112" y="60"/>
                    <a:pt x="109" y="51"/>
                    <a:pt x="103" y="42"/>
                  </a:cubicBezTo>
                  <a:cubicBezTo>
                    <a:pt x="111" y="42"/>
                    <a:pt x="111" y="42"/>
                    <a:pt x="111" y="42"/>
                  </a:cubicBezTo>
                  <a:cubicBezTo>
                    <a:pt x="118" y="42"/>
                    <a:pt x="124" y="37"/>
                    <a:pt x="124" y="30"/>
                  </a:cubicBezTo>
                  <a:close/>
                  <a:moveTo>
                    <a:pt x="53" y="32"/>
                  </a:moveTo>
                  <a:cubicBezTo>
                    <a:pt x="53" y="30"/>
                    <a:pt x="55" y="28"/>
                    <a:pt x="57" y="28"/>
                  </a:cubicBezTo>
                  <a:cubicBezTo>
                    <a:pt x="59" y="28"/>
                    <a:pt x="60" y="27"/>
                    <a:pt x="60" y="26"/>
                  </a:cubicBezTo>
                  <a:cubicBezTo>
                    <a:pt x="60" y="21"/>
                    <a:pt x="64" y="17"/>
                    <a:pt x="68" y="17"/>
                  </a:cubicBezTo>
                  <a:cubicBezTo>
                    <a:pt x="69" y="17"/>
                    <a:pt x="69" y="17"/>
                    <a:pt x="69" y="17"/>
                  </a:cubicBezTo>
                  <a:cubicBezTo>
                    <a:pt x="71" y="17"/>
                    <a:pt x="72" y="17"/>
                    <a:pt x="73" y="15"/>
                  </a:cubicBezTo>
                  <a:cubicBezTo>
                    <a:pt x="74" y="9"/>
                    <a:pt x="79" y="5"/>
                    <a:pt x="85" y="5"/>
                  </a:cubicBezTo>
                  <a:cubicBezTo>
                    <a:pt x="90" y="5"/>
                    <a:pt x="94" y="8"/>
                    <a:pt x="96" y="12"/>
                  </a:cubicBezTo>
                  <a:cubicBezTo>
                    <a:pt x="97" y="13"/>
                    <a:pt x="98" y="13"/>
                    <a:pt x="99" y="13"/>
                  </a:cubicBezTo>
                  <a:cubicBezTo>
                    <a:pt x="99" y="13"/>
                    <a:pt x="99" y="13"/>
                    <a:pt x="99" y="13"/>
                  </a:cubicBezTo>
                  <a:cubicBezTo>
                    <a:pt x="104" y="13"/>
                    <a:pt x="107" y="16"/>
                    <a:pt x="108" y="21"/>
                  </a:cubicBezTo>
                  <a:cubicBezTo>
                    <a:pt x="108" y="22"/>
                    <a:pt x="109" y="23"/>
                    <a:pt x="111" y="23"/>
                  </a:cubicBezTo>
                  <a:cubicBezTo>
                    <a:pt x="111" y="23"/>
                    <a:pt x="111" y="23"/>
                    <a:pt x="111" y="23"/>
                  </a:cubicBezTo>
                  <a:cubicBezTo>
                    <a:pt x="114" y="23"/>
                    <a:pt x="118" y="26"/>
                    <a:pt x="118" y="30"/>
                  </a:cubicBezTo>
                  <a:cubicBezTo>
                    <a:pt x="118" y="33"/>
                    <a:pt x="115" y="36"/>
                    <a:pt x="111" y="36"/>
                  </a:cubicBezTo>
                  <a:cubicBezTo>
                    <a:pt x="57" y="36"/>
                    <a:pt x="57" y="36"/>
                    <a:pt x="57" y="36"/>
                  </a:cubicBezTo>
                  <a:cubicBezTo>
                    <a:pt x="55" y="36"/>
                    <a:pt x="53" y="35"/>
                    <a:pt x="53" y="32"/>
                  </a:cubicBezTo>
                  <a:close/>
                  <a:moveTo>
                    <a:pt x="79" y="53"/>
                  </a:moveTo>
                  <a:cubicBezTo>
                    <a:pt x="79" y="53"/>
                    <a:pt x="80" y="54"/>
                    <a:pt x="81" y="54"/>
                  </a:cubicBezTo>
                  <a:cubicBezTo>
                    <a:pt x="84" y="55"/>
                    <a:pt x="84" y="55"/>
                    <a:pt x="84" y="55"/>
                  </a:cubicBezTo>
                  <a:cubicBezTo>
                    <a:pt x="75" y="66"/>
                    <a:pt x="75" y="66"/>
                    <a:pt x="75" y="66"/>
                  </a:cubicBezTo>
                  <a:cubicBezTo>
                    <a:pt x="76" y="60"/>
                    <a:pt x="76" y="60"/>
                    <a:pt x="76" y="60"/>
                  </a:cubicBezTo>
                  <a:cubicBezTo>
                    <a:pt x="76" y="60"/>
                    <a:pt x="76" y="60"/>
                    <a:pt x="76" y="59"/>
                  </a:cubicBezTo>
                  <a:cubicBezTo>
                    <a:pt x="76" y="58"/>
                    <a:pt x="75" y="57"/>
                    <a:pt x="74" y="57"/>
                  </a:cubicBezTo>
                  <a:cubicBezTo>
                    <a:pt x="69" y="56"/>
                    <a:pt x="69" y="56"/>
                    <a:pt x="69" y="56"/>
                  </a:cubicBezTo>
                  <a:cubicBezTo>
                    <a:pt x="73" y="42"/>
                    <a:pt x="73" y="42"/>
                    <a:pt x="73" y="42"/>
                  </a:cubicBezTo>
                  <a:cubicBezTo>
                    <a:pt x="82" y="42"/>
                    <a:pt x="82" y="42"/>
                    <a:pt x="82" y="42"/>
                  </a:cubicBezTo>
                  <a:cubicBezTo>
                    <a:pt x="78" y="52"/>
                    <a:pt x="78" y="52"/>
                    <a:pt x="78" y="52"/>
                  </a:cubicBezTo>
                  <a:cubicBezTo>
                    <a:pt x="78" y="53"/>
                    <a:pt x="78" y="53"/>
                    <a:pt x="79" y="5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5" name="Google Shape;1245;p49"/>
            <p:cNvSpPr/>
            <p:nvPr/>
          </p:nvSpPr>
          <p:spPr>
            <a:xfrm>
              <a:off x="6444717" y="2732402"/>
              <a:ext cx="18695" cy="15395"/>
            </a:xfrm>
            <a:custGeom>
              <a:avLst/>
              <a:gdLst/>
              <a:ahLst/>
              <a:cxnLst/>
              <a:rect l="l" t="t" r="r" b="b"/>
              <a:pathLst>
                <a:path w="7" h="6" extrusionOk="0">
                  <a:moveTo>
                    <a:pt x="3" y="0"/>
                  </a:moveTo>
                  <a:cubicBezTo>
                    <a:pt x="1" y="0"/>
                    <a:pt x="0" y="2"/>
                    <a:pt x="0" y="4"/>
                  </a:cubicBezTo>
                  <a:cubicBezTo>
                    <a:pt x="1" y="5"/>
                    <a:pt x="1" y="5"/>
                    <a:pt x="2" y="6"/>
                  </a:cubicBezTo>
                  <a:cubicBezTo>
                    <a:pt x="4" y="6"/>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6" name="Google Shape;1246;p49"/>
            <p:cNvSpPr/>
            <p:nvPr/>
          </p:nvSpPr>
          <p:spPr>
            <a:xfrm>
              <a:off x="6611867" y="2842370"/>
              <a:ext cx="18695" cy="17595"/>
            </a:xfrm>
            <a:custGeom>
              <a:avLst/>
              <a:gdLst/>
              <a:ahLst/>
              <a:cxnLst/>
              <a:rect l="l" t="t" r="r" b="b"/>
              <a:pathLst>
                <a:path w="7" h="7" extrusionOk="0">
                  <a:moveTo>
                    <a:pt x="4" y="0"/>
                  </a:moveTo>
                  <a:cubicBezTo>
                    <a:pt x="4" y="0"/>
                    <a:pt x="4" y="0"/>
                    <a:pt x="4" y="0"/>
                  </a:cubicBezTo>
                  <a:cubicBezTo>
                    <a:pt x="3" y="0"/>
                    <a:pt x="2" y="1"/>
                    <a:pt x="1" y="2"/>
                  </a:cubicBezTo>
                  <a:cubicBezTo>
                    <a:pt x="0" y="4"/>
                    <a:pt x="3" y="7"/>
                    <a:pt x="5" y="6"/>
                  </a:cubicBezTo>
                  <a:cubicBezTo>
                    <a:pt x="6" y="5"/>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7" name="Google Shape;1247;p49"/>
            <p:cNvSpPr/>
            <p:nvPr/>
          </p:nvSpPr>
          <p:spPr>
            <a:xfrm>
              <a:off x="6439219" y="2698313"/>
              <a:ext cx="41788" cy="23093"/>
            </a:xfrm>
            <a:custGeom>
              <a:avLst/>
              <a:gdLst/>
              <a:ahLst/>
              <a:cxnLst/>
              <a:rect l="l" t="t" r="r" b="b"/>
              <a:pathLst>
                <a:path w="16" h="9" extrusionOk="0">
                  <a:moveTo>
                    <a:pt x="16" y="6"/>
                  </a:moveTo>
                  <a:cubicBezTo>
                    <a:pt x="16" y="4"/>
                    <a:pt x="15" y="3"/>
                    <a:pt x="13" y="3"/>
                  </a:cubicBezTo>
                  <a:cubicBezTo>
                    <a:pt x="12" y="3"/>
                    <a:pt x="11" y="2"/>
                    <a:pt x="9" y="2"/>
                  </a:cubicBezTo>
                  <a:cubicBezTo>
                    <a:pt x="7" y="1"/>
                    <a:pt x="5" y="0"/>
                    <a:pt x="3" y="0"/>
                  </a:cubicBezTo>
                  <a:cubicBezTo>
                    <a:pt x="1" y="0"/>
                    <a:pt x="0" y="1"/>
                    <a:pt x="0" y="3"/>
                  </a:cubicBezTo>
                  <a:cubicBezTo>
                    <a:pt x="0" y="4"/>
                    <a:pt x="1" y="6"/>
                    <a:pt x="3" y="6"/>
                  </a:cubicBezTo>
                  <a:cubicBezTo>
                    <a:pt x="4" y="6"/>
                    <a:pt x="5" y="6"/>
                    <a:pt x="7" y="7"/>
                  </a:cubicBezTo>
                  <a:cubicBezTo>
                    <a:pt x="9" y="8"/>
                    <a:pt x="11" y="9"/>
                    <a:pt x="13" y="9"/>
                  </a:cubicBezTo>
                  <a:cubicBezTo>
                    <a:pt x="15" y="9"/>
                    <a:pt x="16" y="7"/>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48" name="Google Shape;1248;p49"/>
          <p:cNvGrpSpPr/>
          <p:nvPr/>
        </p:nvGrpSpPr>
        <p:grpSpPr>
          <a:xfrm>
            <a:off x="3172092" y="2533362"/>
            <a:ext cx="354094" cy="394783"/>
            <a:chOff x="3165494" y="2533362"/>
            <a:chExt cx="354094" cy="394783"/>
          </a:xfrm>
        </p:grpSpPr>
        <p:sp>
          <p:nvSpPr>
            <p:cNvPr id="1249" name="Google Shape;1249;p49"/>
            <p:cNvSpPr/>
            <p:nvPr/>
          </p:nvSpPr>
          <p:spPr>
            <a:xfrm>
              <a:off x="3224876" y="2732402"/>
              <a:ext cx="18695" cy="18695"/>
            </a:xfrm>
            <a:custGeom>
              <a:avLst/>
              <a:gdLst/>
              <a:ahLst/>
              <a:cxnLst/>
              <a:rect l="l" t="t" r="r" b="b"/>
              <a:pathLst>
                <a:path w="7" h="7" extrusionOk="0">
                  <a:moveTo>
                    <a:pt x="3" y="0"/>
                  </a:moveTo>
                  <a:cubicBezTo>
                    <a:pt x="1" y="0"/>
                    <a:pt x="0" y="2"/>
                    <a:pt x="1" y="4"/>
                  </a:cubicBezTo>
                  <a:cubicBezTo>
                    <a:pt x="1" y="5"/>
                    <a:pt x="1" y="5"/>
                    <a:pt x="2" y="6"/>
                  </a:cubicBezTo>
                  <a:cubicBezTo>
                    <a:pt x="5" y="7"/>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0" name="Google Shape;1250;p49"/>
            <p:cNvSpPr/>
            <p:nvPr/>
          </p:nvSpPr>
          <p:spPr>
            <a:xfrm>
              <a:off x="3165494" y="2533362"/>
              <a:ext cx="354094" cy="394783"/>
            </a:xfrm>
            <a:custGeom>
              <a:avLst/>
              <a:gdLst/>
              <a:ahLst/>
              <a:cxnLst/>
              <a:rect l="l" t="t" r="r" b="b"/>
              <a:pathLst>
                <a:path w="136" h="151" extrusionOk="0">
                  <a:moveTo>
                    <a:pt x="127" y="7"/>
                  </a:moveTo>
                  <a:cubicBezTo>
                    <a:pt x="117" y="5"/>
                    <a:pt x="107" y="6"/>
                    <a:pt x="97" y="9"/>
                  </a:cubicBezTo>
                  <a:cubicBezTo>
                    <a:pt x="96" y="9"/>
                    <a:pt x="95" y="8"/>
                    <a:pt x="94" y="8"/>
                  </a:cubicBezTo>
                  <a:cubicBezTo>
                    <a:pt x="86" y="0"/>
                    <a:pt x="72" y="0"/>
                    <a:pt x="64" y="8"/>
                  </a:cubicBezTo>
                  <a:cubicBezTo>
                    <a:pt x="60" y="12"/>
                    <a:pt x="58" y="17"/>
                    <a:pt x="58" y="23"/>
                  </a:cubicBezTo>
                  <a:cubicBezTo>
                    <a:pt x="46" y="23"/>
                    <a:pt x="34" y="28"/>
                    <a:pt x="26" y="37"/>
                  </a:cubicBezTo>
                  <a:cubicBezTo>
                    <a:pt x="16" y="47"/>
                    <a:pt x="11" y="59"/>
                    <a:pt x="11" y="72"/>
                  </a:cubicBezTo>
                  <a:cubicBezTo>
                    <a:pt x="11" y="75"/>
                    <a:pt x="8" y="81"/>
                    <a:pt x="4" y="87"/>
                  </a:cubicBezTo>
                  <a:cubicBezTo>
                    <a:pt x="0" y="93"/>
                    <a:pt x="0" y="97"/>
                    <a:pt x="1" y="99"/>
                  </a:cubicBezTo>
                  <a:cubicBezTo>
                    <a:pt x="3" y="102"/>
                    <a:pt x="6" y="105"/>
                    <a:pt x="14" y="106"/>
                  </a:cubicBezTo>
                  <a:cubicBezTo>
                    <a:pt x="14" y="118"/>
                    <a:pt x="14" y="118"/>
                    <a:pt x="14" y="118"/>
                  </a:cubicBezTo>
                  <a:cubicBezTo>
                    <a:pt x="14" y="127"/>
                    <a:pt x="21" y="134"/>
                    <a:pt x="30" y="134"/>
                  </a:cubicBezTo>
                  <a:cubicBezTo>
                    <a:pt x="37" y="134"/>
                    <a:pt x="41" y="134"/>
                    <a:pt x="43" y="136"/>
                  </a:cubicBezTo>
                  <a:cubicBezTo>
                    <a:pt x="45" y="137"/>
                    <a:pt x="46" y="141"/>
                    <a:pt x="46" y="148"/>
                  </a:cubicBezTo>
                  <a:cubicBezTo>
                    <a:pt x="46" y="150"/>
                    <a:pt x="47" y="151"/>
                    <a:pt x="49" y="151"/>
                  </a:cubicBezTo>
                  <a:cubicBezTo>
                    <a:pt x="91" y="151"/>
                    <a:pt x="91" y="151"/>
                    <a:pt x="91" y="151"/>
                  </a:cubicBezTo>
                  <a:cubicBezTo>
                    <a:pt x="91" y="151"/>
                    <a:pt x="91" y="151"/>
                    <a:pt x="92" y="151"/>
                  </a:cubicBezTo>
                  <a:cubicBezTo>
                    <a:pt x="93" y="150"/>
                    <a:pt x="94" y="149"/>
                    <a:pt x="94" y="148"/>
                  </a:cubicBezTo>
                  <a:cubicBezTo>
                    <a:pt x="93" y="142"/>
                    <a:pt x="93" y="138"/>
                    <a:pt x="93" y="134"/>
                  </a:cubicBezTo>
                  <a:cubicBezTo>
                    <a:pt x="93" y="133"/>
                    <a:pt x="92" y="131"/>
                    <a:pt x="90" y="131"/>
                  </a:cubicBezTo>
                  <a:cubicBezTo>
                    <a:pt x="90" y="131"/>
                    <a:pt x="90" y="131"/>
                    <a:pt x="90" y="131"/>
                  </a:cubicBezTo>
                  <a:cubicBezTo>
                    <a:pt x="88" y="131"/>
                    <a:pt x="87" y="133"/>
                    <a:pt x="87" y="134"/>
                  </a:cubicBezTo>
                  <a:cubicBezTo>
                    <a:pt x="87" y="137"/>
                    <a:pt x="87" y="141"/>
                    <a:pt x="87" y="145"/>
                  </a:cubicBezTo>
                  <a:cubicBezTo>
                    <a:pt x="52" y="145"/>
                    <a:pt x="52" y="145"/>
                    <a:pt x="52" y="145"/>
                  </a:cubicBezTo>
                  <a:cubicBezTo>
                    <a:pt x="51" y="139"/>
                    <a:pt x="50" y="134"/>
                    <a:pt x="47" y="131"/>
                  </a:cubicBezTo>
                  <a:cubicBezTo>
                    <a:pt x="43" y="128"/>
                    <a:pt x="38" y="128"/>
                    <a:pt x="30" y="128"/>
                  </a:cubicBezTo>
                  <a:cubicBezTo>
                    <a:pt x="24" y="128"/>
                    <a:pt x="20" y="124"/>
                    <a:pt x="20" y="118"/>
                  </a:cubicBezTo>
                  <a:cubicBezTo>
                    <a:pt x="20" y="114"/>
                    <a:pt x="20" y="114"/>
                    <a:pt x="20" y="114"/>
                  </a:cubicBezTo>
                  <a:cubicBezTo>
                    <a:pt x="20" y="114"/>
                    <a:pt x="20" y="114"/>
                    <a:pt x="20" y="114"/>
                  </a:cubicBezTo>
                  <a:cubicBezTo>
                    <a:pt x="23" y="114"/>
                    <a:pt x="26" y="113"/>
                    <a:pt x="30" y="111"/>
                  </a:cubicBezTo>
                  <a:cubicBezTo>
                    <a:pt x="31" y="111"/>
                    <a:pt x="32" y="109"/>
                    <a:pt x="31" y="108"/>
                  </a:cubicBezTo>
                  <a:cubicBezTo>
                    <a:pt x="31" y="106"/>
                    <a:pt x="29" y="105"/>
                    <a:pt x="27" y="106"/>
                  </a:cubicBezTo>
                  <a:cubicBezTo>
                    <a:pt x="24" y="108"/>
                    <a:pt x="22" y="109"/>
                    <a:pt x="20" y="109"/>
                  </a:cubicBezTo>
                  <a:cubicBezTo>
                    <a:pt x="20" y="109"/>
                    <a:pt x="20" y="109"/>
                    <a:pt x="20" y="109"/>
                  </a:cubicBezTo>
                  <a:cubicBezTo>
                    <a:pt x="20" y="103"/>
                    <a:pt x="20" y="103"/>
                    <a:pt x="20" y="103"/>
                  </a:cubicBezTo>
                  <a:cubicBezTo>
                    <a:pt x="20" y="101"/>
                    <a:pt x="18" y="100"/>
                    <a:pt x="17" y="100"/>
                  </a:cubicBezTo>
                  <a:cubicBezTo>
                    <a:pt x="11" y="100"/>
                    <a:pt x="8" y="99"/>
                    <a:pt x="7" y="97"/>
                  </a:cubicBezTo>
                  <a:cubicBezTo>
                    <a:pt x="6" y="95"/>
                    <a:pt x="7" y="93"/>
                    <a:pt x="8" y="90"/>
                  </a:cubicBezTo>
                  <a:cubicBezTo>
                    <a:pt x="12" y="85"/>
                    <a:pt x="17" y="78"/>
                    <a:pt x="17" y="72"/>
                  </a:cubicBezTo>
                  <a:cubicBezTo>
                    <a:pt x="17" y="49"/>
                    <a:pt x="35" y="30"/>
                    <a:pt x="59" y="28"/>
                  </a:cubicBezTo>
                  <a:cubicBezTo>
                    <a:pt x="59" y="29"/>
                    <a:pt x="59" y="29"/>
                    <a:pt x="59" y="29"/>
                  </a:cubicBezTo>
                  <a:cubicBezTo>
                    <a:pt x="61" y="37"/>
                    <a:pt x="67" y="46"/>
                    <a:pt x="74" y="53"/>
                  </a:cubicBezTo>
                  <a:cubicBezTo>
                    <a:pt x="66" y="61"/>
                    <a:pt x="66" y="61"/>
                    <a:pt x="66" y="61"/>
                  </a:cubicBezTo>
                  <a:cubicBezTo>
                    <a:pt x="60" y="59"/>
                    <a:pt x="60" y="59"/>
                    <a:pt x="60" y="59"/>
                  </a:cubicBezTo>
                  <a:cubicBezTo>
                    <a:pt x="59" y="59"/>
                    <a:pt x="58" y="59"/>
                    <a:pt x="57" y="60"/>
                  </a:cubicBezTo>
                  <a:cubicBezTo>
                    <a:pt x="47" y="70"/>
                    <a:pt x="47" y="70"/>
                    <a:pt x="47" y="70"/>
                  </a:cubicBezTo>
                  <a:cubicBezTo>
                    <a:pt x="46" y="70"/>
                    <a:pt x="46" y="71"/>
                    <a:pt x="46" y="72"/>
                  </a:cubicBezTo>
                  <a:cubicBezTo>
                    <a:pt x="46" y="73"/>
                    <a:pt x="47" y="74"/>
                    <a:pt x="48" y="75"/>
                  </a:cubicBezTo>
                  <a:cubicBezTo>
                    <a:pt x="54" y="76"/>
                    <a:pt x="54" y="76"/>
                    <a:pt x="54" y="76"/>
                  </a:cubicBezTo>
                  <a:cubicBezTo>
                    <a:pt x="56" y="83"/>
                    <a:pt x="56" y="83"/>
                    <a:pt x="56" y="83"/>
                  </a:cubicBezTo>
                  <a:cubicBezTo>
                    <a:pt x="56" y="84"/>
                    <a:pt x="57" y="85"/>
                    <a:pt x="58" y="85"/>
                  </a:cubicBezTo>
                  <a:cubicBezTo>
                    <a:pt x="58" y="85"/>
                    <a:pt x="59" y="85"/>
                    <a:pt x="59" y="85"/>
                  </a:cubicBezTo>
                  <a:cubicBezTo>
                    <a:pt x="60" y="85"/>
                    <a:pt x="60" y="85"/>
                    <a:pt x="61" y="84"/>
                  </a:cubicBezTo>
                  <a:cubicBezTo>
                    <a:pt x="71" y="74"/>
                    <a:pt x="71" y="74"/>
                    <a:pt x="71" y="74"/>
                  </a:cubicBezTo>
                  <a:cubicBezTo>
                    <a:pt x="72" y="73"/>
                    <a:pt x="72" y="72"/>
                    <a:pt x="72" y="71"/>
                  </a:cubicBezTo>
                  <a:cubicBezTo>
                    <a:pt x="70" y="65"/>
                    <a:pt x="70" y="65"/>
                    <a:pt x="70" y="65"/>
                  </a:cubicBezTo>
                  <a:cubicBezTo>
                    <a:pt x="78" y="57"/>
                    <a:pt x="78" y="57"/>
                    <a:pt x="78" y="57"/>
                  </a:cubicBezTo>
                  <a:cubicBezTo>
                    <a:pt x="85" y="62"/>
                    <a:pt x="91" y="66"/>
                    <a:pt x="95" y="68"/>
                  </a:cubicBezTo>
                  <a:cubicBezTo>
                    <a:pt x="96" y="68"/>
                    <a:pt x="96" y="68"/>
                    <a:pt x="96" y="68"/>
                  </a:cubicBezTo>
                  <a:cubicBezTo>
                    <a:pt x="96" y="68"/>
                    <a:pt x="97" y="68"/>
                    <a:pt x="97" y="68"/>
                  </a:cubicBezTo>
                  <a:cubicBezTo>
                    <a:pt x="99" y="67"/>
                    <a:pt x="102" y="66"/>
                    <a:pt x="104" y="64"/>
                  </a:cubicBezTo>
                  <a:cubicBezTo>
                    <a:pt x="105" y="67"/>
                    <a:pt x="105" y="69"/>
                    <a:pt x="105" y="72"/>
                  </a:cubicBezTo>
                  <a:cubicBezTo>
                    <a:pt x="105" y="80"/>
                    <a:pt x="103" y="88"/>
                    <a:pt x="99" y="95"/>
                  </a:cubicBezTo>
                  <a:cubicBezTo>
                    <a:pt x="96" y="99"/>
                    <a:pt x="94" y="103"/>
                    <a:pt x="92" y="107"/>
                  </a:cubicBezTo>
                  <a:cubicBezTo>
                    <a:pt x="92" y="109"/>
                    <a:pt x="92" y="110"/>
                    <a:pt x="93" y="111"/>
                  </a:cubicBezTo>
                  <a:cubicBezTo>
                    <a:pt x="94" y="111"/>
                    <a:pt x="94" y="112"/>
                    <a:pt x="95" y="112"/>
                  </a:cubicBezTo>
                  <a:cubicBezTo>
                    <a:pt x="96" y="112"/>
                    <a:pt x="97" y="111"/>
                    <a:pt x="98" y="110"/>
                  </a:cubicBezTo>
                  <a:cubicBezTo>
                    <a:pt x="99" y="106"/>
                    <a:pt x="101" y="102"/>
                    <a:pt x="104" y="98"/>
                  </a:cubicBezTo>
                  <a:cubicBezTo>
                    <a:pt x="109" y="90"/>
                    <a:pt x="111" y="81"/>
                    <a:pt x="111" y="72"/>
                  </a:cubicBezTo>
                  <a:cubicBezTo>
                    <a:pt x="111" y="68"/>
                    <a:pt x="111" y="64"/>
                    <a:pt x="110" y="60"/>
                  </a:cubicBezTo>
                  <a:cubicBezTo>
                    <a:pt x="119" y="53"/>
                    <a:pt x="130" y="41"/>
                    <a:pt x="133" y="29"/>
                  </a:cubicBezTo>
                  <a:cubicBezTo>
                    <a:pt x="136" y="21"/>
                    <a:pt x="134" y="13"/>
                    <a:pt x="128" y="8"/>
                  </a:cubicBezTo>
                  <a:lnTo>
                    <a:pt x="127" y="7"/>
                  </a:lnTo>
                  <a:close/>
                  <a:moveTo>
                    <a:pt x="60" y="77"/>
                  </a:moveTo>
                  <a:cubicBezTo>
                    <a:pt x="60" y="74"/>
                    <a:pt x="60" y="74"/>
                    <a:pt x="60" y="74"/>
                  </a:cubicBezTo>
                  <a:cubicBezTo>
                    <a:pt x="59" y="72"/>
                    <a:pt x="59" y="72"/>
                    <a:pt x="58" y="71"/>
                  </a:cubicBezTo>
                  <a:cubicBezTo>
                    <a:pt x="54" y="71"/>
                    <a:pt x="54" y="71"/>
                    <a:pt x="54" y="71"/>
                  </a:cubicBezTo>
                  <a:cubicBezTo>
                    <a:pt x="60" y="65"/>
                    <a:pt x="60" y="65"/>
                    <a:pt x="60" y="65"/>
                  </a:cubicBezTo>
                  <a:cubicBezTo>
                    <a:pt x="65" y="66"/>
                    <a:pt x="65" y="66"/>
                    <a:pt x="65" y="66"/>
                  </a:cubicBezTo>
                  <a:cubicBezTo>
                    <a:pt x="66" y="71"/>
                    <a:pt x="66" y="71"/>
                    <a:pt x="66" y="71"/>
                  </a:cubicBezTo>
                  <a:lnTo>
                    <a:pt x="60" y="77"/>
                  </a:lnTo>
                  <a:close/>
                  <a:moveTo>
                    <a:pt x="128" y="28"/>
                  </a:moveTo>
                  <a:cubicBezTo>
                    <a:pt x="124" y="43"/>
                    <a:pt x="104" y="59"/>
                    <a:pt x="96" y="62"/>
                  </a:cubicBezTo>
                  <a:cubicBezTo>
                    <a:pt x="93" y="61"/>
                    <a:pt x="88" y="57"/>
                    <a:pt x="82" y="53"/>
                  </a:cubicBezTo>
                  <a:cubicBezTo>
                    <a:pt x="98" y="37"/>
                    <a:pt x="98" y="37"/>
                    <a:pt x="98" y="37"/>
                  </a:cubicBezTo>
                  <a:cubicBezTo>
                    <a:pt x="99" y="36"/>
                    <a:pt x="99" y="34"/>
                    <a:pt x="98" y="33"/>
                  </a:cubicBezTo>
                  <a:cubicBezTo>
                    <a:pt x="97" y="32"/>
                    <a:pt x="95" y="32"/>
                    <a:pt x="94" y="33"/>
                  </a:cubicBezTo>
                  <a:cubicBezTo>
                    <a:pt x="78" y="49"/>
                    <a:pt x="78" y="49"/>
                    <a:pt x="78" y="49"/>
                  </a:cubicBezTo>
                  <a:cubicBezTo>
                    <a:pt x="72" y="43"/>
                    <a:pt x="67" y="35"/>
                    <a:pt x="65" y="28"/>
                  </a:cubicBezTo>
                  <a:cubicBezTo>
                    <a:pt x="63" y="21"/>
                    <a:pt x="64" y="16"/>
                    <a:pt x="68" y="12"/>
                  </a:cubicBezTo>
                  <a:cubicBezTo>
                    <a:pt x="71" y="9"/>
                    <a:pt x="75" y="8"/>
                    <a:pt x="79" y="8"/>
                  </a:cubicBezTo>
                  <a:cubicBezTo>
                    <a:pt x="83" y="8"/>
                    <a:pt x="87" y="9"/>
                    <a:pt x="90" y="12"/>
                  </a:cubicBezTo>
                  <a:cubicBezTo>
                    <a:pt x="93" y="16"/>
                    <a:pt x="99" y="16"/>
                    <a:pt x="103" y="12"/>
                  </a:cubicBezTo>
                  <a:cubicBezTo>
                    <a:pt x="109" y="6"/>
                    <a:pt x="118" y="6"/>
                    <a:pt x="124" y="12"/>
                  </a:cubicBezTo>
                  <a:cubicBezTo>
                    <a:pt x="128" y="16"/>
                    <a:pt x="130" y="21"/>
                    <a:pt x="128" y="2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1" name="Google Shape;1251;p49"/>
            <p:cNvSpPr/>
            <p:nvPr/>
          </p:nvSpPr>
          <p:spPr>
            <a:xfrm>
              <a:off x="3392027" y="2842370"/>
              <a:ext cx="20894" cy="17595"/>
            </a:xfrm>
            <a:custGeom>
              <a:avLst/>
              <a:gdLst/>
              <a:ahLst/>
              <a:cxnLst/>
              <a:rect l="l" t="t" r="r" b="b"/>
              <a:pathLst>
                <a:path w="8" h="7" extrusionOk="0">
                  <a:moveTo>
                    <a:pt x="4" y="0"/>
                  </a:moveTo>
                  <a:cubicBezTo>
                    <a:pt x="4" y="0"/>
                    <a:pt x="4" y="0"/>
                    <a:pt x="4" y="0"/>
                  </a:cubicBezTo>
                  <a:cubicBezTo>
                    <a:pt x="3" y="0"/>
                    <a:pt x="2" y="1"/>
                    <a:pt x="2" y="2"/>
                  </a:cubicBezTo>
                  <a:cubicBezTo>
                    <a:pt x="0" y="4"/>
                    <a:pt x="3" y="7"/>
                    <a:pt x="5" y="6"/>
                  </a:cubicBezTo>
                  <a:cubicBezTo>
                    <a:pt x="6" y="6"/>
                    <a:pt x="7" y="5"/>
                    <a:pt x="7" y="4"/>
                  </a:cubicBezTo>
                  <a:cubicBezTo>
                    <a:pt x="8"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52" name="Google Shape;1252;p49"/>
          <p:cNvGrpSpPr/>
          <p:nvPr/>
        </p:nvGrpSpPr>
        <p:grpSpPr>
          <a:xfrm>
            <a:off x="3168243" y="1940638"/>
            <a:ext cx="361792" cy="391484"/>
            <a:chOff x="3170993" y="1940638"/>
            <a:chExt cx="361792" cy="391484"/>
          </a:xfrm>
        </p:grpSpPr>
        <p:sp>
          <p:nvSpPr>
            <p:cNvPr id="1253" name="Google Shape;1253;p49"/>
            <p:cNvSpPr/>
            <p:nvPr/>
          </p:nvSpPr>
          <p:spPr>
            <a:xfrm>
              <a:off x="3399725" y="2246347"/>
              <a:ext cx="18695" cy="17595"/>
            </a:xfrm>
            <a:custGeom>
              <a:avLst/>
              <a:gdLst/>
              <a:ahLst/>
              <a:cxnLst/>
              <a:rect l="l" t="t" r="r" b="b"/>
              <a:pathLst>
                <a:path w="7" h="7" extrusionOk="0">
                  <a:moveTo>
                    <a:pt x="3" y="0"/>
                  </a:moveTo>
                  <a:cubicBezTo>
                    <a:pt x="3" y="0"/>
                    <a:pt x="3" y="0"/>
                    <a:pt x="3" y="0"/>
                  </a:cubicBezTo>
                  <a:cubicBezTo>
                    <a:pt x="2" y="0"/>
                    <a:pt x="1" y="1"/>
                    <a:pt x="1" y="2"/>
                  </a:cubicBezTo>
                  <a:cubicBezTo>
                    <a:pt x="0" y="4"/>
                    <a:pt x="2" y="7"/>
                    <a:pt x="5" y="6"/>
                  </a:cubicBezTo>
                  <a:cubicBezTo>
                    <a:pt x="5" y="6"/>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4" name="Google Shape;1254;p49"/>
            <p:cNvSpPr/>
            <p:nvPr/>
          </p:nvSpPr>
          <p:spPr>
            <a:xfrm>
              <a:off x="3340342" y="2120984"/>
              <a:ext cx="34090" cy="17595"/>
            </a:xfrm>
            <a:custGeom>
              <a:avLst/>
              <a:gdLst/>
              <a:ahLst/>
              <a:cxnLst/>
              <a:rect l="l" t="t" r="r" b="b"/>
              <a:pathLst>
                <a:path w="13" h="7" extrusionOk="0">
                  <a:moveTo>
                    <a:pt x="7" y="1"/>
                  </a:moveTo>
                  <a:cubicBezTo>
                    <a:pt x="7" y="1"/>
                    <a:pt x="7" y="1"/>
                    <a:pt x="6" y="1"/>
                  </a:cubicBezTo>
                  <a:cubicBezTo>
                    <a:pt x="6" y="1"/>
                    <a:pt x="5" y="1"/>
                    <a:pt x="5" y="1"/>
                  </a:cubicBezTo>
                  <a:cubicBezTo>
                    <a:pt x="4" y="0"/>
                    <a:pt x="2" y="0"/>
                    <a:pt x="1" y="1"/>
                  </a:cubicBezTo>
                  <a:cubicBezTo>
                    <a:pt x="0" y="2"/>
                    <a:pt x="0" y="4"/>
                    <a:pt x="1" y="5"/>
                  </a:cubicBezTo>
                  <a:cubicBezTo>
                    <a:pt x="2" y="6"/>
                    <a:pt x="4" y="7"/>
                    <a:pt x="6" y="7"/>
                  </a:cubicBezTo>
                  <a:cubicBezTo>
                    <a:pt x="8" y="7"/>
                    <a:pt x="10" y="6"/>
                    <a:pt x="12" y="5"/>
                  </a:cubicBezTo>
                  <a:cubicBezTo>
                    <a:pt x="13" y="4"/>
                    <a:pt x="13" y="2"/>
                    <a:pt x="12" y="1"/>
                  </a:cubicBezTo>
                  <a:cubicBezTo>
                    <a:pt x="10" y="0"/>
                    <a:pt x="9" y="0"/>
                    <a:pt x="7"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5" name="Google Shape;1255;p49"/>
            <p:cNvSpPr/>
            <p:nvPr/>
          </p:nvSpPr>
          <p:spPr>
            <a:xfrm>
              <a:off x="3313950" y="2094592"/>
              <a:ext cx="34090" cy="18695"/>
            </a:xfrm>
            <a:custGeom>
              <a:avLst/>
              <a:gdLst/>
              <a:ahLst/>
              <a:cxnLst/>
              <a:rect l="l" t="t" r="r" b="b"/>
              <a:pathLst>
                <a:path w="13" h="7" extrusionOk="0">
                  <a:moveTo>
                    <a:pt x="12" y="6"/>
                  </a:moveTo>
                  <a:cubicBezTo>
                    <a:pt x="13" y="5"/>
                    <a:pt x="13" y="3"/>
                    <a:pt x="12" y="2"/>
                  </a:cubicBezTo>
                  <a:cubicBezTo>
                    <a:pt x="11" y="0"/>
                    <a:pt x="9" y="0"/>
                    <a:pt x="7" y="0"/>
                  </a:cubicBezTo>
                  <a:cubicBezTo>
                    <a:pt x="5" y="0"/>
                    <a:pt x="3" y="0"/>
                    <a:pt x="1" y="2"/>
                  </a:cubicBezTo>
                  <a:cubicBezTo>
                    <a:pt x="0" y="3"/>
                    <a:pt x="0" y="5"/>
                    <a:pt x="1" y="6"/>
                  </a:cubicBezTo>
                  <a:cubicBezTo>
                    <a:pt x="3" y="7"/>
                    <a:pt x="4" y="7"/>
                    <a:pt x="5" y="6"/>
                  </a:cubicBezTo>
                  <a:cubicBezTo>
                    <a:pt x="6" y="6"/>
                    <a:pt x="6" y="5"/>
                    <a:pt x="7" y="5"/>
                  </a:cubicBezTo>
                  <a:cubicBezTo>
                    <a:pt x="7" y="5"/>
                    <a:pt x="8" y="6"/>
                    <a:pt x="8" y="6"/>
                  </a:cubicBezTo>
                  <a:cubicBezTo>
                    <a:pt x="9" y="7"/>
                    <a:pt x="10" y="7"/>
                    <a:pt x="10" y="7"/>
                  </a:cubicBezTo>
                  <a:cubicBezTo>
                    <a:pt x="11" y="7"/>
                    <a:pt x="12" y="7"/>
                    <a:pt x="12"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6" name="Google Shape;1256;p49"/>
            <p:cNvSpPr/>
            <p:nvPr/>
          </p:nvSpPr>
          <p:spPr>
            <a:xfrm>
              <a:off x="3363435" y="2094592"/>
              <a:ext cx="34090" cy="18695"/>
            </a:xfrm>
            <a:custGeom>
              <a:avLst/>
              <a:gdLst/>
              <a:ahLst/>
              <a:cxnLst/>
              <a:rect l="l" t="t" r="r" b="b"/>
              <a:pathLst>
                <a:path w="13" h="7" extrusionOk="0">
                  <a:moveTo>
                    <a:pt x="12" y="2"/>
                  </a:moveTo>
                  <a:cubicBezTo>
                    <a:pt x="10" y="0"/>
                    <a:pt x="8" y="0"/>
                    <a:pt x="6" y="0"/>
                  </a:cubicBezTo>
                  <a:cubicBezTo>
                    <a:pt x="4" y="0"/>
                    <a:pt x="2" y="0"/>
                    <a:pt x="1" y="2"/>
                  </a:cubicBezTo>
                  <a:cubicBezTo>
                    <a:pt x="0" y="3"/>
                    <a:pt x="0" y="5"/>
                    <a:pt x="1" y="6"/>
                  </a:cubicBezTo>
                  <a:cubicBezTo>
                    <a:pt x="2" y="7"/>
                    <a:pt x="4" y="7"/>
                    <a:pt x="5" y="6"/>
                  </a:cubicBezTo>
                  <a:cubicBezTo>
                    <a:pt x="5" y="6"/>
                    <a:pt x="6" y="5"/>
                    <a:pt x="6" y="5"/>
                  </a:cubicBezTo>
                  <a:cubicBezTo>
                    <a:pt x="7" y="5"/>
                    <a:pt x="7" y="6"/>
                    <a:pt x="8" y="6"/>
                  </a:cubicBezTo>
                  <a:cubicBezTo>
                    <a:pt x="8" y="7"/>
                    <a:pt x="9" y="7"/>
                    <a:pt x="10" y="7"/>
                  </a:cubicBezTo>
                  <a:cubicBezTo>
                    <a:pt x="11" y="7"/>
                    <a:pt x="11" y="7"/>
                    <a:pt x="12" y="6"/>
                  </a:cubicBezTo>
                  <a:cubicBezTo>
                    <a:pt x="13" y="5"/>
                    <a:pt x="13" y="3"/>
                    <a:pt x="12" y="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7" name="Google Shape;1257;p49"/>
            <p:cNvSpPr/>
            <p:nvPr/>
          </p:nvSpPr>
          <p:spPr>
            <a:xfrm>
              <a:off x="3374432" y="2020914"/>
              <a:ext cx="32990" cy="18695"/>
            </a:xfrm>
            <a:custGeom>
              <a:avLst/>
              <a:gdLst/>
              <a:ahLst/>
              <a:cxnLst/>
              <a:rect l="l" t="t" r="r" b="b"/>
              <a:pathLst>
                <a:path w="13" h="7" extrusionOk="0">
                  <a:moveTo>
                    <a:pt x="1" y="6"/>
                  </a:moveTo>
                  <a:cubicBezTo>
                    <a:pt x="2" y="7"/>
                    <a:pt x="4" y="7"/>
                    <a:pt x="5" y="6"/>
                  </a:cubicBezTo>
                  <a:cubicBezTo>
                    <a:pt x="5" y="6"/>
                    <a:pt x="6" y="5"/>
                    <a:pt x="6" y="5"/>
                  </a:cubicBezTo>
                  <a:cubicBezTo>
                    <a:pt x="7" y="5"/>
                    <a:pt x="7" y="6"/>
                    <a:pt x="8" y="6"/>
                  </a:cubicBezTo>
                  <a:cubicBezTo>
                    <a:pt x="8" y="7"/>
                    <a:pt x="9" y="7"/>
                    <a:pt x="10" y="7"/>
                  </a:cubicBezTo>
                  <a:cubicBezTo>
                    <a:pt x="10" y="7"/>
                    <a:pt x="11" y="7"/>
                    <a:pt x="12" y="6"/>
                  </a:cubicBezTo>
                  <a:cubicBezTo>
                    <a:pt x="13" y="5"/>
                    <a:pt x="13" y="3"/>
                    <a:pt x="12" y="2"/>
                  </a:cubicBezTo>
                  <a:cubicBezTo>
                    <a:pt x="10" y="0"/>
                    <a:pt x="8" y="0"/>
                    <a:pt x="6" y="0"/>
                  </a:cubicBezTo>
                  <a:cubicBezTo>
                    <a:pt x="4" y="0"/>
                    <a:pt x="2" y="0"/>
                    <a:pt x="1" y="2"/>
                  </a:cubicBezTo>
                  <a:cubicBezTo>
                    <a:pt x="0" y="3"/>
                    <a:pt x="0" y="5"/>
                    <a:pt x="1"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8" name="Google Shape;1258;p49"/>
            <p:cNvSpPr/>
            <p:nvPr/>
          </p:nvSpPr>
          <p:spPr>
            <a:xfrm>
              <a:off x="3348040" y="1992323"/>
              <a:ext cx="34090" cy="20894"/>
            </a:xfrm>
            <a:custGeom>
              <a:avLst/>
              <a:gdLst/>
              <a:ahLst/>
              <a:cxnLst/>
              <a:rect l="l" t="t" r="r" b="b"/>
              <a:pathLst>
                <a:path w="13" h="8" extrusionOk="0">
                  <a:moveTo>
                    <a:pt x="12" y="5"/>
                  </a:moveTo>
                  <a:cubicBezTo>
                    <a:pt x="13" y="4"/>
                    <a:pt x="13" y="2"/>
                    <a:pt x="12" y="1"/>
                  </a:cubicBezTo>
                  <a:cubicBezTo>
                    <a:pt x="11" y="0"/>
                    <a:pt x="9" y="0"/>
                    <a:pt x="8" y="1"/>
                  </a:cubicBezTo>
                  <a:cubicBezTo>
                    <a:pt x="8" y="2"/>
                    <a:pt x="7" y="2"/>
                    <a:pt x="7" y="2"/>
                  </a:cubicBezTo>
                  <a:cubicBezTo>
                    <a:pt x="6" y="2"/>
                    <a:pt x="6" y="2"/>
                    <a:pt x="6" y="1"/>
                  </a:cubicBezTo>
                  <a:cubicBezTo>
                    <a:pt x="4" y="0"/>
                    <a:pt x="3" y="0"/>
                    <a:pt x="1" y="1"/>
                  </a:cubicBezTo>
                  <a:cubicBezTo>
                    <a:pt x="0" y="2"/>
                    <a:pt x="0" y="4"/>
                    <a:pt x="1" y="5"/>
                  </a:cubicBezTo>
                  <a:cubicBezTo>
                    <a:pt x="3" y="7"/>
                    <a:pt x="5" y="8"/>
                    <a:pt x="7" y="8"/>
                  </a:cubicBezTo>
                  <a:cubicBezTo>
                    <a:pt x="9" y="8"/>
                    <a:pt x="11" y="7"/>
                    <a:pt x="1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9" name="Google Shape;1259;p49"/>
            <p:cNvSpPr/>
            <p:nvPr/>
          </p:nvSpPr>
          <p:spPr>
            <a:xfrm>
              <a:off x="3397525" y="1992323"/>
              <a:ext cx="34090" cy="20894"/>
            </a:xfrm>
            <a:custGeom>
              <a:avLst/>
              <a:gdLst/>
              <a:ahLst/>
              <a:cxnLst/>
              <a:rect l="l" t="t" r="r" b="b"/>
              <a:pathLst>
                <a:path w="13" h="8" extrusionOk="0">
                  <a:moveTo>
                    <a:pt x="6" y="8"/>
                  </a:moveTo>
                  <a:cubicBezTo>
                    <a:pt x="9" y="8"/>
                    <a:pt x="10" y="7"/>
                    <a:pt x="12" y="5"/>
                  </a:cubicBezTo>
                  <a:cubicBezTo>
                    <a:pt x="13" y="4"/>
                    <a:pt x="13" y="2"/>
                    <a:pt x="12" y="1"/>
                  </a:cubicBezTo>
                  <a:cubicBezTo>
                    <a:pt x="11" y="0"/>
                    <a:pt x="9" y="0"/>
                    <a:pt x="8" y="1"/>
                  </a:cubicBezTo>
                  <a:cubicBezTo>
                    <a:pt x="7" y="2"/>
                    <a:pt x="7" y="2"/>
                    <a:pt x="6" y="2"/>
                  </a:cubicBezTo>
                  <a:cubicBezTo>
                    <a:pt x="6" y="2"/>
                    <a:pt x="5" y="2"/>
                    <a:pt x="5" y="1"/>
                  </a:cubicBezTo>
                  <a:cubicBezTo>
                    <a:pt x="4" y="0"/>
                    <a:pt x="2" y="0"/>
                    <a:pt x="1" y="1"/>
                  </a:cubicBezTo>
                  <a:cubicBezTo>
                    <a:pt x="0" y="2"/>
                    <a:pt x="0" y="4"/>
                    <a:pt x="1" y="5"/>
                  </a:cubicBezTo>
                  <a:cubicBezTo>
                    <a:pt x="2" y="7"/>
                    <a:pt x="4" y="8"/>
                    <a:pt x="6" y="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0" name="Google Shape;1260;p49"/>
            <p:cNvSpPr/>
            <p:nvPr/>
          </p:nvSpPr>
          <p:spPr>
            <a:xfrm>
              <a:off x="3170993" y="1940638"/>
              <a:ext cx="361792" cy="391484"/>
            </a:xfrm>
            <a:custGeom>
              <a:avLst/>
              <a:gdLst/>
              <a:ahLst/>
              <a:cxnLst/>
              <a:rect l="l" t="t" r="r" b="b"/>
              <a:pathLst>
                <a:path w="139" h="150" extrusionOk="0">
                  <a:moveTo>
                    <a:pt x="112" y="54"/>
                  </a:moveTo>
                  <a:cubicBezTo>
                    <a:pt x="111" y="54"/>
                    <a:pt x="109" y="54"/>
                    <a:pt x="108" y="54"/>
                  </a:cubicBezTo>
                  <a:cubicBezTo>
                    <a:pt x="107" y="51"/>
                    <a:pt x="105" y="48"/>
                    <a:pt x="103" y="45"/>
                  </a:cubicBezTo>
                  <a:cubicBezTo>
                    <a:pt x="108" y="40"/>
                    <a:pt x="110" y="33"/>
                    <a:pt x="110" y="26"/>
                  </a:cubicBezTo>
                  <a:cubicBezTo>
                    <a:pt x="110" y="13"/>
                    <a:pt x="99" y="1"/>
                    <a:pt x="85" y="1"/>
                  </a:cubicBezTo>
                  <a:cubicBezTo>
                    <a:pt x="72" y="0"/>
                    <a:pt x="61" y="9"/>
                    <a:pt x="58" y="22"/>
                  </a:cubicBezTo>
                  <a:cubicBezTo>
                    <a:pt x="32" y="23"/>
                    <a:pt x="11" y="45"/>
                    <a:pt x="11" y="71"/>
                  </a:cubicBezTo>
                  <a:cubicBezTo>
                    <a:pt x="11" y="74"/>
                    <a:pt x="8" y="80"/>
                    <a:pt x="4" y="86"/>
                  </a:cubicBezTo>
                  <a:cubicBezTo>
                    <a:pt x="0" y="92"/>
                    <a:pt x="0" y="96"/>
                    <a:pt x="1" y="98"/>
                  </a:cubicBezTo>
                  <a:cubicBezTo>
                    <a:pt x="3" y="101"/>
                    <a:pt x="6" y="104"/>
                    <a:pt x="14" y="105"/>
                  </a:cubicBezTo>
                  <a:cubicBezTo>
                    <a:pt x="14" y="117"/>
                    <a:pt x="14" y="117"/>
                    <a:pt x="14" y="117"/>
                  </a:cubicBezTo>
                  <a:cubicBezTo>
                    <a:pt x="14" y="126"/>
                    <a:pt x="21" y="133"/>
                    <a:pt x="30" y="133"/>
                  </a:cubicBezTo>
                  <a:cubicBezTo>
                    <a:pt x="37" y="133"/>
                    <a:pt x="42" y="133"/>
                    <a:pt x="43" y="135"/>
                  </a:cubicBezTo>
                  <a:cubicBezTo>
                    <a:pt x="45" y="136"/>
                    <a:pt x="46" y="140"/>
                    <a:pt x="46" y="147"/>
                  </a:cubicBezTo>
                  <a:cubicBezTo>
                    <a:pt x="46" y="149"/>
                    <a:pt x="47" y="150"/>
                    <a:pt x="49" y="150"/>
                  </a:cubicBezTo>
                  <a:cubicBezTo>
                    <a:pt x="91" y="150"/>
                    <a:pt x="91" y="150"/>
                    <a:pt x="91" y="150"/>
                  </a:cubicBezTo>
                  <a:cubicBezTo>
                    <a:pt x="91" y="150"/>
                    <a:pt x="92" y="150"/>
                    <a:pt x="92" y="150"/>
                  </a:cubicBezTo>
                  <a:cubicBezTo>
                    <a:pt x="93" y="149"/>
                    <a:pt x="94" y="148"/>
                    <a:pt x="94" y="147"/>
                  </a:cubicBezTo>
                  <a:cubicBezTo>
                    <a:pt x="93" y="141"/>
                    <a:pt x="93" y="137"/>
                    <a:pt x="93" y="133"/>
                  </a:cubicBezTo>
                  <a:cubicBezTo>
                    <a:pt x="93" y="132"/>
                    <a:pt x="92" y="130"/>
                    <a:pt x="90" y="130"/>
                  </a:cubicBezTo>
                  <a:cubicBezTo>
                    <a:pt x="90" y="130"/>
                    <a:pt x="90" y="130"/>
                    <a:pt x="90" y="130"/>
                  </a:cubicBezTo>
                  <a:cubicBezTo>
                    <a:pt x="89" y="130"/>
                    <a:pt x="87" y="132"/>
                    <a:pt x="87" y="133"/>
                  </a:cubicBezTo>
                  <a:cubicBezTo>
                    <a:pt x="87" y="136"/>
                    <a:pt x="88" y="140"/>
                    <a:pt x="88" y="144"/>
                  </a:cubicBezTo>
                  <a:cubicBezTo>
                    <a:pt x="52" y="144"/>
                    <a:pt x="52" y="144"/>
                    <a:pt x="52" y="144"/>
                  </a:cubicBezTo>
                  <a:cubicBezTo>
                    <a:pt x="51" y="138"/>
                    <a:pt x="50" y="133"/>
                    <a:pt x="47" y="130"/>
                  </a:cubicBezTo>
                  <a:cubicBezTo>
                    <a:pt x="44" y="127"/>
                    <a:pt x="38" y="127"/>
                    <a:pt x="30" y="127"/>
                  </a:cubicBezTo>
                  <a:cubicBezTo>
                    <a:pt x="24" y="127"/>
                    <a:pt x="20" y="123"/>
                    <a:pt x="20" y="117"/>
                  </a:cubicBezTo>
                  <a:cubicBezTo>
                    <a:pt x="20" y="113"/>
                    <a:pt x="20" y="113"/>
                    <a:pt x="20" y="113"/>
                  </a:cubicBezTo>
                  <a:cubicBezTo>
                    <a:pt x="28" y="113"/>
                    <a:pt x="28" y="113"/>
                    <a:pt x="28" y="113"/>
                  </a:cubicBezTo>
                  <a:cubicBezTo>
                    <a:pt x="30" y="113"/>
                    <a:pt x="31" y="112"/>
                    <a:pt x="31" y="111"/>
                  </a:cubicBezTo>
                  <a:cubicBezTo>
                    <a:pt x="32" y="109"/>
                    <a:pt x="30" y="108"/>
                    <a:pt x="29" y="108"/>
                  </a:cubicBezTo>
                  <a:cubicBezTo>
                    <a:pt x="20" y="108"/>
                    <a:pt x="20" y="108"/>
                    <a:pt x="20" y="108"/>
                  </a:cubicBezTo>
                  <a:cubicBezTo>
                    <a:pt x="20" y="102"/>
                    <a:pt x="20" y="102"/>
                    <a:pt x="20" y="102"/>
                  </a:cubicBezTo>
                  <a:cubicBezTo>
                    <a:pt x="20" y="100"/>
                    <a:pt x="19" y="99"/>
                    <a:pt x="17" y="99"/>
                  </a:cubicBezTo>
                  <a:cubicBezTo>
                    <a:pt x="11" y="99"/>
                    <a:pt x="8" y="98"/>
                    <a:pt x="7" y="96"/>
                  </a:cubicBezTo>
                  <a:cubicBezTo>
                    <a:pt x="6" y="94"/>
                    <a:pt x="7" y="92"/>
                    <a:pt x="9" y="89"/>
                  </a:cubicBezTo>
                  <a:cubicBezTo>
                    <a:pt x="12" y="84"/>
                    <a:pt x="17" y="77"/>
                    <a:pt x="17" y="71"/>
                  </a:cubicBezTo>
                  <a:cubicBezTo>
                    <a:pt x="17" y="48"/>
                    <a:pt x="35" y="29"/>
                    <a:pt x="58" y="28"/>
                  </a:cubicBezTo>
                  <a:cubicBezTo>
                    <a:pt x="58" y="32"/>
                    <a:pt x="59" y="37"/>
                    <a:pt x="62" y="41"/>
                  </a:cubicBezTo>
                  <a:cubicBezTo>
                    <a:pt x="52" y="44"/>
                    <a:pt x="45" y="54"/>
                    <a:pt x="45" y="65"/>
                  </a:cubicBezTo>
                  <a:cubicBezTo>
                    <a:pt x="45" y="80"/>
                    <a:pt x="57" y="91"/>
                    <a:pt x="71" y="91"/>
                  </a:cubicBezTo>
                  <a:cubicBezTo>
                    <a:pt x="77" y="91"/>
                    <a:pt x="82" y="89"/>
                    <a:pt x="87" y="86"/>
                  </a:cubicBezTo>
                  <a:cubicBezTo>
                    <a:pt x="88" y="92"/>
                    <a:pt x="91" y="97"/>
                    <a:pt x="95" y="100"/>
                  </a:cubicBezTo>
                  <a:cubicBezTo>
                    <a:pt x="94" y="102"/>
                    <a:pt x="93" y="104"/>
                    <a:pt x="92" y="106"/>
                  </a:cubicBezTo>
                  <a:cubicBezTo>
                    <a:pt x="92" y="108"/>
                    <a:pt x="92" y="109"/>
                    <a:pt x="94" y="110"/>
                  </a:cubicBezTo>
                  <a:cubicBezTo>
                    <a:pt x="94" y="110"/>
                    <a:pt x="95" y="110"/>
                    <a:pt x="95" y="110"/>
                  </a:cubicBezTo>
                  <a:cubicBezTo>
                    <a:pt x="96" y="110"/>
                    <a:pt x="97" y="110"/>
                    <a:pt x="98" y="109"/>
                  </a:cubicBezTo>
                  <a:cubicBezTo>
                    <a:pt x="98" y="107"/>
                    <a:pt x="99" y="105"/>
                    <a:pt x="100" y="104"/>
                  </a:cubicBezTo>
                  <a:cubicBezTo>
                    <a:pt x="104" y="106"/>
                    <a:pt x="108" y="107"/>
                    <a:pt x="113" y="106"/>
                  </a:cubicBezTo>
                  <a:cubicBezTo>
                    <a:pt x="127" y="106"/>
                    <a:pt x="138" y="95"/>
                    <a:pt x="138" y="81"/>
                  </a:cubicBezTo>
                  <a:cubicBezTo>
                    <a:pt x="139" y="66"/>
                    <a:pt x="127" y="54"/>
                    <a:pt x="112" y="54"/>
                  </a:cubicBezTo>
                  <a:close/>
                  <a:moveTo>
                    <a:pt x="97" y="59"/>
                  </a:moveTo>
                  <a:cubicBezTo>
                    <a:pt x="96" y="56"/>
                    <a:pt x="95" y="54"/>
                    <a:pt x="93" y="51"/>
                  </a:cubicBezTo>
                  <a:cubicBezTo>
                    <a:pt x="95" y="51"/>
                    <a:pt x="97" y="50"/>
                    <a:pt x="99" y="48"/>
                  </a:cubicBezTo>
                  <a:cubicBezTo>
                    <a:pt x="100" y="51"/>
                    <a:pt x="102" y="53"/>
                    <a:pt x="103" y="56"/>
                  </a:cubicBezTo>
                  <a:cubicBezTo>
                    <a:pt x="101" y="57"/>
                    <a:pt x="99" y="58"/>
                    <a:pt x="97" y="59"/>
                  </a:cubicBezTo>
                  <a:close/>
                  <a:moveTo>
                    <a:pt x="84" y="7"/>
                  </a:moveTo>
                  <a:cubicBezTo>
                    <a:pt x="95" y="7"/>
                    <a:pt x="105" y="16"/>
                    <a:pt x="105" y="27"/>
                  </a:cubicBezTo>
                  <a:cubicBezTo>
                    <a:pt x="105" y="38"/>
                    <a:pt x="95" y="47"/>
                    <a:pt x="84" y="47"/>
                  </a:cubicBezTo>
                  <a:cubicBezTo>
                    <a:pt x="73" y="47"/>
                    <a:pt x="64" y="38"/>
                    <a:pt x="64" y="27"/>
                  </a:cubicBezTo>
                  <a:cubicBezTo>
                    <a:pt x="64" y="16"/>
                    <a:pt x="73" y="7"/>
                    <a:pt x="84" y="7"/>
                  </a:cubicBezTo>
                  <a:close/>
                  <a:moveTo>
                    <a:pt x="71" y="86"/>
                  </a:moveTo>
                  <a:cubicBezTo>
                    <a:pt x="60" y="86"/>
                    <a:pt x="51" y="76"/>
                    <a:pt x="51" y="65"/>
                  </a:cubicBezTo>
                  <a:cubicBezTo>
                    <a:pt x="51" y="56"/>
                    <a:pt x="57" y="48"/>
                    <a:pt x="66" y="45"/>
                  </a:cubicBezTo>
                  <a:cubicBezTo>
                    <a:pt x="70" y="50"/>
                    <a:pt x="77" y="53"/>
                    <a:pt x="84" y="53"/>
                  </a:cubicBezTo>
                  <a:cubicBezTo>
                    <a:pt x="85" y="53"/>
                    <a:pt x="86" y="53"/>
                    <a:pt x="87" y="53"/>
                  </a:cubicBezTo>
                  <a:cubicBezTo>
                    <a:pt x="90" y="56"/>
                    <a:pt x="92" y="61"/>
                    <a:pt x="92" y="65"/>
                  </a:cubicBezTo>
                  <a:cubicBezTo>
                    <a:pt x="92" y="76"/>
                    <a:pt x="82" y="86"/>
                    <a:pt x="71" y="86"/>
                  </a:cubicBezTo>
                  <a:close/>
                  <a:moveTo>
                    <a:pt x="112" y="101"/>
                  </a:moveTo>
                  <a:cubicBezTo>
                    <a:pt x="101" y="101"/>
                    <a:pt x="92" y="92"/>
                    <a:pt x="92" y="81"/>
                  </a:cubicBezTo>
                  <a:cubicBezTo>
                    <a:pt x="95" y="77"/>
                    <a:pt x="97" y="72"/>
                    <a:pt x="97" y="66"/>
                  </a:cubicBezTo>
                  <a:cubicBezTo>
                    <a:pt x="101" y="62"/>
                    <a:pt x="107" y="60"/>
                    <a:pt x="112" y="60"/>
                  </a:cubicBezTo>
                  <a:cubicBezTo>
                    <a:pt x="123" y="60"/>
                    <a:pt x="133" y="69"/>
                    <a:pt x="133" y="80"/>
                  </a:cubicBezTo>
                  <a:cubicBezTo>
                    <a:pt x="133" y="92"/>
                    <a:pt x="123" y="101"/>
                    <a:pt x="112" y="10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1" name="Google Shape;1261;p49"/>
            <p:cNvSpPr/>
            <p:nvPr/>
          </p:nvSpPr>
          <p:spPr>
            <a:xfrm>
              <a:off x="3447010" y="2168270"/>
              <a:ext cx="34090" cy="20894"/>
            </a:xfrm>
            <a:custGeom>
              <a:avLst/>
              <a:gdLst/>
              <a:ahLst/>
              <a:cxnLst/>
              <a:rect l="l" t="t" r="r" b="b"/>
              <a:pathLst>
                <a:path w="13" h="8" extrusionOk="0">
                  <a:moveTo>
                    <a:pt x="6" y="0"/>
                  </a:moveTo>
                  <a:cubicBezTo>
                    <a:pt x="4" y="0"/>
                    <a:pt x="2" y="1"/>
                    <a:pt x="1" y="2"/>
                  </a:cubicBezTo>
                  <a:cubicBezTo>
                    <a:pt x="0" y="3"/>
                    <a:pt x="0" y="5"/>
                    <a:pt x="1" y="6"/>
                  </a:cubicBezTo>
                  <a:cubicBezTo>
                    <a:pt x="1" y="7"/>
                    <a:pt x="2" y="7"/>
                    <a:pt x="3" y="7"/>
                  </a:cubicBezTo>
                  <a:cubicBezTo>
                    <a:pt x="4" y="7"/>
                    <a:pt x="4" y="7"/>
                    <a:pt x="5" y="6"/>
                  </a:cubicBezTo>
                  <a:cubicBezTo>
                    <a:pt x="5" y="6"/>
                    <a:pt x="6" y="6"/>
                    <a:pt x="6" y="6"/>
                  </a:cubicBezTo>
                  <a:cubicBezTo>
                    <a:pt x="7" y="6"/>
                    <a:pt x="7" y="6"/>
                    <a:pt x="8" y="6"/>
                  </a:cubicBezTo>
                  <a:cubicBezTo>
                    <a:pt x="9" y="8"/>
                    <a:pt x="11" y="8"/>
                    <a:pt x="12" y="6"/>
                  </a:cubicBezTo>
                  <a:cubicBezTo>
                    <a:pt x="13" y="5"/>
                    <a:pt x="13" y="3"/>
                    <a:pt x="12" y="2"/>
                  </a:cubicBezTo>
                  <a:cubicBezTo>
                    <a:pt x="10" y="1"/>
                    <a:pt x="8" y="0"/>
                    <a:pt x="6"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2" name="Google Shape;1262;p49"/>
            <p:cNvSpPr/>
            <p:nvPr/>
          </p:nvSpPr>
          <p:spPr>
            <a:xfrm>
              <a:off x="3431615" y="2138579"/>
              <a:ext cx="23093" cy="20894"/>
            </a:xfrm>
            <a:custGeom>
              <a:avLst/>
              <a:gdLst/>
              <a:ahLst/>
              <a:cxnLst/>
              <a:rect l="l" t="t" r="r" b="b"/>
              <a:pathLst>
                <a:path w="9" h="8" extrusionOk="0">
                  <a:moveTo>
                    <a:pt x="9" y="6"/>
                  </a:moveTo>
                  <a:cubicBezTo>
                    <a:pt x="9" y="5"/>
                    <a:pt x="9" y="3"/>
                    <a:pt x="7" y="2"/>
                  </a:cubicBezTo>
                  <a:cubicBezTo>
                    <a:pt x="5" y="1"/>
                    <a:pt x="5" y="1"/>
                    <a:pt x="5" y="1"/>
                  </a:cubicBezTo>
                  <a:cubicBezTo>
                    <a:pt x="3" y="0"/>
                    <a:pt x="1" y="0"/>
                    <a:pt x="1" y="2"/>
                  </a:cubicBezTo>
                  <a:cubicBezTo>
                    <a:pt x="0" y="3"/>
                    <a:pt x="0" y="5"/>
                    <a:pt x="2" y="6"/>
                  </a:cubicBezTo>
                  <a:cubicBezTo>
                    <a:pt x="5" y="7"/>
                    <a:pt x="5" y="7"/>
                    <a:pt x="5" y="7"/>
                  </a:cubicBezTo>
                  <a:cubicBezTo>
                    <a:pt x="5" y="8"/>
                    <a:pt x="6" y="8"/>
                    <a:pt x="6" y="8"/>
                  </a:cubicBezTo>
                  <a:cubicBezTo>
                    <a:pt x="7" y="8"/>
                    <a:pt x="8" y="7"/>
                    <a:pt x="9"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3" name="Google Shape;1263;p49"/>
            <p:cNvSpPr/>
            <p:nvPr/>
          </p:nvSpPr>
          <p:spPr>
            <a:xfrm>
              <a:off x="3470104" y="2138579"/>
              <a:ext cx="26392" cy="20894"/>
            </a:xfrm>
            <a:custGeom>
              <a:avLst/>
              <a:gdLst/>
              <a:ahLst/>
              <a:cxnLst/>
              <a:rect l="l" t="t" r="r" b="b"/>
              <a:pathLst>
                <a:path w="10" h="8" extrusionOk="0">
                  <a:moveTo>
                    <a:pt x="5" y="1"/>
                  </a:moveTo>
                  <a:cubicBezTo>
                    <a:pt x="2" y="2"/>
                    <a:pt x="2" y="2"/>
                    <a:pt x="2" y="2"/>
                  </a:cubicBezTo>
                  <a:cubicBezTo>
                    <a:pt x="0" y="3"/>
                    <a:pt x="0" y="5"/>
                    <a:pt x="1" y="6"/>
                  </a:cubicBezTo>
                  <a:cubicBezTo>
                    <a:pt x="1" y="7"/>
                    <a:pt x="2" y="8"/>
                    <a:pt x="3" y="8"/>
                  </a:cubicBezTo>
                  <a:cubicBezTo>
                    <a:pt x="4" y="8"/>
                    <a:pt x="4" y="8"/>
                    <a:pt x="5" y="7"/>
                  </a:cubicBezTo>
                  <a:cubicBezTo>
                    <a:pt x="8" y="6"/>
                    <a:pt x="8" y="6"/>
                    <a:pt x="8" y="6"/>
                  </a:cubicBezTo>
                  <a:cubicBezTo>
                    <a:pt x="9" y="5"/>
                    <a:pt x="10" y="3"/>
                    <a:pt x="9" y="2"/>
                  </a:cubicBezTo>
                  <a:cubicBezTo>
                    <a:pt x="8" y="0"/>
                    <a:pt x="6" y="0"/>
                    <a:pt x="5"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4" name="Google Shape;1264;p49"/>
            <p:cNvSpPr/>
            <p:nvPr/>
          </p:nvSpPr>
          <p:spPr>
            <a:xfrm>
              <a:off x="3228176" y="2123183"/>
              <a:ext cx="30791" cy="28592"/>
            </a:xfrm>
            <a:custGeom>
              <a:avLst/>
              <a:gdLst/>
              <a:ahLst/>
              <a:cxnLst/>
              <a:rect l="l" t="t" r="r" b="b"/>
              <a:pathLst>
                <a:path w="12" h="11" extrusionOk="0">
                  <a:moveTo>
                    <a:pt x="10" y="1"/>
                  </a:moveTo>
                  <a:cubicBezTo>
                    <a:pt x="9" y="0"/>
                    <a:pt x="8" y="0"/>
                    <a:pt x="6" y="1"/>
                  </a:cubicBezTo>
                  <a:cubicBezTo>
                    <a:pt x="6" y="2"/>
                    <a:pt x="6" y="2"/>
                    <a:pt x="6" y="2"/>
                  </a:cubicBezTo>
                  <a:cubicBezTo>
                    <a:pt x="5" y="1"/>
                    <a:pt x="5" y="1"/>
                    <a:pt x="5" y="1"/>
                  </a:cubicBezTo>
                  <a:cubicBezTo>
                    <a:pt x="4" y="0"/>
                    <a:pt x="2" y="0"/>
                    <a:pt x="1" y="1"/>
                  </a:cubicBezTo>
                  <a:cubicBezTo>
                    <a:pt x="0" y="2"/>
                    <a:pt x="0" y="4"/>
                    <a:pt x="1" y="5"/>
                  </a:cubicBezTo>
                  <a:cubicBezTo>
                    <a:pt x="2" y="6"/>
                    <a:pt x="2" y="6"/>
                    <a:pt x="2" y="6"/>
                  </a:cubicBezTo>
                  <a:cubicBezTo>
                    <a:pt x="1" y="6"/>
                    <a:pt x="1" y="6"/>
                    <a:pt x="1" y="6"/>
                  </a:cubicBezTo>
                  <a:cubicBezTo>
                    <a:pt x="0" y="8"/>
                    <a:pt x="0" y="9"/>
                    <a:pt x="1" y="11"/>
                  </a:cubicBezTo>
                  <a:cubicBezTo>
                    <a:pt x="2" y="11"/>
                    <a:pt x="3" y="11"/>
                    <a:pt x="3" y="11"/>
                  </a:cubicBezTo>
                  <a:cubicBezTo>
                    <a:pt x="4" y="11"/>
                    <a:pt x="5" y="11"/>
                    <a:pt x="5" y="11"/>
                  </a:cubicBezTo>
                  <a:cubicBezTo>
                    <a:pt x="6" y="10"/>
                    <a:pt x="6" y="10"/>
                    <a:pt x="6" y="10"/>
                  </a:cubicBezTo>
                  <a:cubicBezTo>
                    <a:pt x="6" y="11"/>
                    <a:pt x="6" y="11"/>
                    <a:pt x="6" y="11"/>
                  </a:cubicBezTo>
                  <a:cubicBezTo>
                    <a:pt x="7" y="11"/>
                    <a:pt x="8" y="11"/>
                    <a:pt x="8" y="11"/>
                  </a:cubicBezTo>
                  <a:cubicBezTo>
                    <a:pt x="9" y="11"/>
                    <a:pt x="10" y="11"/>
                    <a:pt x="10" y="11"/>
                  </a:cubicBezTo>
                  <a:cubicBezTo>
                    <a:pt x="12" y="9"/>
                    <a:pt x="12" y="8"/>
                    <a:pt x="10" y="6"/>
                  </a:cubicBezTo>
                  <a:cubicBezTo>
                    <a:pt x="10" y="6"/>
                    <a:pt x="10" y="6"/>
                    <a:pt x="10" y="6"/>
                  </a:cubicBezTo>
                  <a:cubicBezTo>
                    <a:pt x="10" y="5"/>
                    <a:pt x="10" y="5"/>
                    <a:pt x="10" y="5"/>
                  </a:cubicBezTo>
                  <a:cubicBezTo>
                    <a:pt x="12" y="4"/>
                    <a:pt x="12" y="2"/>
                    <a:pt x="10"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65" name="Google Shape;1265;p49"/>
          <p:cNvGrpSpPr/>
          <p:nvPr/>
        </p:nvGrpSpPr>
        <p:grpSpPr>
          <a:xfrm>
            <a:off x="7144108" y="1940638"/>
            <a:ext cx="291413" cy="391484"/>
            <a:chOff x="7191395" y="1940638"/>
            <a:chExt cx="291413" cy="391484"/>
          </a:xfrm>
        </p:grpSpPr>
        <p:sp>
          <p:nvSpPr>
            <p:cNvPr id="1266" name="Google Shape;1266;p49"/>
            <p:cNvSpPr/>
            <p:nvPr/>
          </p:nvSpPr>
          <p:spPr>
            <a:xfrm>
              <a:off x="7191395" y="1940638"/>
              <a:ext cx="291413" cy="391484"/>
            </a:xfrm>
            <a:custGeom>
              <a:avLst/>
              <a:gdLst/>
              <a:ahLst/>
              <a:cxnLst/>
              <a:rect l="l" t="t" r="r" b="b"/>
              <a:pathLst>
                <a:path w="112" h="150" extrusionOk="0">
                  <a:moveTo>
                    <a:pt x="97" y="36"/>
                  </a:moveTo>
                  <a:cubicBezTo>
                    <a:pt x="95" y="34"/>
                    <a:pt x="92" y="32"/>
                    <a:pt x="90" y="30"/>
                  </a:cubicBezTo>
                  <a:cubicBezTo>
                    <a:pt x="90" y="15"/>
                    <a:pt x="90" y="15"/>
                    <a:pt x="90" y="15"/>
                  </a:cubicBezTo>
                  <a:cubicBezTo>
                    <a:pt x="90" y="14"/>
                    <a:pt x="89" y="13"/>
                    <a:pt x="87" y="12"/>
                  </a:cubicBezTo>
                  <a:cubicBezTo>
                    <a:pt x="86" y="12"/>
                    <a:pt x="84" y="13"/>
                    <a:pt x="84" y="15"/>
                  </a:cubicBezTo>
                  <a:cubicBezTo>
                    <a:pt x="84" y="27"/>
                    <a:pt x="84" y="27"/>
                    <a:pt x="84" y="27"/>
                  </a:cubicBezTo>
                  <a:cubicBezTo>
                    <a:pt x="81" y="26"/>
                    <a:pt x="78" y="24"/>
                    <a:pt x="75" y="24"/>
                  </a:cubicBezTo>
                  <a:cubicBezTo>
                    <a:pt x="75" y="4"/>
                    <a:pt x="75" y="4"/>
                    <a:pt x="75" y="4"/>
                  </a:cubicBezTo>
                  <a:cubicBezTo>
                    <a:pt x="75" y="2"/>
                    <a:pt x="74" y="1"/>
                    <a:pt x="73" y="1"/>
                  </a:cubicBezTo>
                  <a:cubicBezTo>
                    <a:pt x="71" y="0"/>
                    <a:pt x="70" y="2"/>
                    <a:pt x="70" y="4"/>
                  </a:cubicBezTo>
                  <a:cubicBezTo>
                    <a:pt x="70" y="22"/>
                    <a:pt x="70" y="22"/>
                    <a:pt x="70" y="22"/>
                  </a:cubicBezTo>
                  <a:cubicBezTo>
                    <a:pt x="67" y="22"/>
                    <a:pt x="64" y="22"/>
                    <a:pt x="62" y="22"/>
                  </a:cubicBezTo>
                  <a:cubicBezTo>
                    <a:pt x="61" y="22"/>
                    <a:pt x="61" y="22"/>
                    <a:pt x="61" y="22"/>
                  </a:cubicBezTo>
                  <a:cubicBezTo>
                    <a:pt x="61" y="15"/>
                    <a:pt x="61" y="15"/>
                    <a:pt x="61" y="15"/>
                  </a:cubicBezTo>
                  <a:cubicBezTo>
                    <a:pt x="61" y="14"/>
                    <a:pt x="60" y="13"/>
                    <a:pt x="58" y="12"/>
                  </a:cubicBezTo>
                  <a:cubicBezTo>
                    <a:pt x="57" y="12"/>
                    <a:pt x="55" y="13"/>
                    <a:pt x="55" y="15"/>
                  </a:cubicBezTo>
                  <a:cubicBezTo>
                    <a:pt x="55" y="22"/>
                    <a:pt x="55" y="22"/>
                    <a:pt x="55" y="22"/>
                  </a:cubicBezTo>
                  <a:cubicBezTo>
                    <a:pt x="52" y="22"/>
                    <a:pt x="49" y="23"/>
                    <a:pt x="46" y="24"/>
                  </a:cubicBezTo>
                  <a:cubicBezTo>
                    <a:pt x="46" y="4"/>
                    <a:pt x="46" y="4"/>
                    <a:pt x="46" y="4"/>
                  </a:cubicBezTo>
                  <a:cubicBezTo>
                    <a:pt x="46" y="2"/>
                    <a:pt x="45" y="1"/>
                    <a:pt x="44" y="1"/>
                  </a:cubicBezTo>
                  <a:cubicBezTo>
                    <a:pt x="42" y="0"/>
                    <a:pt x="40" y="2"/>
                    <a:pt x="40" y="4"/>
                  </a:cubicBezTo>
                  <a:cubicBezTo>
                    <a:pt x="40" y="26"/>
                    <a:pt x="40" y="26"/>
                    <a:pt x="40" y="26"/>
                  </a:cubicBezTo>
                  <a:cubicBezTo>
                    <a:pt x="35" y="29"/>
                    <a:pt x="30" y="32"/>
                    <a:pt x="26" y="36"/>
                  </a:cubicBezTo>
                  <a:cubicBezTo>
                    <a:pt x="17" y="46"/>
                    <a:pt x="12" y="58"/>
                    <a:pt x="12" y="71"/>
                  </a:cubicBezTo>
                  <a:cubicBezTo>
                    <a:pt x="12" y="74"/>
                    <a:pt x="9" y="80"/>
                    <a:pt x="4" y="86"/>
                  </a:cubicBezTo>
                  <a:cubicBezTo>
                    <a:pt x="0" y="92"/>
                    <a:pt x="1" y="96"/>
                    <a:pt x="2" y="98"/>
                  </a:cubicBezTo>
                  <a:cubicBezTo>
                    <a:pt x="3" y="101"/>
                    <a:pt x="7" y="104"/>
                    <a:pt x="15" y="104"/>
                  </a:cubicBezTo>
                  <a:cubicBezTo>
                    <a:pt x="15" y="117"/>
                    <a:pt x="15" y="117"/>
                    <a:pt x="15" y="117"/>
                  </a:cubicBezTo>
                  <a:cubicBezTo>
                    <a:pt x="15" y="126"/>
                    <a:pt x="22" y="133"/>
                    <a:pt x="30" y="133"/>
                  </a:cubicBezTo>
                  <a:cubicBezTo>
                    <a:pt x="38" y="133"/>
                    <a:pt x="42" y="133"/>
                    <a:pt x="44" y="135"/>
                  </a:cubicBezTo>
                  <a:cubicBezTo>
                    <a:pt x="46" y="136"/>
                    <a:pt x="46" y="140"/>
                    <a:pt x="47" y="147"/>
                  </a:cubicBezTo>
                  <a:cubicBezTo>
                    <a:pt x="47" y="149"/>
                    <a:pt x="48" y="150"/>
                    <a:pt x="50" y="150"/>
                  </a:cubicBezTo>
                  <a:cubicBezTo>
                    <a:pt x="91" y="150"/>
                    <a:pt x="91" y="150"/>
                    <a:pt x="91" y="150"/>
                  </a:cubicBezTo>
                  <a:cubicBezTo>
                    <a:pt x="92" y="150"/>
                    <a:pt x="92" y="150"/>
                    <a:pt x="92" y="150"/>
                  </a:cubicBezTo>
                  <a:cubicBezTo>
                    <a:pt x="94" y="149"/>
                    <a:pt x="94" y="148"/>
                    <a:pt x="94" y="147"/>
                  </a:cubicBezTo>
                  <a:cubicBezTo>
                    <a:pt x="94" y="141"/>
                    <a:pt x="94" y="137"/>
                    <a:pt x="94" y="133"/>
                  </a:cubicBezTo>
                  <a:cubicBezTo>
                    <a:pt x="94" y="132"/>
                    <a:pt x="92" y="130"/>
                    <a:pt x="91" y="130"/>
                  </a:cubicBezTo>
                  <a:cubicBezTo>
                    <a:pt x="89" y="130"/>
                    <a:pt x="88" y="132"/>
                    <a:pt x="88" y="133"/>
                  </a:cubicBezTo>
                  <a:cubicBezTo>
                    <a:pt x="88" y="136"/>
                    <a:pt x="88" y="140"/>
                    <a:pt x="88" y="144"/>
                  </a:cubicBezTo>
                  <a:cubicBezTo>
                    <a:pt x="52" y="144"/>
                    <a:pt x="52" y="144"/>
                    <a:pt x="52" y="144"/>
                  </a:cubicBezTo>
                  <a:cubicBezTo>
                    <a:pt x="52" y="138"/>
                    <a:pt x="51" y="133"/>
                    <a:pt x="48" y="130"/>
                  </a:cubicBezTo>
                  <a:cubicBezTo>
                    <a:pt x="44" y="127"/>
                    <a:pt x="39" y="127"/>
                    <a:pt x="30" y="127"/>
                  </a:cubicBezTo>
                  <a:cubicBezTo>
                    <a:pt x="25" y="127"/>
                    <a:pt x="20" y="123"/>
                    <a:pt x="20" y="117"/>
                  </a:cubicBezTo>
                  <a:cubicBezTo>
                    <a:pt x="20" y="113"/>
                    <a:pt x="20" y="113"/>
                    <a:pt x="20" y="113"/>
                  </a:cubicBezTo>
                  <a:cubicBezTo>
                    <a:pt x="29" y="113"/>
                    <a:pt x="29" y="113"/>
                    <a:pt x="29" y="113"/>
                  </a:cubicBezTo>
                  <a:cubicBezTo>
                    <a:pt x="30" y="113"/>
                    <a:pt x="32" y="112"/>
                    <a:pt x="32" y="111"/>
                  </a:cubicBezTo>
                  <a:cubicBezTo>
                    <a:pt x="32" y="109"/>
                    <a:pt x="31" y="108"/>
                    <a:pt x="29" y="108"/>
                  </a:cubicBezTo>
                  <a:cubicBezTo>
                    <a:pt x="20" y="108"/>
                    <a:pt x="20" y="108"/>
                    <a:pt x="20" y="108"/>
                  </a:cubicBezTo>
                  <a:cubicBezTo>
                    <a:pt x="20" y="102"/>
                    <a:pt x="20" y="102"/>
                    <a:pt x="20" y="102"/>
                  </a:cubicBezTo>
                  <a:cubicBezTo>
                    <a:pt x="20" y="100"/>
                    <a:pt x="19" y="99"/>
                    <a:pt x="17" y="99"/>
                  </a:cubicBezTo>
                  <a:cubicBezTo>
                    <a:pt x="12" y="99"/>
                    <a:pt x="8" y="98"/>
                    <a:pt x="7" y="96"/>
                  </a:cubicBezTo>
                  <a:cubicBezTo>
                    <a:pt x="7" y="94"/>
                    <a:pt x="7" y="92"/>
                    <a:pt x="9" y="89"/>
                  </a:cubicBezTo>
                  <a:cubicBezTo>
                    <a:pt x="13" y="84"/>
                    <a:pt x="17" y="77"/>
                    <a:pt x="17" y="71"/>
                  </a:cubicBezTo>
                  <a:cubicBezTo>
                    <a:pt x="17" y="55"/>
                    <a:pt x="27" y="40"/>
                    <a:pt x="40" y="33"/>
                  </a:cubicBezTo>
                  <a:cubicBezTo>
                    <a:pt x="40" y="45"/>
                    <a:pt x="40" y="45"/>
                    <a:pt x="40" y="45"/>
                  </a:cubicBezTo>
                  <a:cubicBezTo>
                    <a:pt x="40" y="47"/>
                    <a:pt x="41" y="48"/>
                    <a:pt x="43" y="48"/>
                  </a:cubicBezTo>
                  <a:cubicBezTo>
                    <a:pt x="45" y="49"/>
                    <a:pt x="46" y="47"/>
                    <a:pt x="46" y="46"/>
                  </a:cubicBezTo>
                  <a:cubicBezTo>
                    <a:pt x="46" y="30"/>
                    <a:pt x="46" y="30"/>
                    <a:pt x="46" y="30"/>
                  </a:cubicBezTo>
                  <a:cubicBezTo>
                    <a:pt x="49" y="29"/>
                    <a:pt x="52" y="28"/>
                    <a:pt x="55" y="28"/>
                  </a:cubicBezTo>
                  <a:cubicBezTo>
                    <a:pt x="55" y="57"/>
                    <a:pt x="55" y="57"/>
                    <a:pt x="55" y="57"/>
                  </a:cubicBezTo>
                  <a:cubicBezTo>
                    <a:pt x="55" y="59"/>
                    <a:pt x="56" y="60"/>
                    <a:pt x="57" y="60"/>
                  </a:cubicBezTo>
                  <a:cubicBezTo>
                    <a:pt x="59" y="60"/>
                    <a:pt x="61" y="59"/>
                    <a:pt x="61" y="57"/>
                  </a:cubicBezTo>
                  <a:cubicBezTo>
                    <a:pt x="61" y="27"/>
                    <a:pt x="61" y="27"/>
                    <a:pt x="61" y="27"/>
                  </a:cubicBezTo>
                  <a:cubicBezTo>
                    <a:pt x="61" y="27"/>
                    <a:pt x="61" y="27"/>
                    <a:pt x="62" y="27"/>
                  </a:cubicBezTo>
                  <a:cubicBezTo>
                    <a:pt x="64" y="27"/>
                    <a:pt x="67" y="28"/>
                    <a:pt x="70" y="28"/>
                  </a:cubicBezTo>
                  <a:cubicBezTo>
                    <a:pt x="70" y="45"/>
                    <a:pt x="70" y="45"/>
                    <a:pt x="70" y="45"/>
                  </a:cubicBezTo>
                  <a:cubicBezTo>
                    <a:pt x="70" y="47"/>
                    <a:pt x="71" y="48"/>
                    <a:pt x="72" y="48"/>
                  </a:cubicBezTo>
                  <a:cubicBezTo>
                    <a:pt x="74" y="49"/>
                    <a:pt x="75" y="47"/>
                    <a:pt x="75" y="46"/>
                  </a:cubicBezTo>
                  <a:cubicBezTo>
                    <a:pt x="75" y="30"/>
                    <a:pt x="75" y="30"/>
                    <a:pt x="75" y="30"/>
                  </a:cubicBezTo>
                  <a:cubicBezTo>
                    <a:pt x="78" y="31"/>
                    <a:pt x="81" y="32"/>
                    <a:pt x="84" y="34"/>
                  </a:cubicBezTo>
                  <a:cubicBezTo>
                    <a:pt x="84" y="73"/>
                    <a:pt x="84" y="73"/>
                    <a:pt x="84" y="73"/>
                  </a:cubicBezTo>
                  <a:cubicBezTo>
                    <a:pt x="84" y="74"/>
                    <a:pt x="85" y="75"/>
                    <a:pt x="87" y="75"/>
                  </a:cubicBezTo>
                  <a:cubicBezTo>
                    <a:pt x="88" y="76"/>
                    <a:pt x="90" y="74"/>
                    <a:pt x="90" y="73"/>
                  </a:cubicBezTo>
                  <a:cubicBezTo>
                    <a:pt x="90" y="38"/>
                    <a:pt x="90" y="38"/>
                    <a:pt x="90" y="38"/>
                  </a:cubicBezTo>
                  <a:cubicBezTo>
                    <a:pt x="100" y="46"/>
                    <a:pt x="106" y="58"/>
                    <a:pt x="106" y="71"/>
                  </a:cubicBezTo>
                  <a:cubicBezTo>
                    <a:pt x="106" y="79"/>
                    <a:pt x="104" y="87"/>
                    <a:pt x="99" y="94"/>
                  </a:cubicBezTo>
                  <a:cubicBezTo>
                    <a:pt x="97" y="98"/>
                    <a:pt x="95" y="102"/>
                    <a:pt x="93" y="106"/>
                  </a:cubicBezTo>
                  <a:cubicBezTo>
                    <a:pt x="92" y="108"/>
                    <a:pt x="93" y="109"/>
                    <a:pt x="94" y="110"/>
                  </a:cubicBezTo>
                  <a:cubicBezTo>
                    <a:pt x="96" y="111"/>
                    <a:pt x="98" y="110"/>
                    <a:pt x="98" y="109"/>
                  </a:cubicBezTo>
                  <a:cubicBezTo>
                    <a:pt x="100" y="105"/>
                    <a:pt x="102" y="101"/>
                    <a:pt x="104" y="97"/>
                  </a:cubicBezTo>
                  <a:cubicBezTo>
                    <a:pt x="109" y="89"/>
                    <a:pt x="112" y="80"/>
                    <a:pt x="112" y="71"/>
                  </a:cubicBezTo>
                  <a:cubicBezTo>
                    <a:pt x="112" y="58"/>
                    <a:pt x="106" y="46"/>
                    <a:pt x="97" y="3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7" name="Google Shape;1267;p49"/>
            <p:cNvSpPr/>
            <p:nvPr/>
          </p:nvSpPr>
          <p:spPr>
            <a:xfrm>
              <a:off x="7250777" y="2136380"/>
              <a:ext cx="18695" cy="15395"/>
            </a:xfrm>
            <a:custGeom>
              <a:avLst/>
              <a:gdLst/>
              <a:ahLst/>
              <a:cxnLst/>
              <a:rect l="l" t="t" r="r" b="b"/>
              <a:pathLst>
                <a:path w="7" h="6" extrusionOk="0">
                  <a:moveTo>
                    <a:pt x="4" y="6"/>
                  </a:moveTo>
                  <a:cubicBezTo>
                    <a:pt x="6" y="6"/>
                    <a:pt x="7" y="3"/>
                    <a:pt x="6" y="1"/>
                  </a:cubicBezTo>
                  <a:cubicBezTo>
                    <a:pt x="6" y="0"/>
                    <a:pt x="5" y="0"/>
                    <a:pt x="4" y="0"/>
                  </a:cubicBezTo>
                  <a:cubicBezTo>
                    <a:pt x="4" y="0"/>
                    <a:pt x="4" y="0"/>
                    <a:pt x="4" y="0"/>
                  </a:cubicBezTo>
                  <a:cubicBezTo>
                    <a:pt x="3" y="0"/>
                    <a:pt x="2" y="0"/>
                    <a:pt x="1" y="1"/>
                  </a:cubicBezTo>
                  <a:cubicBezTo>
                    <a:pt x="0" y="4"/>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8" name="Google Shape;1268;p49"/>
            <p:cNvSpPr/>
            <p:nvPr/>
          </p:nvSpPr>
          <p:spPr>
            <a:xfrm>
              <a:off x="7420126" y="2246347"/>
              <a:ext cx="18695" cy="17595"/>
            </a:xfrm>
            <a:custGeom>
              <a:avLst/>
              <a:gdLst/>
              <a:ahLst/>
              <a:cxnLst/>
              <a:rect l="l" t="t" r="r" b="b"/>
              <a:pathLst>
                <a:path w="7" h="7" extrusionOk="0">
                  <a:moveTo>
                    <a:pt x="4" y="0"/>
                  </a:moveTo>
                  <a:cubicBezTo>
                    <a:pt x="4" y="0"/>
                    <a:pt x="4" y="0"/>
                    <a:pt x="4" y="0"/>
                  </a:cubicBezTo>
                  <a:cubicBezTo>
                    <a:pt x="3" y="0"/>
                    <a:pt x="1" y="1"/>
                    <a:pt x="1" y="2"/>
                  </a:cubicBezTo>
                  <a:cubicBezTo>
                    <a:pt x="0" y="4"/>
                    <a:pt x="2" y="7"/>
                    <a:pt x="5" y="6"/>
                  </a:cubicBezTo>
                  <a:cubicBezTo>
                    <a:pt x="6" y="5"/>
                    <a:pt x="6" y="5"/>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9" name="Google Shape;1269;p49"/>
            <p:cNvSpPr/>
            <p:nvPr/>
          </p:nvSpPr>
          <p:spPr>
            <a:xfrm>
              <a:off x="7248578" y="2102290"/>
              <a:ext cx="41788" cy="24193"/>
            </a:xfrm>
            <a:custGeom>
              <a:avLst/>
              <a:gdLst/>
              <a:ahLst/>
              <a:cxnLst/>
              <a:rect l="l" t="t" r="r" b="b"/>
              <a:pathLst>
                <a:path w="16" h="9" extrusionOk="0">
                  <a:moveTo>
                    <a:pt x="13" y="9"/>
                  </a:moveTo>
                  <a:cubicBezTo>
                    <a:pt x="14" y="9"/>
                    <a:pt x="16" y="7"/>
                    <a:pt x="16" y="6"/>
                  </a:cubicBezTo>
                  <a:cubicBezTo>
                    <a:pt x="16" y="4"/>
                    <a:pt x="14" y="3"/>
                    <a:pt x="13" y="3"/>
                  </a:cubicBezTo>
                  <a:cubicBezTo>
                    <a:pt x="12" y="3"/>
                    <a:pt x="10" y="2"/>
                    <a:pt x="9" y="2"/>
                  </a:cubicBezTo>
                  <a:cubicBezTo>
                    <a:pt x="7" y="1"/>
                    <a:pt x="5" y="0"/>
                    <a:pt x="3" y="0"/>
                  </a:cubicBezTo>
                  <a:cubicBezTo>
                    <a:pt x="1" y="0"/>
                    <a:pt x="0" y="1"/>
                    <a:pt x="0" y="3"/>
                  </a:cubicBezTo>
                  <a:cubicBezTo>
                    <a:pt x="0" y="4"/>
                    <a:pt x="1" y="6"/>
                    <a:pt x="3" y="6"/>
                  </a:cubicBezTo>
                  <a:cubicBezTo>
                    <a:pt x="4" y="6"/>
                    <a:pt x="5" y="6"/>
                    <a:pt x="7" y="7"/>
                  </a:cubicBezTo>
                  <a:cubicBezTo>
                    <a:pt x="8" y="8"/>
                    <a:pt x="10" y="9"/>
                    <a:pt x="13" y="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0" name="Google Shape;1270;p49"/>
            <p:cNvSpPr/>
            <p:nvPr/>
          </p:nvSpPr>
          <p:spPr>
            <a:xfrm>
              <a:off x="7261774" y="2151775"/>
              <a:ext cx="49486" cy="58283"/>
            </a:xfrm>
            <a:custGeom>
              <a:avLst/>
              <a:gdLst/>
              <a:ahLst/>
              <a:cxnLst/>
              <a:rect l="l" t="t" r="r" b="b"/>
              <a:pathLst>
                <a:path w="19" h="22" extrusionOk="0">
                  <a:moveTo>
                    <a:pt x="9" y="22"/>
                  </a:moveTo>
                  <a:cubicBezTo>
                    <a:pt x="9" y="22"/>
                    <a:pt x="9" y="22"/>
                    <a:pt x="9" y="22"/>
                  </a:cubicBezTo>
                  <a:cubicBezTo>
                    <a:pt x="12" y="22"/>
                    <a:pt x="14" y="21"/>
                    <a:pt x="16" y="20"/>
                  </a:cubicBezTo>
                  <a:cubicBezTo>
                    <a:pt x="18" y="18"/>
                    <a:pt x="19" y="15"/>
                    <a:pt x="19" y="13"/>
                  </a:cubicBezTo>
                  <a:cubicBezTo>
                    <a:pt x="19" y="10"/>
                    <a:pt x="17" y="6"/>
                    <a:pt x="16" y="5"/>
                  </a:cubicBezTo>
                  <a:cubicBezTo>
                    <a:pt x="14" y="3"/>
                    <a:pt x="12" y="0"/>
                    <a:pt x="9" y="0"/>
                  </a:cubicBezTo>
                  <a:cubicBezTo>
                    <a:pt x="7" y="0"/>
                    <a:pt x="5" y="3"/>
                    <a:pt x="3" y="5"/>
                  </a:cubicBezTo>
                  <a:cubicBezTo>
                    <a:pt x="2" y="6"/>
                    <a:pt x="0" y="10"/>
                    <a:pt x="0" y="13"/>
                  </a:cubicBezTo>
                  <a:cubicBezTo>
                    <a:pt x="0" y="15"/>
                    <a:pt x="1" y="18"/>
                    <a:pt x="3" y="20"/>
                  </a:cubicBezTo>
                  <a:cubicBezTo>
                    <a:pt x="5" y="21"/>
                    <a:pt x="7" y="22"/>
                    <a:pt x="9" y="22"/>
                  </a:cubicBezTo>
                  <a:close/>
                  <a:moveTo>
                    <a:pt x="9" y="6"/>
                  </a:moveTo>
                  <a:cubicBezTo>
                    <a:pt x="11" y="8"/>
                    <a:pt x="13" y="11"/>
                    <a:pt x="13" y="13"/>
                  </a:cubicBezTo>
                  <a:cubicBezTo>
                    <a:pt x="13" y="14"/>
                    <a:pt x="13" y="15"/>
                    <a:pt x="12" y="16"/>
                  </a:cubicBezTo>
                  <a:cubicBezTo>
                    <a:pt x="11" y="16"/>
                    <a:pt x="10" y="17"/>
                    <a:pt x="9" y="17"/>
                  </a:cubicBezTo>
                  <a:cubicBezTo>
                    <a:pt x="9" y="17"/>
                    <a:pt x="9" y="17"/>
                    <a:pt x="9" y="17"/>
                  </a:cubicBezTo>
                  <a:cubicBezTo>
                    <a:pt x="9" y="17"/>
                    <a:pt x="9" y="17"/>
                    <a:pt x="9" y="17"/>
                  </a:cubicBezTo>
                  <a:cubicBezTo>
                    <a:pt x="9" y="17"/>
                    <a:pt x="8" y="16"/>
                    <a:pt x="7" y="16"/>
                  </a:cubicBezTo>
                  <a:cubicBezTo>
                    <a:pt x="6" y="15"/>
                    <a:pt x="6" y="14"/>
                    <a:pt x="6" y="13"/>
                  </a:cubicBezTo>
                  <a:cubicBezTo>
                    <a:pt x="6" y="11"/>
                    <a:pt x="8" y="8"/>
                    <a:pt x="9"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71" name="Google Shape;1271;p49"/>
          <p:cNvGrpSpPr/>
          <p:nvPr/>
        </p:nvGrpSpPr>
        <p:grpSpPr>
          <a:xfrm>
            <a:off x="6370489" y="1942837"/>
            <a:ext cx="349696" cy="389284"/>
            <a:chOff x="6358942" y="1942837"/>
            <a:chExt cx="349696" cy="389284"/>
          </a:xfrm>
        </p:grpSpPr>
        <p:sp>
          <p:nvSpPr>
            <p:cNvPr id="1272" name="Google Shape;1272;p49"/>
            <p:cNvSpPr/>
            <p:nvPr/>
          </p:nvSpPr>
          <p:spPr>
            <a:xfrm>
              <a:off x="6418325" y="2136380"/>
              <a:ext cx="18695" cy="18695"/>
            </a:xfrm>
            <a:custGeom>
              <a:avLst/>
              <a:gdLst/>
              <a:ahLst/>
              <a:cxnLst/>
              <a:rect l="l" t="t" r="r" b="b"/>
              <a:pathLst>
                <a:path w="7" h="7" extrusionOk="0">
                  <a:moveTo>
                    <a:pt x="3" y="0"/>
                  </a:moveTo>
                  <a:cubicBezTo>
                    <a:pt x="1" y="0"/>
                    <a:pt x="0" y="2"/>
                    <a:pt x="1" y="4"/>
                  </a:cubicBezTo>
                  <a:cubicBezTo>
                    <a:pt x="1" y="5"/>
                    <a:pt x="1" y="5"/>
                    <a:pt x="2" y="6"/>
                  </a:cubicBezTo>
                  <a:cubicBezTo>
                    <a:pt x="5" y="7"/>
                    <a:pt x="7" y="4"/>
                    <a:pt x="6" y="2"/>
                  </a:cubicBezTo>
                  <a:cubicBezTo>
                    <a:pt x="6"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3" name="Google Shape;1273;p49"/>
            <p:cNvSpPr/>
            <p:nvPr/>
          </p:nvSpPr>
          <p:spPr>
            <a:xfrm>
              <a:off x="6358942" y="1942837"/>
              <a:ext cx="349696" cy="389284"/>
            </a:xfrm>
            <a:custGeom>
              <a:avLst/>
              <a:gdLst/>
              <a:ahLst/>
              <a:cxnLst/>
              <a:rect l="l" t="t" r="r" b="b"/>
              <a:pathLst>
                <a:path w="134" h="149" extrusionOk="0">
                  <a:moveTo>
                    <a:pt x="134" y="37"/>
                  </a:moveTo>
                  <a:cubicBezTo>
                    <a:pt x="134" y="17"/>
                    <a:pt x="117" y="0"/>
                    <a:pt x="97" y="0"/>
                  </a:cubicBezTo>
                  <a:cubicBezTo>
                    <a:pt x="82" y="0"/>
                    <a:pt x="69" y="8"/>
                    <a:pt x="63" y="21"/>
                  </a:cubicBezTo>
                  <a:cubicBezTo>
                    <a:pt x="62" y="21"/>
                    <a:pt x="62" y="21"/>
                    <a:pt x="61" y="21"/>
                  </a:cubicBezTo>
                  <a:cubicBezTo>
                    <a:pt x="48" y="21"/>
                    <a:pt x="35" y="26"/>
                    <a:pt x="26" y="35"/>
                  </a:cubicBezTo>
                  <a:cubicBezTo>
                    <a:pt x="16" y="45"/>
                    <a:pt x="11" y="57"/>
                    <a:pt x="11" y="70"/>
                  </a:cubicBezTo>
                  <a:cubicBezTo>
                    <a:pt x="11" y="73"/>
                    <a:pt x="8" y="79"/>
                    <a:pt x="4" y="85"/>
                  </a:cubicBezTo>
                  <a:cubicBezTo>
                    <a:pt x="0" y="91"/>
                    <a:pt x="0" y="95"/>
                    <a:pt x="1" y="97"/>
                  </a:cubicBezTo>
                  <a:cubicBezTo>
                    <a:pt x="3" y="100"/>
                    <a:pt x="6" y="103"/>
                    <a:pt x="14" y="104"/>
                  </a:cubicBezTo>
                  <a:cubicBezTo>
                    <a:pt x="14" y="116"/>
                    <a:pt x="14" y="116"/>
                    <a:pt x="14" y="116"/>
                  </a:cubicBezTo>
                  <a:cubicBezTo>
                    <a:pt x="14" y="125"/>
                    <a:pt x="21" y="132"/>
                    <a:pt x="30" y="132"/>
                  </a:cubicBezTo>
                  <a:cubicBezTo>
                    <a:pt x="37" y="132"/>
                    <a:pt x="41" y="132"/>
                    <a:pt x="43" y="134"/>
                  </a:cubicBezTo>
                  <a:cubicBezTo>
                    <a:pt x="45" y="135"/>
                    <a:pt x="46" y="139"/>
                    <a:pt x="46" y="146"/>
                  </a:cubicBezTo>
                  <a:cubicBezTo>
                    <a:pt x="46" y="148"/>
                    <a:pt x="47" y="149"/>
                    <a:pt x="49" y="149"/>
                  </a:cubicBezTo>
                  <a:cubicBezTo>
                    <a:pt x="91" y="149"/>
                    <a:pt x="91" y="149"/>
                    <a:pt x="91" y="149"/>
                  </a:cubicBezTo>
                  <a:cubicBezTo>
                    <a:pt x="91" y="149"/>
                    <a:pt x="91" y="149"/>
                    <a:pt x="92" y="149"/>
                  </a:cubicBezTo>
                  <a:cubicBezTo>
                    <a:pt x="93" y="148"/>
                    <a:pt x="94" y="147"/>
                    <a:pt x="94" y="146"/>
                  </a:cubicBezTo>
                  <a:cubicBezTo>
                    <a:pt x="93" y="140"/>
                    <a:pt x="93" y="136"/>
                    <a:pt x="93" y="132"/>
                  </a:cubicBezTo>
                  <a:cubicBezTo>
                    <a:pt x="93" y="131"/>
                    <a:pt x="92" y="129"/>
                    <a:pt x="90" y="129"/>
                  </a:cubicBezTo>
                  <a:cubicBezTo>
                    <a:pt x="90" y="129"/>
                    <a:pt x="90" y="129"/>
                    <a:pt x="90" y="129"/>
                  </a:cubicBezTo>
                  <a:cubicBezTo>
                    <a:pt x="88" y="129"/>
                    <a:pt x="87" y="131"/>
                    <a:pt x="87" y="132"/>
                  </a:cubicBezTo>
                  <a:cubicBezTo>
                    <a:pt x="87" y="135"/>
                    <a:pt x="87" y="139"/>
                    <a:pt x="87" y="143"/>
                  </a:cubicBezTo>
                  <a:cubicBezTo>
                    <a:pt x="52" y="143"/>
                    <a:pt x="52" y="143"/>
                    <a:pt x="52" y="143"/>
                  </a:cubicBezTo>
                  <a:cubicBezTo>
                    <a:pt x="51" y="137"/>
                    <a:pt x="50" y="132"/>
                    <a:pt x="47" y="129"/>
                  </a:cubicBezTo>
                  <a:cubicBezTo>
                    <a:pt x="43" y="126"/>
                    <a:pt x="38" y="126"/>
                    <a:pt x="30" y="126"/>
                  </a:cubicBezTo>
                  <a:cubicBezTo>
                    <a:pt x="24" y="126"/>
                    <a:pt x="20" y="122"/>
                    <a:pt x="20" y="116"/>
                  </a:cubicBezTo>
                  <a:cubicBezTo>
                    <a:pt x="20" y="112"/>
                    <a:pt x="20" y="112"/>
                    <a:pt x="20" y="112"/>
                  </a:cubicBezTo>
                  <a:cubicBezTo>
                    <a:pt x="22" y="112"/>
                    <a:pt x="25" y="114"/>
                    <a:pt x="27" y="115"/>
                  </a:cubicBezTo>
                  <a:cubicBezTo>
                    <a:pt x="27" y="115"/>
                    <a:pt x="28" y="115"/>
                    <a:pt x="28" y="115"/>
                  </a:cubicBezTo>
                  <a:cubicBezTo>
                    <a:pt x="29" y="115"/>
                    <a:pt x="30" y="115"/>
                    <a:pt x="31" y="114"/>
                  </a:cubicBezTo>
                  <a:cubicBezTo>
                    <a:pt x="32" y="113"/>
                    <a:pt x="31" y="111"/>
                    <a:pt x="30" y="110"/>
                  </a:cubicBezTo>
                  <a:cubicBezTo>
                    <a:pt x="28" y="109"/>
                    <a:pt x="24" y="107"/>
                    <a:pt x="20" y="107"/>
                  </a:cubicBezTo>
                  <a:cubicBezTo>
                    <a:pt x="20" y="101"/>
                    <a:pt x="20" y="101"/>
                    <a:pt x="20" y="101"/>
                  </a:cubicBezTo>
                  <a:cubicBezTo>
                    <a:pt x="20" y="99"/>
                    <a:pt x="18" y="98"/>
                    <a:pt x="17" y="98"/>
                  </a:cubicBezTo>
                  <a:cubicBezTo>
                    <a:pt x="11" y="98"/>
                    <a:pt x="8" y="97"/>
                    <a:pt x="7" y="95"/>
                  </a:cubicBezTo>
                  <a:cubicBezTo>
                    <a:pt x="6" y="93"/>
                    <a:pt x="7" y="91"/>
                    <a:pt x="8" y="88"/>
                  </a:cubicBezTo>
                  <a:cubicBezTo>
                    <a:pt x="12" y="83"/>
                    <a:pt x="17" y="76"/>
                    <a:pt x="17" y="70"/>
                  </a:cubicBezTo>
                  <a:cubicBezTo>
                    <a:pt x="17" y="46"/>
                    <a:pt x="36" y="27"/>
                    <a:pt x="60" y="26"/>
                  </a:cubicBezTo>
                  <a:cubicBezTo>
                    <a:pt x="59" y="30"/>
                    <a:pt x="59" y="34"/>
                    <a:pt x="59" y="37"/>
                  </a:cubicBezTo>
                  <a:cubicBezTo>
                    <a:pt x="59" y="58"/>
                    <a:pt x="76" y="75"/>
                    <a:pt x="97" y="75"/>
                  </a:cubicBezTo>
                  <a:cubicBezTo>
                    <a:pt x="99" y="75"/>
                    <a:pt x="102" y="75"/>
                    <a:pt x="105" y="74"/>
                  </a:cubicBezTo>
                  <a:cubicBezTo>
                    <a:pt x="104" y="81"/>
                    <a:pt x="102" y="87"/>
                    <a:pt x="99" y="93"/>
                  </a:cubicBezTo>
                  <a:cubicBezTo>
                    <a:pt x="96" y="97"/>
                    <a:pt x="94" y="101"/>
                    <a:pt x="92" y="105"/>
                  </a:cubicBezTo>
                  <a:cubicBezTo>
                    <a:pt x="92" y="107"/>
                    <a:pt x="92" y="109"/>
                    <a:pt x="94" y="109"/>
                  </a:cubicBezTo>
                  <a:cubicBezTo>
                    <a:pt x="94" y="109"/>
                    <a:pt x="95" y="110"/>
                    <a:pt x="95" y="110"/>
                  </a:cubicBezTo>
                  <a:cubicBezTo>
                    <a:pt x="96" y="110"/>
                    <a:pt x="97" y="109"/>
                    <a:pt x="98" y="108"/>
                  </a:cubicBezTo>
                  <a:cubicBezTo>
                    <a:pt x="99" y="104"/>
                    <a:pt x="101" y="100"/>
                    <a:pt x="104" y="96"/>
                  </a:cubicBezTo>
                  <a:cubicBezTo>
                    <a:pt x="108" y="89"/>
                    <a:pt x="111" y="81"/>
                    <a:pt x="111" y="72"/>
                  </a:cubicBezTo>
                  <a:cubicBezTo>
                    <a:pt x="125" y="67"/>
                    <a:pt x="134" y="53"/>
                    <a:pt x="134" y="37"/>
                  </a:cubicBezTo>
                  <a:close/>
                  <a:moveTo>
                    <a:pt x="115" y="64"/>
                  </a:moveTo>
                  <a:cubicBezTo>
                    <a:pt x="114" y="63"/>
                    <a:pt x="114" y="63"/>
                    <a:pt x="114" y="63"/>
                  </a:cubicBezTo>
                  <a:cubicBezTo>
                    <a:pt x="114" y="63"/>
                    <a:pt x="114" y="62"/>
                    <a:pt x="114" y="62"/>
                  </a:cubicBezTo>
                  <a:cubicBezTo>
                    <a:pt x="110" y="61"/>
                    <a:pt x="109" y="64"/>
                    <a:pt x="110" y="67"/>
                  </a:cubicBezTo>
                  <a:cubicBezTo>
                    <a:pt x="110" y="67"/>
                    <a:pt x="110" y="67"/>
                    <a:pt x="110" y="67"/>
                  </a:cubicBezTo>
                  <a:cubicBezTo>
                    <a:pt x="107" y="68"/>
                    <a:pt x="103" y="69"/>
                    <a:pt x="99" y="70"/>
                  </a:cubicBezTo>
                  <a:cubicBezTo>
                    <a:pt x="99" y="66"/>
                    <a:pt x="99" y="66"/>
                    <a:pt x="99" y="66"/>
                  </a:cubicBezTo>
                  <a:cubicBezTo>
                    <a:pt x="99" y="65"/>
                    <a:pt x="99" y="65"/>
                    <a:pt x="99" y="65"/>
                  </a:cubicBezTo>
                  <a:cubicBezTo>
                    <a:pt x="97" y="63"/>
                    <a:pt x="94" y="64"/>
                    <a:pt x="94" y="67"/>
                  </a:cubicBezTo>
                  <a:cubicBezTo>
                    <a:pt x="94" y="70"/>
                    <a:pt x="94" y="70"/>
                    <a:pt x="94" y="70"/>
                  </a:cubicBezTo>
                  <a:cubicBezTo>
                    <a:pt x="90" y="69"/>
                    <a:pt x="86" y="68"/>
                    <a:pt x="83" y="67"/>
                  </a:cubicBezTo>
                  <a:cubicBezTo>
                    <a:pt x="84" y="66"/>
                    <a:pt x="84" y="66"/>
                    <a:pt x="84" y="66"/>
                  </a:cubicBezTo>
                  <a:cubicBezTo>
                    <a:pt x="84" y="65"/>
                    <a:pt x="84" y="65"/>
                    <a:pt x="84" y="65"/>
                  </a:cubicBezTo>
                  <a:cubicBezTo>
                    <a:pt x="83" y="62"/>
                    <a:pt x="79" y="62"/>
                    <a:pt x="78" y="64"/>
                  </a:cubicBezTo>
                  <a:cubicBezTo>
                    <a:pt x="78" y="64"/>
                    <a:pt x="78" y="64"/>
                    <a:pt x="78" y="64"/>
                  </a:cubicBezTo>
                  <a:cubicBezTo>
                    <a:pt x="75" y="62"/>
                    <a:pt x="72" y="59"/>
                    <a:pt x="70" y="56"/>
                  </a:cubicBezTo>
                  <a:cubicBezTo>
                    <a:pt x="71" y="56"/>
                    <a:pt x="71" y="56"/>
                    <a:pt x="71" y="56"/>
                  </a:cubicBezTo>
                  <a:cubicBezTo>
                    <a:pt x="72" y="55"/>
                    <a:pt x="72" y="55"/>
                    <a:pt x="72" y="55"/>
                  </a:cubicBezTo>
                  <a:cubicBezTo>
                    <a:pt x="73" y="51"/>
                    <a:pt x="70" y="50"/>
                    <a:pt x="68" y="51"/>
                  </a:cubicBezTo>
                  <a:cubicBezTo>
                    <a:pt x="67" y="51"/>
                    <a:pt x="67" y="51"/>
                    <a:pt x="67" y="51"/>
                  </a:cubicBezTo>
                  <a:cubicBezTo>
                    <a:pt x="66" y="48"/>
                    <a:pt x="65" y="44"/>
                    <a:pt x="65" y="41"/>
                  </a:cubicBezTo>
                  <a:cubicBezTo>
                    <a:pt x="68" y="41"/>
                    <a:pt x="68" y="41"/>
                    <a:pt x="68" y="41"/>
                  </a:cubicBezTo>
                  <a:cubicBezTo>
                    <a:pt x="69" y="41"/>
                    <a:pt x="69" y="40"/>
                    <a:pt x="69" y="40"/>
                  </a:cubicBezTo>
                  <a:cubicBezTo>
                    <a:pt x="72" y="38"/>
                    <a:pt x="70" y="35"/>
                    <a:pt x="67" y="35"/>
                  </a:cubicBezTo>
                  <a:cubicBezTo>
                    <a:pt x="65" y="35"/>
                    <a:pt x="65" y="35"/>
                    <a:pt x="65" y="35"/>
                  </a:cubicBezTo>
                  <a:cubicBezTo>
                    <a:pt x="65" y="31"/>
                    <a:pt x="66" y="27"/>
                    <a:pt x="67" y="24"/>
                  </a:cubicBezTo>
                  <a:cubicBezTo>
                    <a:pt x="68" y="24"/>
                    <a:pt x="68" y="24"/>
                    <a:pt x="68" y="24"/>
                  </a:cubicBezTo>
                  <a:cubicBezTo>
                    <a:pt x="68" y="25"/>
                    <a:pt x="69" y="25"/>
                    <a:pt x="69" y="25"/>
                  </a:cubicBezTo>
                  <a:cubicBezTo>
                    <a:pt x="71" y="25"/>
                    <a:pt x="73" y="23"/>
                    <a:pt x="72" y="20"/>
                  </a:cubicBezTo>
                  <a:cubicBezTo>
                    <a:pt x="72" y="20"/>
                    <a:pt x="72" y="20"/>
                    <a:pt x="71" y="20"/>
                  </a:cubicBezTo>
                  <a:cubicBezTo>
                    <a:pt x="70" y="19"/>
                    <a:pt x="70" y="19"/>
                    <a:pt x="70" y="19"/>
                  </a:cubicBezTo>
                  <a:cubicBezTo>
                    <a:pt x="72" y="16"/>
                    <a:pt x="75" y="14"/>
                    <a:pt x="78" y="11"/>
                  </a:cubicBezTo>
                  <a:cubicBezTo>
                    <a:pt x="78" y="12"/>
                    <a:pt x="78" y="12"/>
                    <a:pt x="78" y="12"/>
                  </a:cubicBezTo>
                  <a:cubicBezTo>
                    <a:pt x="79" y="13"/>
                    <a:pt x="80" y="13"/>
                    <a:pt x="81" y="13"/>
                  </a:cubicBezTo>
                  <a:cubicBezTo>
                    <a:pt x="82" y="13"/>
                    <a:pt x="83" y="12"/>
                    <a:pt x="84" y="10"/>
                  </a:cubicBezTo>
                  <a:cubicBezTo>
                    <a:pt x="84" y="10"/>
                    <a:pt x="84" y="10"/>
                    <a:pt x="84" y="10"/>
                  </a:cubicBezTo>
                  <a:cubicBezTo>
                    <a:pt x="83" y="9"/>
                    <a:pt x="83" y="9"/>
                    <a:pt x="83" y="9"/>
                  </a:cubicBezTo>
                  <a:cubicBezTo>
                    <a:pt x="86" y="7"/>
                    <a:pt x="90" y="6"/>
                    <a:pt x="94" y="6"/>
                  </a:cubicBezTo>
                  <a:cubicBezTo>
                    <a:pt x="94" y="10"/>
                    <a:pt x="94" y="10"/>
                    <a:pt x="94" y="10"/>
                  </a:cubicBezTo>
                  <a:cubicBezTo>
                    <a:pt x="94" y="10"/>
                    <a:pt x="94" y="10"/>
                    <a:pt x="94" y="10"/>
                  </a:cubicBezTo>
                  <a:cubicBezTo>
                    <a:pt x="96" y="13"/>
                    <a:pt x="99" y="11"/>
                    <a:pt x="99" y="9"/>
                  </a:cubicBezTo>
                  <a:cubicBezTo>
                    <a:pt x="99" y="6"/>
                    <a:pt x="99" y="6"/>
                    <a:pt x="99" y="6"/>
                  </a:cubicBezTo>
                  <a:cubicBezTo>
                    <a:pt x="103" y="6"/>
                    <a:pt x="107" y="7"/>
                    <a:pt x="110" y="9"/>
                  </a:cubicBezTo>
                  <a:cubicBezTo>
                    <a:pt x="109" y="10"/>
                    <a:pt x="109" y="10"/>
                    <a:pt x="109" y="10"/>
                  </a:cubicBezTo>
                  <a:cubicBezTo>
                    <a:pt x="109" y="10"/>
                    <a:pt x="109" y="10"/>
                    <a:pt x="109" y="10"/>
                  </a:cubicBezTo>
                  <a:cubicBezTo>
                    <a:pt x="110" y="12"/>
                    <a:pt x="111" y="13"/>
                    <a:pt x="112" y="13"/>
                  </a:cubicBezTo>
                  <a:cubicBezTo>
                    <a:pt x="113" y="13"/>
                    <a:pt x="114" y="13"/>
                    <a:pt x="115" y="12"/>
                  </a:cubicBezTo>
                  <a:cubicBezTo>
                    <a:pt x="115" y="11"/>
                    <a:pt x="115" y="11"/>
                    <a:pt x="115" y="11"/>
                  </a:cubicBezTo>
                  <a:cubicBezTo>
                    <a:pt x="118" y="14"/>
                    <a:pt x="121" y="16"/>
                    <a:pt x="123" y="19"/>
                  </a:cubicBezTo>
                  <a:cubicBezTo>
                    <a:pt x="122" y="20"/>
                    <a:pt x="122" y="20"/>
                    <a:pt x="122" y="20"/>
                  </a:cubicBezTo>
                  <a:cubicBezTo>
                    <a:pt x="122" y="20"/>
                    <a:pt x="121" y="20"/>
                    <a:pt x="121" y="20"/>
                  </a:cubicBezTo>
                  <a:cubicBezTo>
                    <a:pt x="121" y="23"/>
                    <a:pt x="122" y="25"/>
                    <a:pt x="124" y="25"/>
                  </a:cubicBezTo>
                  <a:cubicBezTo>
                    <a:pt x="125" y="25"/>
                    <a:pt x="125" y="25"/>
                    <a:pt x="125" y="24"/>
                  </a:cubicBezTo>
                  <a:cubicBezTo>
                    <a:pt x="126" y="24"/>
                    <a:pt x="126" y="24"/>
                    <a:pt x="126" y="24"/>
                  </a:cubicBezTo>
                  <a:cubicBezTo>
                    <a:pt x="127" y="27"/>
                    <a:pt x="128" y="31"/>
                    <a:pt x="128" y="35"/>
                  </a:cubicBezTo>
                  <a:cubicBezTo>
                    <a:pt x="125" y="35"/>
                    <a:pt x="125" y="35"/>
                    <a:pt x="125" y="35"/>
                  </a:cubicBezTo>
                  <a:cubicBezTo>
                    <a:pt x="124" y="35"/>
                    <a:pt x="124" y="35"/>
                    <a:pt x="124" y="35"/>
                  </a:cubicBezTo>
                  <a:cubicBezTo>
                    <a:pt x="121" y="38"/>
                    <a:pt x="123" y="41"/>
                    <a:pt x="126" y="41"/>
                  </a:cubicBezTo>
                  <a:cubicBezTo>
                    <a:pt x="128" y="41"/>
                    <a:pt x="128" y="41"/>
                    <a:pt x="128" y="41"/>
                  </a:cubicBezTo>
                  <a:cubicBezTo>
                    <a:pt x="128" y="44"/>
                    <a:pt x="127" y="48"/>
                    <a:pt x="126" y="51"/>
                  </a:cubicBezTo>
                  <a:cubicBezTo>
                    <a:pt x="125" y="50"/>
                    <a:pt x="125" y="50"/>
                    <a:pt x="125" y="50"/>
                  </a:cubicBezTo>
                  <a:cubicBezTo>
                    <a:pt x="124" y="50"/>
                    <a:pt x="124" y="50"/>
                    <a:pt x="124" y="50"/>
                  </a:cubicBezTo>
                  <a:cubicBezTo>
                    <a:pt x="120" y="51"/>
                    <a:pt x="120" y="55"/>
                    <a:pt x="123" y="56"/>
                  </a:cubicBezTo>
                  <a:cubicBezTo>
                    <a:pt x="123" y="56"/>
                    <a:pt x="123" y="56"/>
                    <a:pt x="123" y="56"/>
                  </a:cubicBezTo>
                  <a:cubicBezTo>
                    <a:pt x="121" y="59"/>
                    <a:pt x="118" y="62"/>
                    <a:pt x="115" y="6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4" name="Google Shape;1274;p49"/>
            <p:cNvSpPr/>
            <p:nvPr/>
          </p:nvSpPr>
          <p:spPr>
            <a:xfrm>
              <a:off x="6604170" y="1987924"/>
              <a:ext cx="43987" cy="62682"/>
            </a:xfrm>
            <a:custGeom>
              <a:avLst/>
              <a:gdLst/>
              <a:ahLst/>
              <a:cxnLst/>
              <a:rect l="l" t="t" r="r" b="b"/>
              <a:pathLst>
                <a:path w="17" h="24" extrusionOk="0">
                  <a:moveTo>
                    <a:pt x="14" y="18"/>
                  </a:moveTo>
                  <a:cubicBezTo>
                    <a:pt x="5" y="18"/>
                    <a:pt x="5" y="18"/>
                    <a:pt x="5" y="18"/>
                  </a:cubicBezTo>
                  <a:cubicBezTo>
                    <a:pt x="5" y="3"/>
                    <a:pt x="5" y="3"/>
                    <a:pt x="5" y="3"/>
                  </a:cubicBezTo>
                  <a:cubicBezTo>
                    <a:pt x="5" y="2"/>
                    <a:pt x="4" y="1"/>
                    <a:pt x="3" y="0"/>
                  </a:cubicBezTo>
                  <a:cubicBezTo>
                    <a:pt x="1" y="0"/>
                    <a:pt x="0" y="1"/>
                    <a:pt x="0" y="3"/>
                  </a:cubicBezTo>
                  <a:cubicBezTo>
                    <a:pt x="0" y="21"/>
                    <a:pt x="0" y="21"/>
                    <a:pt x="0" y="21"/>
                  </a:cubicBezTo>
                  <a:cubicBezTo>
                    <a:pt x="0" y="22"/>
                    <a:pt x="1" y="24"/>
                    <a:pt x="3" y="24"/>
                  </a:cubicBezTo>
                  <a:cubicBezTo>
                    <a:pt x="14" y="24"/>
                    <a:pt x="14" y="24"/>
                    <a:pt x="14" y="24"/>
                  </a:cubicBezTo>
                  <a:cubicBezTo>
                    <a:pt x="16" y="24"/>
                    <a:pt x="17" y="22"/>
                    <a:pt x="17" y="20"/>
                  </a:cubicBezTo>
                  <a:cubicBezTo>
                    <a:pt x="17" y="19"/>
                    <a:pt x="16" y="18"/>
                    <a:pt x="14" y="1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5" name="Google Shape;1275;p49"/>
            <p:cNvSpPr/>
            <p:nvPr/>
          </p:nvSpPr>
          <p:spPr>
            <a:xfrm>
              <a:off x="6588774" y="2246347"/>
              <a:ext cx="17595" cy="17595"/>
            </a:xfrm>
            <a:custGeom>
              <a:avLst/>
              <a:gdLst/>
              <a:ahLst/>
              <a:cxnLst/>
              <a:rect l="l" t="t" r="r" b="b"/>
              <a:pathLst>
                <a:path w="7" h="7" extrusionOk="0">
                  <a:moveTo>
                    <a:pt x="3" y="0"/>
                  </a:moveTo>
                  <a:cubicBezTo>
                    <a:pt x="3" y="0"/>
                    <a:pt x="3" y="0"/>
                    <a:pt x="3" y="0"/>
                  </a:cubicBezTo>
                  <a:cubicBezTo>
                    <a:pt x="2" y="0"/>
                    <a:pt x="1" y="1"/>
                    <a:pt x="1" y="2"/>
                  </a:cubicBezTo>
                  <a:cubicBezTo>
                    <a:pt x="0" y="4"/>
                    <a:pt x="2" y="7"/>
                    <a:pt x="4" y="6"/>
                  </a:cubicBezTo>
                  <a:cubicBezTo>
                    <a:pt x="5" y="6"/>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76" name="Google Shape;1276;p49"/>
          <p:cNvGrpSpPr/>
          <p:nvPr/>
        </p:nvGrpSpPr>
        <p:grpSpPr>
          <a:xfrm>
            <a:off x="2377029" y="1942837"/>
            <a:ext cx="273819" cy="389284"/>
            <a:chOff x="2369331" y="1942837"/>
            <a:chExt cx="273819" cy="389284"/>
          </a:xfrm>
        </p:grpSpPr>
        <p:sp>
          <p:nvSpPr>
            <p:cNvPr id="1277" name="Google Shape;1277;p49"/>
            <p:cNvSpPr/>
            <p:nvPr/>
          </p:nvSpPr>
          <p:spPr>
            <a:xfrm>
              <a:off x="2369331" y="1942837"/>
              <a:ext cx="273819" cy="389284"/>
            </a:xfrm>
            <a:custGeom>
              <a:avLst/>
              <a:gdLst/>
              <a:ahLst/>
              <a:cxnLst/>
              <a:rect l="l" t="t" r="r" b="b"/>
              <a:pathLst>
                <a:path w="105" h="149" extrusionOk="0">
                  <a:moveTo>
                    <a:pt x="79" y="35"/>
                  </a:moveTo>
                  <a:cubicBezTo>
                    <a:pt x="79" y="29"/>
                    <a:pt x="79" y="29"/>
                    <a:pt x="79" y="29"/>
                  </a:cubicBezTo>
                  <a:cubicBezTo>
                    <a:pt x="82" y="29"/>
                    <a:pt x="84" y="26"/>
                    <a:pt x="84" y="23"/>
                  </a:cubicBezTo>
                  <a:cubicBezTo>
                    <a:pt x="84" y="8"/>
                    <a:pt x="84" y="8"/>
                    <a:pt x="84" y="8"/>
                  </a:cubicBezTo>
                  <a:cubicBezTo>
                    <a:pt x="84" y="4"/>
                    <a:pt x="81" y="0"/>
                    <a:pt x="76" y="0"/>
                  </a:cubicBezTo>
                  <a:cubicBezTo>
                    <a:pt x="29" y="0"/>
                    <a:pt x="29" y="0"/>
                    <a:pt x="29" y="0"/>
                  </a:cubicBezTo>
                  <a:cubicBezTo>
                    <a:pt x="24" y="0"/>
                    <a:pt x="20" y="4"/>
                    <a:pt x="20" y="8"/>
                  </a:cubicBezTo>
                  <a:cubicBezTo>
                    <a:pt x="20" y="23"/>
                    <a:pt x="20" y="23"/>
                    <a:pt x="20" y="23"/>
                  </a:cubicBezTo>
                  <a:cubicBezTo>
                    <a:pt x="20" y="26"/>
                    <a:pt x="23" y="29"/>
                    <a:pt x="26" y="29"/>
                  </a:cubicBezTo>
                  <a:cubicBezTo>
                    <a:pt x="26" y="35"/>
                    <a:pt x="26" y="35"/>
                    <a:pt x="26" y="35"/>
                  </a:cubicBezTo>
                  <a:cubicBezTo>
                    <a:pt x="26" y="35"/>
                    <a:pt x="26" y="35"/>
                    <a:pt x="26" y="35"/>
                  </a:cubicBezTo>
                  <a:cubicBezTo>
                    <a:pt x="12" y="35"/>
                    <a:pt x="0" y="46"/>
                    <a:pt x="0" y="61"/>
                  </a:cubicBezTo>
                  <a:cubicBezTo>
                    <a:pt x="0" y="140"/>
                    <a:pt x="0" y="140"/>
                    <a:pt x="0" y="140"/>
                  </a:cubicBezTo>
                  <a:cubicBezTo>
                    <a:pt x="0" y="145"/>
                    <a:pt x="4" y="149"/>
                    <a:pt x="9" y="149"/>
                  </a:cubicBezTo>
                  <a:cubicBezTo>
                    <a:pt x="96" y="149"/>
                    <a:pt x="96" y="149"/>
                    <a:pt x="96" y="149"/>
                  </a:cubicBezTo>
                  <a:cubicBezTo>
                    <a:pt x="101" y="149"/>
                    <a:pt x="105" y="145"/>
                    <a:pt x="105" y="140"/>
                  </a:cubicBezTo>
                  <a:cubicBezTo>
                    <a:pt x="105" y="61"/>
                    <a:pt x="105" y="61"/>
                    <a:pt x="105" y="61"/>
                  </a:cubicBezTo>
                  <a:cubicBezTo>
                    <a:pt x="105" y="46"/>
                    <a:pt x="93" y="35"/>
                    <a:pt x="79" y="35"/>
                  </a:cubicBezTo>
                  <a:close/>
                  <a:moveTo>
                    <a:pt x="29" y="5"/>
                  </a:moveTo>
                  <a:cubicBezTo>
                    <a:pt x="76" y="5"/>
                    <a:pt x="76" y="5"/>
                    <a:pt x="76" y="5"/>
                  </a:cubicBezTo>
                  <a:cubicBezTo>
                    <a:pt x="77" y="5"/>
                    <a:pt x="79" y="7"/>
                    <a:pt x="79" y="8"/>
                  </a:cubicBezTo>
                  <a:cubicBezTo>
                    <a:pt x="79" y="23"/>
                    <a:pt x="79" y="23"/>
                    <a:pt x="79" y="23"/>
                  </a:cubicBezTo>
                  <a:cubicBezTo>
                    <a:pt x="26" y="23"/>
                    <a:pt x="26" y="23"/>
                    <a:pt x="26" y="23"/>
                  </a:cubicBezTo>
                  <a:cubicBezTo>
                    <a:pt x="26" y="8"/>
                    <a:pt x="26" y="8"/>
                    <a:pt x="26" y="8"/>
                  </a:cubicBezTo>
                  <a:cubicBezTo>
                    <a:pt x="26" y="7"/>
                    <a:pt x="28" y="5"/>
                    <a:pt x="29" y="5"/>
                  </a:cubicBezTo>
                  <a:close/>
                  <a:moveTo>
                    <a:pt x="26" y="40"/>
                  </a:moveTo>
                  <a:cubicBezTo>
                    <a:pt x="29" y="40"/>
                    <a:pt x="29" y="40"/>
                    <a:pt x="29" y="40"/>
                  </a:cubicBezTo>
                  <a:cubicBezTo>
                    <a:pt x="31" y="40"/>
                    <a:pt x="32" y="39"/>
                    <a:pt x="32" y="38"/>
                  </a:cubicBezTo>
                  <a:cubicBezTo>
                    <a:pt x="32" y="29"/>
                    <a:pt x="32" y="29"/>
                    <a:pt x="32" y="29"/>
                  </a:cubicBezTo>
                  <a:cubicBezTo>
                    <a:pt x="73" y="29"/>
                    <a:pt x="73" y="29"/>
                    <a:pt x="73" y="29"/>
                  </a:cubicBezTo>
                  <a:cubicBezTo>
                    <a:pt x="73" y="38"/>
                    <a:pt x="73" y="38"/>
                    <a:pt x="73" y="38"/>
                  </a:cubicBezTo>
                  <a:cubicBezTo>
                    <a:pt x="73" y="39"/>
                    <a:pt x="74" y="40"/>
                    <a:pt x="76" y="40"/>
                  </a:cubicBezTo>
                  <a:cubicBezTo>
                    <a:pt x="79" y="40"/>
                    <a:pt x="79" y="40"/>
                    <a:pt x="79" y="40"/>
                  </a:cubicBezTo>
                  <a:cubicBezTo>
                    <a:pt x="89" y="40"/>
                    <a:pt x="97" y="48"/>
                    <a:pt x="99" y="58"/>
                  </a:cubicBezTo>
                  <a:cubicBezTo>
                    <a:pt x="66" y="58"/>
                    <a:pt x="66" y="58"/>
                    <a:pt x="66" y="58"/>
                  </a:cubicBezTo>
                  <a:cubicBezTo>
                    <a:pt x="64" y="58"/>
                    <a:pt x="63" y="59"/>
                    <a:pt x="63" y="60"/>
                  </a:cubicBezTo>
                  <a:cubicBezTo>
                    <a:pt x="62" y="62"/>
                    <a:pt x="64" y="64"/>
                    <a:pt x="65" y="64"/>
                  </a:cubicBezTo>
                  <a:cubicBezTo>
                    <a:pt x="99" y="64"/>
                    <a:pt x="99" y="64"/>
                    <a:pt x="99" y="64"/>
                  </a:cubicBezTo>
                  <a:cubicBezTo>
                    <a:pt x="99" y="125"/>
                    <a:pt x="99" y="125"/>
                    <a:pt x="99" y="125"/>
                  </a:cubicBezTo>
                  <a:cubicBezTo>
                    <a:pt x="6" y="125"/>
                    <a:pt x="6" y="125"/>
                    <a:pt x="6" y="125"/>
                  </a:cubicBezTo>
                  <a:cubicBezTo>
                    <a:pt x="6" y="64"/>
                    <a:pt x="6" y="64"/>
                    <a:pt x="6" y="64"/>
                  </a:cubicBezTo>
                  <a:cubicBezTo>
                    <a:pt x="39" y="64"/>
                    <a:pt x="39" y="64"/>
                    <a:pt x="39" y="64"/>
                  </a:cubicBezTo>
                  <a:cubicBezTo>
                    <a:pt x="41" y="64"/>
                    <a:pt x="42" y="63"/>
                    <a:pt x="42" y="61"/>
                  </a:cubicBezTo>
                  <a:cubicBezTo>
                    <a:pt x="42" y="59"/>
                    <a:pt x="41" y="58"/>
                    <a:pt x="39" y="58"/>
                  </a:cubicBezTo>
                  <a:cubicBezTo>
                    <a:pt x="6" y="58"/>
                    <a:pt x="6" y="58"/>
                    <a:pt x="6" y="58"/>
                  </a:cubicBezTo>
                  <a:cubicBezTo>
                    <a:pt x="7" y="48"/>
                    <a:pt x="16" y="40"/>
                    <a:pt x="26" y="40"/>
                  </a:cubicBezTo>
                  <a:close/>
                  <a:moveTo>
                    <a:pt x="96" y="143"/>
                  </a:moveTo>
                  <a:cubicBezTo>
                    <a:pt x="9" y="143"/>
                    <a:pt x="9" y="143"/>
                    <a:pt x="9" y="143"/>
                  </a:cubicBezTo>
                  <a:cubicBezTo>
                    <a:pt x="7" y="143"/>
                    <a:pt x="6" y="142"/>
                    <a:pt x="6" y="140"/>
                  </a:cubicBezTo>
                  <a:cubicBezTo>
                    <a:pt x="6" y="131"/>
                    <a:pt x="6" y="131"/>
                    <a:pt x="6" y="131"/>
                  </a:cubicBezTo>
                  <a:cubicBezTo>
                    <a:pt x="99" y="131"/>
                    <a:pt x="99" y="131"/>
                    <a:pt x="99" y="131"/>
                  </a:cubicBezTo>
                  <a:cubicBezTo>
                    <a:pt x="99" y="140"/>
                    <a:pt x="99" y="140"/>
                    <a:pt x="99" y="140"/>
                  </a:cubicBezTo>
                  <a:cubicBezTo>
                    <a:pt x="99" y="142"/>
                    <a:pt x="98" y="143"/>
                    <a:pt x="96" y="14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8" name="Google Shape;1278;p49"/>
            <p:cNvSpPr/>
            <p:nvPr/>
          </p:nvSpPr>
          <p:spPr>
            <a:xfrm>
              <a:off x="2437511" y="2123183"/>
              <a:ext cx="138559" cy="136359"/>
            </a:xfrm>
            <a:custGeom>
              <a:avLst/>
              <a:gdLst/>
              <a:ahLst/>
              <a:cxnLst/>
              <a:rect l="l" t="t" r="r" b="b"/>
              <a:pathLst>
                <a:path w="53" h="52" extrusionOk="0">
                  <a:moveTo>
                    <a:pt x="0" y="26"/>
                  </a:moveTo>
                  <a:cubicBezTo>
                    <a:pt x="0" y="40"/>
                    <a:pt x="12" y="52"/>
                    <a:pt x="26" y="52"/>
                  </a:cubicBezTo>
                  <a:cubicBezTo>
                    <a:pt x="41" y="52"/>
                    <a:pt x="53" y="40"/>
                    <a:pt x="53" y="26"/>
                  </a:cubicBezTo>
                  <a:cubicBezTo>
                    <a:pt x="53" y="11"/>
                    <a:pt x="41" y="0"/>
                    <a:pt x="26" y="0"/>
                  </a:cubicBezTo>
                  <a:cubicBezTo>
                    <a:pt x="12" y="0"/>
                    <a:pt x="0" y="11"/>
                    <a:pt x="0" y="26"/>
                  </a:cubicBezTo>
                  <a:close/>
                  <a:moveTo>
                    <a:pt x="47" y="26"/>
                  </a:moveTo>
                  <a:cubicBezTo>
                    <a:pt x="47" y="37"/>
                    <a:pt x="38" y="46"/>
                    <a:pt x="26" y="46"/>
                  </a:cubicBezTo>
                  <a:cubicBezTo>
                    <a:pt x="15" y="46"/>
                    <a:pt x="6" y="37"/>
                    <a:pt x="6" y="26"/>
                  </a:cubicBezTo>
                  <a:cubicBezTo>
                    <a:pt x="6" y="14"/>
                    <a:pt x="15" y="5"/>
                    <a:pt x="26" y="5"/>
                  </a:cubicBezTo>
                  <a:cubicBezTo>
                    <a:pt x="38" y="5"/>
                    <a:pt x="47" y="14"/>
                    <a:pt x="47" y="2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9" name="Google Shape;1279;p49"/>
            <p:cNvSpPr/>
            <p:nvPr/>
          </p:nvSpPr>
          <p:spPr>
            <a:xfrm>
              <a:off x="2489196" y="2206759"/>
              <a:ext cx="34090" cy="20894"/>
            </a:xfrm>
            <a:custGeom>
              <a:avLst/>
              <a:gdLst/>
              <a:ahLst/>
              <a:cxnLst/>
              <a:rect l="l" t="t" r="r" b="b"/>
              <a:pathLst>
                <a:path w="13" h="8" extrusionOk="0">
                  <a:moveTo>
                    <a:pt x="6" y="0"/>
                  </a:moveTo>
                  <a:cubicBezTo>
                    <a:pt x="4" y="0"/>
                    <a:pt x="2" y="1"/>
                    <a:pt x="1" y="3"/>
                  </a:cubicBezTo>
                  <a:cubicBezTo>
                    <a:pt x="0" y="4"/>
                    <a:pt x="0" y="6"/>
                    <a:pt x="1" y="7"/>
                  </a:cubicBezTo>
                  <a:cubicBezTo>
                    <a:pt x="2" y="8"/>
                    <a:pt x="4" y="8"/>
                    <a:pt x="5" y="7"/>
                  </a:cubicBezTo>
                  <a:cubicBezTo>
                    <a:pt x="5" y="6"/>
                    <a:pt x="6" y="6"/>
                    <a:pt x="6" y="6"/>
                  </a:cubicBezTo>
                  <a:cubicBezTo>
                    <a:pt x="7" y="6"/>
                    <a:pt x="7" y="6"/>
                    <a:pt x="8" y="7"/>
                  </a:cubicBezTo>
                  <a:cubicBezTo>
                    <a:pt x="8" y="7"/>
                    <a:pt x="9" y="8"/>
                    <a:pt x="10" y="8"/>
                  </a:cubicBezTo>
                  <a:cubicBezTo>
                    <a:pt x="11" y="8"/>
                    <a:pt x="11" y="7"/>
                    <a:pt x="12" y="7"/>
                  </a:cubicBezTo>
                  <a:cubicBezTo>
                    <a:pt x="13" y="6"/>
                    <a:pt x="13" y="4"/>
                    <a:pt x="12" y="3"/>
                  </a:cubicBezTo>
                  <a:cubicBezTo>
                    <a:pt x="10" y="1"/>
                    <a:pt x="8" y="0"/>
                    <a:pt x="6"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0" name="Google Shape;1280;p49"/>
            <p:cNvSpPr/>
            <p:nvPr/>
          </p:nvSpPr>
          <p:spPr>
            <a:xfrm>
              <a:off x="2463903" y="2180366"/>
              <a:ext cx="36290" cy="18695"/>
            </a:xfrm>
            <a:custGeom>
              <a:avLst/>
              <a:gdLst/>
              <a:ahLst/>
              <a:cxnLst/>
              <a:rect l="l" t="t" r="r" b="b"/>
              <a:pathLst>
                <a:path w="14" h="7" extrusionOk="0">
                  <a:moveTo>
                    <a:pt x="13" y="1"/>
                  </a:moveTo>
                  <a:cubicBezTo>
                    <a:pt x="11" y="0"/>
                    <a:pt x="10" y="0"/>
                    <a:pt x="8" y="1"/>
                  </a:cubicBezTo>
                  <a:cubicBezTo>
                    <a:pt x="8" y="1"/>
                    <a:pt x="8" y="2"/>
                    <a:pt x="7" y="2"/>
                  </a:cubicBezTo>
                  <a:cubicBezTo>
                    <a:pt x="7" y="2"/>
                    <a:pt x="6" y="1"/>
                    <a:pt x="6" y="1"/>
                  </a:cubicBezTo>
                  <a:cubicBezTo>
                    <a:pt x="5" y="0"/>
                    <a:pt x="3" y="0"/>
                    <a:pt x="2" y="1"/>
                  </a:cubicBezTo>
                  <a:cubicBezTo>
                    <a:pt x="0" y="2"/>
                    <a:pt x="0" y="4"/>
                    <a:pt x="2" y="5"/>
                  </a:cubicBezTo>
                  <a:cubicBezTo>
                    <a:pt x="3" y="7"/>
                    <a:pt x="5" y="7"/>
                    <a:pt x="7" y="7"/>
                  </a:cubicBezTo>
                  <a:cubicBezTo>
                    <a:pt x="9" y="7"/>
                    <a:pt x="11" y="7"/>
                    <a:pt x="13" y="5"/>
                  </a:cubicBezTo>
                  <a:cubicBezTo>
                    <a:pt x="14" y="4"/>
                    <a:pt x="14" y="2"/>
                    <a:pt x="13"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1" name="Google Shape;1281;p49"/>
            <p:cNvSpPr/>
            <p:nvPr/>
          </p:nvSpPr>
          <p:spPr>
            <a:xfrm>
              <a:off x="2513389" y="2180366"/>
              <a:ext cx="34090" cy="18695"/>
            </a:xfrm>
            <a:custGeom>
              <a:avLst/>
              <a:gdLst/>
              <a:ahLst/>
              <a:cxnLst/>
              <a:rect l="l" t="t" r="r" b="b"/>
              <a:pathLst>
                <a:path w="13" h="7" extrusionOk="0">
                  <a:moveTo>
                    <a:pt x="7" y="7"/>
                  </a:moveTo>
                  <a:cubicBezTo>
                    <a:pt x="9" y="7"/>
                    <a:pt x="11" y="7"/>
                    <a:pt x="12" y="5"/>
                  </a:cubicBezTo>
                  <a:cubicBezTo>
                    <a:pt x="13" y="4"/>
                    <a:pt x="13" y="2"/>
                    <a:pt x="12" y="1"/>
                  </a:cubicBezTo>
                  <a:cubicBezTo>
                    <a:pt x="11" y="0"/>
                    <a:pt x="9" y="0"/>
                    <a:pt x="8" y="1"/>
                  </a:cubicBezTo>
                  <a:cubicBezTo>
                    <a:pt x="8" y="1"/>
                    <a:pt x="7" y="2"/>
                    <a:pt x="7" y="2"/>
                  </a:cubicBezTo>
                  <a:cubicBezTo>
                    <a:pt x="6" y="2"/>
                    <a:pt x="6" y="1"/>
                    <a:pt x="5" y="1"/>
                  </a:cubicBezTo>
                  <a:cubicBezTo>
                    <a:pt x="4" y="0"/>
                    <a:pt x="2" y="0"/>
                    <a:pt x="1" y="1"/>
                  </a:cubicBezTo>
                  <a:cubicBezTo>
                    <a:pt x="0" y="2"/>
                    <a:pt x="0" y="4"/>
                    <a:pt x="1" y="5"/>
                  </a:cubicBezTo>
                  <a:cubicBezTo>
                    <a:pt x="3" y="7"/>
                    <a:pt x="5" y="7"/>
                    <a:pt x="7" y="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2" name="Google Shape;1282;p49"/>
            <p:cNvSpPr/>
            <p:nvPr/>
          </p:nvSpPr>
          <p:spPr>
            <a:xfrm>
              <a:off x="2496893" y="2094592"/>
              <a:ext cx="18695" cy="15395"/>
            </a:xfrm>
            <a:custGeom>
              <a:avLst/>
              <a:gdLst/>
              <a:ahLst/>
              <a:cxnLst/>
              <a:rect l="l" t="t" r="r" b="b"/>
              <a:pathLst>
                <a:path w="7" h="6" extrusionOk="0">
                  <a:moveTo>
                    <a:pt x="3" y="6"/>
                  </a:moveTo>
                  <a:cubicBezTo>
                    <a:pt x="6" y="6"/>
                    <a:pt x="7" y="3"/>
                    <a:pt x="6" y="1"/>
                  </a:cubicBezTo>
                  <a:cubicBezTo>
                    <a:pt x="5" y="0"/>
                    <a:pt x="5" y="0"/>
                    <a:pt x="4" y="0"/>
                  </a:cubicBezTo>
                  <a:cubicBezTo>
                    <a:pt x="3" y="0"/>
                    <a:pt x="3" y="0"/>
                    <a:pt x="3" y="0"/>
                  </a:cubicBezTo>
                  <a:cubicBezTo>
                    <a:pt x="2" y="0"/>
                    <a:pt x="1" y="0"/>
                    <a:pt x="1" y="1"/>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83" name="Google Shape;1283;p49"/>
          <p:cNvGrpSpPr/>
          <p:nvPr/>
        </p:nvGrpSpPr>
        <p:grpSpPr>
          <a:xfrm>
            <a:off x="2344039" y="2538860"/>
            <a:ext cx="339799" cy="389284"/>
            <a:chOff x="2314348" y="2538860"/>
            <a:chExt cx="339799" cy="389284"/>
          </a:xfrm>
        </p:grpSpPr>
        <p:sp>
          <p:nvSpPr>
            <p:cNvPr id="1284" name="Google Shape;1284;p49"/>
            <p:cNvSpPr/>
            <p:nvPr/>
          </p:nvSpPr>
          <p:spPr>
            <a:xfrm>
              <a:off x="2314348" y="2538860"/>
              <a:ext cx="339799" cy="389284"/>
            </a:xfrm>
            <a:custGeom>
              <a:avLst/>
              <a:gdLst/>
              <a:ahLst/>
              <a:cxnLst/>
              <a:rect l="l" t="t" r="r" b="b"/>
              <a:pathLst>
                <a:path w="130" h="149" extrusionOk="0">
                  <a:moveTo>
                    <a:pt x="113" y="17"/>
                  </a:moveTo>
                  <a:cubicBezTo>
                    <a:pt x="102" y="6"/>
                    <a:pt x="87" y="0"/>
                    <a:pt x="72" y="0"/>
                  </a:cubicBezTo>
                  <a:cubicBezTo>
                    <a:pt x="56" y="0"/>
                    <a:pt x="41" y="6"/>
                    <a:pt x="30" y="17"/>
                  </a:cubicBezTo>
                  <a:cubicBezTo>
                    <a:pt x="19" y="27"/>
                    <a:pt x="13" y="42"/>
                    <a:pt x="13" y="57"/>
                  </a:cubicBezTo>
                  <a:cubicBezTo>
                    <a:pt x="13" y="61"/>
                    <a:pt x="10" y="67"/>
                    <a:pt x="5" y="75"/>
                  </a:cubicBezTo>
                  <a:cubicBezTo>
                    <a:pt x="0" y="82"/>
                    <a:pt x="1" y="86"/>
                    <a:pt x="2" y="89"/>
                  </a:cubicBezTo>
                  <a:cubicBezTo>
                    <a:pt x="4" y="92"/>
                    <a:pt x="7" y="95"/>
                    <a:pt x="17" y="96"/>
                  </a:cubicBezTo>
                  <a:cubicBezTo>
                    <a:pt x="17" y="111"/>
                    <a:pt x="17" y="111"/>
                    <a:pt x="17" y="111"/>
                  </a:cubicBezTo>
                  <a:cubicBezTo>
                    <a:pt x="17" y="121"/>
                    <a:pt x="25" y="129"/>
                    <a:pt x="35" y="129"/>
                  </a:cubicBezTo>
                  <a:cubicBezTo>
                    <a:pt x="44" y="129"/>
                    <a:pt x="49" y="129"/>
                    <a:pt x="51" y="131"/>
                  </a:cubicBezTo>
                  <a:cubicBezTo>
                    <a:pt x="53" y="133"/>
                    <a:pt x="54" y="138"/>
                    <a:pt x="54" y="146"/>
                  </a:cubicBezTo>
                  <a:cubicBezTo>
                    <a:pt x="54" y="148"/>
                    <a:pt x="56" y="149"/>
                    <a:pt x="57" y="149"/>
                  </a:cubicBezTo>
                  <a:cubicBezTo>
                    <a:pt x="106" y="149"/>
                    <a:pt x="106" y="149"/>
                    <a:pt x="106" y="149"/>
                  </a:cubicBezTo>
                  <a:cubicBezTo>
                    <a:pt x="107" y="149"/>
                    <a:pt x="107" y="149"/>
                    <a:pt x="107" y="149"/>
                  </a:cubicBezTo>
                  <a:cubicBezTo>
                    <a:pt x="108" y="148"/>
                    <a:pt x="109" y="147"/>
                    <a:pt x="109" y="146"/>
                  </a:cubicBezTo>
                  <a:cubicBezTo>
                    <a:pt x="109" y="138"/>
                    <a:pt x="108" y="132"/>
                    <a:pt x="109" y="128"/>
                  </a:cubicBezTo>
                  <a:cubicBezTo>
                    <a:pt x="109" y="126"/>
                    <a:pt x="107" y="125"/>
                    <a:pt x="106" y="125"/>
                  </a:cubicBezTo>
                  <a:cubicBezTo>
                    <a:pt x="106" y="125"/>
                    <a:pt x="106" y="125"/>
                    <a:pt x="106" y="125"/>
                  </a:cubicBezTo>
                  <a:cubicBezTo>
                    <a:pt x="104" y="125"/>
                    <a:pt x="103" y="126"/>
                    <a:pt x="103" y="127"/>
                  </a:cubicBezTo>
                  <a:cubicBezTo>
                    <a:pt x="103" y="132"/>
                    <a:pt x="103" y="137"/>
                    <a:pt x="103" y="143"/>
                  </a:cubicBezTo>
                  <a:cubicBezTo>
                    <a:pt x="60" y="143"/>
                    <a:pt x="60" y="143"/>
                    <a:pt x="60" y="143"/>
                  </a:cubicBezTo>
                  <a:cubicBezTo>
                    <a:pt x="59" y="135"/>
                    <a:pt x="58" y="130"/>
                    <a:pt x="55" y="127"/>
                  </a:cubicBezTo>
                  <a:cubicBezTo>
                    <a:pt x="51" y="123"/>
                    <a:pt x="45" y="123"/>
                    <a:pt x="35" y="123"/>
                  </a:cubicBezTo>
                  <a:cubicBezTo>
                    <a:pt x="28" y="123"/>
                    <a:pt x="23" y="118"/>
                    <a:pt x="23" y="111"/>
                  </a:cubicBezTo>
                  <a:cubicBezTo>
                    <a:pt x="23" y="106"/>
                    <a:pt x="23" y="106"/>
                    <a:pt x="23" y="106"/>
                  </a:cubicBezTo>
                  <a:cubicBezTo>
                    <a:pt x="23" y="106"/>
                    <a:pt x="23" y="106"/>
                    <a:pt x="23" y="106"/>
                  </a:cubicBezTo>
                  <a:cubicBezTo>
                    <a:pt x="33" y="106"/>
                    <a:pt x="33" y="106"/>
                    <a:pt x="33" y="106"/>
                  </a:cubicBezTo>
                  <a:cubicBezTo>
                    <a:pt x="35" y="106"/>
                    <a:pt x="36" y="105"/>
                    <a:pt x="36" y="104"/>
                  </a:cubicBezTo>
                  <a:cubicBezTo>
                    <a:pt x="37" y="102"/>
                    <a:pt x="35" y="100"/>
                    <a:pt x="33" y="100"/>
                  </a:cubicBezTo>
                  <a:cubicBezTo>
                    <a:pt x="23" y="100"/>
                    <a:pt x="23" y="100"/>
                    <a:pt x="23" y="100"/>
                  </a:cubicBezTo>
                  <a:cubicBezTo>
                    <a:pt x="23" y="100"/>
                    <a:pt x="23" y="100"/>
                    <a:pt x="23" y="100"/>
                  </a:cubicBezTo>
                  <a:cubicBezTo>
                    <a:pt x="23" y="93"/>
                    <a:pt x="23" y="93"/>
                    <a:pt x="23" y="93"/>
                  </a:cubicBezTo>
                  <a:cubicBezTo>
                    <a:pt x="23" y="91"/>
                    <a:pt x="21" y="90"/>
                    <a:pt x="20" y="90"/>
                  </a:cubicBezTo>
                  <a:cubicBezTo>
                    <a:pt x="13" y="90"/>
                    <a:pt x="9" y="89"/>
                    <a:pt x="7" y="86"/>
                  </a:cubicBezTo>
                  <a:cubicBezTo>
                    <a:pt x="6" y="84"/>
                    <a:pt x="7" y="82"/>
                    <a:pt x="10" y="78"/>
                  </a:cubicBezTo>
                  <a:cubicBezTo>
                    <a:pt x="14" y="72"/>
                    <a:pt x="19" y="64"/>
                    <a:pt x="19" y="57"/>
                  </a:cubicBezTo>
                  <a:cubicBezTo>
                    <a:pt x="19" y="29"/>
                    <a:pt x="43" y="6"/>
                    <a:pt x="72" y="6"/>
                  </a:cubicBezTo>
                  <a:cubicBezTo>
                    <a:pt x="100" y="6"/>
                    <a:pt x="124" y="29"/>
                    <a:pt x="124" y="57"/>
                  </a:cubicBezTo>
                  <a:cubicBezTo>
                    <a:pt x="124" y="67"/>
                    <a:pt x="121" y="76"/>
                    <a:pt x="116" y="84"/>
                  </a:cubicBezTo>
                  <a:cubicBezTo>
                    <a:pt x="113" y="90"/>
                    <a:pt x="110" y="96"/>
                    <a:pt x="108" y="101"/>
                  </a:cubicBezTo>
                  <a:cubicBezTo>
                    <a:pt x="107" y="102"/>
                    <a:pt x="108" y="104"/>
                    <a:pt x="109" y="105"/>
                  </a:cubicBezTo>
                  <a:cubicBezTo>
                    <a:pt x="111" y="105"/>
                    <a:pt x="113" y="104"/>
                    <a:pt x="113" y="103"/>
                  </a:cubicBezTo>
                  <a:cubicBezTo>
                    <a:pt x="115" y="98"/>
                    <a:pt x="118" y="93"/>
                    <a:pt x="121" y="87"/>
                  </a:cubicBezTo>
                  <a:cubicBezTo>
                    <a:pt x="127" y="78"/>
                    <a:pt x="130" y="68"/>
                    <a:pt x="130" y="57"/>
                  </a:cubicBezTo>
                  <a:cubicBezTo>
                    <a:pt x="130" y="42"/>
                    <a:pt x="124" y="27"/>
                    <a:pt x="113" y="1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5" name="Google Shape;1285;p49"/>
            <p:cNvSpPr/>
            <p:nvPr/>
          </p:nvSpPr>
          <p:spPr>
            <a:xfrm>
              <a:off x="2384727" y="2700512"/>
              <a:ext cx="20894" cy="16495"/>
            </a:xfrm>
            <a:custGeom>
              <a:avLst/>
              <a:gdLst/>
              <a:ahLst/>
              <a:cxnLst/>
              <a:rect l="l" t="t" r="r" b="b"/>
              <a:pathLst>
                <a:path w="8" h="6" extrusionOk="0">
                  <a:moveTo>
                    <a:pt x="4" y="0"/>
                  </a:moveTo>
                  <a:cubicBezTo>
                    <a:pt x="2" y="0"/>
                    <a:pt x="0" y="2"/>
                    <a:pt x="1" y="4"/>
                  </a:cubicBezTo>
                  <a:cubicBezTo>
                    <a:pt x="1" y="5"/>
                    <a:pt x="2" y="5"/>
                    <a:pt x="3" y="6"/>
                  </a:cubicBezTo>
                  <a:cubicBezTo>
                    <a:pt x="5" y="6"/>
                    <a:pt x="8" y="4"/>
                    <a:pt x="6"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6" name="Google Shape;1286;p49"/>
            <p:cNvSpPr/>
            <p:nvPr/>
          </p:nvSpPr>
          <p:spPr>
            <a:xfrm>
              <a:off x="2583768" y="2829174"/>
              <a:ext cx="20894" cy="15395"/>
            </a:xfrm>
            <a:custGeom>
              <a:avLst/>
              <a:gdLst/>
              <a:ahLst/>
              <a:cxnLst/>
              <a:rect l="l" t="t" r="r" b="b"/>
              <a:pathLst>
                <a:path w="8" h="6" extrusionOk="0">
                  <a:moveTo>
                    <a:pt x="4" y="6"/>
                  </a:moveTo>
                  <a:cubicBezTo>
                    <a:pt x="6" y="6"/>
                    <a:pt x="8" y="4"/>
                    <a:pt x="6" y="2"/>
                  </a:cubicBezTo>
                  <a:cubicBezTo>
                    <a:pt x="6" y="1"/>
                    <a:pt x="5" y="0"/>
                    <a:pt x="4" y="0"/>
                  </a:cubicBezTo>
                  <a:cubicBezTo>
                    <a:pt x="4" y="0"/>
                    <a:pt x="4" y="0"/>
                    <a:pt x="4" y="0"/>
                  </a:cubicBezTo>
                  <a:cubicBezTo>
                    <a:pt x="3" y="0"/>
                    <a:pt x="2" y="1"/>
                    <a:pt x="1" y="2"/>
                  </a:cubicBezTo>
                  <a:cubicBezTo>
                    <a:pt x="0" y="4"/>
                    <a:pt x="2"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7" name="Google Shape;1287;p49"/>
            <p:cNvSpPr/>
            <p:nvPr/>
          </p:nvSpPr>
          <p:spPr>
            <a:xfrm>
              <a:off x="2382527" y="2666422"/>
              <a:ext cx="41788" cy="24193"/>
            </a:xfrm>
            <a:custGeom>
              <a:avLst/>
              <a:gdLst/>
              <a:ahLst/>
              <a:cxnLst/>
              <a:rect l="l" t="t" r="r" b="b"/>
              <a:pathLst>
                <a:path w="16" h="9" extrusionOk="0">
                  <a:moveTo>
                    <a:pt x="16" y="6"/>
                  </a:moveTo>
                  <a:cubicBezTo>
                    <a:pt x="16" y="5"/>
                    <a:pt x="14" y="3"/>
                    <a:pt x="13" y="3"/>
                  </a:cubicBezTo>
                  <a:cubicBezTo>
                    <a:pt x="12" y="3"/>
                    <a:pt x="10" y="3"/>
                    <a:pt x="9" y="2"/>
                  </a:cubicBezTo>
                  <a:cubicBezTo>
                    <a:pt x="7" y="1"/>
                    <a:pt x="5" y="0"/>
                    <a:pt x="3" y="0"/>
                  </a:cubicBezTo>
                  <a:cubicBezTo>
                    <a:pt x="1" y="0"/>
                    <a:pt x="0" y="2"/>
                    <a:pt x="0" y="3"/>
                  </a:cubicBezTo>
                  <a:cubicBezTo>
                    <a:pt x="0" y="5"/>
                    <a:pt x="1" y="6"/>
                    <a:pt x="3" y="6"/>
                  </a:cubicBezTo>
                  <a:cubicBezTo>
                    <a:pt x="4" y="6"/>
                    <a:pt x="5" y="7"/>
                    <a:pt x="7" y="7"/>
                  </a:cubicBezTo>
                  <a:cubicBezTo>
                    <a:pt x="8" y="8"/>
                    <a:pt x="11" y="9"/>
                    <a:pt x="13" y="9"/>
                  </a:cubicBezTo>
                  <a:cubicBezTo>
                    <a:pt x="14" y="9"/>
                    <a:pt x="16" y="8"/>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8" name="Google Shape;1288;p49"/>
            <p:cNvSpPr/>
            <p:nvPr/>
          </p:nvSpPr>
          <p:spPr>
            <a:xfrm>
              <a:off x="2447408" y="2586146"/>
              <a:ext cx="170450" cy="142958"/>
            </a:xfrm>
            <a:custGeom>
              <a:avLst/>
              <a:gdLst/>
              <a:ahLst/>
              <a:cxnLst/>
              <a:rect l="l" t="t" r="r" b="b"/>
              <a:pathLst>
                <a:path w="65" h="55" extrusionOk="0">
                  <a:moveTo>
                    <a:pt x="1" y="42"/>
                  </a:moveTo>
                  <a:cubicBezTo>
                    <a:pt x="0" y="43"/>
                    <a:pt x="0" y="44"/>
                    <a:pt x="1" y="45"/>
                  </a:cubicBezTo>
                  <a:cubicBezTo>
                    <a:pt x="4" y="51"/>
                    <a:pt x="11" y="55"/>
                    <a:pt x="18" y="55"/>
                  </a:cubicBezTo>
                  <a:cubicBezTo>
                    <a:pt x="23" y="55"/>
                    <a:pt x="29" y="52"/>
                    <a:pt x="32" y="48"/>
                  </a:cubicBezTo>
                  <a:cubicBezTo>
                    <a:pt x="36" y="52"/>
                    <a:pt x="41" y="55"/>
                    <a:pt x="47" y="55"/>
                  </a:cubicBezTo>
                  <a:cubicBezTo>
                    <a:pt x="54" y="55"/>
                    <a:pt x="61" y="51"/>
                    <a:pt x="64" y="45"/>
                  </a:cubicBezTo>
                  <a:cubicBezTo>
                    <a:pt x="65" y="44"/>
                    <a:pt x="65" y="43"/>
                    <a:pt x="64" y="42"/>
                  </a:cubicBezTo>
                  <a:cubicBezTo>
                    <a:pt x="62" y="39"/>
                    <a:pt x="59" y="36"/>
                    <a:pt x="56" y="35"/>
                  </a:cubicBezTo>
                  <a:cubicBezTo>
                    <a:pt x="59" y="30"/>
                    <a:pt x="61" y="24"/>
                    <a:pt x="60" y="18"/>
                  </a:cubicBezTo>
                  <a:cubicBezTo>
                    <a:pt x="60" y="17"/>
                    <a:pt x="59" y="16"/>
                    <a:pt x="58" y="16"/>
                  </a:cubicBezTo>
                  <a:cubicBezTo>
                    <a:pt x="53" y="15"/>
                    <a:pt x="48" y="16"/>
                    <a:pt x="44" y="18"/>
                  </a:cubicBezTo>
                  <a:cubicBezTo>
                    <a:pt x="43" y="11"/>
                    <a:pt x="39" y="5"/>
                    <a:pt x="34" y="1"/>
                  </a:cubicBezTo>
                  <a:cubicBezTo>
                    <a:pt x="33" y="0"/>
                    <a:pt x="32" y="0"/>
                    <a:pt x="31" y="1"/>
                  </a:cubicBezTo>
                  <a:cubicBezTo>
                    <a:pt x="26" y="5"/>
                    <a:pt x="22" y="11"/>
                    <a:pt x="21" y="18"/>
                  </a:cubicBezTo>
                  <a:cubicBezTo>
                    <a:pt x="16" y="16"/>
                    <a:pt x="12" y="15"/>
                    <a:pt x="7" y="16"/>
                  </a:cubicBezTo>
                  <a:cubicBezTo>
                    <a:pt x="6" y="16"/>
                    <a:pt x="5" y="17"/>
                    <a:pt x="5" y="18"/>
                  </a:cubicBezTo>
                  <a:cubicBezTo>
                    <a:pt x="4" y="24"/>
                    <a:pt x="5" y="30"/>
                    <a:pt x="9" y="35"/>
                  </a:cubicBezTo>
                  <a:cubicBezTo>
                    <a:pt x="6" y="36"/>
                    <a:pt x="3" y="39"/>
                    <a:pt x="1" y="42"/>
                  </a:cubicBezTo>
                  <a:close/>
                  <a:moveTo>
                    <a:pt x="58" y="44"/>
                  </a:moveTo>
                  <a:cubicBezTo>
                    <a:pt x="55" y="47"/>
                    <a:pt x="51" y="49"/>
                    <a:pt x="47" y="49"/>
                  </a:cubicBezTo>
                  <a:cubicBezTo>
                    <a:pt x="44" y="49"/>
                    <a:pt x="41" y="48"/>
                    <a:pt x="39" y="46"/>
                  </a:cubicBezTo>
                  <a:cubicBezTo>
                    <a:pt x="44" y="45"/>
                    <a:pt x="48" y="43"/>
                    <a:pt x="52" y="39"/>
                  </a:cubicBezTo>
                  <a:cubicBezTo>
                    <a:pt x="54" y="40"/>
                    <a:pt x="56" y="42"/>
                    <a:pt x="58" y="44"/>
                  </a:cubicBezTo>
                  <a:close/>
                  <a:moveTo>
                    <a:pt x="49" y="35"/>
                  </a:moveTo>
                  <a:cubicBezTo>
                    <a:pt x="46" y="37"/>
                    <a:pt x="43" y="39"/>
                    <a:pt x="40" y="40"/>
                  </a:cubicBezTo>
                  <a:cubicBezTo>
                    <a:pt x="42" y="36"/>
                    <a:pt x="44" y="31"/>
                    <a:pt x="44" y="25"/>
                  </a:cubicBezTo>
                  <a:cubicBezTo>
                    <a:pt x="48" y="23"/>
                    <a:pt x="51" y="21"/>
                    <a:pt x="55" y="21"/>
                  </a:cubicBezTo>
                  <a:cubicBezTo>
                    <a:pt x="55" y="26"/>
                    <a:pt x="52" y="31"/>
                    <a:pt x="49" y="35"/>
                  </a:cubicBezTo>
                  <a:close/>
                  <a:moveTo>
                    <a:pt x="32" y="7"/>
                  </a:moveTo>
                  <a:cubicBezTo>
                    <a:pt x="36" y="11"/>
                    <a:pt x="39" y="17"/>
                    <a:pt x="39" y="24"/>
                  </a:cubicBezTo>
                  <a:cubicBezTo>
                    <a:pt x="39" y="30"/>
                    <a:pt x="36" y="36"/>
                    <a:pt x="32" y="40"/>
                  </a:cubicBezTo>
                  <a:cubicBezTo>
                    <a:pt x="29" y="36"/>
                    <a:pt x="26" y="30"/>
                    <a:pt x="26" y="24"/>
                  </a:cubicBezTo>
                  <a:cubicBezTo>
                    <a:pt x="26" y="17"/>
                    <a:pt x="29" y="11"/>
                    <a:pt x="32" y="7"/>
                  </a:cubicBezTo>
                  <a:close/>
                  <a:moveTo>
                    <a:pt x="20" y="25"/>
                  </a:moveTo>
                  <a:cubicBezTo>
                    <a:pt x="21" y="31"/>
                    <a:pt x="22" y="36"/>
                    <a:pt x="25" y="40"/>
                  </a:cubicBezTo>
                  <a:cubicBezTo>
                    <a:pt x="22" y="39"/>
                    <a:pt x="19" y="37"/>
                    <a:pt x="16" y="35"/>
                  </a:cubicBezTo>
                  <a:cubicBezTo>
                    <a:pt x="13" y="31"/>
                    <a:pt x="10" y="26"/>
                    <a:pt x="10" y="21"/>
                  </a:cubicBezTo>
                  <a:cubicBezTo>
                    <a:pt x="14" y="21"/>
                    <a:pt x="17" y="23"/>
                    <a:pt x="20" y="25"/>
                  </a:cubicBezTo>
                  <a:close/>
                  <a:moveTo>
                    <a:pt x="13" y="39"/>
                  </a:moveTo>
                  <a:cubicBezTo>
                    <a:pt x="17" y="43"/>
                    <a:pt x="21" y="45"/>
                    <a:pt x="26" y="46"/>
                  </a:cubicBezTo>
                  <a:cubicBezTo>
                    <a:pt x="24" y="48"/>
                    <a:pt x="21" y="49"/>
                    <a:pt x="18" y="49"/>
                  </a:cubicBezTo>
                  <a:cubicBezTo>
                    <a:pt x="14" y="49"/>
                    <a:pt x="9" y="47"/>
                    <a:pt x="7" y="44"/>
                  </a:cubicBezTo>
                  <a:cubicBezTo>
                    <a:pt x="8" y="42"/>
                    <a:pt x="10" y="40"/>
                    <a:pt x="13" y="3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89" name="Google Shape;1289;p49"/>
          <p:cNvGrpSpPr/>
          <p:nvPr/>
        </p:nvGrpSpPr>
        <p:grpSpPr>
          <a:xfrm>
            <a:off x="1541278" y="1942837"/>
            <a:ext cx="305709" cy="389284"/>
            <a:chOff x="1508288" y="1942837"/>
            <a:chExt cx="305709" cy="389284"/>
          </a:xfrm>
        </p:grpSpPr>
        <p:sp>
          <p:nvSpPr>
            <p:cNvPr id="1290" name="Google Shape;1290;p49"/>
            <p:cNvSpPr/>
            <p:nvPr/>
          </p:nvSpPr>
          <p:spPr>
            <a:xfrm>
              <a:off x="1508288" y="1942837"/>
              <a:ext cx="305709" cy="389284"/>
            </a:xfrm>
            <a:custGeom>
              <a:avLst/>
              <a:gdLst/>
              <a:ahLst/>
              <a:cxnLst/>
              <a:rect l="l" t="t" r="r" b="b"/>
              <a:pathLst>
                <a:path w="117" h="149" extrusionOk="0">
                  <a:moveTo>
                    <a:pt x="108" y="8"/>
                  </a:moveTo>
                  <a:cubicBezTo>
                    <a:pt x="90" y="8"/>
                    <a:pt x="90" y="8"/>
                    <a:pt x="90" y="8"/>
                  </a:cubicBezTo>
                  <a:cubicBezTo>
                    <a:pt x="89" y="7"/>
                    <a:pt x="87" y="5"/>
                    <a:pt x="85" y="5"/>
                  </a:cubicBezTo>
                  <a:cubicBezTo>
                    <a:pt x="69" y="5"/>
                    <a:pt x="69" y="5"/>
                    <a:pt x="69" y="5"/>
                  </a:cubicBezTo>
                  <a:cubicBezTo>
                    <a:pt x="66" y="2"/>
                    <a:pt x="63" y="0"/>
                    <a:pt x="58" y="0"/>
                  </a:cubicBezTo>
                  <a:cubicBezTo>
                    <a:pt x="54" y="0"/>
                    <a:pt x="50" y="2"/>
                    <a:pt x="48" y="5"/>
                  </a:cubicBezTo>
                  <a:cubicBezTo>
                    <a:pt x="32" y="5"/>
                    <a:pt x="32" y="5"/>
                    <a:pt x="32" y="5"/>
                  </a:cubicBezTo>
                  <a:cubicBezTo>
                    <a:pt x="30" y="5"/>
                    <a:pt x="28" y="7"/>
                    <a:pt x="27" y="8"/>
                  </a:cubicBezTo>
                  <a:cubicBezTo>
                    <a:pt x="9" y="8"/>
                    <a:pt x="9" y="8"/>
                    <a:pt x="9" y="8"/>
                  </a:cubicBezTo>
                  <a:cubicBezTo>
                    <a:pt x="4" y="8"/>
                    <a:pt x="0" y="12"/>
                    <a:pt x="0" y="17"/>
                  </a:cubicBezTo>
                  <a:cubicBezTo>
                    <a:pt x="0" y="140"/>
                    <a:pt x="0" y="140"/>
                    <a:pt x="0" y="140"/>
                  </a:cubicBezTo>
                  <a:cubicBezTo>
                    <a:pt x="0" y="145"/>
                    <a:pt x="4" y="149"/>
                    <a:pt x="9" y="149"/>
                  </a:cubicBezTo>
                  <a:cubicBezTo>
                    <a:pt x="108" y="149"/>
                    <a:pt x="108" y="149"/>
                    <a:pt x="108" y="149"/>
                  </a:cubicBezTo>
                  <a:cubicBezTo>
                    <a:pt x="113" y="149"/>
                    <a:pt x="117" y="145"/>
                    <a:pt x="117" y="140"/>
                  </a:cubicBezTo>
                  <a:cubicBezTo>
                    <a:pt x="117" y="17"/>
                    <a:pt x="117" y="17"/>
                    <a:pt x="117" y="17"/>
                  </a:cubicBezTo>
                  <a:cubicBezTo>
                    <a:pt x="117" y="12"/>
                    <a:pt x="113" y="8"/>
                    <a:pt x="108" y="8"/>
                  </a:cubicBezTo>
                  <a:close/>
                  <a:moveTo>
                    <a:pt x="50" y="11"/>
                  </a:moveTo>
                  <a:cubicBezTo>
                    <a:pt x="51" y="11"/>
                    <a:pt x="52" y="11"/>
                    <a:pt x="53" y="9"/>
                  </a:cubicBezTo>
                  <a:cubicBezTo>
                    <a:pt x="54" y="7"/>
                    <a:pt x="56" y="5"/>
                    <a:pt x="58" y="5"/>
                  </a:cubicBezTo>
                  <a:cubicBezTo>
                    <a:pt x="61" y="5"/>
                    <a:pt x="63" y="7"/>
                    <a:pt x="64" y="9"/>
                  </a:cubicBezTo>
                  <a:cubicBezTo>
                    <a:pt x="64" y="11"/>
                    <a:pt x="65" y="11"/>
                    <a:pt x="67" y="11"/>
                  </a:cubicBezTo>
                  <a:cubicBezTo>
                    <a:pt x="85" y="11"/>
                    <a:pt x="85" y="11"/>
                    <a:pt x="85" y="11"/>
                  </a:cubicBezTo>
                  <a:cubicBezTo>
                    <a:pt x="85" y="23"/>
                    <a:pt x="85" y="23"/>
                    <a:pt x="85" y="23"/>
                  </a:cubicBezTo>
                  <a:cubicBezTo>
                    <a:pt x="72" y="23"/>
                    <a:pt x="72" y="23"/>
                    <a:pt x="72" y="23"/>
                  </a:cubicBezTo>
                  <a:cubicBezTo>
                    <a:pt x="70" y="23"/>
                    <a:pt x="69" y="24"/>
                    <a:pt x="69" y="25"/>
                  </a:cubicBezTo>
                  <a:cubicBezTo>
                    <a:pt x="68" y="27"/>
                    <a:pt x="70" y="29"/>
                    <a:pt x="72" y="29"/>
                  </a:cubicBezTo>
                  <a:cubicBezTo>
                    <a:pt x="85" y="29"/>
                    <a:pt x="85" y="29"/>
                    <a:pt x="85" y="29"/>
                  </a:cubicBezTo>
                  <a:cubicBezTo>
                    <a:pt x="87" y="29"/>
                    <a:pt x="89" y="28"/>
                    <a:pt x="90" y="26"/>
                  </a:cubicBezTo>
                  <a:cubicBezTo>
                    <a:pt x="99" y="26"/>
                    <a:pt x="99" y="26"/>
                    <a:pt x="99" y="26"/>
                  </a:cubicBezTo>
                  <a:cubicBezTo>
                    <a:pt x="99" y="131"/>
                    <a:pt x="99" y="131"/>
                    <a:pt x="99" y="131"/>
                  </a:cubicBezTo>
                  <a:cubicBezTo>
                    <a:pt x="18" y="131"/>
                    <a:pt x="18" y="131"/>
                    <a:pt x="18" y="131"/>
                  </a:cubicBezTo>
                  <a:cubicBezTo>
                    <a:pt x="18" y="26"/>
                    <a:pt x="18" y="26"/>
                    <a:pt x="18" y="26"/>
                  </a:cubicBezTo>
                  <a:cubicBezTo>
                    <a:pt x="27" y="26"/>
                    <a:pt x="27" y="26"/>
                    <a:pt x="27" y="26"/>
                  </a:cubicBezTo>
                  <a:cubicBezTo>
                    <a:pt x="28" y="28"/>
                    <a:pt x="30" y="29"/>
                    <a:pt x="32" y="29"/>
                  </a:cubicBezTo>
                  <a:cubicBezTo>
                    <a:pt x="45" y="29"/>
                    <a:pt x="45" y="29"/>
                    <a:pt x="45" y="29"/>
                  </a:cubicBezTo>
                  <a:cubicBezTo>
                    <a:pt x="47" y="29"/>
                    <a:pt x="48" y="28"/>
                    <a:pt x="48" y="26"/>
                  </a:cubicBezTo>
                  <a:cubicBezTo>
                    <a:pt x="48" y="25"/>
                    <a:pt x="47" y="23"/>
                    <a:pt x="45" y="23"/>
                  </a:cubicBezTo>
                  <a:cubicBezTo>
                    <a:pt x="32" y="23"/>
                    <a:pt x="32" y="23"/>
                    <a:pt x="32" y="23"/>
                  </a:cubicBezTo>
                  <a:cubicBezTo>
                    <a:pt x="32" y="11"/>
                    <a:pt x="32" y="11"/>
                    <a:pt x="32" y="11"/>
                  </a:cubicBezTo>
                  <a:lnTo>
                    <a:pt x="50" y="11"/>
                  </a:lnTo>
                  <a:close/>
                  <a:moveTo>
                    <a:pt x="111" y="140"/>
                  </a:moveTo>
                  <a:cubicBezTo>
                    <a:pt x="111" y="142"/>
                    <a:pt x="110" y="143"/>
                    <a:pt x="108" y="143"/>
                  </a:cubicBezTo>
                  <a:cubicBezTo>
                    <a:pt x="9" y="143"/>
                    <a:pt x="9" y="143"/>
                    <a:pt x="9" y="143"/>
                  </a:cubicBezTo>
                  <a:cubicBezTo>
                    <a:pt x="7" y="143"/>
                    <a:pt x="6" y="142"/>
                    <a:pt x="6" y="140"/>
                  </a:cubicBezTo>
                  <a:cubicBezTo>
                    <a:pt x="6" y="17"/>
                    <a:pt x="6" y="17"/>
                    <a:pt x="6" y="17"/>
                  </a:cubicBezTo>
                  <a:cubicBezTo>
                    <a:pt x="6" y="16"/>
                    <a:pt x="7" y="14"/>
                    <a:pt x="9" y="14"/>
                  </a:cubicBezTo>
                  <a:cubicBezTo>
                    <a:pt x="26" y="14"/>
                    <a:pt x="26" y="14"/>
                    <a:pt x="26" y="14"/>
                  </a:cubicBezTo>
                  <a:cubicBezTo>
                    <a:pt x="26" y="20"/>
                    <a:pt x="26" y="20"/>
                    <a:pt x="26" y="20"/>
                  </a:cubicBezTo>
                  <a:cubicBezTo>
                    <a:pt x="15" y="20"/>
                    <a:pt x="15" y="20"/>
                    <a:pt x="15" y="20"/>
                  </a:cubicBezTo>
                  <a:cubicBezTo>
                    <a:pt x="13" y="20"/>
                    <a:pt x="12" y="21"/>
                    <a:pt x="12" y="23"/>
                  </a:cubicBezTo>
                  <a:cubicBezTo>
                    <a:pt x="12" y="134"/>
                    <a:pt x="12" y="134"/>
                    <a:pt x="12" y="134"/>
                  </a:cubicBezTo>
                  <a:cubicBezTo>
                    <a:pt x="12" y="136"/>
                    <a:pt x="13" y="137"/>
                    <a:pt x="15" y="137"/>
                  </a:cubicBezTo>
                  <a:cubicBezTo>
                    <a:pt x="102" y="137"/>
                    <a:pt x="102" y="137"/>
                    <a:pt x="102" y="137"/>
                  </a:cubicBezTo>
                  <a:cubicBezTo>
                    <a:pt x="104" y="137"/>
                    <a:pt x="105" y="136"/>
                    <a:pt x="105" y="134"/>
                  </a:cubicBezTo>
                  <a:cubicBezTo>
                    <a:pt x="105" y="23"/>
                    <a:pt x="105" y="23"/>
                    <a:pt x="105" y="23"/>
                  </a:cubicBezTo>
                  <a:cubicBezTo>
                    <a:pt x="105" y="21"/>
                    <a:pt x="104" y="20"/>
                    <a:pt x="102" y="20"/>
                  </a:cubicBezTo>
                  <a:cubicBezTo>
                    <a:pt x="90" y="20"/>
                    <a:pt x="90" y="20"/>
                    <a:pt x="90" y="20"/>
                  </a:cubicBezTo>
                  <a:cubicBezTo>
                    <a:pt x="90" y="14"/>
                    <a:pt x="90" y="14"/>
                    <a:pt x="90" y="14"/>
                  </a:cubicBezTo>
                  <a:cubicBezTo>
                    <a:pt x="108" y="14"/>
                    <a:pt x="108" y="14"/>
                    <a:pt x="108" y="14"/>
                  </a:cubicBezTo>
                  <a:cubicBezTo>
                    <a:pt x="110" y="14"/>
                    <a:pt x="111" y="16"/>
                    <a:pt x="111" y="17"/>
                  </a:cubicBezTo>
                  <a:lnTo>
                    <a:pt x="111" y="140"/>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1" name="Google Shape;1291;p49"/>
            <p:cNvSpPr/>
            <p:nvPr/>
          </p:nvSpPr>
          <p:spPr>
            <a:xfrm>
              <a:off x="1652345" y="2003319"/>
              <a:ext cx="17595" cy="15395"/>
            </a:xfrm>
            <a:custGeom>
              <a:avLst/>
              <a:gdLst/>
              <a:ahLst/>
              <a:cxnLst/>
              <a:rect l="l" t="t" r="r" b="b"/>
              <a:pathLst>
                <a:path w="7" h="6" extrusionOk="0">
                  <a:moveTo>
                    <a:pt x="3" y="6"/>
                  </a:moveTo>
                  <a:cubicBezTo>
                    <a:pt x="6" y="6"/>
                    <a:pt x="7" y="3"/>
                    <a:pt x="6" y="1"/>
                  </a:cubicBezTo>
                  <a:cubicBezTo>
                    <a:pt x="5" y="0"/>
                    <a:pt x="5" y="0"/>
                    <a:pt x="4" y="0"/>
                  </a:cubicBezTo>
                  <a:cubicBezTo>
                    <a:pt x="3" y="0"/>
                    <a:pt x="3" y="0"/>
                    <a:pt x="3" y="0"/>
                  </a:cubicBezTo>
                  <a:cubicBezTo>
                    <a:pt x="2" y="0"/>
                    <a:pt x="1" y="1"/>
                    <a:pt x="1" y="1"/>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2" name="Google Shape;1292;p49"/>
            <p:cNvSpPr/>
            <p:nvPr/>
          </p:nvSpPr>
          <p:spPr>
            <a:xfrm>
              <a:off x="1607259" y="2047306"/>
              <a:ext cx="107768" cy="107768"/>
            </a:xfrm>
            <a:custGeom>
              <a:avLst/>
              <a:gdLst/>
              <a:ahLst/>
              <a:cxnLst/>
              <a:rect l="l" t="t" r="r" b="b"/>
              <a:pathLst>
                <a:path w="41" h="41" extrusionOk="0">
                  <a:moveTo>
                    <a:pt x="0" y="17"/>
                  </a:moveTo>
                  <a:cubicBezTo>
                    <a:pt x="0" y="25"/>
                    <a:pt x="0" y="25"/>
                    <a:pt x="0" y="25"/>
                  </a:cubicBezTo>
                  <a:cubicBezTo>
                    <a:pt x="0" y="28"/>
                    <a:pt x="2" y="30"/>
                    <a:pt x="6" y="30"/>
                  </a:cubicBezTo>
                  <a:cubicBezTo>
                    <a:pt x="11" y="30"/>
                    <a:pt x="11" y="30"/>
                    <a:pt x="11" y="30"/>
                  </a:cubicBezTo>
                  <a:cubicBezTo>
                    <a:pt x="11" y="36"/>
                    <a:pt x="11" y="36"/>
                    <a:pt x="11" y="36"/>
                  </a:cubicBezTo>
                  <a:cubicBezTo>
                    <a:pt x="11" y="39"/>
                    <a:pt x="14" y="41"/>
                    <a:pt x="17" y="41"/>
                  </a:cubicBezTo>
                  <a:cubicBezTo>
                    <a:pt x="24" y="41"/>
                    <a:pt x="24" y="41"/>
                    <a:pt x="24" y="41"/>
                  </a:cubicBezTo>
                  <a:cubicBezTo>
                    <a:pt x="27" y="41"/>
                    <a:pt x="30" y="39"/>
                    <a:pt x="30" y="36"/>
                  </a:cubicBezTo>
                  <a:cubicBezTo>
                    <a:pt x="30" y="30"/>
                    <a:pt x="30" y="30"/>
                    <a:pt x="30" y="30"/>
                  </a:cubicBezTo>
                  <a:cubicBezTo>
                    <a:pt x="35" y="30"/>
                    <a:pt x="35" y="30"/>
                    <a:pt x="35" y="30"/>
                  </a:cubicBezTo>
                  <a:cubicBezTo>
                    <a:pt x="38" y="30"/>
                    <a:pt x="41" y="28"/>
                    <a:pt x="41" y="25"/>
                  </a:cubicBezTo>
                  <a:cubicBezTo>
                    <a:pt x="41" y="17"/>
                    <a:pt x="41" y="17"/>
                    <a:pt x="41" y="17"/>
                  </a:cubicBezTo>
                  <a:cubicBezTo>
                    <a:pt x="41" y="14"/>
                    <a:pt x="38" y="11"/>
                    <a:pt x="35" y="11"/>
                  </a:cubicBezTo>
                  <a:cubicBezTo>
                    <a:pt x="30" y="11"/>
                    <a:pt x="30" y="11"/>
                    <a:pt x="30" y="11"/>
                  </a:cubicBezTo>
                  <a:cubicBezTo>
                    <a:pt x="30" y="6"/>
                    <a:pt x="30" y="6"/>
                    <a:pt x="30" y="6"/>
                  </a:cubicBezTo>
                  <a:cubicBezTo>
                    <a:pt x="30" y="3"/>
                    <a:pt x="27" y="0"/>
                    <a:pt x="24" y="0"/>
                  </a:cubicBezTo>
                  <a:cubicBezTo>
                    <a:pt x="17" y="0"/>
                    <a:pt x="17" y="0"/>
                    <a:pt x="17" y="0"/>
                  </a:cubicBezTo>
                  <a:cubicBezTo>
                    <a:pt x="14" y="0"/>
                    <a:pt x="11" y="3"/>
                    <a:pt x="11" y="6"/>
                  </a:cubicBezTo>
                  <a:cubicBezTo>
                    <a:pt x="11" y="11"/>
                    <a:pt x="11" y="11"/>
                    <a:pt x="11" y="11"/>
                  </a:cubicBezTo>
                  <a:cubicBezTo>
                    <a:pt x="6" y="11"/>
                    <a:pt x="6" y="11"/>
                    <a:pt x="6" y="11"/>
                  </a:cubicBezTo>
                  <a:cubicBezTo>
                    <a:pt x="2" y="11"/>
                    <a:pt x="0" y="14"/>
                    <a:pt x="0" y="17"/>
                  </a:cubicBezTo>
                  <a:close/>
                  <a:moveTo>
                    <a:pt x="14" y="17"/>
                  </a:moveTo>
                  <a:cubicBezTo>
                    <a:pt x="16" y="17"/>
                    <a:pt x="17" y="16"/>
                    <a:pt x="17" y="14"/>
                  </a:cubicBezTo>
                  <a:cubicBezTo>
                    <a:pt x="17" y="6"/>
                    <a:pt x="17" y="6"/>
                    <a:pt x="17" y="6"/>
                  </a:cubicBezTo>
                  <a:cubicBezTo>
                    <a:pt x="24" y="6"/>
                    <a:pt x="24" y="6"/>
                    <a:pt x="24" y="6"/>
                  </a:cubicBezTo>
                  <a:cubicBezTo>
                    <a:pt x="24" y="14"/>
                    <a:pt x="24" y="14"/>
                    <a:pt x="24" y="14"/>
                  </a:cubicBezTo>
                  <a:cubicBezTo>
                    <a:pt x="24" y="16"/>
                    <a:pt x="25" y="17"/>
                    <a:pt x="27" y="17"/>
                  </a:cubicBezTo>
                  <a:cubicBezTo>
                    <a:pt x="35" y="17"/>
                    <a:pt x="35" y="17"/>
                    <a:pt x="35" y="17"/>
                  </a:cubicBezTo>
                  <a:cubicBezTo>
                    <a:pt x="35" y="24"/>
                    <a:pt x="35" y="24"/>
                    <a:pt x="35" y="24"/>
                  </a:cubicBezTo>
                  <a:cubicBezTo>
                    <a:pt x="27" y="24"/>
                    <a:pt x="27" y="24"/>
                    <a:pt x="27" y="24"/>
                  </a:cubicBezTo>
                  <a:cubicBezTo>
                    <a:pt x="25" y="24"/>
                    <a:pt x="24" y="26"/>
                    <a:pt x="24" y="27"/>
                  </a:cubicBezTo>
                  <a:cubicBezTo>
                    <a:pt x="24" y="35"/>
                    <a:pt x="24" y="35"/>
                    <a:pt x="24" y="35"/>
                  </a:cubicBezTo>
                  <a:cubicBezTo>
                    <a:pt x="17" y="35"/>
                    <a:pt x="17" y="35"/>
                    <a:pt x="17" y="35"/>
                  </a:cubicBezTo>
                  <a:cubicBezTo>
                    <a:pt x="17" y="27"/>
                    <a:pt x="17" y="27"/>
                    <a:pt x="17" y="27"/>
                  </a:cubicBezTo>
                  <a:cubicBezTo>
                    <a:pt x="17" y="26"/>
                    <a:pt x="16" y="24"/>
                    <a:pt x="14" y="24"/>
                  </a:cubicBezTo>
                  <a:cubicBezTo>
                    <a:pt x="6" y="24"/>
                    <a:pt x="6" y="24"/>
                    <a:pt x="6" y="24"/>
                  </a:cubicBezTo>
                  <a:cubicBezTo>
                    <a:pt x="6" y="17"/>
                    <a:pt x="6" y="17"/>
                    <a:pt x="6" y="17"/>
                  </a:cubicBezTo>
                  <a:lnTo>
                    <a:pt x="14" y="17"/>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3" name="Google Shape;1293;p49"/>
            <p:cNvSpPr/>
            <p:nvPr/>
          </p:nvSpPr>
          <p:spPr>
            <a:xfrm>
              <a:off x="1576468" y="2185865"/>
              <a:ext cx="169350" cy="15395"/>
            </a:xfrm>
            <a:custGeom>
              <a:avLst/>
              <a:gdLst/>
              <a:ahLst/>
              <a:cxnLst/>
              <a:rect l="l" t="t" r="r" b="b"/>
              <a:pathLst>
                <a:path w="65" h="6" extrusionOk="0">
                  <a:moveTo>
                    <a:pt x="3" y="6"/>
                  </a:moveTo>
                  <a:cubicBezTo>
                    <a:pt x="61" y="6"/>
                    <a:pt x="61" y="6"/>
                    <a:pt x="61" y="6"/>
                  </a:cubicBezTo>
                  <a:cubicBezTo>
                    <a:pt x="63" y="6"/>
                    <a:pt x="64" y="5"/>
                    <a:pt x="64" y="4"/>
                  </a:cubicBezTo>
                  <a:cubicBezTo>
                    <a:pt x="65" y="2"/>
                    <a:pt x="63" y="0"/>
                    <a:pt x="62" y="0"/>
                  </a:cubicBezTo>
                  <a:cubicBezTo>
                    <a:pt x="3" y="0"/>
                    <a:pt x="3" y="0"/>
                    <a:pt x="3" y="0"/>
                  </a:cubicBezTo>
                  <a:cubicBezTo>
                    <a:pt x="2" y="0"/>
                    <a:pt x="0" y="2"/>
                    <a:pt x="0" y="4"/>
                  </a:cubicBezTo>
                  <a:cubicBezTo>
                    <a:pt x="1" y="5"/>
                    <a:pt x="2"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4" name="Google Shape;1294;p49"/>
            <p:cNvSpPr/>
            <p:nvPr/>
          </p:nvSpPr>
          <p:spPr>
            <a:xfrm>
              <a:off x="1576468" y="2217755"/>
              <a:ext cx="169350" cy="15395"/>
            </a:xfrm>
            <a:custGeom>
              <a:avLst/>
              <a:gdLst/>
              <a:ahLst/>
              <a:cxnLst/>
              <a:rect l="l" t="t" r="r" b="b"/>
              <a:pathLst>
                <a:path w="65" h="6" extrusionOk="0">
                  <a:moveTo>
                    <a:pt x="62" y="0"/>
                  </a:moveTo>
                  <a:cubicBezTo>
                    <a:pt x="3" y="0"/>
                    <a:pt x="3" y="0"/>
                    <a:pt x="3" y="0"/>
                  </a:cubicBezTo>
                  <a:cubicBezTo>
                    <a:pt x="2" y="0"/>
                    <a:pt x="1" y="1"/>
                    <a:pt x="0" y="3"/>
                  </a:cubicBezTo>
                  <a:cubicBezTo>
                    <a:pt x="0" y="4"/>
                    <a:pt x="2" y="6"/>
                    <a:pt x="3" y="6"/>
                  </a:cubicBezTo>
                  <a:cubicBezTo>
                    <a:pt x="61" y="6"/>
                    <a:pt x="61" y="6"/>
                    <a:pt x="61" y="6"/>
                  </a:cubicBezTo>
                  <a:cubicBezTo>
                    <a:pt x="63" y="6"/>
                    <a:pt x="64" y="5"/>
                    <a:pt x="64" y="3"/>
                  </a:cubicBezTo>
                  <a:cubicBezTo>
                    <a:pt x="65" y="2"/>
                    <a:pt x="63" y="0"/>
                    <a:pt x="6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5" name="Google Shape;1295;p49"/>
            <p:cNvSpPr/>
            <p:nvPr/>
          </p:nvSpPr>
          <p:spPr>
            <a:xfrm>
              <a:off x="1576468" y="2248546"/>
              <a:ext cx="169350" cy="15395"/>
            </a:xfrm>
            <a:custGeom>
              <a:avLst/>
              <a:gdLst/>
              <a:ahLst/>
              <a:cxnLst/>
              <a:rect l="l" t="t" r="r" b="b"/>
              <a:pathLst>
                <a:path w="65" h="6" extrusionOk="0">
                  <a:moveTo>
                    <a:pt x="62" y="0"/>
                  </a:moveTo>
                  <a:cubicBezTo>
                    <a:pt x="3" y="0"/>
                    <a:pt x="3" y="0"/>
                    <a:pt x="3" y="0"/>
                  </a:cubicBezTo>
                  <a:cubicBezTo>
                    <a:pt x="2" y="0"/>
                    <a:pt x="1" y="1"/>
                    <a:pt x="0" y="2"/>
                  </a:cubicBezTo>
                  <a:cubicBezTo>
                    <a:pt x="0" y="4"/>
                    <a:pt x="2" y="6"/>
                    <a:pt x="3" y="6"/>
                  </a:cubicBezTo>
                  <a:cubicBezTo>
                    <a:pt x="61" y="6"/>
                    <a:pt x="61" y="6"/>
                    <a:pt x="61" y="6"/>
                  </a:cubicBezTo>
                  <a:cubicBezTo>
                    <a:pt x="63" y="6"/>
                    <a:pt x="64" y="4"/>
                    <a:pt x="64" y="3"/>
                  </a:cubicBezTo>
                  <a:cubicBezTo>
                    <a:pt x="65" y="1"/>
                    <a:pt x="63" y="0"/>
                    <a:pt x="62"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96" name="Google Shape;1296;p49"/>
          <p:cNvGrpSpPr/>
          <p:nvPr/>
        </p:nvGrpSpPr>
        <p:grpSpPr>
          <a:xfrm>
            <a:off x="744565" y="1333618"/>
            <a:ext cx="291413" cy="392583"/>
            <a:chOff x="741816" y="1333618"/>
            <a:chExt cx="291413" cy="392583"/>
          </a:xfrm>
        </p:grpSpPr>
        <p:sp>
          <p:nvSpPr>
            <p:cNvPr id="1297" name="Google Shape;1297;p49"/>
            <p:cNvSpPr/>
            <p:nvPr/>
          </p:nvSpPr>
          <p:spPr>
            <a:xfrm>
              <a:off x="804498" y="1530459"/>
              <a:ext cx="17595" cy="15395"/>
            </a:xfrm>
            <a:custGeom>
              <a:avLst/>
              <a:gdLst/>
              <a:ahLst/>
              <a:cxnLst/>
              <a:rect l="l" t="t" r="r" b="b"/>
              <a:pathLst>
                <a:path w="7" h="6" extrusionOk="0">
                  <a:moveTo>
                    <a:pt x="3" y="0"/>
                  </a:moveTo>
                  <a:cubicBezTo>
                    <a:pt x="1" y="0"/>
                    <a:pt x="0" y="2"/>
                    <a:pt x="0" y="4"/>
                  </a:cubicBezTo>
                  <a:cubicBezTo>
                    <a:pt x="0" y="5"/>
                    <a:pt x="1" y="5"/>
                    <a:pt x="2" y="6"/>
                  </a:cubicBezTo>
                  <a:cubicBezTo>
                    <a:pt x="4" y="6"/>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8" name="Google Shape;1298;p49"/>
            <p:cNvSpPr/>
            <p:nvPr/>
          </p:nvSpPr>
          <p:spPr>
            <a:xfrm>
              <a:off x="971648" y="1639327"/>
              <a:ext cx="17595" cy="18695"/>
            </a:xfrm>
            <a:custGeom>
              <a:avLst/>
              <a:gdLst/>
              <a:ahLst/>
              <a:cxnLst/>
              <a:rect l="l" t="t" r="r" b="b"/>
              <a:pathLst>
                <a:path w="7" h="7" extrusionOk="0">
                  <a:moveTo>
                    <a:pt x="4" y="0"/>
                  </a:moveTo>
                  <a:cubicBezTo>
                    <a:pt x="4" y="0"/>
                    <a:pt x="4" y="0"/>
                    <a:pt x="4" y="0"/>
                  </a:cubicBezTo>
                  <a:cubicBezTo>
                    <a:pt x="3" y="0"/>
                    <a:pt x="2" y="1"/>
                    <a:pt x="1" y="2"/>
                  </a:cubicBezTo>
                  <a:cubicBezTo>
                    <a:pt x="0" y="4"/>
                    <a:pt x="2" y="7"/>
                    <a:pt x="5" y="6"/>
                  </a:cubicBezTo>
                  <a:cubicBezTo>
                    <a:pt x="6" y="5"/>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9" name="Google Shape;1299;p49"/>
            <p:cNvSpPr/>
            <p:nvPr/>
          </p:nvSpPr>
          <p:spPr>
            <a:xfrm>
              <a:off x="798999" y="1496370"/>
              <a:ext cx="41788" cy="23093"/>
            </a:xfrm>
            <a:custGeom>
              <a:avLst/>
              <a:gdLst/>
              <a:ahLst/>
              <a:cxnLst/>
              <a:rect l="l" t="t" r="r" b="b"/>
              <a:pathLst>
                <a:path w="16" h="9" extrusionOk="0">
                  <a:moveTo>
                    <a:pt x="16" y="6"/>
                  </a:moveTo>
                  <a:cubicBezTo>
                    <a:pt x="16" y="4"/>
                    <a:pt x="15" y="3"/>
                    <a:pt x="13" y="3"/>
                  </a:cubicBezTo>
                  <a:cubicBezTo>
                    <a:pt x="12" y="3"/>
                    <a:pt x="10" y="2"/>
                    <a:pt x="9" y="2"/>
                  </a:cubicBezTo>
                  <a:cubicBezTo>
                    <a:pt x="7" y="1"/>
                    <a:pt x="5" y="0"/>
                    <a:pt x="3" y="0"/>
                  </a:cubicBezTo>
                  <a:cubicBezTo>
                    <a:pt x="1" y="0"/>
                    <a:pt x="0" y="1"/>
                    <a:pt x="0" y="3"/>
                  </a:cubicBezTo>
                  <a:cubicBezTo>
                    <a:pt x="0" y="4"/>
                    <a:pt x="1" y="6"/>
                    <a:pt x="3" y="6"/>
                  </a:cubicBezTo>
                  <a:cubicBezTo>
                    <a:pt x="4" y="6"/>
                    <a:pt x="5" y="6"/>
                    <a:pt x="7" y="7"/>
                  </a:cubicBezTo>
                  <a:cubicBezTo>
                    <a:pt x="9" y="8"/>
                    <a:pt x="11" y="9"/>
                    <a:pt x="13" y="9"/>
                  </a:cubicBezTo>
                  <a:cubicBezTo>
                    <a:pt x="15" y="9"/>
                    <a:pt x="16" y="7"/>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0" name="Google Shape;1300;p49"/>
            <p:cNvSpPr/>
            <p:nvPr/>
          </p:nvSpPr>
          <p:spPr>
            <a:xfrm>
              <a:off x="741816" y="1333618"/>
              <a:ext cx="291413" cy="392583"/>
            </a:xfrm>
            <a:custGeom>
              <a:avLst/>
              <a:gdLst/>
              <a:ahLst/>
              <a:cxnLst/>
              <a:rect l="l" t="t" r="r" b="b"/>
              <a:pathLst>
                <a:path w="112" h="150" extrusionOk="0">
                  <a:moveTo>
                    <a:pt x="112" y="30"/>
                  </a:moveTo>
                  <a:cubicBezTo>
                    <a:pt x="112" y="28"/>
                    <a:pt x="111" y="26"/>
                    <a:pt x="109" y="25"/>
                  </a:cubicBezTo>
                  <a:cubicBezTo>
                    <a:pt x="109" y="18"/>
                    <a:pt x="109" y="18"/>
                    <a:pt x="109" y="18"/>
                  </a:cubicBezTo>
                  <a:cubicBezTo>
                    <a:pt x="109" y="9"/>
                    <a:pt x="102" y="1"/>
                    <a:pt x="92" y="1"/>
                  </a:cubicBezTo>
                  <a:cubicBezTo>
                    <a:pt x="82" y="0"/>
                    <a:pt x="74" y="8"/>
                    <a:pt x="74" y="18"/>
                  </a:cubicBezTo>
                  <a:cubicBezTo>
                    <a:pt x="74" y="23"/>
                    <a:pt x="74" y="23"/>
                    <a:pt x="74" y="23"/>
                  </a:cubicBezTo>
                  <a:cubicBezTo>
                    <a:pt x="70" y="22"/>
                    <a:pt x="66" y="21"/>
                    <a:pt x="62" y="21"/>
                  </a:cubicBezTo>
                  <a:cubicBezTo>
                    <a:pt x="48" y="21"/>
                    <a:pt x="36" y="27"/>
                    <a:pt x="26" y="36"/>
                  </a:cubicBezTo>
                  <a:cubicBezTo>
                    <a:pt x="17" y="45"/>
                    <a:pt x="12" y="58"/>
                    <a:pt x="12" y="71"/>
                  </a:cubicBezTo>
                  <a:cubicBezTo>
                    <a:pt x="12" y="74"/>
                    <a:pt x="9" y="80"/>
                    <a:pt x="4" y="86"/>
                  </a:cubicBezTo>
                  <a:cubicBezTo>
                    <a:pt x="0" y="92"/>
                    <a:pt x="1" y="96"/>
                    <a:pt x="2" y="98"/>
                  </a:cubicBezTo>
                  <a:cubicBezTo>
                    <a:pt x="3" y="101"/>
                    <a:pt x="7" y="104"/>
                    <a:pt x="14" y="105"/>
                  </a:cubicBezTo>
                  <a:cubicBezTo>
                    <a:pt x="14" y="117"/>
                    <a:pt x="14" y="117"/>
                    <a:pt x="14" y="117"/>
                  </a:cubicBezTo>
                  <a:cubicBezTo>
                    <a:pt x="14" y="126"/>
                    <a:pt x="22" y="133"/>
                    <a:pt x="30" y="133"/>
                  </a:cubicBezTo>
                  <a:cubicBezTo>
                    <a:pt x="38" y="133"/>
                    <a:pt x="42" y="133"/>
                    <a:pt x="44" y="135"/>
                  </a:cubicBezTo>
                  <a:cubicBezTo>
                    <a:pt x="46" y="136"/>
                    <a:pt x="46" y="140"/>
                    <a:pt x="47" y="147"/>
                  </a:cubicBezTo>
                  <a:cubicBezTo>
                    <a:pt x="47" y="149"/>
                    <a:pt x="48" y="150"/>
                    <a:pt x="49" y="150"/>
                  </a:cubicBezTo>
                  <a:cubicBezTo>
                    <a:pt x="91" y="150"/>
                    <a:pt x="91" y="150"/>
                    <a:pt x="91" y="150"/>
                  </a:cubicBezTo>
                  <a:cubicBezTo>
                    <a:pt x="92" y="150"/>
                    <a:pt x="92" y="150"/>
                    <a:pt x="92" y="150"/>
                  </a:cubicBezTo>
                  <a:cubicBezTo>
                    <a:pt x="94" y="149"/>
                    <a:pt x="94" y="148"/>
                    <a:pt x="94" y="147"/>
                  </a:cubicBezTo>
                  <a:cubicBezTo>
                    <a:pt x="94" y="141"/>
                    <a:pt x="94" y="137"/>
                    <a:pt x="94" y="133"/>
                  </a:cubicBezTo>
                  <a:cubicBezTo>
                    <a:pt x="94" y="132"/>
                    <a:pt x="92" y="130"/>
                    <a:pt x="91" y="130"/>
                  </a:cubicBezTo>
                  <a:cubicBezTo>
                    <a:pt x="91" y="130"/>
                    <a:pt x="91" y="130"/>
                    <a:pt x="91" y="130"/>
                  </a:cubicBezTo>
                  <a:cubicBezTo>
                    <a:pt x="89" y="130"/>
                    <a:pt x="88" y="132"/>
                    <a:pt x="88" y="133"/>
                  </a:cubicBezTo>
                  <a:cubicBezTo>
                    <a:pt x="88" y="136"/>
                    <a:pt x="88" y="140"/>
                    <a:pt x="88" y="144"/>
                  </a:cubicBezTo>
                  <a:cubicBezTo>
                    <a:pt x="52" y="144"/>
                    <a:pt x="52" y="144"/>
                    <a:pt x="52" y="144"/>
                  </a:cubicBezTo>
                  <a:cubicBezTo>
                    <a:pt x="52" y="138"/>
                    <a:pt x="51" y="133"/>
                    <a:pt x="48" y="130"/>
                  </a:cubicBezTo>
                  <a:cubicBezTo>
                    <a:pt x="44" y="127"/>
                    <a:pt x="39" y="127"/>
                    <a:pt x="30" y="127"/>
                  </a:cubicBezTo>
                  <a:cubicBezTo>
                    <a:pt x="25" y="127"/>
                    <a:pt x="20" y="123"/>
                    <a:pt x="20" y="117"/>
                  </a:cubicBezTo>
                  <a:cubicBezTo>
                    <a:pt x="20" y="113"/>
                    <a:pt x="20" y="113"/>
                    <a:pt x="20" y="113"/>
                  </a:cubicBezTo>
                  <a:cubicBezTo>
                    <a:pt x="22" y="113"/>
                    <a:pt x="25" y="114"/>
                    <a:pt x="28" y="116"/>
                  </a:cubicBezTo>
                  <a:cubicBezTo>
                    <a:pt x="28" y="116"/>
                    <a:pt x="29" y="116"/>
                    <a:pt x="29" y="116"/>
                  </a:cubicBezTo>
                  <a:cubicBezTo>
                    <a:pt x="30" y="116"/>
                    <a:pt x="31" y="116"/>
                    <a:pt x="32" y="114"/>
                  </a:cubicBezTo>
                  <a:cubicBezTo>
                    <a:pt x="32" y="113"/>
                    <a:pt x="32" y="111"/>
                    <a:pt x="30" y="111"/>
                  </a:cubicBezTo>
                  <a:cubicBezTo>
                    <a:pt x="28" y="109"/>
                    <a:pt x="24" y="108"/>
                    <a:pt x="20" y="108"/>
                  </a:cubicBezTo>
                  <a:cubicBezTo>
                    <a:pt x="20" y="102"/>
                    <a:pt x="20" y="102"/>
                    <a:pt x="20" y="102"/>
                  </a:cubicBezTo>
                  <a:cubicBezTo>
                    <a:pt x="20" y="100"/>
                    <a:pt x="19" y="99"/>
                    <a:pt x="17" y="99"/>
                  </a:cubicBezTo>
                  <a:cubicBezTo>
                    <a:pt x="12" y="99"/>
                    <a:pt x="8" y="98"/>
                    <a:pt x="7" y="96"/>
                  </a:cubicBezTo>
                  <a:cubicBezTo>
                    <a:pt x="6" y="94"/>
                    <a:pt x="7" y="92"/>
                    <a:pt x="9" y="89"/>
                  </a:cubicBezTo>
                  <a:cubicBezTo>
                    <a:pt x="13" y="84"/>
                    <a:pt x="17" y="77"/>
                    <a:pt x="17" y="71"/>
                  </a:cubicBezTo>
                  <a:cubicBezTo>
                    <a:pt x="17" y="47"/>
                    <a:pt x="37" y="27"/>
                    <a:pt x="62" y="27"/>
                  </a:cubicBezTo>
                  <a:cubicBezTo>
                    <a:pt x="65" y="27"/>
                    <a:pt x="68" y="28"/>
                    <a:pt x="71" y="28"/>
                  </a:cubicBezTo>
                  <a:cubicBezTo>
                    <a:pt x="71" y="29"/>
                    <a:pt x="71" y="29"/>
                    <a:pt x="71" y="30"/>
                  </a:cubicBezTo>
                  <a:cubicBezTo>
                    <a:pt x="71" y="40"/>
                    <a:pt x="71" y="40"/>
                    <a:pt x="71" y="40"/>
                  </a:cubicBezTo>
                  <a:cubicBezTo>
                    <a:pt x="63" y="40"/>
                    <a:pt x="63" y="40"/>
                    <a:pt x="63" y="40"/>
                  </a:cubicBezTo>
                  <a:cubicBezTo>
                    <a:pt x="61" y="36"/>
                    <a:pt x="58" y="34"/>
                    <a:pt x="54" y="34"/>
                  </a:cubicBezTo>
                  <a:cubicBezTo>
                    <a:pt x="49" y="35"/>
                    <a:pt x="46" y="38"/>
                    <a:pt x="46" y="42"/>
                  </a:cubicBezTo>
                  <a:cubicBezTo>
                    <a:pt x="45" y="47"/>
                    <a:pt x="49" y="52"/>
                    <a:pt x="54" y="52"/>
                  </a:cubicBezTo>
                  <a:cubicBezTo>
                    <a:pt x="58" y="52"/>
                    <a:pt x="61" y="49"/>
                    <a:pt x="63" y="46"/>
                  </a:cubicBezTo>
                  <a:cubicBezTo>
                    <a:pt x="71" y="46"/>
                    <a:pt x="71" y="46"/>
                    <a:pt x="71" y="46"/>
                  </a:cubicBezTo>
                  <a:cubicBezTo>
                    <a:pt x="71" y="50"/>
                    <a:pt x="71" y="50"/>
                    <a:pt x="71" y="50"/>
                  </a:cubicBezTo>
                  <a:cubicBezTo>
                    <a:pt x="71" y="54"/>
                    <a:pt x="73" y="57"/>
                    <a:pt x="77" y="58"/>
                  </a:cubicBezTo>
                  <a:cubicBezTo>
                    <a:pt x="77" y="63"/>
                    <a:pt x="77" y="63"/>
                    <a:pt x="77" y="63"/>
                  </a:cubicBezTo>
                  <a:cubicBezTo>
                    <a:pt x="63" y="77"/>
                    <a:pt x="63" y="77"/>
                    <a:pt x="63" y="77"/>
                  </a:cubicBezTo>
                  <a:cubicBezTo>
                    <a:pt x="62" y="78"/>
                    <a:pt x="62" y="79"/>
                    <a:pt x="62" y="79"/>
                  </a:cubicBezTo>
                  <a:cubicBezTo>
                    <a:pt x="62" y="91"/>
                    <a:pt x="62" y="91"/>
                    <a:pt x="62" y="91"/>
                  </a:cubicBezTo>
                  <a:cubicBezTo>
                    <a:pt x="58" y="93"/>
                    <a:pt x="56" y="96"/>
                    <a:pt x="56" y="100"/>
                  </a:cubicBezTo>
                  <a:cubicBezTo>
                    <a:pt x="56" y="105"/>
                    <a:pt x="60" y="108"/>
                    <a:pt x="64" y="108"/>
                  </a:cubicBezTo>
                  <a:cubicBezTo>
                    <a:pt x="69" y="109"/>
                    <a:pt x="73" y="105"/>
                    <a:pt x="73" y="100"/>
                  </a:cubicBezTo>
                  <a:cubicBezTo>
                    <a:pt x="73" y="96"/>
                    <a:pt x="71" y="93"/>
                    <a:pt x="67" y="91"/>
                  </a:cubicBezTo>
                  <a:cubicBezTo>
                    <a:pt x="67" y="81"/>
                    <a:pt x="67" y="81"/>
                    <a:pt x="67" y="81"/>
                  </a:cubicBezTo>
                  <a:cubicBezTo>
                    <a:pt x="82" y="66"/>
                    <a:pt x="82" y="66"/>
                    <a:pt x="82" y="66"/>
                  </a:cubicBezTo>
                  <a:cubicBezTo>
                    <a:pt x="82" y="66"/>
                    <a:pt x="83" y="65"/>
                    <a:pt x="83" y="64"/>
                  </a:cubicBezTo>
                  <a:cubicBezTo>
                    <a:pt x="83" y="59"/>
                    <a:pt x="83" y="59"/>
                    <a:pt x="83" y="59"/>
                  </a:cubicBezTo>
                  <a:cubicBezTo>
                    <a:pt x="88" y="59"/>
                    <a:pt x="88" y="59"/>
                    <a:pt x="88" y="59"/>
                  </a:cubicBezTo>
                  <a:cubicBezTo>
                    <a:pt x="88" y="70"/>
                    <a:pt x="88" y="70"/>
                    <a:pt x="88" y="70"/>
                  </a:cubicBezTo>
                  <a:cubicBezTo>
                    <a:pt x="85" y="72"/>
                    <a:pt x="82" y="75"/>
                    <a:pt x="83" y="79"/>
                  </a:cubicBezTo>
                  <a:cubicBezTo>
                    <a:pt x="83" y="84"/>
                    <a:pt x="86" y="87"/>
                    <a:pt x="91" y="87"/>
                  </a:cubicBezTo>
                  <a:cubicBezTo>
                    <a:pt x="96" y="88"/>
                    <a:pt x="100" y="84"/>
                    <a:pt x="100" y="79"/>
                  </a:cubicBezTo>
                  <a:cubicBezTo>
                    <a:pt x="100" y="75"/>
                    <a:pt x="98" y="72"/>
                    <a:pt x="94" y="70"/>
                  </a:cubicBezTo>
                  <a:cubicBezTo>
                    <a:pt x="94" y="59"/>
                    <a:pt x="94" y="59"/>
                    <a:pt x="94" y="59"/>
                  </a:cubicBezTo>
                  <a:cubicBezTo>
                    <a:pt x="103" y="59"/>
                    <a:pt x="103" y="59"/>
                    <a:pt x="103" y="59"/>
                  </a:cubicBezTo>
                  <a:cubicBezTo>
                    <a:pt x="103" y="59"/>
                    <a:pt x="104" y="59"/>
                    <a:pt x="104" y="59"/>
                  </a:cubicBezTo>
                  <a:cubicBezTo>
                    <a:pt x="105" y="63"/>
                    <a:pt x="106" y="67"/>
                    <a:pt x="106" y="71"/>
                  </a:cubicBezTo>
                  <a:cubicBezTo>
                    <a:pt x="106" y="79"/>
                    <a:pt x="104" y="87"/>
                    <a:pt x="99" y="94"/>
                  </a:cubicBezTo>
                  <a:cubicBezTo>
                    <a:pt x="97" y="98"/>
                    <a:pt x="95" y="102"/>
                    <a:pt x="93" y="106"/>
                  </a:cubicBezTo>
                  <a:cubicBezTo>
                    <a:pt x="92" y="108"/>
                    <a:pt x="93" y="109"/>
                    <a:pt x="94" y="110"/>
                  </a:cubicBezTo>
                  <a:cubicBezTo>
                    <a:pt x="95" y="110"/>
                    <a:pt x="95" y="110"/>
                    <a:pt x="96" y="110"/>
                  </a:cubicBezTo>
                  <a:cubicBezTo>
                    <a:pt x="97" y="110"/>
                    <a:pt x="98" y="110"/>
                    <a:pt x="98" y="109"/>
                  </a:cubicBezTo>
                  <a:cubicBezTo>
                    <a:pt x="100" y="105"/>
                    <a:pt x="102" y="101"/>
                    <a:pt x="104" y="97"/>
                  </a:cubicBezTo>
                  <a:cubicBezTo>
                    <a:pt x="109" y="89"/>
                    <a:pt x="112" y="80"/>
                    <a:pt x="112" y="71"/>
                  </a:cubicBezTo>
                  <a:cubicBezTo>
                    <a:pt x="112" y="66"/>
                    <a:pt x="111" y="61"/>
                    <a:pt x="109" y="56"/>
                  </a:cubicBezTo>
                  <a:cubicBezTo>
                    <a:pt x="111" y="55"/>
                    <a:pt x="112" y="52"/>
                    <a:pt x="112" y="50"/>
                  </a:cubicBezTo>
                  <a:cubicBezTo>
                    <a:pt x="112" y="30"/>
                    <a:pt x="112" y="30"/>
                    <a:pt x="112" y="30"/>
                  </a:cubicBezTo>
                  <a:close/>
                  <a:moveTo>
                    <a:pt x="54" y="46"/>
                  </a:moveTo>
                  <a:cubicBezTo>
                    <a:pt x="53" y="46"/>
                    <a:pt x="51" y="44"/>
                    <a:pt x="51" y="43"/>
                  </a:cubicBezTo>
                  <a:cubicBezTo>
                    <a:pt x="51" y="41"/>
                    <a:pt x="53" y="40"/>
                    <a:pt x="54" y="40"/>
                  </a:cubicBezTo>
                  <a:cubicBezTo>
                    <a:pt x="56" y="40"/>
                    <a:pt x="57" y="41"/>
                    <a:pt x="57" y="43"/>
                  </a:cubicBezTo>
                  <a:cubicBezTo>
                    <a:pt x="57" y="44"/>
                    <a:pt x="56" y="46"/>
                    <a:pt x="54" y="46"/>
                  </a:cubicBezTo>
                  <a:close/>
                  <a:moveTo>
                    <a:pt x="65" y="103"/>
                  </a:moveTo>
                  <a:cubicBezTo>
                    <a:pt x="63" y="103"/>
                    <a:pt x="61" y="101"/>
                    <a:pt x="62" y="99"/>
                  </a:cubicBezTo>
                  <a:cubicBezTo>
                    <a:pt x="62" y="98"/>
                    <a:pt x="64" y="97"/>
                    <a:pt x="65" y="97"/>
                  </a:cubicBezTo>
                  <a:cubicBezTo>
                    <a:pt x="65" y="97"/>
                    <a:pt x="65" y="97"/>
                    <a:pt x="65" y="97"/>
                  </a:cubicBezTo>
                  <a:cubicBezTo>
                    <a:pt x="65" y="97"/>
                    <a:pt x="65" y="97"/>
                    <a:pt x="65" y="97"/>
                  </a:cubicBezTo>
                  <a:cubicBezTo>
                    <a:pt x="66" y="97"/>
                    <a:pt x="67" y="98"/>
                    <a:pt x="68" y="99"/>
                  </a:cubicBezTo>
                  <a:cubicBezTo>
                    <a:pt x="68" y="101"/>
                    <a:pt x="67" y="103"/>
                    <a:pt x="65" y="103"/>
                  </a:cubicBezTo>
                  <a:close/>
                  <a:moveTo>
                    <a:pt x="91" y="81"/>
                  </a:moveTo>
                  <a:cubicBezTo>
                    <a:pt x="90" y="81"/>
                    <a:pt x="89" y="80"/>
                    <a:pt x="89" y="79"/>
                  </a:cubicBezTo>
                  <a:cubicBezTo>
                    <a:pt x="89" y="77"/>
                    <a:pt x="90" y="76"/>
                    <a:pt x="91" y="76"/>
                  </a:cubicBezTo>
                  <a:cubicBezTo>
                    <a:pt x="93" y="76"/>
                    <a:pt x="94" y="77"/>
                    <a:pt x="94" y="79"/>
                  </a:cubicBezTo>
                  <a:cubicBezTo>
                    <a:pt x="94" y="80"/>
                    <a:pt x="93" y="81"/>
                    <a:pt x="91" y="81"/>
                  </a:cubicBezTo>
                  <a:close/>
                  <a:moveTo>
                    <a:pt x="103" y="18"/>
                  </a:moveTo>
                  <a:cubicBezTo>
                    <a:pt x="103" y="24"/>
                    <a:pt x="103" y="24"/>
                    <a:pt x="103" y="24"/>
                  </a:cubicBezTo>
                  <a:cubicBezTo>
                    <a:pt x="80" y="24"/>
                    <a:pt x="80" y="24"/>
                    <a:pt x="80" y="24"/>
                  </a:cubicBezTo>
                  <a:cubicBezTo>
                    <a:pt x="80" y="18"/>
                    <a:pt x="80" y="18"/>
                    <a:pt x="80" y="18"/>
                  </a:cubicBezTo>
                  <a:cubicBezTo>
                    <a:pt x="80" y="11"/>
                    <a:pt x="85" y="6"/>
                    <a:pt x="92" y="7"/>
                  </a:cubicBezTo>
                  <a:cubicBezTo>
                    <a:pt x="98" y="7"/>
                    <a:pt x="103" y="12"/>
                    <a:pt x="103" y="18"/>
                  </a:cubicBezTo>
                  <a:close/>
                  <a:moveTo>
                    <a:pt x="80" y="53"/>
                  </a:moveTo>
                  <a:cubicBezTo>
                    <a:pt x="78" y="53"/>
                    <a:pt x="77" y="52"/>
                    <a:pt x="77" y="50"/>
                  </a:cubicBezTo>
                  <a:cubicBezTo>
                    <a:pt x="77" y="30"/>
                    <a:pt x="77" y="30"/>
                    <a:pt x="77" y="30"/>
                  </a:cubicBezTo>
                  <a:cubicBezTo>
                    <a:pt x="106" y="30"/>
                    <a:pt x="106" y="30"/>
                    <a:pt x="106" y="30"/>
                  </a:cubicBezTo>
                  <a:cubicBezTo>
                    <a:pt x="106" y="50"/>
                    <a:pt x="106" y="50"/>
                    <a:pt x="106" y="50"/>
                  </a:cubicBezTo>
                  <a:cubicBezTo>
                    <a:pt x="106" y="52"/>
                    <a:pt x="105" y="53"/>
                    <a:pt x="103" y="53"/>
                  </a:cubicBezTo>
                  <a:lnTo>
                    <a:pt x="80" y="53"/>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1" name="Google Shape;1301;p49"/>
            <p:cNvSpPr/>
            <p:nvPr/>
          </p:nvSpPr>
          <p:spPr>
            <a:xfrm>
              <a:off x="962851" y="1420492"/>
              <a:ext cx="31891" cy="43987"/>
            </a:xfrm>
            <a:custGeom>
              <a:avLst/>
              <a:gdLst/>
              <a:ahLst/>
              <a:cxnLst/>
              <a:rect l="l" t="t" r="r" b="b"/>
              <a:pathLst>
                <a:path w="12" h="17" extrusionOk="0">
                  <a:moveTo>
                    <a:pt x="1" y="5"/>
                  </a:moveTo>
                  <a:cubicBezTo>
                    <a:pt x="0" y="8"/>
                    <a:pt x="2" y="10"/>
                    <a:pt x="3" y="11"/>
                  </a:cubicBezTo>
                  <a:cubicBezTo>
                    <a:pt x="3" y="14"/>
                    <a:pt x="3" y="14"/>
                    <a:pt x="3" y="14"/>
                  </a:cubicBezTo>
                  <a:cubicBezTo>
                    <a:pt x="3" y="16"/>
                    <a:pt x="4" y="17"/>
                    <a:pt x="6" y="17"/>
                  </a:cubicBezTo>
                  <a:cubicBezTo>
                    <a:pt x="8" y="17"/>
                    <a:pt x="9" y="16"/>
                    <a:pt x="9" y="14"/>
                  </a:cubicBezTo>
                  <a:cubicBezTo>
                    <a:pt x="9" y="11"/>
                    <a:pt x="9" y="11"/>
                    <a:pt x="9" y="11"/>
                  </a:cubicBezTo>
                  <a:cubicBezTo>
                    <a:pt x="11" y="10"/>
                    <a:pt x="12" y="8"/>
                    <a:pt x="12" y="6"/>
                  </a:cubicBezTo>
                  <a:cubicBezTo>
                    <a:pt x="12" y="2"/>
                    <a:pt x="9" y="0"/>
                    <a:pt x="6" y="0"/>
                  </a:cubicBezTo>
                  <a:cubicBezTo>
                    <a:pt x="3" y="0"/>
                    <a:pt x="1" y="2"/>
                    <a:pt x="1"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02" name="Google Shape;1302;p49"/>
          <p:cNvGrpSpPr/>
          <p:nvPr/>
        </p:nvGrpSpPr>
        <p:grpSpPr>
          <a:xfrm>
            <a:off x="7990856" y="1346814"/>
            <a:ext cx="391484" cy="389284"/>
            <a:chOff x="7976561" y="1346814"/>
            <a:chExt cx="391484" cy="389284"/>
          </a:xfrm>
        </p:grpSpPr>
        <p:sp>
          <p:nvSpPr>
            <p:cNvPr id="1303" name="Google Shape;1303;p49"/>
            <p:cNvSpPr/>
            <p:nvPr/>
          </p:nvSpPr>
          <p:spPr>
            <a:xfrm>
              <a:off x="8046940" y="1509566"/>
              <a:ext cx="17595" cy="17595"/>
            </a:xfrm>
            <a:custGeom>
              <a:avLst/>
              <a:gdLst/>
              <a:ahLst/>
              <a:cxnLst/>
              <a:rect l="l" t="t" r="r" b="b"/>
              <a:pathLst>
                <a:path w="7" h="7" extrusionOk="0">
                  <a:moveTo>
                    <a:pt x="4" y="0"/>
                  </a:moveTo>
                  <a:cubicBezTo>
                    <a:pt x="2" y="0"/>
                    <a:pt x="0" y="2"/>
                    <a:pt x="1" y="4"/>
                  </a:cubicBezTo>
                  <a:cubicBezTo>
                    <a:pt x="1" y="5"/>
                    <a:pt x="2" y="6"/>
                    <a:pt x="2" y="6"/>
                  </a:cubicBezTo>
                  <a:cubicBezTo>
                    <a:pt x="5" y="7"/>
                    <a:pt x="7" y="4"/>
                    <a:pt x="6"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4" name="Google Shape;1304;p49"/>
            <p:cNvSpPr/>
            <p:nvPr/>
          </p:nvSpPr>
          <p:spPr>
            <a:xfrm>
              <a:off x="8244881" y="1639327"/>
              <a:ext cx="18695" cy="16495"/>
            </a:xfrm>
            <a:custGeom>
              <a:avLst/>
              <a:gdLst/>
              <a:ahLst/>
              <a:cxnLst/>
              <a:rect l="l" t="t" r="r" b="b"/>
              <a:pathLst>
                <a:path w="7" h="6" extrusionOk="0">
                  <a:moveTo>
                    <a:pt x="4" y="0"/>
                  </a:moveTo>
                  <a:cubicBezTo>
                    <a:pt x="4" y="0"/>
                    <a:pt x="4" y="0"/>
                    <a:pt x="4" y="0"/>
                  </a:cubicBezTo>
                  <a:cubicBezTo>
                    <a:pt x="2" y="0"/>
                    <a:pt x="1" y="0"/>
                    <a:pt x="1" y="1"/>
                  </a:cubicBezTo>
                  <a:cubicBezTo>
                    <a:pt x="0" y="4"/>
                    <a:pt x="2" y="6"/>
                    <a:pt x="5" y="5"/>
                  </a:cubicBezTo>
                  <a:cubicBezTo>
                    <a:pt x="5" y="5"/>
                    <a:pt x="6" y="4"/>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5" name="Google Shape;1305;p49"/>
            <p:cNvSpPr/>
            <p:nvPr/>
          </p:nvSpPr>
          <p:spPr>
            <a:xfrm>
              <a:off x="7976561" y="1346814"/>
              <a:ext cx="391484" cy="389284"/>
            </a:xfrm>
            <a:custGeom>
              <a:avLst/>
              <a:gdLst/>
              <a:ahLst/>
              <a:cxnLst/>
              <a:rect l="l" t="t" r="r" b="b"/>
              <a:pathLst>
                <a:path w="150" h="149" extrusionOk="0">
                  <a:moveTo>
                    <a:pt x="147" y="35"/>
                  </a:moveTo>
                  <a:cubicBezTo>
                    <a:pt x="147" y="35"/>
                    <a:pt x="147" y="35"/>
                    <a:pt x="147" y="35"/>
                  </a:cubicBezTo>
                  <a:cubicBezTo>
                    <a:pt x="147" y="32"/>
                    <a:pt x="147" y="32"/>
                    <a:pt x="147" y="32"/>
                  </a:cubicBezTo>
                  <a:cubicBezTo>
                    <a:pt x="147" y="27"/>
                    <a:pt x="143" y="23"/>
                    <a:pt x="138" y="23"/>
                  </a:cubicBezTo>
                  <a:cubicBezTo>
                    <a:pt x="118" y="23"/>
                    <a:pt x="118" y="23"/>
                    <a:pt x="118" y="23"/>
                  </a:cubicBezTo>
                  <a:cubicBezTo>
                    <a:pt x="107" y="8"/>
                    <a:pt x="90" y="0"/>
                    <a:pt x="71" y="0"/>
                  </a:cubicBezTo>
                  <a:cubicBezTo>
                    <a:pt x="56" y="0"/>
                    <a:pt x="41" y="6"/>
                    <a:pt x="30" y="17"/>
                  </a:cubicBezTo>
                  <a:cubicBezTo>
                    <a:pt x="19" y="27"/>
                    <a:pt x="13" y="42"/>
                    <a:pt x="13" y="57"/>
                  </a:cubicBezTo>
                  <a:cubicBezTo>
                    <a:pt x="13" y="61"/>
                    <a:pt x="10" y="67"/>
                    <a:pt x="5" y="75"/>
                  </a:cubicBezTo>
                  <a:cubicBezTo>
                    <a:pt x="0" y="82"/>
                    <a:pt x="0" y="86"/>
                    <a:pt x="2" y="89"/>
                  </a:cubicBezTo>
                  <a:cubicBezTo>
                    <a:pt x="3" y="92"/>
                    <a:pt x="17" y="96"/>
                    <a:pt x="17" y="96"/>
                  </a:cubicBezTo>
                  <a:cubicBezTo>
                    <a:pt x="17" y="111"/>
                    <a:pt x="17" y="111"/>
                    <a:pt x="17" y="111"/>
                  </a:cubicBezTo>
                  <a:cubicBezTo>
                    <a:pt x="17" y="121"/>
                    <a:pt x="25" y="129"/>
                    <a:pt x="35" y="129"/>
                  </a:cubicBezTo>
                  <a:cubicBezTo>
                    <a:pt x="44" y="129"/>
                    <a:pt x="49" y="129"/>
                    <a:pt x="51" y="131"/>
                  </a:cubicBezTo>
                  <a:cubicBezTo>
                    <a:pt x="53" y="133"/>
                    <a:pt x="54" y="138"/>
                    <a:pt x="54" y="146"/>
                  </a:cubicBezTo>
                  <a:cubicBezTo>
                    <a:pt x="54" y="148"/>
                    <a:pt x="56" y="149"/>
                    <a:pt x="57" y="149"/>
                  </a:cubicBezTo>
                  <a:cubicBezTo>
                    <a:pt x="106" y="149"/>
                    <a:pt x="106" y="149"/>
                    <a:pt x="106" y="149"/>
                  </a:cubicBezTo>
                  <a:cubicBezTo>
                    <a:pt x="106" y="149"/>
                    <a:pt x="107" y="149"/>
                    <a:pt x="107" y="149"/>
                  </a:cubicBezTo>
                  <a:cubicBezTo>
                    <a:pt x="108" y="148"/>
                    <a:pt x="109" y="147"/>
                    <a:pt x="109" y="146"/>
                  </a:cubicBezTo>
                  <a:cubicBezTo>
                    <a:pt x="108" y="138"/>
                    <a:pt x="108" y="132"/>
                    <a:pt x="108" y="128"/>
                  </a:cubicBezTo>
                  <a:cubicBezTo>
                    <a:pt x="108" y="126"/>
                    <a:pt x="107" y="125"/>
                    <a:pt x="106" y="125"/>
                  </a:cubicBezTo>
                  <a:cubicBezTo>
                    <a:pt x="104" y="125"/>
                    <a:pt x="103" y="126"/>
                    <a:pt x="103" y="127"/>
                  </a:cubicBezTo>
                  <a:cubicBezTo>
                    <a:pt x="102" y="132"/>
                    <a:pt x="103" y="137"/>
                    <a:pt x="103" y="143"/>
                  </a:cubicBezTo>
                  <a:cubicBezTo>
                    <a:pt x="60" y="143"/>
                    <a:pt x="60" y="143"/>
                    <a:pt x="60" y="143"/>
                  </a:cubicBezTo>
                  <a:cubicBezTo>
                    <a:pt x="59" y="135"/>
                    <a:pt x="58" y="130"/>
                    <a:pt x="55" y="127"/>
                  </a:cubicBezTo>
                  <a:cubicBezTo>
                    <a:pt x="51" y="123"/>
                    <a:pt x="44" y="123"/>
                    <a:pt x="35" y="123"/>
                  </a:cubicBezTo>
                  <a:cubicBezTo>
                    <a:pt x="28" y="123"/>
                    <a:pt x="22" y="118"/>
                    <a:pt x="22" y="111"/>
                  </a:cubicBezTo>
                  <a:cubicBezTo>
                    <a:pt x="22" y="106"/>
                    <a:pt x="22" y="106"/>
                    <a:pt x="22" y="106"/>
                  </a:cubicBezTo>
                  <a:cubicBezTo>
                    <a:pt x="23" y="106"/>
                    <a:pt x="23" y="106"/>
                    <a:pt x="23" y="106"/>
                  </a:cubicBezTo>
                  <a:cubicBezTo>
                    <a:pt x="24" y="106"/>
                    <a:pt x="25" y="107"/>
                    <a:pt x="27" y="107"/>
                  </a:cubicBezTo>
                  <a:cubicBezTo>
                    <a:pt x="29" y="108"/>
                    <a:pt x="31" y="109"/>
                    <a:pt x="33" y="109"/>
                  </a:cubicBezTo>
                  <a:cubicBezTo>
                    <a:pt x="34" y="109"/>
                    <a:pt x="36" y="108"/>
                    <a:pt x="36" y="107"/>
                  </a:cubicBezTo>
                  <a:cubicBezTo>
                    <a:pt x="36" y="105"/>
                    <a:pt x="35" y="103"/>
                    <a:pt x="33" y="103"/>
                  </a:cubicBezTo>
                  <a:cubicBezTo>
                    <a:pt x="32" y="103"/>
                    <a:pt x="31" y="103"/>
                    <a:pt x="29" y="102"/>
                  </a:cubicBezTo>
                  <a:cubicBezTo>
                    <a:pt x="27" y="101"/>
                    <a:pt x="25" y="100"/>
                    <a:pt x="23" y="100"/>
                  </a:cubicBezTo>
                  <a:cubicBezTo>
                    <a:pt x="23" y="100"/>
                    <a:pt x="23" y="100"/>
                    <a:pt x="22" y="100"/>
                  </a:cubicBezTo>
                  <a:cubicBezTo>
                    <a:pt x="22" y="93"/>
                    <a:pt x="22" y="93"/>
                    <a:pt x="22" y="93"/>
                  </a:cubicBezTo>
                  <a:cubicBezTo>
                    <a:pt x="22" y="91"/>
                    <a:pt x="21" y="90"/>
                    <a:pt x="20" y="90"/>
                  </a:cubicBezTo>
                  <a:cubicBezTo>
                    <a:pt x="13" y="90"/>
                    <a:pt x="8" y="89"/>
                    <a:pt x="7" y="86"/>
                  </a:cubicBezTo>
                  <a:cubicBezTo>
                    <a:pt x="6" y="84"/>
                    <a:pt x="7" y="82"/>
                    <a:pt x="9" y="78"/>
                  </a:cubicBezTo>
                  <a:cubicBezTo>
                    <a:pt x="14" y="72"/>
                    <a:pt x="19" y="63"/>
                    <a:pt x="19" y="57"/>
                  </a:cubicBezTo>
                  <a:cubicBezTo>
                    <a:pt x="19" y="29"/>
                    <a:pt x="43" y="5"/>
                    <a:pt x="71" y="5"/>
                  </a:cubicBezTo>
                  <a:cubicBezTo>
                    <a:pt x="86" y="5"/>
                    <a:pt x="101" y="12"/>
                    <a:pt x="111" y="23"/>
                  </a:cubicBezTo>
                  <a:cubicBezTo>
                    <a:pt x="80" y="23"/>
                    <a:pt x="80" y="23"/>
                    <a:pt x="80" y="23"/>
                  </a:cubicBezTo>
                  <a:cubicBezTo>
                    <a:pt x="75" y="23"/>
                    <a:pt x="71" y="27"/>
                    <a:pt x="71" y="32"/>
                  </a:cubicBezTo>
                  <a:cubicBezTo>
                    <a:pt x="71" y="49"/>
                    <a:pt x="71" y="49"/>
                    <a:pt x="71" y="49"/>
                  </a:cubicBezTo>
                  <a:cubicBezTo>
                    <a:pt x="71" y="49"/>
                    <a:pt x="75" y="58"/>
                    <a:pt x="80" y="58"/>
                  </a:cubicBezTo>
                  <a:cubicBezTo>
                    <a:pt x="124" y="58"/>
                    <a:pt x="124" y="58"/>
                    <a:pt x="124" y="58"/>
                  </a:cubicBezTo>
                  <a:cubicBezTo>
                    <a:pt x="123" y="67"/>
                    <a:pt x="121" y="76"/>
                    <a:pt x="116" y="84"/>
                  </a:cubicBezTo>
                  <a:cubicBezTo>
                    <a:pt x="112" y="90"/>
                    <a:pt x="109" y="96"/>
                    <a:pt x="107" y="101"/>
                  </a:cubicBezTo>
                  <a:cubicBezTo>
                    <a:pt x="107" y="102"/>
                    <a:pt x="108" y="104"/>
                    <a:pt x="109" y="105"/>
                  </a:cubicBezTo>
                  <a:cubicBezTo>
                    <a:pt x="109" y="105"/>
                    <a:pt x="110" y="105"/>
                    <a:pt x="110" y="105"/>
                  </a:cubicBezTo>
                  <a:cubicBezTo>
                    <a:pt x="111" y="105"/>
                    <a:pt x="112" y="104"/>
                    <a:pt x="113" y="103"/>
                  </a:cubicBezTo>
                  <a:cubicBezTo>
                    <a:pt x="115" y="98"/>
                    <a:pt x="117" y="93"/>
                    <a:pt x="121" y="87"/>
                  </a:cubicBezTo>
                  <a:cubicBezTo>
                    <a:pt x="126" y="78"/>
                    <a:pt x="129" y="58"/>
                    <a:pt x="129" y="58"/>
                  </a:cubicBezTo>
                  <a:cubicBezTo>
                    <a:pt x="138" y="58"/>
                    <a:pt x="138" y="58"/>
                    <a:pt x="138" y="58"/>
                  </a:cubicBezTo>
                  <a:cubicBezTo>
                    <a:pt x="143" y="58"/>
                    <a:pt x="147" y="54"/>
                    <a:pt x="147" y="49"/>
                  </a:cubicBezTo>
                  <a:cubicBezTo>
                    <a:pt x="147" y="46"/>
                    <a:pt x="147" y="46"/>
                    <a:pt x="147" y="46"/>
                  </a:cubicBezTo>
                  <a:cubicBezTo>
                    <a:pt x="149" y="46"/>
                    <a:pt x="150" y="45"/>
                    <a:pt x="150" y="43"/>
                  </a:cubicBezTo>
                  <a:cubicBezTo>
                    <a:pt x="150" y="38"/>
                    <a:pt x="150" y="38"/>
                    <a:pt x="150" y="38"/>
                  </a:cubicBezTo>
                  <a:cubicBezTo>
                    <a:pt x="150" y="36"/>
                    <a:pt x="149" y="35"/>
                    <a:pt x="147" y="35"/>
                  </a:cubicBezTo>
                  <a:close/>
                  <a:moveTo>
                    <a:pt x="77" y="49"/>
                  </a:moveTo>
                  <a:cubicBezTo>
                    <a:pt x="77" y="32"/>
                    <a:pt x="77" y="32"/>
                    <a:pt x="77" y="32"/>
                  </a:cubicBezTo>
                  <a:cubicBezTo>
                    <a:pt x="77" y="30"/>
                    <a:pt x="79" y="29"/>
                    <a:pt x="80" y="29"/>
                  </a:cubicBezTo>
                  <a:cubicBezTo>
                    <a:pt x="89" y="29"/>
                    <a:pt x="89" y="29"/>
                    <a:pt x="89" y="29"/>
                  </a:cubicBezTo>
                  <a:cubicBezTo>
                    <a:pt x="89" y="52"/>
                    <a:pt x="89" y="52"/>
                    <a:pt x="89" y="52"/>
                  </a:cubicBezTo>
                  <a:cubicBezTo>
                    <a:pt x="80" y="52"/>
                    <a:pt x="80" y="52"/>
                    <a:pt x="80" y="52"/>
                  </a:cubicBezTo>
                  <a:cubicBezTo>
                    <a:pt x="79" y="52"/>
                    <a:pt x="77" y="51"/>
                    <a:pt x="77" y="49"/>
                  </a:cubicBezTo>
                  <a:close/>
                  <a:moveTo>
                    <a:pt x="138" y="52"/>
                  </a:moveTo>
                  <a:cubicBezTo>
                    <a:pt x="95" y="52"/>
                    <a:pt x="95" y="52"/>
                    <a:pt x="95" y="52"/>
                  </a:cubicBezTo>
                  <a:cubicBezTo>
                    <a:pt x="95" y="29"/>
                    <a:pt x="95" y="29"/>
                    <a:pt x="95" y="29"/>
                  </a:cubicBezTo>
                  <a:cubicBezTo>
                    <a:pt x="138" y="29"/>
                    <a:pt x="138" y="29"/>
                    <a:pt x="138" y="29"/>
                  </a:cubicBezTo>
                  <a:cubicBezTo>
                    <a:pt x="140" y="29"/>
                    <a:pt x="141" y="30"/>
                    <a:pt x="141" y="32"/>
                  </a:cubicBezTo>
                  <a:cubicBezTo>
                    <a:pt x="141" y="49"/>
                    <a:pt x="141" y="49"/>
                    <a:pt x="141" y="49"/>
                  </a:cubicBezTo>
                  <a:cubicBezTo>
                    <a:pt x="141" y="51"/>
                    <a:pt x="140" y="52"/>
                    <a:pt x="138" y="5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6" name="Google Shape;1306;p49"/>
            <p:cNvSpPr/>
            <p:nvPr/>
          </p:nvSpPr>
          <p:spPr>
            <a:xfrm>
              <a:off x="8041441" y="1469978"/>
              <a:ext cx="41788" cy="23093"/>
            </a:xfrm>
            <a:custGeom>
              <a:avLst/>
              <a:gdLst/>
              <a:ahLst/>
              <a:cxnLst/>
              <a:rect l="l" t="t" r="r" b="b"/>
              <a:pathLst>
                <a:path w="16" h="9" extrusionOk="0">
                  <a:moveTo>
                    <a:pt x="16" y="6"/>
                  </a:moveTo>
                  <a:cubicBezTo>
                    <a:pt x="16" y="4"/>
                    <a:pt x="15" y="3"/>
                    <a:pt x="14" y="3"/>
                  </a:cubicBezTo>
                  <a:cubicBezTo>
                    <a:pt x="12" y="3"/>
                    <a:pt x="11" y="2"/>
                    <a:pt x="10" y="1"/>
                  </a:cubicBezTo>
                  <a:cubicBezTo>
                    <a:pt x="8" y="1"/>
                    <a:pt x="6" y="0"/>
                    <a:pt x="3" y="0"/>
                  </a:cubicBezTo>
                  <a:cubicBezTo>
                    <a:pt x="2" y="0"/>
                    <a:pt x="0" y="1"/>
                    <a:pt x="0" y="3"/>
                  </a:cubicBezTo>
                  <a:cubicBezTo>
                    <a:pt x="0" y="4"/>
                    <a:pt x="2" y="6"/>
                    <a:pt x="3" y="6"/>
                  </a:cubicBezTo>
                  <a:cubicBezTo>
                    <a:pt x="4" y="6"/>
                    <a:pt x="6" y="6"/>
                    <a:pt x="7" y="7"/>
                  </a:cubicBezTo>
                  <a:cubicBezTo>
                    <a:pt x="9" y="8"/>
                    <a:pt x="11" y="9"/>
                    <a:pt x="14" y="9"/>
                  </a:cubicBezTo>
                  <a:cubicBezTo>
                    <a:pt x="15" y="9"/>
                    <a:pt x="16" y="7"/>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07" name="Google Shape;1307;p49"/>
          <p:cNvGrpSpPr/>
          <p:nvPr/>
        </p:nvGrpSpPr>
        <p:grpSpPr>
          <a:xfrm>
            <a:off x="6370489" y="1346814"/>
            <a:ext cx="349696" cy="389284"/>
            <a:chOff x="6368840" y="1346814"/>
            <a:chExt cx="349696" cy="389284"/>
          </a:xfrm>
        </p:grpSpPr>
        <p:sp>
          <p:nvSpPr>
            <p:cNvPr id="1308" name="Google Shape;1308;p49"/>
            <p:cNvSpPr/>
            <p:nvPr/>
          </p:nvSpPr>
          <p:spPr>
            <a:xfrm>
              <a:off x="6429321" y="1540357"/>
              <a:ext cx="17595" cy="15395"/>
            </a:xfrm>
            <a:custGeom>
              <a:avLst/>
              <a:gdLst/>
              <a:ahLst/>
              <a:cxnLst/>
              <a:rect l="l" t="t" r="r" b="b"/>
              <a:pathLst>
                <a:path w="7" h="6" extrusionOk="0">
                  <a:moveTo>
                    <a:pt x="3" y="0"/>
                  </a:moveTo>
                  <a:cubicBezTo>
                    <a:pt x="1" y="0"/>
                    <a:pt x="0" y="2"/>
                    <a:pt x="1" y="4"/>
                  </a:cubicBezTo>
                  <a:cubicBezTo>
                    <a:pt x="1" y="5"/>
                    <a:pt x="1" y="5"/>
                    <a:pt x="2" y="6"/>
                  </a:cubicBezTo>
                  <a:cubicBezTo>
                    <a:pt x="5" y="6"/>
                    <a:pt x="7" y="4"/>
                    <a:pt x="6" y="2"/>
                  </a:cubicBezTo>
                  <a:cubicBezTo>
                    <a:pt x="6"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9" name="Google Shape;1309;p49"/>
            <p:cNvSpPr/>
            <p:nvPr/>
          </p:nvSpPr>
          <p:spPr>
            <a:xfrm>
              <a:off x="6368840" y="1346814"/>
              <a:ext cx="349696" cy="389284"/>
            </a:xfrm>
            <a:custGeom>
              <a:avLst/>
              <a:gdLst/>
              <a:ahLst/>
              <a:cxnLst/>
              <a:rect l="l" t="t" r="r" b="b"/>
              <a:pathLst>
                <a:path w="134" h="149" extrusionOk="0">
                  <a:moveTo>
                    <a:pt x="134" y="37"/>
                  </a:moveTo>
                  <a:cubicBezTo>
                    <a:pt x="134" y="17"/>
                    <a:pt x="117" y="0"/>
                    <a:pt x="97" y="0"/>
                  </a:cubicBezTo>
                  <a:cubicBezTo>
                    <a:pt x="82" y="0"/>
                    <a:pt x="69" y="8"/>
                    <a:pt x="63" y="21"/>
                  </a:cubicBezTo>
                  <a:cubicBezTo>
                    <a:pt x="62" y="21"/>
                    <a:pt x="62" y="21"/>
                    <a:pt x="61" y="21"/>
                  </a:cubicBezTo>
                  <a:cubicBezTo>
                    <a:pt x="48" y="21"/>
                    <a:pt x="35" y="26"/>
                    <a:pt x="26" y="35"/>
                  </a:cubicBezTo>
                  <a:cubicBezTo>
                    <a:pt x="16" y="45"/>
                    <a:pt x="11" y="57"/>
                    <a:pt x="11" y="70"/>
                  </a:cubicBezTo>
                  <a:cubicBezTo>
                    <a:pt x="11" y="73"/>
                    <a:pt x="8" y="79"/>
                    <a:pt x="4" y="85"/>
                  </a:cubicBezTo>
                  <a:cubicBezTo>
                    <a:pt x="0" y="91"/>
                    <a:pt x="0" y="95"/>
                    <a:pt x="1" y="97"/>
                  </a:cubicBezTo>
                  <a:cubicBezTo>
                    <a:pt x="3" y="100"/>
                    <a:pt x="6" y="103"/>
                    <a:pt x="14" y="104"/>
                  </a:cubicBezTo>
                  <a:cubicBezTo>
                    <a:pt x="14" y="116"/>
                    <a:pt x="14" y="116"/>
                    <a:pt x="14" y="116"/>
                  </a:cubicBezTo>
                  <a:cubicBezTo>
                    <a:pt x="14" y="125"/>
                    <a:pt x="21" y="132"/>
                    <a:pt x="30" y="132"/>
                  </a:cubicBezTo>
                  <a:cubicBezTo>
                    <a:pt x="37" y="132"/>
                    <a:pt x="41" y="132"/>
                    <a:pt x="43" y="134"/>
                  </a:cubicBezTo>
                  <a:cubicBezTo>
                    <a:pt x="45" y="135"/>
                    <a:pt x="46" y="139"/>
                    <a:pt x="46" y="146"/>
                  </a:cubicBezTo>
                  <a:cubicBezTo>
                    <a:pt x="46" y="148"/>
                    <a:pt x="47" y="149"/>
                    <a:pt x="49" y="149"/>
                  </a:cubicBezTo>
                  <a:cubicBezTo>
                    <a:pt x="91" y="149"/>
                    <a:pt x="91" y="149"/>
                    <a:pt x="91" y="149"/>
                  </a:cubicBezTo>
                  <a:cubicBezTo>
                    <a:pt x="91" y="149"/>
                    <a:pt x="91" y="149"/>
                    <a:pt x="92" y="149"/>
                  </a:cubicBezTo>
                  <a:cubicBezTo>
                    <a:pt x="93" y="148"/>
                    <a:pt x="94" y="147"/>
                    <a:pt x="94" y="146"/>
                  </a:cubicBezTo>
                  <a:cubicBezTo>
                    <a:pt x="93" y="140"/>
                    <a:pt x="93" y="136"/>
                    <a:pt x="93" y="132"/>
                  </a:cubicBezTo>
                  <a:cubicBezTo>
                    <a:pt x="93" y="131"/>
                    <a:pt x="92" y="129"/>
                    <a:pt x="90" y="129"/>
                  </a:cubicBezTo>
                  <a:cubicBezTo>
                    <a:pt x="90" y="129"/>
                    <a:pt x="90" y="129"/>
                    <a:pt x="90" y="129"/>
                  </a:cubicBezTo>
                  <a:cubicBezTo>
                    <a:pt x="89" y="129"/>
                    <a:pt x="87" y="131"/>
                    <a:pt x="87" y="132"/>
                  </a:cubicBezTo>
                  <a:cubicBezTo>
                    <a:pt x="87" y="135"/>
                    <a:pt x="87" y="139"/>
                    <a:pt x="88" y="143"/>
                  </a:cubicBezTo>
                  <a:cubicBezTo>
                    <a:pt x="52" y="143"/>
                    <a:pt x="52" y="143"/>
                    <a:pt x="52" y="143"/>
                  </a:cubicBezTo>
                  <a:cubicBezTo>
                    <a:pt x="51" y="137"/>
                    <a:pt x="50" y="132"/>
                    <a:pt x="47" y="129"/>
                  </a:cubicBezTo>
                  <a:cubicBezTo>
                    <a:pt x="44" y="126"/>
                    <a:pt x="38" y="126"/>
                    <a:pt x="30" y="126"/>
                  </a:cubicBezTo>
                  <a:cubicBezTo>
                    <a:pt x="24" y="126"/>
                    <a:pt x="20" y="122"/>
                    <a:pt x="20" y="116"/>
                  </a:cubicBezTo>
                  <a:cubicBezTo>
                    <a:pt x="20" y="112"/>
                    <a:pt x="20" y="112"/>
                    <a:pt x="20" y="112"/>
                  </a:cubicBezTo>
                  <a:cubicBezTo>
                    <a:pt x="28" y="112"/>
                    <a:pt x="28" y="112"/>
                    <a:pt x="28" y="112"/>
                  </a:cubicBezTo>
                  <a:cubicBezTo>
                    <a:pt x="30" y="112"/>
                    <a:pt x="31" y="111"/>
                    <a:pt x="31" y="110"/>
                  </a:cubicBezTo>
                  <a:cubicBezTo>
                    <a:pt x="32" y="108"/>
                    <a:pt x="30" y="107"/>
                    <a:pt x="28" y="107"/>
                  </a:cubicBezTo>
                  <a:cubicBezTo>
                    <a:pt x="20" y="107"/>
                    <a:pt x="20" y="107"/>
                    <a:pt x="20" y="107"/>
                  </a:cubicBezTo>
                  <a:cubicBezTo>
                    <a:pt x="20" y="101"/>
                    <a:pt x="20" y="101"/>
                    <a:pt x="20" y="101"/>
                  </a:cubicBezTo>
                  <a:cubicBezTo>
                    <a:pt x="20" y="99"/>
                    <a:pt x="18" y="98"/>
                    <a:pt x="17" y="98"/>
                  </a:cubicBezTo>
                  <a:cubicBezTo>
                    <a:pt x="11" y="98"/>
                    <a:pt x="8" y="97"/>
                    <a:pt x="7" y="95"/>
                  </a:cubicBezTo>
                  <a:cubicBezTo>
                    <a:pt x="6" y="93"/>
                    <a:pt x="7" y="91"/>
                    <a:pt x="8" y="88"/>
                  </a:cubicBezTo>
                  <a:cubicBezTo>
                    <a:pt x="12" y="83"/>
                    <a:pt x="17" y="76"/>
                    <a:pt x="17" y="70"/>
                  </a:cubicBezTo>
                  <a:cubicBezTo>
                    <a:pt x="17" y="46"/>
                    <a:pt x="36" y="27"/>
                    <a:pt x="60" y="26"/>
                  </a:cubicBezTo>
                  <a:cubicBezTo>
                    <a:pt x="59" y="30"/>
                    <a:pt x="59" y="34"/>
                    <a:pt x="59" y="37"/>
                  </a:cubicBezTo>
                  <a:cubicBezTo>
                    <a:pt x="59" y="58"/>
                    <a:pt x="76" y="75"/>
                    <a:pt x="97" y="75"/>
                  </a:cubicBezTo>
                  <a:cubicBezTo>
                    <a:pt x="99" y="75"/>
                    <a:pt x="102" y="75"/>
                    <a:pt x="105" y="74"/>
                  </a:cubicBezTo>
                  <a:cubicBezTo>
                    <a:pt x="104" y="81"/>
                    <a:pt x="102" y="87"/>
                    <a:pt x="99" y="93"/>
                  </a:cubicBezTo>
                  <a:cubicBezTo>
                    <a:pt x="96" y="97"/>
                    <a:pt x="94" y="101"/>
                    <a:pt x="92" y="105"/>
                  </a:cubicBezTo>
                  <a:cubicBezTo>
                    <a:pt x="92" y="107"/>
                    <a:pt x="92" y="108"/>
                    <a:pt x="94" y="109"/>
                  </a:cubicBezTo>
                  <a:cubicBezTo>
                    <a:pt x="94" y="109"/>
                    <a:pt x="94" y="109"/>
                    <a:pt x="95" y="109"/>
                  </a:cubicBezTo>
                  <a:cubicBezTo>
                    <a:pt x="96" y="109"/>
                    <a:pt x="97" y="109"/>
                    <a:pt x="98" y="108"/>
                  </a:cubicBezTo>
                  <a:cubicBezTo>
                    <a:pt x="99" y="104"/>
                    <a:pt x="101" y="100"/>
                    <a:pt x="104" y="96"/>
                  </a:cubicBezTo>
                  <a:cubicBezTo>
                    <a:pt x="108" y="89"/>
                    <a:pt x="111" y="81"/>
                    <a:pt x="111" y="72"/>
                  </a:cubicBezTo>
                  <a:cubicBezTo>
                    <a:pt x="125" y="67"/>
                    <a:pt x="134" y="53"/>
                    <a:pt x="134" y="37"/>
                  </a:cubicBezTo>
                  <a:close/>
                  <a:moveTo>
                    <a:pt x="97" y="69"/>
                  </a:moveTo>
                  <a:cubicBezTo>
                    <a:pt x="79" y="69"/>
                    <a:pt x="65" y="55"/>
                    <a:pt x="65" y="37"/>
                  </a:cubicBezTo>
                  <a:cubicBezTo>
                    <a:pt x="65" y="20"/>
                    <a:pt x="79" y="5"/>
                    <a:pt x="97" y="5"/>
                  </a:cubicBezTo>
                  <a:cubicBezTo>
                    <a:pt x="114" y="5"/>
                    <a:pt x="129" y="20"/>
                    <a:pt x="129" y="37"/>
                  </a:cubicBezTo>
                  <a:cubicBezTo>
                    <a:pt x="129" y="55"/>
                    <a:pt x="114" y="69"/>
                    <a:pt x="97" y="6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0" name="Google Shape;1310;p49"/>
            <p:cNvSpPr/>
            <p:nvPr/>
          </p:nvSpPr>
          <p:spPr>
            <a:xfrm>
              <a:off x="6598671" y="1650324"/>
              <a:ext cx="18695" cy="18695"/>
            </a:xfrm>
            <a:custGeom>
              <a:avLst/>
              <a:gdLst/>
              <a:ahLst/>
              <a:cxnLst/>
              <a:rect l="l" t="t" r="r" b="b"/>
              <a:pathLst>
                <a:path w="7" h="7" extrusionOk="0">
                  <a:moveTo>
                    <a:pt x="3" y="0"/>
                  </a:moveTo>
                  <a:cubicBezTo>
                    <a:pt x="3" y="0"/>
                    <a:pt x="3" y="0"/>
                    <a:pt x="3" y="0"/>
                  </a:cubicBezTo>
                  <a:cubicBezTo>
                    <a:pt x="2" y="0"/>
                    <a:pt x="1" y="1"/>
                    <a:pt x="1" y="2"/>
                  </a:cubicBezTo>
                  <a:cubicBezTo>
                    <a:pt x="0" y="4"/>
                    <a:pt x="2" y="7"/>
                    <a:pt x="4" y="6"/>
                  </a:cubicBezTo>
                  <a:cubicBezTo>
                    <a:pt x="5" y="6"/>
                    <a:pt x="6" y="5"/>
                    <a:pt x="6" y="4"/>
                  </a:cubicBezTo>
                  <a:cubicBezTo>
                    <a:pt x="7" y="2"/>
                    <a:pt x="5"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1" name="Google Shape;1311;p49"/>
            <p:cNvSpPr/>
            <p:nvPr/>
          </p:nvSpPr>
          <p:spPr>
            <a:xfrm>
              <a:off x="6567880" y="1399599"/>
              <a:ext cx="106669" cy="106669"/>
            </a:xfrm>
            <a:custGeom>
              <a:avLst/>
              <a:gdLst/>
              <a:ahLst/>
              <a:cxnLst/>
              <a:rect l="l" t="t" r="r" b="b"/>
              <a:pathLst>
                <a:path w="41" h="41" extrusionOk="0">
                  <a:moveTo>
                    <a:pt x="38" y="0"/>
                  </a:moveTo>
                  <a:cubicBezTo>
                    <a:pt x="34" y="0"/>
                    <a:pt x="30" y="3"/>
                    <a:pt x="30" y="7"/>
                  </a:cubicBezTo>
                  <a:cubicBezTo>
                    <a:pt x="30" y="13"/>
                    <a:pt x="30" y="13"/>
                    <a:pt x="30" y="13"/>
                  </a:cubicBezTo>
                  <a:cubicBezTo>
                    <a:pt x="30" y="17"/>
                    <a:pt x="27" y="20"/>
                    <a:pt x="24" y="20"/>
                  </a:cubicBezTo>
                  <a:cubicBezTo>
                    <a:pt x="23" y="20"/>
                    <a:pt x="23" y="20"/>
                    <a:pt x="23" y="20"/>
                  </a:cubicBezTo>
                  <a:cubicBezTo>
                    <a:pt x="23" y="6"/>
                    <a:pt x="23" y="6"/>
                    <a:pt x="23" y="6"/>
                  </a:cubicBezTo>
                  <a:cubicBezTo>
                    <a:pt x="25" y="6"/>
                    <a:pt x="25" y="6"/>
                    <a:pt x="25" y="6"/>
                  </a:cubicBezTo>
                  <a:cubicBezTo>
                    <a:pt x="25" y="6"/>
                    <a:pt x="26" y="6"/>
                    <a:pt x="26" y="5"/>
                  </a:cubicBezTo>
                  <a:cubicBezTo>
                    <a:pt x="28" y="3"/>
                    <a:pt x="27" y="0"/>
                    <a:pt x="24" y="0"/>
                  </a:cubicBezTo>
                  <a:cubicBezTo>
                    <a:pt x="16" y="0"/>
                    <a:pt x="16" y="0"/>
                    <a:pt x="16" y="0"/>
                  </a:cubicBezTo>
                  <a:cubicBezTo>
                    <a:pt x="16" y="0"/>
                    <a:pt x="15" y="0"/>
                    <a:pt x="15" y="1"/>
                  </a:cubicBezTo>
                  <a:cubicBezTo>
                    <a:pt x="13" y="3"/>
                    <a:pt x="14" y="6"/>
                    <a:pt x="17" y="6"/>
                  </a:cubicBezTo>
                  <a:cubicBezTo>
                    <a:pt x="18" y="6"/>
                    <a:pt x="18" y="6"/>
                    <a:pt x="18" y="6"/>
                  </a:cubicBezTo>
                  <a:cubicBezTo>
                    <a:pt x="18" y="20"/>
                    <a:pt x="18" y="20"/>
                    <a:pt x="18" y="20"/>
                  </a:cubicBezTo>
                  <a:cubicBezTo>
                    <a:pt x="18" y="20"/>
                    <a:pt x="18" y="20"/>
                    <a:pt x="18" y="20"/>
                  </a:cubicBezTo>
                  <a:cubicBezTo>
                    <a:pt x="14" y="20"/>
                    <a:pt x="11" y="17"/>
                    <a:pt x="11" y="13"/>
                  </a:cubicBezTo>
                  <a:cubicBezTo>
                    <a:pt x="11" y="7"/>
                    <a:pt x="11" y="7"/>
                    <a:pt x="11" y="7"/>
                  </a:cubicBezTo>
                  <a:cubicBezTo>
                    <a:pt x="11" y="3"/>
                    <a:pt x="8" y="0"/>
                    <a:pt x="4" y="0"/>
                  </a:cubicBezTo>
                  <a:cubicBezTo>
                    <a:pt x="3" y="0"/>
                    <a:pt x="1" y="1"/>
                    <a:pt x="1" y="2"/>
                  </a:cubicBezTo>
                  <a:cubicBezTo>
                    <a:pt x="0" y="4"/>
                    <a:pt x="2" y="6"/>
                    <a:pt x="4" y="6"/>
                  </a:cubicBezTo>
                  <a:cubicBezTo>
                    <a:pt x="4" y="6"/>
                    <a:pt x="5" y="6"/>
                    <a:pt x="5" y="7"/>
                  </a:cubicBezTo>
                  <a:cubicBezTo>
                    <a:pt x="5" y="13"/>
                    <a:pt x="5" y="13"/>
                    <a:pt x="5" y="13"/>
                  </a:cubicBezTo>
                  <a:cubicBezTo>
                    <a:pt x="5" y="20"/>
                    <a:pt x="10" y="26"/>
                    <a:pt x="17" y="26"/>
                  </a:cubicBezTo>
                  <a:cubicBezTo>
                    <a:pt x="18" y="26"/>
                    <a:pt x="18" y="26"/>
                    <a:pt x="18" y="26"/>
                  </a:cubicBezTo>
                  <a:cubicBezTo>
                    <a:pt x="18" y="35"/>
                    <a:pt x="18" y="35"/>
                    <a:pt x="18" y="35"/>
                  </a:cubicBezTo>
                  <a:cubicBezTo>
                    <a:pt x="16" y="35"/>
                    <a:pt x="16" y="35"/>
                    <a:pt x="16" y="35"/>
                  </a:cubicBezTo>
                  <a:cubicBezTo>
                    <a:pt x="16" y="35"/>
                    <a:pt x="15" y="35"/>
                    <a:pt x="15" y="36"/>
                  </a:cubicBezTo>
                  <a:cubicBezTo>
                    <a:pt x="13" y="38"/>
                    <a:pt x="14" y="41"/>
                    <a:pt x="17" y="41"/>
                  </a:cubicBezTo>
                  <a:cubicBezTo>
                    <a:pt x="25" y="41"/>
                    <a:pt x="25" y="41"/>
                    <a:pt x="25" y="41"/>
                  </a:cubicBezTo>
                  <a:cubicBezTo>
                    <a:pt x="25" y="41"/>
                    <a:pt x="26" y="41"/>
                    <a:pt x="26" y="40"/>
                  </a:cubicBezTo>
                  <a:cubicBezTo>
                    <a:pt x="28" y="38"/>
                    <a:pt x="27" y="35"/>
                    <a:pt x="24" y="35"/>
                  </a:cubicBezTo>
                  <a:cubicBezTo>
                    <a:pt x="23" y="35"/>
                    <a:pt x="23" y="35"/>
                    <a:pt x="23" y="35"/>
                  </a:cubicBezTo>
                  <a:cubicBezTo>
                    <a:pt x="23" y="26"/>
                    <a:pt x="23" y="26"/>
                    <a:pt x="23" y="26"/>
                  </a:cubicBezTo>
                  <a:cubicBezTo>
                    <a:pt x="23" y="26"/>
                    <a:pt x="23" y="26"/>
                    <a:pt x="23" y="26"/>
                  </a:cubicBezTo>
                  <a:cubicBezTo>
                    <a:pt x="31" y="26"/>
                    <a:pt x="37" y="20"/>
                    <a:pt x="37" y="13"/>
                  </a:cubicBezTo>
                  <a:cubicBezTo>
                    <a:pt x="37" y="7"/>
                    <a:pt x="37" y="7"/>
                    <a:pt x="37" y="7"/>
                  </a:cubicBezTo>
                  <a:cubicBezTo>
                    <a:pt x="37" y="6"/>
                    <a:pt x="37" y="6"/>
                    <a:pt x="38" y="6"/>
                  </a:cubicBezTo>
                  <a:cubicBezTo>
                    <a:pt x="40" y="6"/>
                    <a:pt x="41" y="4"/>
                    <a:pt x="41" y="2"/>
                  </a:cubicBezTo>
                  <a:cubicBezTo>
                    <a:pt x="40" y="1"/>
                    <a:pt x="39" y="0"/>
                    <a:pt x="38"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12" name="Google Shape;1312;p49"/>
          <p:cNvGrpSpPr/>
          <p:nvPr/>
        </p:nvGrpSpPr>
        <p:grpSpPr>
          <a:xfrm>
            <a:off x="7129263" y="1346814"/>
            <a:ext cx="321104" cy="389284"/>
            <a:chOff x="7167202" y="1346814"/>
            <a:chExt cx="321104" cy="389284"/>
          </a:xfrm>
        </p:grpSpPr>
        <p:sp>
          <p:nvSpPr>
            <p:cNvPr id="1313" name="Google Shape;1313;p49"/>
            <p:cNvSpPr/>
            <p:nvPr/>
          </p:nvSpPr>
          <p:spPr>
            <a:xfrm>
              <a:off x="7167202" y="1346814"/>
              <a:ext cx="321104" cy="389284"/>
            </a:xfrm>
            <a:custGeom>
              <a:avLst/>
              <a:gdLst/>
              <a:ahLst/>
              <a:cxnLst/>
              <a:rect l="l" t="t" r="r" b="b"/>
              <a:pathLst>
                <a:path w="123" h="149" extrusionOk="0">
                  <a:moveTo>
                    <a:pt x="114" y="0"/>
                  </a:moveTo>
                  <a:cubicBezTo>
                    <a:pt x="16" y="0"/>
                    <a:pt x="16" y="0"/>
                    <a:pt x="16" y="0"/>
                  </a:cubicBezTo>
                  <a:cubicBezTo>
                    <a:pt x="7" y="0"/>
                    <a:pt x="0" y="7"/>
                    <a:pt x="0" y="16"/>
                  </a:cubicBezTo>
                  <a:cubicBezTo>
                    <a:pt x="0" y="133"/>
                    <a:pt x="0" y="133"/>
                    <a:pt x="0" y="133"/>
                  </a:cubicBezTo>
                  <a:cubicBezTo>
                    <a:pt x="0" y="142"/>
                    <a:pt x="7" y="149"/>
                    <a:pt x="16" y="149"/>
                  </a:cubicBezTo>
                  <a:cubicBezTo>
                    <a:pt x="114" y="149"/>
                    <a:pt x="114" y="149"/>
                    <a:pt x="114" y="149"/>
                  </a:cubicBezTo>
                  <a:cubicBezTo>
                    <a:pt x="119" y="149"/>
                    <a:pt x="123" y="145"/>
                    <a:pt x="123" y="140"/>
                  </a:cubicBezTo>
                  <a:cubicBezTo>
                    <a:pt x="123" y="8"/>
                    <a:pt x="123" y="8"/>
                    <a:pt x="123" y="8"/>
                  </a:cubicBezTo>
                  <a:cubicBezTo>
                    <a:pt x="123" y="4"/>
                    <a:pt x="119" y="0"/>
                    <a:pt x="114" y="0"/>
                  </a:cubicBezTo>
                  <a:close/>
                  <a:moveTo>
                    <a:pt x="16" y="143"/>
                  </a:moveTo>
                  <a:cubicBezTo>
                    <a:pt x="10" y="143"/>
                    <a:pt x="6" y="138"/>
                    <a:pt x="6" y="132"/>
                  </a:cubicBezTo>
                  <a:cubicBezTo>
                    <a:pt x="6" y="127"/>
                    <a:pt x="11" y="123"/>
                    <a:pt x="16" y="123"/>
                  </a:cubicBezTo>
                  <a:cubicBezTo>
                    <a:pt x="105" y="123"/>
                    <a:pt x="105" y="123"/>
                    <a:pt x="105" y="123"/>
                  </a:cubicBezTo>
                  <a:cubicBezTo>
                    <a:pt x="105" y="143"/>
                    <a:pt x="105" y="143"/>
                    <a:pt x="105" y="143"/>
                  </a:cubicBezTo>
                  <a:lnTo>
                    <a:pt x="16" y="143"/>
                  </a:lnTo>
                  <a:close/>
                  <a:moveTo>
                    <a:pt x="114" y="143"/>
                  </a:moveTo>
                  <a:cubicBezTo>
                    <a:pt x="111" y="143"/>
                    <a:pt x="111" y="143"/>
                    <a:pt x="111" y="143"/>
                  </a:cubicBezTo>
                  <a:cubicBezTo>
                    <a:pt x="111" y="123"/>
                    <a:pt x="111" y="123"/>
                    <a:pt x="111" y="123"/>
                  </a:cubicBezTo>
                  <a:cubicBezTo>
                    <a:pt x="114" y="123"/>
                    <a:pt x="114" y="123"/>
                    <a:pt x="114" y="123"/>
                  </a:cubicBezTo>
                  <a:cubicBezTo>
                    <a:pt x="115" y="123"/>
                    <a:pt x="116" y="122"/>
                    <a:pt x="117" y="122"/>
                  </a:cubicBezTo>
                  <a:cubicBezTo>
                    <a:pt x="117" y="140"/>
                    <a:pt x="117" y="140"/>
                    <a:pt x="117" y="140"/>
                  </a:cubicBezTo>
                  <a:cubicBezTo>
                    <a:pt x="117" y="142"/>
                    <a:pt x="115" y="143"/>
                    <a:pt x="114" y="143"/>
                  </a:cubicBezTo>
                  <a:close/>
                  <a:moveTo>
                    <a:pt x="117" y="114"/>
                  </a:moveTo>
                  <a:cubicBezTo>
                    <a:pt x="117" y="115"/>
                    <a:pt x="115" y="117"/>
                    <a:pt x="114" y="117"/>
                  </a:cubicBezTo>
                  <a:cubicBezTo>
                    <a:pt x="19" y="117"/>
                    <a:pt x="19" y="117"/>
                    <a:pt x="19" y="117"/>
                  </a:cubicBezTo>
                  <a:cubicBezTo>
                    <a:pt x="19" y="74"/>
                    <a:pt x="19" y="74"/>
                    <a:pt x="19" y="74"/>
                  </a:cubicBezTo>
                  <a:cubicBezTo>
                    <a:pt x="19" y="73"/>
                    <a:pt x="18" y="72"/>
                    <a:pt x="17" y="71"/>
                  </a:cubicBezTo>
                  <a:cubicBezTo>
                    <a:pt x="15" y="71"/>
                    <a:pt x="13" y="72"/>
                    <a:pt x="13" y="74"/>
                  </a:cubicBezTo>
                  <a:cubicBezTo>
                    <a:pt x="13" y="117"/>
                    <a:pt x="13" y="117"/>
                    <a:pt x="13" y="117"/>
                  </a:cubicBezTo>
                  <a:cubicBezTo>
                    <a:pt x="11" y="117"/>
                    <a:pt x="8" y="119"/>
                    <a:pt x="6" y="120"/>
                  </a:cubicBezTo>
                  <a:cubicBezTo>
                    <a:pt x="6" y="16"/>
                    <a:pt x="6" y="16"/>
                    <a:pt x="6" y="16"/>
                  </a:cubicBezTo>
                  <a:cubicBezTo>
                    <a:pt x="6" y="11"/>
                    <a:pt x="9" y="7"/>
                    <a:pt x="13" y="6"/>
                  </a:cubicBezTo>
                  <a:cubicBezTo>
                    <a:pt x="13" y="48"/>
                    <a:pt x="13" y="48"/>
                    <a:pt x="13" y="48"/>
                  </a:cubicBezTo>
                  <a:cubicBezTo>
                    <a:pt x="13" y="49"/>
                    <a:pt x="14" y="51"/>
                    <a:pt x="16" y="51"/>
                  </a:cubicBezTo>
                  <a:cubicBezTo>
                    <a:pt x="18" y="51"/>
                    <a:pt x="19" y="50"/>
                    <a:pt x="19" y="48"/>
                  </a:cubicBezTo>
                  <a:cubicBezTo>
                    <a:pt x="19" y="5"/>
                    <a:pt x="19" y="5"/>
                    <a:pt x="19" y="5"/>
                  </a:cubicBezTo>
                  <a:cubicBezTo>
                    <a:pt x="114" y="5"/>
                    <a:pt x="114" y="5"/>
                    <a:pt x="114" y="5"/>
                  </a:cubicBezTo>
                  <a:cubicBezTo>
                    <a:pt x="115" y="5"/>
                    <a:pt x="117" y="7"/>
                    <a:pt x="117" y="8"/>
                  </a:cubicBezTo>
                  <a:lnTo>
                    <a:pt x="117" y="114"/>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4" name="Google Shape;1314;p49"/>
            <p:cNvSpPr/>
            <p:nvPr/>
          </p:nvSpPr>
          <p:spPr>
            <a:xfrm>
              <a:off x="7235381" y="1386402"/>
              <a:ext cx="216636" cy="240829"/>
            </a:xfrm>
            <a:custGeom>
              <a:avLst/>
              <a:gdLst/>
              <a:ahLst/>
              <a:cxnLst/>
              <a:rect l="l" t="t" r="r" b="b"/>
              <a:pathLst>
                <a:path w="83" h="92" extrusionOk="0">
                  <a:moveTo>
                    <a:pt x="77" y="42"/>
                  </a:moveTo>
                  <a:cubicBezTo>
                    <a:pt x="79" y="39"/>
                    <a:pt x="80" y="36"/>
                    <a:pt x="80" y="33"/>
                  </a:cubicBezTo>
                  <a:cubicBezTo>
                    <a:pt x="80" y="28"/>
                    <a:pt x="77" y="24"/>
                    <a:pt x="73" y="21"/>
                  </a:cubicBezTo>
                  <a:cubicBezTo>
                    <a:pt x="73" y="21"/>
                    <a:pt x="73" y="20"/>
                    <a:pt x="73" y="20"/>
                  </a:cubicBezTo>
                  <a:cubicBezTo>
                    <a:pt x="73" y="13"/>
                    <a:pt x="68" y="8"/>
                    <a:pt x="61" y="8"/>
                  </a:cubicBezTo>
                  <a:cubicBezTo>
                    <a:pt x="61" y="8"/>
                    <a:pt x="61" y="8"/>
                    <a:pt x="60" y="8"/>
                  </a:cubicBezTo>
                  <a:cubicBezTo>
                    <a:pt x="59" y="3"/>
                    <a:pt x="55" y="0"/>
                    <a:pt x="50" y="0"/>
                  </a:cubicBezTo>
                  <a:cubicBezTo>
                    <a:pt x="47" y="0"/>
                    <a:pt x="44" y="1"/>
                    <a:pt x="42" y="3"/>
                  </a:cubicBezTo>
                  <a:cubicBezTo>
                    <a:pt x="40" y="1"/>
                    <a:pt x="37" y="0"/>
                    <a:pt x="34" y="0"/>
                  </a:cubicBezTo>
                  <a:cubicBezTo>
                    <a:pt x="29" y="0"/>
                    <a:pt x="25" y="3"/>
                    <a:pt x="24" y="8"/>
                  </a:cubicBezTo>
                  <a:cubicBezTo>
                    <a:pt x="23" y="8"/>
                    <a:pt x="23" y="8"/>
                    <a:pt x="22" y="8"/>
                  </a:cubicBezTo>
                  <a:cubicBezTo>
                    <a:pt x="16" y="8"/>
                    <a:pt x="10" y="13"/>
                    <a:pt x="10" y="20"/>
                  </a:cubicBezTo>
                  <a:cubicBezTo>
                    <a:pt x="10" y="20"/>
                    <a:pt x="10" y="21"/>
                    <a:pt x="10" y="21"/>
                  </a:cubicBezTo>
                  <a:cubicBezTo>
                    <a:pt x="6" y="24"/>
                    <a:pt x="4" y="28"/>
                    <a:pt x="4" y="33"/>
                  </a:cubicBezTo>
                  <a:cubicBezTo>
                    <a:pt x="4" y="36"/>
                    <a:pt x="5" y="39"/>
                    <a:pt x="6" y="42"/>
                  </a:cubicBezTo>
                  <a:cubicBezTo>
                    <a:pt x="3" y="45"/>
                    <a:pt x="0" y="49"/>
                    <a:pt x="0" y="55"/>
                  </a:cubicBezTo>
                  <a:cubicBezTo>
                    <a:pt x="0" y="61"/>
                    <a:pt x="3" y="66"/>
                    <a:pt x="9" y="69"/>
                  </a:cubicBezTo>
                  <a:cubicBezTo>
                    <a:pt x="9" y="69"/>
                    <a:pt x="9" y="69"/>
                    <a:pt x="9" y="69"/>
                  </a:cubicBezTo>
                  <a:cubicBezTo>
                    <a:pt x="9" y="76"/>
                    <a:pt x="13" y="82"/>
                    <a:pt x="19" y="84"/>
                  </a:cubicBezTo>
                  <a:cubicBezTo>
                    <a:pt x="21" y="89"/>
                    <a:pt x="26" y="92"/>
                    <a:pt x="32" y="92"/>
                  </a:cubicBezTo>
                  <a:cubicBezTo>
                    <a:pt x="36" y="92"/>
                    <a:pt x="39" y="90"/>
                    <a:pt x="42" y="87"/>
                  </a:cubicBezTo>
                  <a:cubicBezTo>
                    <a:pt x="44" y="90"/>
                    <a:pt x="48" y="92"/>
                    <a:pt x="52" y="92"/>
                  </a:cubicBezTo>
                  <a:cubicBezTo>
                    <a:pt x="58" y="92"/>
                    <a:pt x="63" y="89"/>
                    <a:pt x="65" y="84"/>
                  </a:cubicBezTo>
                  <a:cubicBezTo>
                    <a:pt x="71" y="82"/>
                    <a:pt x="75" y="76"/>
                    <a:pt x="75" y="69"/>
                  </a:cubicBezTo>
                  <a:cubicBezTo>
                    <a:pt x="75" y="69"/>
                    <a:pt x="75" y="69"/>
                    <a:pt x="75" y="69"/>
                  </a:cubicBezTo>
                  <a:cubicBezTo>
                    <a:pt x="80" y="66"/>
                    <a:pt x="83" y="61"/>
                    <a:pt x="83" y="55"/>
                  </a:cubicBezTo>
                  <a:cubicBezTo>
                    <a:pt x="83" y="49"/>
                    <a:pt x="81" y="45"/>
                    <a:pt x="77" y="42"/>
                  </a:cubicBezTo>
                  <a:close/>
                  <a:moveTo>
                    <a:pt x="31" y="86"/>
                  </a:moveTo>
                  <a:cubicBezTo>
                    <a:pt x="29" y="86"/>
                    <a:pt x="27" y="86"/>
                    <a:pt x="26" y="84"/>
                  </a:cubicBezTo>
                  <a:cubicBezTo>
                    <a:pt x="27" y="84"/>
                    <a:pt x="28" y="84"/>
                    <a:pt x="28" y="83"/>
                  </a:cubicBezTo>
                  <a:cubicBezTo>
                    <a:pt x="29" y="83"/>
                    <a:pt x="29" y="83"/>
                    <a:pt x="29" y="83"/>
                  </a:cubicBezTo>
                  <a:cubicBezTo>
                    <a:pt x="31" y="79"/>
                    <a:pt x="26" y="76"/>
                    <a:pt x="24" y="79"/>
                  </a:cubicBezTo>
                  <a:cubicBezTo>
                    <a:pt x="23" y="80"/>
                    <a:pt x="22" y="80"/>
                    <a:pt x="22" y="79"/>
                  </a:cubicBezTo>
                  <a:cubicBezTo>
                    <a:pt x="22" y="78"/>
                    <a:pt x="22" y="78"/>
                    <a:pt x="22" y="78"/>
                  </a:cubicBezTo>
                  <a:cubicBezTo>
                    <a:pt x="18" y="78"/>
                    <a:pt x="15" y="75"/>
                    <a:pt x="14" y="71"/>
                  </a:cubicBezTo>
                  <a:cubicBezTo>
                    <a:pt x="15" y="71"/>
                    <a:pt x="16" y="71"/>
                    <a:pt x="17" y="71"/>
                  </a:cubicBezTo>
                  <a:cubicBezTo>
                    <a:pt x="19" y="71"/>
                    <a:pt x="21" y="71"/>
                    <a:pt x="22" y="70"/>
                  </a:cubicBezTo>
                  <a:cubicBezTo>
                    <a:pt x="22" y="70"/>
                    <a:pt x="23" y="70"/>
                    <a:pt x="23" y="70"/>
                  </a:cubicBezTo>
                  <a:cubicBezTo>
                    <a:pt x="24" y="67"/>
                    <a:pt x="22" y="64"/>
                    <a:pt x="20" y="65"/>
                  </a:cubicBezTo>
                  <a:cubicBezTo>
                    <a:pt x="19" y="65"/>
                    <a:pt x="18" y="65"/>
                    <a:pt x="17" y="65"/>
                  </a:cubicBezTo>
                  <a:cubicBezTo>
                    <a:pt x="15" y="65"/>
                    <a:pt x="14" y="65"/>
                    <a:pt x="13" y="65"/>
                  </a:cubicBezTo>
                  <a:cubicBezTo>
                    <a:pt x="13" y="65"/>
                    <a:pt x="13" y="65"/>
                    <a:pt x="13" y="65"/>
                  </a:cubicBezTo>
                  <a:cubicBezTo>
                    <a:pt x="9" y="63"/>
                    <a:pt x="6" y="59"/>
                    <a:pt x="6" y="55"/>
                  </a:cubicBezTo>
                  <a:cubicBezTo>
                    <a:pt x="6" y="50"/>
                    <a:pt x="8" y="47"/>
                    <a:pt x="12" y="45"/>
                  </a:cubicBezTo>
                  <a:cubicBezTo>
                    <a:pt x="12" y="45"/>
                    <a:pt x="12" y="45"/>
                    <a:pt x="12" y="44"/>
                  </a:cubicBezTo>
                  <a:cubicBezTo>
                    <a:pt x="12" y="44"/>
                    <a:pt x="12" y="44"/>
                    <a:pt x="12" y="44"/>
                  </a:cubicBezTo>
                  <a:cubicBezTo>
                    <a:pt x="16" y="45"/>
                    <a:pt x="18" y="40"/>
                    <a:pt x="14" y="38"/>
                  </a:cubicBezTo>
                  <a:cubicBezTo>
                    <a:pt x="14" y="38"/>
                    <a:pt x="14" y="38"/>
                    <a:pt x="14" y="38"/>
                  </a:cubicBezTo>
                  <a:cubicBezTo>
                    <a:pt x="13" y="38"/>
                    <a:pt x="12" y="38"/>
                    <a:pt x="12" y="39"/>
                  </a:cubicBezTo>
                  <a:cubicBezTo>
                    <a:pt x="10" y="37"/>
                    <a:pt x="10" y="35"/>
                    <a:pt x="10" y="33"/>
                  </a:cubicBezTo>
                  <a:cubicBezTo>
                    <a:pt x="10" y="31"/>
                    <a:pt x="11" y="28"/>
                    <a:pt x="13" y="27"/>
                  </a:cubicBezTo>
                  <a:cubicBezTo>
                    <a:pt x="14" y="28"/>
                    <a:pt x="15" y="29"/>
                    <a:pt x="16" y="30"/>
                  </a:cubicBezTo>
                  <a:cubicBezTo>
                    <a:pt x="17" y="30"/>
                    <a:pt x="17" y="30"/>
                    <a:pt x="18" y="30"/>
                  </a:cubicBezTo>
                  <a:cubicBezTo>
                    <a:pt x="20" y="30"/>
                    <a:pt x="21" y="29"/>
                    <a:pt x="20" y="26"/>
                  </a:cubicBezTo>
                  <a:cubicBezTo>
                    <a:pt x="20" y="26"/>
                    <a:pt x="20" y="25"/>
                    <a:pt x="20" y="25"/>
                  </a:cubicBezTo>
                  <a:cubicBezTo>
                    <a:pt x="18" y="25"/>
                    <a:pt x="17" y="23"/>
                    <a:pt x="16" y="22"/>
                  </a:cubicBezTo>
                  <a:cubicBezTo>
                    <a:pt x="16" y="22"/>
                    <a:pt x="16" y="22"/>
                    <a:pt x="16" y="22"/>
                  </a:cubicBezTo>
                  <a:cubicBezTo>
                    <a:pt x="16" y="19"/>
                    <a:pt x="16" y="17"/>
                    <a:pt x="18" y="15"/>
                  </a:cubicBezTo>
                  <a:cubicBezTo>
                    <a:pt x="18" y="15"/>
                    <a:pt x="18" y="15"/>
                    <a:pt x="18" y="15"/>
                  </a:cubicBezTo>
                  <a:cubicBezTo>
                    <a:pt x="20" y="13"/>
                    <a:pt x="23" y="13"/>
                    <a:pt x="25" y="14"/>
                  </a:cubicBezTo>
                  <a:cubicBezTo>
                    <a:pt x="25" y="14"/>
                    <a:pt x="25" y="14"/>
                    <a:pt x="25" y="14"/>
                  </a:cubicBezTo>
                  <a:cubicBezTo>
                    <a:pt x="26" y="14"/>
                    <a:pt x="27" y="15"/>
                    <a:pt x="28" y="16"/>
                  </a:cubicBezTo>
                  <a:cubicBezTo>
                    <a:pt x="28" y="17"/>
                    <a:pt x="29" y="18"/>
                    <a:pt x="30" y="18"/>
                  </a:cubicBezTo>
                  <a:cubicBezTo>
                    <a:pt x="31" y="18"/>
                    <a:pt x="33" y="17"/>
                    <a:pt x="33" y="15"/>
                  </a:cubicBezTo>
                  <a:cubicBezTo>
                    <a:pt x="33" y="15"/>
                    <a:pt x="33" y="15"/>
                    <a:pt x="33" y="15"/>
                  </a:cubicBezTo>
                  <a:cubicBezTo>
                    <a:pt x="32" y="13"/>
                    <a:pt x="31" y="11"/>
                    <a:pt x="29" y="10"/>
                  </a:cubicBezTo>
                  <a:cubicBezTo>
                    <a:pt x="30" y="6"/>
                    <a:pt x="35" y="4"/>
                    <a:pt x="39" y="8"/>
                  </a:cubicBezTo>
                  <a:cubicBezTo>
                    <a:pt x="39" y="8"/>
                    <a:pt x="39" y="8"/>
                    <a:pt x="39" y="9"/>
                  </a:cubicBezTo>
                  <a:cubicBezTo>
                    <a:pt x="39" y="21"/>
                    <a:pt x="39" y="21"/>
                    <a:pt x="39" y="21"/>
                  </a:cubicBezTo>
                  <a:cubicBezTo>
                    <a:pt x="38" y="22"/>
                    <a:pt x="37" y="22"/>
                    <a:pt x="36" y="22"/>
                  </a:cubicBezTo>
                  <a:cubicBezTo>
                    <a:pt x="36" y="22"/>
                    <a:pt x="35" y="22"/>
                    <a:pt x="34" y="22"/>
                  </a:cubicBezTo>
                  <a:cubicBezTo>
                    <a:pt x="34" y="22"/>
                    <a:pt x="34" y="22"/>
                    <a:pt x="34" y="22"/>
                  </a:cubicBezTo>
                  <a:cubicBezTo>
                    <a:pt x="30" y="24"/>
                    <a:pt x="31" y="27"/>
                    <a:pt x="34" y="28"/>
                  </a:cubicBezTo>
                  <a:cubicBezTo>
                    <a:pt x="35" y="28"/>
                    <a:pt x="35" y="28"/>
                    <a:pt x="36" y="28"/>
                  </a:cubicBezTo>
                  <a:cubicBezTo>
                    <a:pt x="37" y="28"/>
                    <a:pt x="38" y="28"/>
                    <a:pt x="39" y="28"/>
                  </a:cubicBezTo>
                  <a:cubicBezTo>
                    <a:pt x="39" y="79"/>
                    <a:pt x="39" y="79"/>
                    <a:pt x="39" y="79"/>
                  </a:cubicBezTo>
                  <a:cubicBezTo>
                    <a:pt x="39" y="83"/>
                    <a:pt x="36" y="86"/>
                    <a:pt x="31" y="86"/>
                  </a:cubicBezTo>
                  <a:close/>
                  <a:moveTo>
                    <a:pt x="71" y="65"/>
                  </a:moveTo>
                  <a:cubicBezTo>
                    <a:pt x="71" y="65"/>
                    <a:pt x="71" y="65"/>
                    <a:pt x="71" y="65"/>
                  </a:cubicBezTo>
                  <a:cubicBezTo>
                    <a:pt x="70" y="65"/>
                    <a:pt x="68" y="65"/>
                    <a:pt x="67" y="65"/>
                  </a:cubicBezTo>
                  <a:cubicBezTo>
                    <a:pt x="66" y="65"/>
                    <a:pt x="64" y="65"/>
                    <a:pt x="63" y="65"/>
                  </a:cubicBezTo>
                  <a:cubicBezTo>
                    <a:pt x="63" y="65"/>
                    <a:pt x="63" y="65"/>
                    <a:pt x="62" y="65"/>
                  </a:cubicBezTo>
                  <a:cubicBezTo>
                    <a:pt x="59" y="67"/>
                    <a:pt x="60" y="70"/>
                    <a:pt x="63" y="71"/>
                  </a:cubicBezTo>
                  <a:cubicBezTo>
                    <a:pt x="64" y="71"/>
                    <a:pt x="65" y="71"/>
                    <a:pt x="67" y="71"/>
                  </a:cubicBezTo>
                  <a:cubicBezTo>
                    <a:pt x="68" y="71"/>
                    <a:pt x="68" y="71"/>
                    <a:pt x="69" y="71"/>
                  </a:cubicBezTo>
                  <a:cubicBezTo>
                    <a:pt x="68" y="75"/>
                    <a:pt x="66" y="78"/>
                    <a:pt x="62" y="78"/>
                  </a:cubicBezTo>
                  <a:cubicBezTo>
                    <a:pt x="62" y="78"/>
                    <a:pt x="62" y="78"/>
                    <a:pt x="62" y="78"/>
                  </a:cubicBezTo>
                  <a:cubicBezTo>
                    <a:pt x="61" y="78"/>
                    <a:pt x="59" y="78"/>
                    <a:pt x="58" y="78"/>
                  </a:cubicBezTo>
                  <a:cubicBezTo>
                    <a:pt x="56" y="77"/>
                    <a:pt x="53" y="80"/>
                    <a:pt x="55" y="83"/>
                  </a:cubicBezTo>
                  <a:cubicBezTo>
                    <a:pt x="55" y="83"/>
                    <a:pt x="55" y="83"/>
                    <a:pt x="55" y="83"/>
                  </a:cubicBezTo>
                  <a:cubicBezTo>
                    <a:pt x="56" y="84"/>
                    <a:pt x="57" y="84"/>
                    <a:pt x="58" y="84"/>
                  </a:cubicBezTo>
                  <a:cubicBezTo>
                    <a:pt x="55" y="87"/>
                    <a:pt x="49" y="88"/>
                    <a:pt x="45" y="83"/>
                  </a:cubicBezTo>
                  <a:cubicBezTo>
                    <a:pt x="45" y="83"/>
                    <a:pt x="45" y="82"/>
                    <a:pt x="45" y="82"/>
                  </a:cubicBezTo>
                  <a:cubicBezTo>
                    <a:pt x="45" y="66"/>
                    <a:pt x="45" y="66"/>
                    <a:pt x="45" y="66"/>
                  </a:cubicBezTo>
                  <a:cubicBezTo>
                    <a:pt x="46" y="63"/>
                    <a:pt x="48" y="61"/>
                    <a:pt x="51" y="61"/>
                  </a:cubicBezTo>
                  <a:cubicBezTo>
                    <a:pt x="52" y="61"/>
                    <a:pt x="53" y="61"/>
                    <a:pt x="54" y="62"/>
                  </a:cubicBezTo>
                  <a:cubicBezTo>
                    <a:pt x="54" y="62"/>
                    <a:pt x="54" y="62"/>
                    <a:pt x="54" y="62"/>
                  </a:cubicBezTo>
                  <a:cubicBezTo>
                    <a:pt x="58" y="60"/>
                    <a:pt x="57" y="56"/>
                    <a:pt x="54" y="56"/>
                  </a:cubicBezTo>
                  <a:cubicBezTo>
                    <a:pt x="53" y="55"/>
                    <a:pt x="52" y="55"/>
                    <a:pt x="51" y="55"/>
                  </a:cubicBezTo>
                  <a:cubicBezTo>
                    <a:pt x="49" y="55"/>
                    <a:pt x="47" y="56"/>
                    <a:pt x="45" y="57"/>
                  </a:cubicBezTo>
                  <a:cubicBezTo>
                    <a:pt x="45" y="9"/>
                    <a:pt x="45" y="9"/>
                    <a:pt x="45" y="9"/>
                  </a:cubicBezTo>
                  <a:cubicBezTo>
                    <a:pt x="45" y="8"/>
                    <a:pt x="45" y="8"/>
                    <a:pt x="45" y="8"/>
                  </a:cubicBezTo>
                  <a:cubicBezTo>
                    <a:pt x="49" y="4"/>
                    <a:pt x="54" y="6"/>
                    <a:pt x="55" y="10"/>
                  </a:cubicBezTo>
                  <a:cubicBezTo>
                    <a:pt x="53" y="11"/>
                    <a:pt x="51" y="13"/>
                    <a:pt x="50" y="15"/>
                  </a:cubicBezTo>
                  <a:cubicBezTo>
                    <a:pt x="50" y="15"/>
                    <a:pt x="50" y="15"/>
                    <a:pt x="50" y="15"/>
                  </a:cubicBezTo>
                  <a:cubicBezTo>
                    <a:pt x="51" y="17"/>
                    <a:pt x="52" y="18"/>
                    <a:pt x="54" y="18"/>
                  </a:cubicBezTo>
                  <a:cubicBezTo>
                    <a:pt x="55" y="18"/>
                    <a:pt x="55" y="17"/>
                    <a:pt x="56" y="16"/>
                  </a:cubicBezTo>
                  <a:cubicBezTo>
                    <a:pt x="57" y="15"/>
                    <a:pt x="58" y="14"/>
                    <a:pt x="59" y="14"/>
                  </a:cubicBezTo>
                  <a:cubicBezTo>
                    <a:pt x="59" y="14"/>
                    <a:pt x="59" y="14"/>
                    <a:pt x="59" y="14"/>
                  </a:cubicBezTo>
                  <a:cubicBezTo>
                    <a:pt x="61" y="13"/>
                    <a:pt x="63" y="13"/>
                    <a:pt x="65" y="15"/>
                  </a:cubicBezTo>
                  <a:cubicBezTo>
                    <a:pt x="66" y="15"/>
                    <a:pt x="66" y="15"/>
                    <a:pt x="66" y="15"/>
                  </a:cubicBezTo>
                  <a:cubicBezTo>
                    <a:pt x="68" y="17"/>
                    <a:pt x="68" y="20"/>
                    <a:pt x="67" y="22"/>
                  </a:cubicBezTo>
                  <a:cubicBezTo>
                    <a:pt x="67" y="22"/>
                    <a:pt x="67" y="22"/>
                    <a:pt x="67" y="22"/>
                  </a:cubicBezTo>
                  <a:cubicBezTo>
                    <a:pt x="67" y="23"/>
                    <a:pt x="65" y="25"/>
                    <a:pt x="64" y="25"/>
                  </a:cubicBezTo>
                  <a:cubicBezTo>
                    <a:pt x="63" y="25"/>
                    <a:pt x="63" y="26"/>
                    <a:pt x="63" y="26"/>
                  </a:cubicBezTo>
                  <a:cubicBezTo>
                    <a:pt x="62" y="29"/>
                    <a:pt x="64" y="30"/>
                    <a:pt x="66" y="30"/>
                  </a:cubicBezTo>
                  <a:cubicBezTo>
                    <a:pt x="66" y="30"/>
                    <a:pt x="67" y="30"/>
                    <a:pt x="67" y="30"/>
                  </a:cubicBezTo>
                  <a:cubicBezTo>
                    <a:pt x="69" y="29"/>
                    <a:pt x="70" y="28"/>
                    <a:pt x="71" y="27"/>
                  </a:cubicBezTo>
                  <a:cubicBezTo>
                    <a:pt x="73" y="28"/>
                    <a:pt x="74" y="31"/>
                    <a:pt x="74" y="33"/>
                  </a:cubicBezTo>
                  <a:cubicBezTo>
                    <a:pt x="74" y="35"/>
                    <a:pt x="73" y="37"/>
                    <a:pt x="72" y="39"/>
                  </a:cubicBezTo>
                  <a:cubicBezTo>
                    <a:pt x="71" y="38"/>
                    <a:pt x="71" y="38"/>
                    <a:pt x="70" y="38"/>
                  </a:cubicBezTo>
                  <a:cubicBezTo>
                    <a:pt x="70" y="38"/>
                    <a:pt x="69" y="38"/>
                    <a:pt x="69" y="38"/>
                  </a:cubicBezTo>
                  <a:cubicBezTo>
                    <a:pt x="66" y="41"/>
                    <a:pt x="68" y="45"/>
                    <a:pt x="71" y="44"/>
                  </a:cubicBezTo>
                  <a:cubicBezTo>
                    <a:pt x="72" y="44"/>
                    <a:pt x="72" y="44"/>
                    <a:pt x="72" y="44"/>
                  </a:cubicBezTo>
                  <a:cubicBezTo>
                    <a:pt x="71" y="45"/>
                    <a:pt x="72" y="45"/>
                    <a:pt x="72" y="45"/>
                  </a:cubicBezTo>
                  <a:cubicBezTo>
                    <a:pt x="75" y="47"/>
                    <a:pt x="78" y="50"/>
                    <a:pt x="78" y="55"/>
                  </a:cubicBezTo>
                  <a:cubicBezTo>
                    <a:pt x="78" y="59"/>
                    <a:pt x="75" y="63"/>
                    <a:pt x="71" y="6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5" name="Google Shape;1315;p49"/>
            <p:cNvSpPr/>
            <p:nvPr/>
          </p:nvSpPr>
          <p:spPr>
            <a:xfrm>
              <a:off x="7282667" y="1479874"/>
              <a:ext cx="34090" cy="50585"/>
            </a:xfrm>
            <a:custGeom>
              <a:avLst/>
              <a:gdLst/>
              <a:ahLst/>
              <a:cxnLst/>
              <a:rect l="l" t="t" r="r" b="b"/>
              <a:pathLst>
                <a:path w="13" h="19" extrusionOk="0">
                  <a:moveTo>
                    <a:pt x="7" y="1"/>
                  </a:moveTo>
                  <a:cubicBezTo>
                    <a:pt x="6" y="1"/>
                    <a:pt x="6" y="3"/>
                    <a:pt x="6" y="5"/>
                  </a:cubicBezTo>
                  <a:cubicBezTo>
                    <a:pt x="7" y="5"/>
                    <a:pt x="7" y="6"/>
                    <a:pt x="7" y="7"/>
                  </a:cubicBezTo>
                  <a:cubicBezTo>
                    <a:pt x="7" y="10"/>
                    <a:pt x="5" y="12"/>
                    <a:pt x="3" y="13"/>
                  </a:cubicBezTo>
                  <a:cubicBezTo>
                    <a:pt x="1" y="13"/>
                    <a:pt x="0" y="15"/>
                    <a:pt x="1" y="16"/>
                  </a:cubicBezTo>
                  <a:cubicBezTo>
                    <a:pt x="1" y="18"/>
                    <a:pt x="2" y="19"/>
                    <a:pt x="4" y="19"/>
                  </a:cubicBezTo>
                  <a:cubicBezTo>
                    <a:pt x="4" y="19"/>
                    <a:pt x="4" y="18"/>
                    <a:pt x="4" y="18"/>
                  </a:cubicBezTo>
                  <a:cubicBezTo>
                    <a:pt x="9" y="17"/>
                    <a:pt x="13" y="13"/>
                    <a:pt x="13" y="7"/>
                  </a:cubicBezTo>
                  <a:cubicBezTo>
                    <a:pt x="13" y="5"/>
                    <a:pt x="12" y="3"/>
                    <a:pt x="11" y="2"/>
                  </a:cubicBezTo>
                  <a:cubicBezTo>
                    <a:pt x="11" y="0"/>
                    <a:pt x="9" y="0"/>
                    <a:pt x="7"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6" name="Google Shape;1316;p49"/>
            <p:cNvSpPr/>
            <p:nvPr/>
          </p:nvSpPr>
          <p:spPr>
            <a:xfrm>
              <a:off x="7366242" y="1451283"/>
              <a:ext cx="30791" cy="45087"/>
            </a:xfrm>
            <a:custGeom>
              <a:avLst/>
              <a:gdLst/>
              <a:ahLst/>
              <a:cxnLst/>
              <a:rect l="l" t="t" r="r" b="b"/>
              <a:pathLst>
                <a:path w="12" h="17" extrusionOk="0">
                  <a:moveTo>
                    <a:pt x="9" y="11"/>
                  </a:moveTo>
                  <a:cubicBezTo>
                    <a:pt x="8" y="11"/>
                    <a:pt x="6" y="9"/>
                    <a:pt x="6" y="7"/>
                  </a:cubicBezTo>
                  <a:cubicBezTo>
                    <a:pt x="6" y="6"/>
                    <a:pt x="6" y="6"/>
                    <a:pt x="7" y="5"/>
                  </a:cubicBezTo>
                  <a:cubicBezTo>
                    <a:pt x="8" y="4"/>
                    <a:pt x="7" y="2"/>
                    <a:pt x="6" y="1"/>
                  </a:cubicBezTo>
                  <a:cubicBezTo>
                    <a:pt x="4" y="0"/>
                    <a:pt x="3" y="1"/>
                    <a:pt x="2" y="2"/>
                  </a:cubicBezTo>
                  <a:cubicBezTo>
                    <a:pt x="1" y="4"/>
                    <a:pt x="0" y="5"/>
                    <a:pt x="0" y="7"/>
                  </a:cubicBezTo>
                  <a:cubicBezTo>
                    <a:pt x="0" y="12"/>
                    <a:pt x="3" y="16"/>
                    <a:pt x="8" y="17"/>
                  </a:cubicBezTo>
                  <a:cubicBezTo>
                    <a:pt x="8" y="17"/>
                    <a:pt x="8" y="17"/>
                    <a:pt x="9" y="17"/>
                  </a:cubicBezTo>
                  <a:cubicBezTo>
                    <a:pt x="10" y="17"/>
                    <a:pt x="11" y="16"/>
                    <a:pt x="11" y="15"/>
                  </a:cubicBezTo>
                  <a:cubicBezTo>
                    <a:pt x="12" y="13"/>
                    <a:pt x="11" y="12"/>
                    <a:pt x="9"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7" name="Google Shape;1317;p49"/>
            <p:cNvSpPr/>
            <p:nvPr/>
          </p:nvSpPr>
          <p:spPr>
            <a:xfrm>
              <a:off x="7201291" y="1498569"/>
              <a:ext cx="15395" cy="15395"/>
            </a:xfrm>
            <a:custGeom>
              <a:avLst/>
              <a:gdLst/>
              <a:ahLst/>
              <a:cxnLst/>
              <a:rect l="l" t="t" r="r" b="b"/>
              <a:pathLst>
                <a:path w="6" h="6" extrusionOk="0">
                  <a:moveTo>
                    <a:pt x="4" y="0"/>
                  </a:moveTo>
                  <a:cubicBezTo>
                    <a:pt x="2" y="0"/>
                    <a:pt x="0" y="1"/>
                    <a:pt x="0" y="3"/>
                  </a:cubicBezTo>
                  <a:cubicBezTo>
                    <a:pt x="0" y="5"/>
                    <a:pt x="2" y="6"/>
                    <a:pt x="3" y="6"/>
                  </a:cubicBezTo>
                  <a:cubicBezTo>
                    <a:pt x="5" y="6"/>
                    <a:pt x="6" y="5"/>
                    <a:pt x="6" y="3"/>
                  </a:cubicBezTo>
                  <a:cubicBezTo>
                    <a:pt x="6" y="3"/>
                    <a:pt x="6" y="3"/>
                    <a:pt x="6" y="3"/>
                  </a:cubicBezTo>
                  <a:cubicBezTo>
                    <a:pt x="6" y="2"/>
                    <a:pt x="5" y="1"/>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18" name="Google Shape;1318;p49"/>
          <p:cNvGrpSpPr/>
          <p:nvPr/>
        </p:nvGrpSpPr>
        <p:grpSpPr>
          <a:xfrm>
            <a:off x="4695688" y="1344615"/>
            <a:ext cx="391483" cy="391484"/>
            <a:chOff x="4709434" y="1344615"/>
            <a:chExt cx="391483" cy="391484"/>
          </a:xfrm>
        </p:grpSpPr>
        <p:sp>
          <p:nvSpPr>
            <p:cNvPr id="1319" name="Google Shape;1319;p49"/>
            <p:cNvSpPr/>
            <p:nvPr/>
          </p:nvSpPr>
          <p:spPr>
            <a:xfrm>
              <a:off x="4769916" y="1540357"/>
              <a:ext cx="18695" cy="18695"/>
            </a:xfrm>
            <a:custGeom>
              <a:avLst/>
              <a:gdLst/>
              <a:ahLst/>
              <a:cxnLst/>
              <a:rect l="l" t="t" r="r" b="b"/>
              <a:pathLst>
                <a:path w="7" h="7" extrusionOk="0">
                  <a:moveTo>
                    <a:pt x="4" y="0"/>
                  </a:moveTo>
                  <a:cubicBezTo>
                    <a:pt x="2" y="0"/>
                    <a:pt x="0" y="2"/>
                    <a:pt x="1" y="4"/>
                  </a:cubicBezTo>
                  <a:cubicBezTo>
                    <a:pt x="1" y="5"/>
                    <a:pt x="2" y="5"/>
                    <a:pt x="3" y="6"/>
                  </a:cubicBezTo>
                  <a:cubicBezTo>
                    <a:pt x="5" y="7"/>
                    <a:pt x="7" y="4"/>
                    <a:pt x="6"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0" name="Google Shape;1320;p49"/>
            <p:cNvSpPr/>
            <p:nvPr/>
          </p:nvSpPr>
          <p:spPr>
            <a:xfrm>
              <a:off x="4709434" y="1344615"/>
              <a:ext cx="391483" cy="391484"/>
            </a:xfrm>
            <a:custGeom>
              <a:avLst/>
              <a:gdLst/>
              <a:ahLst/>
              <a:cxnLst/>
              <a:rect l="l" t="t" r="r" b="b"/>
              <a:pathLst>
                <a:path w="150" h="150" extrusionOk="0">
                  <a:moveTo>
                    <a:pt x="149" y="42"/>
                  </a:moveTo>
                  <a:cubicBezTo>
                    <a:pt x="144" y="37"/>
                    <a:pt x="144" y="37"/>
                    <a:pt x="144" y="37"/>
                  </a:cubicBezTo>
                  <a:cubicBezTo>
                    <a:pt x="147" y="30"/>
                    <a:pt x="147" y="30"/>
                    <a:pt x="147" y="30"/>
                  </a:cubicBezTo>
                  <a:cubicBezTo>
                    <a:pt x="147" y="28"/>
                    <a:pt x="146" y="27"/>
                    <a:pt x="145" y="26"/>
                  </a:cubicBezTo>
                  <a:cubicBezTo>
                    <a:pt x="139" y="23"/>
                    <a:pt x="139" y="23"/>
                    <a:pt x="139" y="23"/>
                  </a:cubicBezTo>
                  <a:cubicBezTo>
                    <a:pt x="138" y="15"/>
                    <a:pt x="138" y="15"/>
                    <a:pt x="138" y="15"/>
                  </a:cubicBezTo>
                  <a:cubicBezTo>
                    <a:pt x="138" y="14"/>
                    <a:pt x="137" y="13"/>
                    <a:pt x="135" y="13"/>
                  </a:cubicBezTo>
                  <a:cubicBezTo>
                    <a:pt x="128" y="12"/>
                    <a:pt x="128" y="12"/>
                    <a:pt x="128" y="12"/>
                  </a:cubicBezTo>
                  <a:cubicBezTo>
                    <a:pt x="124" y="5"/>
                    <a:pt x="124" y="5"/>
                    <a:pt x="124" y="5"/>
                  </a:cubicBezTo>
                  <a:cubicBezTo>
                    <a:pt x="124" y="4"/>
                    <a:pt x="122" y="3"/>
                    <a:pt x="121" y="4"/>
                  </a:cubicBezTo>
                  <a:cubicBezTo>
                    <a:pt x="114" y="6"/>
                    <a:pt x="114" y="6"/>
                    <a:pt x="114" y="6"/>
                  </a:cubicBezTo>
                  <a:cubicBezTo>
                    <a:pt x="108" y="1"/>
                    <a:pt x="108" y="1"/>
                    <a:pt x="108" y="1"/>
                  </a:cubicBezTo>
                  <a:cubicBezTo>
                    <a:pt x="107" y="0"/>
                    <a:pt x="105" y="0"/>
                    <a:pt x="104" y="1"/>
                  </a:cubicBezTo>
                  <a:cubicBezTo>
                    <a:pt x="99" y="6"/>
                    <a:pt x="99" y="6"/>
                    <a:pt x="99" y="6"/>
                  </a:cubicBezTo>
                  <a:cubicBezTo>
                    <a:pt x="92" y="4"/>
                    <a:pt x="92" y="4"/>
                    <a:pt x="92" y="4"/>
                  </a:cubicBezTo>
                  <a:cubicBezTo>
                    <a:pt x="90" y="3"/>
                    <a:pt x="89" y="4"/>
                    <a:pt x="88" y="5"/>
                  </a:cubicBezTo>
                  <a:cubicBezTo>
                    <a:pt x="85" y="12"/>
                    <a:pt x="85" y="12"/>
                    <a:pt x="85" y="12"/>
                  </a:cubicBezTo>
                  <a:cubicBezTo>
                    <a:pt x="77" y="13"/>
                    <a:pt x="77" y="13"/>
                    <a:pt x="77" y="13"/>
                  </a:cubicBezTo>
                  <a:cubicBezTo>
                    <a:pt x="76" y="13"/>
                    <a:pt x="75" y="14"/>
                    <a:pt x="75" y="15"/>
                  </a:cubicBezTo>
                  <a:cubicBezTo>
                    <a:pt x="74" y="23"/>
                    <a:pt x="74" y="23"/>
                    <a:pt x="74" y="23"/>
                  </a:cubicBezTo>
                  <a:cubicBezTo>
                    <a:pt x="73" y="23"/>
                    <a:pt x="73" y="23"/>
                    <a:pt x="73" y="23"/>
                  </a:cubicBezTo>
                  <a:cubicBezTo>
                    <a:pt x="69" y="22"/>
                    <a:pt x="65" y="22"/>
                    <a:pt x="61" y="22"/>
                  </a:cubicBezTo>
                  <a:cubicBezTo>
                    <a:pt x="48" y="22"/>
                    <a:pt x="36" y="27"/>
                    <a:pt x="26" y="36"/>
                  </a:cubicBezTo>
                  <a:cubicBezTo>
                    <a:pt x="17" y="46"/>
                    <a:pt x="11" y="58"/>
                    <a:pt x="11" y="71"/>
                  </a:cubicBezTo>
                  <a:cubicBezTo>
                    <a:pt x="11" y="74"/>
                    <a:pt x="9" y="80"/>
                    <a:pt x="4" y="86"/>
                  </a:cubicBezTo>
                  <a:cubicBezTo>
                    <a:pt x="0" y="92"/>
                    <a:pt x="1" y="96"/>
                    <a:pt x="2" y="98"/>
                  </a:cubicBezTo>
                  <a:cubicBezTo>
                    <a:pt x="3" y="101"/>
                    <a:pt x="6" y="104"/>
                    <a:pt x="14" y="105"/>
                  </a:cubicBezTo>
                  <a:cubicBezTo>
                    <a:pt x="14" y="117"/>
                    <a:pt x="14" y="117"/>
                    <a:pt x="14" y="117"/>
                  </a:cubicBezTo>
                  <a:cubicBezTo>
                    <a:pt x="14" y="126"/>
                    <a:pt x="21" y="133"/>
                    <a:pt x="30" y="133"/>
                  </a:cubicBezTo>
                  <a:cubicBezTo>
                    <a:pt x="38" y="133"/>
                    <a:pt x="42" y="133"/>
                    <a:pt x="44" y="135"/>
                  </a:cubicBezTo>
                  <a:cubicBezTo>
                    <a:pt x="45" y="136"/>
                    <a:pt x="46" y="140"/>
                    <a:pt x="46" y="147"/>
                  </a:cubicBezTo>
                  <a:cubicBezTo>
                    <a:pt x="47" y="149"/>
                    <a:pt x="48" y="150"/>
                    <a:pt x="49" y="150"/>
                  </a:cubicBezTo>
                  <a:cubicBezTo>
                    <a:pt x="91" y="150"/>
                    <a:pt x="91" y="150"/>
                    <a:pt x="91" y="150"/>
                  </a:cubicBezTo>
                  <a:cubicBezTo>
                    <a:pt x="91" y="150"/>
                    <a:pt x="92" y="150"/>
                    <a:pt x="92" y="150"/>
                  </a:cubicBezTo>
                  <a:cubicBezTo>
                    <a:pt x="93" y="149"/>
                    <a:pt x="94" y="148"/>
                    <a:pt x="94" y="147"/>
                  </a:cubicBezTo>
                  <a:cubicBezTo>
                    <a:pt x="94" y="141"/>
                    <a:pt x="93" y="137"/>
                    <a:pt x="94" y="133"/>
                  </a:cubicBezTo>
                  <a:cubicBezTo>
                    <a:pt x="94" y="132"/>
                    <a:pt x="92" y="130"/>
                    <a:pt x="91" y="130"/>
                  </a:cubicBezTo>
                  <a:cubicBezTo>
                    <a:pt x="91" y="130"/>
                    <a:pt x="91" y="130"/>
                    <a:pt x="91" y="130"/>
                  </a:cubicBezTo>
                  <a:cubicBezTo>
                    <a:pt x="89" y="130"/>
                    <a:pt x="88" y="132"/>
                    <a:pt x="88" y="133"/>
                  </a:cubicBezTo>
                  <a:cubicBezTo>
                    <a:pt x="88" y="136"/>
                    <a:pt x="88" y="140"/>
                    <a:pt x="88" y="144"/>
                  </a:cubicBezTo>
                  <a:cubicBezTo>
                    <a:pt x="52" y="144"/>
                    <a:pt x="52" y="144"/>
                    <a:pt x="52" y="144"/>
                  </a:cubicBezTo>
                  <a:cubicBezTo>
                    <a:pt x="51" y="138"/>
                    <a:pt x="51" y="133"/>
                    <a:pt x="47" y="130"/>
                  </a:cubicBezTo>
                  <a:cubicBezTo>
                    <a:pt x="44" y="127"/>
                    <a:pt x="39" y="127"/>
                    <a:pt x="30" y="127"/>
                  </a:cubicBezTo>
                  <a:cubicBezTo>
                    <a:pt x="25" y="127"/>
                    <a:pt x="20" y="123"/>
                    <a:pt x="20" y="117"/>
                  </a:cubicBezTo>
                  <a:cubicBezTo>
                    <a:pt x="20" y="113"/>
                    <a:pt x="20" y="113"/>
                    <a:pt x="20" y="113"/>
                  </a:cubicBezTo>
                  <a:cubicBezTo>
                    <a:pt x="20" y="113"/>
                    <a:pt x="20" y="113"/>
                    <a:pt x="20" y="113"/>
                  </a:cubicBezTo>
                  <a:cubicBezTo>
                    <a:pt x="23" y="113"/>
                    <a:pt x="26" y="112"/>
                    <a:pt x="30" y="110"/>
                  </a:cubicBezTo>
                  <a:cubicBezTo>
                    <a:pt x="31" y="110"/>
                    <a:pt x="32" y="108"/>
                    <a:pt x="32" y="107"/>
                  </a:cubicBezTo>
                  <a:cubicBezTo>
                    <a:pt x="31" y="105"/>
                    <a:pt x="29" y="104"/>
                    <a:pt x="27" y="105"/>
                  </a:cubicBezTo>
                  <a:cubicBezTo>
                    <a:pt x="24" y="107"/>
                    <a:pt x="22" y="108"/>
                    <a:pt x="20" y="108"/>
                  </a:cubicBezTo>
                  <a:cubicBezTo>
                    <a:pt x="20" y="108"/>
                    <a:pt x="20" y="108"/>
                    <a:pt x="20" y="108"/>
                  </a:cubicBezTo>
                  <a:cubicBezTo>
                    <a:pt x="20" y="102"/>
                    <a:pt x="20" y="102"/>
                    <a:pt x="20" y="102"/>
                  </a:cubicBezTo>
                  <a:cubicBezTo>
                    <a:pt x="20" y="100"/>
                    <a:pt x="19" y="99"/>
                    <a:pt x="17" y="99"/>
                  </a:cubicBezTo>
                  <a:cubicBezTo>
                    <a:pt x="12" y="99"/>
                    <a:pt x="8" y="98"/>
                    <a:pt x="7" y="96"/>
                  </a:cubicBezTo>
                  <a:cubicBezTo>
                    <a:pt x="6" y="94"/>
                    <a:pt x="7" y="92"/>
                    <a:pt x="9" y="89"/>
                  </a:cubicBezTo>
                  <a:cubicBezTo>
                    <a:pt x="13" y="84"/>
                    <a:pt x="17" y="77"/>
                    <a:pt x="17" y="71"/>
                  </a:cubicBezTo>
                  <a:cubicBezTo>
                    <a:pt x="17" y="47"/>
                    <a:pt x="37" y="27"/>
                    <a:pt x="61" y="27"/>
                  </a:cubicBezTo>
                  <a:cubicBezTo>
                    <a:pt x="63" y="27"/>
                    <a:pt x="64" y="27"/>
                    <a:pt x="66" y="28"/>
                  </a:cubicBezTo>
                  <a:cubicBezTo>
                    <a:pt x="66" y="28"/>
                    <a:pt x="66" y="29"/>
                    <a:pt x="66" y="30"/>
                  </a:cubicBezTo>
                  <a:cubicBezTo>
                    <a:pt x="68" y="36"/>
                    <a:pt x="68" y="36"/>
                    <a:pt x="68" y="36"/>
                  </a:cubicBezTo>
                  <a:cubicBezTo>
                    <a:pt x="63" y="42"/>
                    <a:pt x="63" y="42"/>
                    <a:pt x="63" y="42"/>
                  </a:cubicBezTo>
                  <a:cubicBezTo>
                    <a:pt x="62" y="44"/>
                    <a:pt x="62" y="45"/>
                    <a:pt x="63" y="46"/>
                  </a:cubicBezTo>
                  <a:cubicBezTo>
                    <a:pt x="68" y="52"/>
                    <a:pt x="68" y="52"/>
                    <a:pt x="68" y="52"/>
                  </a:cubicBezTo>
                  <a:cubicBezTo>
                    <a:pt x="66" y="59"/>
                    <a:pt x="66" y="59"/>
                    <a:pt x="66" y="59"/>
                  </a:cubicBezTo>
                  <a:cubicBezTo>
                    <a:pt x="65" y="60"/>
                    <a:pt x="66" y="62"/>
                    <a:pt x="67" y="63"/>
                  </a:cubicBezTo>
                  <a:cubicBezTo>
                    <a:pt x="74" y="66"/>
                    <a:pt x="74" y="66"/>
                    <a:pt x="74" y="66"/>
                  </a:cubicBezTo>
                  <a:cubicBezTo>
                    <a:pt x="75" y="73"/>
                    <a:pt x="75" y="73"/>
                    <a:pt x="75" y="73"/>
                  </a:cubicBezTo>
                  <a:cubicBezTo>
                    <a:pt x="75" y="75"/>
                    <a:pt x="76" y="76"/>
                    <a:pt x="77" y="76"/>
                  </a:cubicBezTo>
                  <a:cubicBezTo>
                    <a:pt x="85" y="77"/>
                    <a:pt x="85" y="77"/>
                    <a:pt x="85" y="77"/>
                  </a:cubicBezTo>
                  <a:cubicBezTo>
                    <a:pt x="88" y="83"/>
                    <a:pt x="88" y="83"/>
                    <a:pt x="88" y="83"/>
                  </a:cubicBezTo>
                  <a:cubicBezTo>
                    <a:pt x="89" y="85"/>
                    <a:pt x="90" y="85"/>
                    <a:pt x="92" y="85"/>
                  </a:cubicBezTo>
                  <a:cubicBezTo>
                    <a:pt x="98" y="82"/>
                    <a:pt x="98" y="82"/>
                    <a:pt x="98" y="82"/>
                  </a:cubicBezTo>
                  <a:cubicBezTo>
                    <a:pt x="103" y="86"/>
                    <a:pt x="103" y="86"/>
                    <a:pt x="103" y="86"/>
                  </a:cubicBezTo>
                  <a:cubicBezTo>
                    <a:pt x="102" y="89"/>
                    <a:pt x="101" y="91"/>
                    <a:pt x="99" y="94"/>
                  </a:cubicBezTo>
                  <a:cubicBezTo>
                    <a:pt x="96" y="98"/>
                    <a:pt x="94" y="102"/>
                    <a:pt x="93" y="106"/>
                  </a:cubicBezTo>
                  <a:cubicBezTo>
                    <a:pt x="92" y="108"/>
                    <a:pt x="93" y="110"/>
                    <a:pt x="94" y="110"/>
                  </a:cubicBezTo>
                  <a:cubicBezTo>
                    <a:pt x="95" y="110"/>
                    <a:pt x="95" y="111"/>
                    <a:pt x="95" y="111"/>
                  </a:cubicBezTo>
                  <a:cubicBezTo>
                    <a:pt x="96" y="111"/>
                    <a:pt x="98" y="110"/>
                    <a:pt x="98" y="109"/>
                  </a:cubicBezTo>
                  <a:cubicBezTo>
                    <a:pt x="100" y="105"/>
                    <a:pt x="102" y="101"/>
                    <a:pt x="104" y="97"/>
                  </a:cubicBezTo>
                  <a:cubicBezTo>
                    <a:pt x="106" y="94"/>
                    <a:pt x="108" y="90"/>
                    <a:pt x="109" y="87"/>
                  </a:cubicBezTo>
                  <a:cubicBezTo>
                    <a:pt x="114" y="82"/>
                    <a:pt x="114" y="82"/>
                    <a:pt x="114" y="82"/>
                  </a:cubicBezTo>
                  <a:cubicBezTo>
                    <a:pt x="121" y="85"/>
                    <a:pt x="121" y="85"/>
                    <a:pt x="121" y="85"/>
                  </a:cubicBezTo>
                  <a:cubicBezTo>
                    <a:pt x="122" y="85"/>
                    <a:pt x="124" y="85"/>
                    <a:pt x="124" y="83"/>
                  </a:cubicBezTo>
                  <a:cubicBezTo>
                    <a:pt x="128" y="77"/>
                    <a:pt x="128" y="77"/>
                    <a:pt x="128" y="77"/>
                  </a:cubicBezTo>
                  <a:cubicBezTo>
                    <a:pt x="135" y="76"/>
                    <a:pt x="135" y="76"/>
                    <a:pt x="135" y="76"/>
                  </a:cubicBezTo>
                  <a:cubicBezTo>
                    <a:pt x="137" y="76"/>
                    <a:pt x="138" y="75"/>
                    <a:pt x="138" y="73"/>
                  </a:cubicBezTo>
                  <a:cubicBezTo>
                    <a:pt x="138" y="66"/>
                    <a:pt x="138" y="66"/>
                    <a:pt x="138" y="66"/>
                  </a:cubicBezTo>
                  <a:cubicBezTo>
                    <a:pt x="145" y="63"/>
                    <a:pt x="145" y="63"/>
                    <a:pt x="145" y="63"/>
                  </a:cubicBezTo>
                  <a:cubicBezTo>
                    <a:pt x="147" y="62"/>
                    <a:pt x="147" y="60"/>
                    <a:pt x="147" y="59"/>
                  </a:cubicBezTo>
                  <a:cubicBezTo>
                    <a:pt x="144" y="52"/>
                    <a:pt x="144" y="52"/>
                    <a:pt x="144" y="52"/>
                  </a:cubicBezTo>
                  <a:cubicBezTo>
                    <a:pt x="149" y="46"/>
                    <a:pt x="149" y="46"/>
                    <a:pt x="149" y="46"/>
                  </a:cubicBezTo>
                  <a:cubicBezTo>
                    <a:pt x="150" y="45"/>
                    <a:pt x="150" y="43"/>
                    <a:pt x="149" y="42"/>
                  </a:cubicBezTo>
                  <a:close/>
                  <a:moveTo>
                    <a:pt x="138" y="53"/>
                  </a:moveTo>
                  <a:cubicBezTo>
                    <a:pt x="140" y="59"/>
                    <a:pt x="140" y="59"/>
                    <a:pt x="140" y="59"/>
                  </a:cubicBezTo>
                  <a:cubicBezTo>
                    <a:pt x="134" y="62"/>
                    <a:pt x="134" y="62"/>
                    <a:pt x="134" y="62"/>
                  </a:cubicBezTo>
                  <a:cubicBezTo>
                    <a:pt x="133" y="62"/>
                    <a:pt x="133" y="63"/>
                    <a:pt x="133" y="64"/>
                  </a:cubicBezTo>
                  <a:cubicBezTo>
                    <a:pt x="132" y="71"/>
                    <a:pt x="132" y="71"/>
                    <a:pt x="132" y="71"/>
                  </a:cubicBezTo>
                  <a:cubicBezTo>
                    <a:pt x="126" y="71"/>
                    <a:pt x="126" y="71"/>
                    <a:pt x="126" y="71"/>
                  </a:cubicBezTo>
                  <a:cubicBezTo>
                    <a:pt x="125" y="71"/>
                    <a:pt x="124" y="72"/>
                    <a:pt x="123" y="73"/>
                  </a:cubicBezTo>
                  <a:cubicBezTo>
                    <a:pt x="120" y="79"/>
                    <a:pt x="120" y="79"/>
                    <a:pt x="120" y="79"/>
                  </a:cubicBezTo>
                  <a:cubicBezTo>
                    <a:pt x="114" y="77"/>
                    <a:pt x="114" y="77"/>
                    <a:pt x="114" y="77"/>
                  </a:cubicBezTo>
                  <a:cubicBezTo>
                    <a:pt x="113" y="76"/>
                    <a:pt x="112" y="76"/>
                    <a:pt x="111" y="77"/>
                  </a:cubicBezTo>
                  <a:cubicBezTo>
                    <a:pt x="106" y="81"/>
                    <a:pt x="106" y="81"/>
                    <a:pt x="106" y="81"/>
                  </a:cubicBezTo>
                  <a:cubicBezTo>
                    <a:pt x="101" y="77"/>
                    <a:pt x="101" y="77"/>
                    <a:pt x="101" y="77"/>
                  </a:cubicBezTo>
                  <a:cubicBezTo>
                    <a:pt x="101" y="77"/>
                    <a:pt x="100" y="76"/>
                    <a:pt x="99" y="76"/>
                  </a:cubicBezTo>
                  <a:cubicBezTo>
                    <a:pt x="99" y="76"/>
                    <a:pt x="99" y="76"/>
                    <a:pt x="98" y="76"/>
                  </a:cubicBezTo>
                  <a:cubicBezTo>
                    <a:pt x="92" y="79"/>
                    <a:pt x="92" y="79"/>
                    <a:pt x="92" y="79"/>
                  </a:cubicBezTo>
                  <a:cubicBezTo>
                    <a:pt x="89" y="72"/>
                    <a:pt x="89" y="72"/>
                    <a:pt x="89" y="72"/>
                  </a:cubicBezTo>
                  <a:cubicBezTo>
                    <a:pt x="89" y="72"/>
                    <a:pt x="88" y="71"/>
                    <a:pt x="87" y="71"/>
                  </a:cubicBezTo>
                  <a:cubicBezTo>
                    <a:pt x="80" y="71"/>
                    <a:pt x="80" y="71"/>
                    <a:pt x="80" y="71"/>
                  </a:cubicBezTo>
                  <a:cubicBezTo>
                    <a:pt x="80" y="64"/>
                    <a:pt x="80" y="64"/>
                    <a:pt x="80" y="64"/>
                  </a:cubicBezTo>
                  <a:cubicBezTo>
                    <a:pt x="80" y="63"/>
                    <a:pt x="79" y="62"/>
                    <a:pt x="78" y="61"/>
                  </a:cubicBezTo>
                  <a:cubicBezTo>
                    <a:pt x="72" y="59"/>
                    <a:pt x="72" y="59"/>
                    <a:pt x="72" y="59"/>
                  </a:cubicBezTo>
                  <a:cubicBezTo>
                    <a:pt x="74" y="52"/>
                    <a:pt x="74" y="52"/>
                    <a:pt x="74" y="52"/>
                  </a:cubicBezTo>
                  <a:cubicBezTo>
                    <a:pt x="75" y="51"/>
                    <a:pt x="74" y="50"/>
                    <a:pt x="74" y="49"/>
                  </a:cubicBezTo>
                  <a:cubicBezTo>
                    <a:pt x="69" y="44"/>
                    <a:pt x="69" y="44"/>
                    <a:pt x="69" y="44"/>
                  </a:cubicBezTo>
                  <a:cubicBezTo>
                    <a:pt x="74" y="39"/>
                    <a:pt x="74" y="39"/>
                    <a:pt x="74" y="39"/>
                  </a:cubicBezTo>
                  <a:cubicBezTo>
                    <a:pt x="75" y="38"/>
                    <a:pt x="75" y="37"/>
                    <a:pt x="74" y="36"/>
                  </a:cubicBezTo>
                  <a:cubicBezTo>
                    <a:pt x="72" y="30"/>
                    <a:pt x="72" y="30"/>
                    <a:pt x="72" y="30"/>
                  </a:cubicBezTo>
                  <a:cubicBezTo>
                    <a:pt x="78" y="27"/>
                    <a:pt x="78" y="27"/>
                    <a:pt x="78" y="27"/>
                  </a:cubicBezTo>
                  <a:cubicBezTo>
                    <a:pt x="79" y="27"/>
                    <a:pt x="80" y="26"/>
                    <a:pt x="80" y="25"/>
                  </a:cubicBezTo>
                  <a:cubicBezTo>
                    <a:pt x="80" y="18"/>
                    <a:pt x="80" y="18"/>
                    <a:pt x="80" y="18"/>
                  </a:cubicBezTo>
                  <a:cubicBezTo>
                    <a:pt x="87" y="18"/>
                    <a:pt x="87" y="18"/>
                    <a:pt x="87" y="18"/>
                  </a:cubicBezTo>
                  <a:cubicBezTo>
                    <a:pt x="88" y="18"/>
                    <a:pt x="89" y="17"/>
                    <a:pt x="90" y="16"/>
                  </a:cubicBezTo>
                  <a:cubicBezTo>
                    <a:pt x="92" y="10"/>
                    <a:pt x="92" y="10"/>
                    <a:pt x="92" y="10"/>
                  </a:cubicBezTo>
                  <a:cubicBezTo>
                    <a:pt x="99" y="12"/>
                    <a:pt x="99" y="12"/>
                    <a:pt x="99" y="12"/>
                  </a:cubicBezTo>
                  <a:cubicBezTo>
                    <a:pt x="100" y="13"/>
                    <a:pt x="101" y="12"/>
                    <a:pt x="102" y="12"/>
                  </a:cubicBezTo>
                  <a:cubicBezTo>
                    <a:pt x="106" y="8"/>
                    <a:pt x="106" y="8"/>
                    <a:pt x="106" y="8"/>
                  </a:cubicBezTo>
                  <a:cubicBezTo>
                    <a:pt x="112" y="12"/>
                    <a:pt x="112" y="12"/>
                    <a:pt x="112" y="12"/>
                  </a:cubicBezTo>
                  <a:cubicBezTo>
                    <a:pt x="112" y="13"/>
                    <a:pt x="114" y="13"/>
                    <a:pt x="115" y="12"/>
                  </a:cubicBezTo>
                  <a:cubicBezTo>
                    <a:pt x="121" y="10"/>
                    <a:pt x="121" y="10"/>
                    <a:pt x="121" y="10"/>
                  </a:cubicBezTo>
                  <a:cubicBezTo>
                    <a:pt x="124" y="16"/>
                    <a:pt x="124" y="16"/>
                    <a:pt x="124" y="16"/>
                  </a:cubicBezTo>
                  <a:cubicBezTo>
                    <a:pt x="124" y="17"/>
                    <a:pt x="125" y="18"/>
                    <a:pt x="126" y="18"/>
                  </a:cubicBezTo>
                  <a:cubicBezTo>
                    <a:pt x="133" y="18"/>
                    <a:pt x="133" y="18"/>
                    <a:pt x="133" y="18"/>
                  </a:cubicBezTo>
                  <a:cubicBezTo>
                    <a:pt x="133" y="25"/>
                    <a:pt x="133" y="25"/>
                    <a:pt x="133" y="25"/>
                  </a:cubicBezTo>
                  <a:cubicBezTo>
                    <a:pt x="133" y="26"/>
                    <a:pt x="134" y="27"/>
                    <a:pt x="135" y="28"/>
                  </a:cubicBezTo>
                  <a:cubicBezTo>
                    <a:pt x="141" y="30"/>
                    <a:pt x="141" y="30"/>
                    <a:pt x="141" y="30"/>
                  </a:cubicBezTo>
                  <a:cubicBezTo>
                    <a:pt x="138" y="37"/>
                    <a:pt x="138" y="37"/>
                    <a:pt x="138" y="37"/>
                  </a:cubicBezTo>
                  <a:cubicBezTo>
                    <a:pt x="138" y="38"/>
                    <a:pt x="138" y="39"/>
                    <a:pt x="139" y="40"/>
                  </a:cubicBezTo>
                  <a:cubicBezTo>
                    <a:pt x="143" y="45"/>
                    <a:pt x="143" y="45"/>
                    <a:pt x="143" y="45"/>
                  </a:cubicBezTo>
                  <a:cubicBezTo>
                    <a:pt x="139" y="50"/>
                    <a:pt x="139" y="50"/>
                    <a:pt x="139" y="50"/>
                  </a:cubicBezTo>
                  <a:cubicBezTo>
                    <a:pt x="138" y="51"/>
                    <a:pt x="138" y="52"/>
                    <a:pt x="138" y="5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1" name="Google Shape;1321;p49"/>
            <p:cNvSpPr/>
            <p:nvPr/>
          </p:nvSpPr>
          <p:spPr>
            <a:xfrm>
              <a:off x="4918372" y="1391900"/>
              <a:ext cx="138559" cy="138559"/>
            </a:xfrm>
            <a:custGeom>
              <a:avLst/>
              <a:gdLst/>
              <a:ahLst/>
              <a:cxnLst/>
              <a:rect l="l" t="t" r="r" b="b"/>
              <a:pathLst>
                <a:path w="53" h="53" extrusionOk="0">
                  <a:moveTo>
                    <a:pt x="26" y="0"/>
                  </a:moveTo>
                  <a:cubicBezTo>
                    <a:pt x="12" y="0"/>
                    <a:pt x="0" y="12"/>
                    <a:pt x="0" y="26"/>
                  </a:cubicBezTo>
                  <a:cubicBezTo>
                    <a:pt x="0" y="41"/>
                    <a:pt x="12" y="53"/>
                    <a:pt x="26" y="53"/>
                  </a:cubicBezTo>
                  <a:cubicBezTo>
                    <a:pt x="41" y="53"/>
                    <a:pt x="53" y="41"/>
                    <a:pt x="53" y="26"/>
                  </a:cubicBezTo>
                  <a:cubicBezTo>
                    <a:pt x="53" y="12"/>
                    <a:pt x="41" y="0"/>
                    <a:pt x="26" y="0"/>
                  </a:cubicBezTo>
                  <a:close/>
                  <a:moveTo>
                    <a:pt x="26" y="47"/>
                  </a:moveTo>
                  <a:cubicBezTo>
                    <a:pt x="15" y="47"/>
                    <a:pt x="6" y="38"/>
                    <a:pt x="6" y="26"/>
                  </a:cubicBezTo>
                  <a:cubicBezTo>
                    <a:pt x="6" y="15"/>
                    <a:pt x="15" y="6"/>
                    <a:pt x="26" y="6"/>
                  </a:cubicBezTo>
                  <a:cubicBezTo>
                    <a:pt x="38" y="6"/>
                    <a:pt x="47" y="15"/>
                    <a:pt x="47" y="26"/>
                  </a:cubicBezTo>
                  <a:cubicBezTo>
                    <a:pt x="47" y="38"/>
                    <a:pt x="38" y="47"/>
                    <a:pt x="26" y="4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2" name="Google Shape;1322;p49"/>
            <p:cNvSpPr/>
            <p:nvPr/>
          </p:nvSpPr>
          <p:spPr>
            <a:xfrm>
              <a:off x="4939266" y="1650324"/>
              <a:ext cx="18695" cy="18695"/>
            </a:xfrm>
            <a:custGeom>
              <a:avLst/>
              <a:gdLst/>
              <a:ahLst/>
              <a:cxnLst/>
              <a:rect l="l" t="t" r="r" b="b"/>
              <a:pathLst>
                <a:path w="7" h="7" extrusionOk="0">
                  <a:moveTo>
                    <a:pt x="4" y="0"/>
                  </a:moveTo>
                  <a:cubicBezTo>
                    <a:pt x="4" y="0"/>
                    <a:pt x="4" y="0"/>
                    <a:pt x="4" y="0"/>
                  </a:cubicBezTo>
                  <a:cubicBezTo>
                    <a:pt x="3" y="0"/>
                    <a:pt x="2" y="1"/>
                    <a:pt x="1" y="2"/>
                  </a:cubicBezTo>
                  <a:cubicBezTo>
                    <a:pt x="0" y="4"/>
                    <a:pt x="2" y="7"/>
                    <a:pt x="5" y="6"/>
                  </a:cubicBezTo>
                  <a:cubicBezTo>
                    <a:pt x="6" y="6"/>
                    <a:pt x="6" y="5"/>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23" name="Google Shape;1323;p49"/>
          <p:cNvGrpSpPr/>
          <p:nvPr/>
        </p:nvGrpSpPr>
        <p:grpSpPr>
          <a:xfrm>
            <a:off x="3928117" y="1346814"/>
            <a:ext cx="389284" cy="389284"/>
            <a:chOff x="3939663" y="1346814"/>
            <a:chExt cx="389284" cy="389284"/>
          </a:xfrm>
        </p:grpSpPr>
        <p:sp>
          <p:nvSpPr>
            <p:cNvPr id="1324" name="Google Shape;1324;p49"/>
            <p:cNvSpPr/>
            <p:nvPr/>
          </p:nvSpPr>
          <p:spPr>
            <a:xfrm>
              <a:off x="4023238" y="1637128"/>
              <a:ext cx="75878" cy="26392"/>
            </a:xfrm>
            <a:custGeom>
              <a:avLst/>
              <a:gdLst/>
              <a:ahLst/>
              <a:cxnLst/>
              <a:rect l="l" t="t" r="r" b="b"/>
              <a:pathLst>
                <a:path w="29" h="10" extrusionOk="0">
                  <a:moveTo>
                    <a:pt x="1" y="5"/>
                  </a:moveTo>
                  <a:cubicBezTo>
                    <a:pt x="0" y="6"/>
                    <a:pt x="0" y="8"/>
                    <a:pt x="1" y="9"/>
                  </a:cubicBezTo>
                  <a:cubicBezTo>
                    <a:pt x="3" y="10"/>
                    <a:pt x="4" y="10"/>
                    <a:pt x="6" y="9"/>
                  </a:cubicBezTo>
                  <a:cubicBezTo>
                    <a:pt x="8" y="7"/>
                    <a:pt x="11" y="6"/>
                    <a:pt x="14" y="6"/>
                  </a:cubicBezTo>
                  <a:cubicBezTo>
                    <a:pt x="18" y="6"/>
                    <a:pt x="21" y="7"/>
                    <a:pt x="23" y="9"/>
                  </a:cubicBezTo>
                  <a:cubicBezTo>
                    <a:pt x="24" y="10"/>
                    <a:pt x="25" y="10"/>
                    <a:pt x="25" y="10"/>
                  </a:cubicBezTo>
                  <a:cubicBezTo>
                    <a:pt x="26" y="10"/>
                    <a:pt x="27" y="10"/>
                    <a:pt x="27" y="9"/>
                  </a:cubicBezTo>
                  <a:cubicBezTo>
                    <a:pt x="29" y="8"/>
                    <a:pt x="29" y="6"/>
                    <a:pt x="27" y="5"/>
                  </a:cubicBezTo>
                  <a:cubicBezTo>
                    <a:pt x="24" y="2"/>
                    <a:pt x="19" y="0"/>
                    <a:pt x="14" y="0"/>
                  </a:cubicBezTo>
                  <a:cubicBezTo>
                    <a:pt x="10" y="0"/>
                    <a:pt x="5" y="2"/>
                    <a:pt x="1"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5" name="Google Shape;1325;p49"/>
            <p:cNvSpPr/>
            <p:nvPr/>
          </p:nvSpPr>
          <p:spPr>
            <a:xfrm>
              <a:off x="3992448" y="1579945"/>
              <a:ext cx="43987" cy="34090"/>
            </a:xfrm>
            <a:custGeom>
              <a:avLst/>
              <a:gdLst/>
              <a:ahLst/>
              <a:cxnLst/>
              <a:rect l="l" t="t" r="r" b="b"/>
              <a:pathLst>
                <a:path w="17" h="13" extrusionOk="0">
                  <a:moveTo>
                    <a:pt x="2" y="13"/>
                  </a:moveTo>
                  <a:cubicBezTo>
                    <a:pt x="3" y="13"/>
                    <a:pt x="4" y="13"/>
                    <a:pt x="5" y="13"/>
                  </a:cubicBezTo>
                  <a:cubicBezTo>
                    <a:pt x="7" y="13"/>
                    <a:pt x="9" y="12"/>
                    <a:pt x="11" y="11"/>
                  </a:cubicBezTo>
                  <a:cubicBezTo>
                    <a:pt x="14" y="10"/>
                    <a:pt x="16" y="7"/>
                    <a:pt x="17" y="4"/>
                  </a:cubicBezTo>
                  <a:cubicBezTo>
                    <a:pt x="17" y="3"/>
                    <a:pt x="16" y="1"/>
                    <a:pt x="15" y="1"/>
                  </a:cubicBezTo>
                  <a:cubicBezTo>
                    <a:pt x="13" y="0"/>
                    <a:pt x="12" y="1"/>
                    <a:pt x="11" y="3"/>
                  </a:cubicBezTo>
                  <a:cubicBezTo>
                    <a:pt x="11" y="4"/>
                    <a:pt x="10" y="6"/>
                    <a:pt x="8" y="6"/>
                  </a:cubicBezTo>
                  <a:cubicBezTo>
                    <a:pt x="7" y="7"/>
                    <a:pt x="5" y="7"/>
                    <a:pt x="4" y="7"/>
                  </a:cubicBezTo>
                  <a:cubicBezTo>
                    <a:pt x="2" y="7"/>
                    <a:pt x="0" y="7"/>
                    <a:pt x="0" y="9"/>
                  </a:cubicBezTo>
                  <a:cubicBezTo>
                    <a:pt x="0" y="11"/>
                    <a:pt x="1" y="12"/>
                    <a:pt x="2" y="1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6" name="Google Shape;1326;p49"/>
            <p:cNvSpPr/>
            <p:nvPr/>
          </p:nvSpPr>
          <p:spPr>
            <a:xfrm>
              <a:off x="4085920" y="1579945"/>
              <a:ext cx="45087" cy="34090"/>
            </a:xfrm>
            <a:custGeom>
              <a:avLst/>
              <a:gdLst/>
              <a:ahLst/>
              <a:cxnLst/>
              <a:rect l="l" t="t" r="r" b="b"/>
              <a:pathLst>
                <a:path w="17" h="13" extrusionOk="0">
                  <a:moveTo>
                    <a:pt x="6" y="11"/>
                  </a:moveTo>
                  <a:cubicBezTo>
                    <a:pt x="8" y="12"/>
                    <a:pt x="10" y="13"/>
                    <a:pt x="12" y="13"/>
                  </a:cubicBezTo>
                  <a:cubicBezTo>
                    <a:pt x="13" y="13"/>
                    <a:pt x="14" y="13"/>
                    <a:pt x="15" y="13"/>
                  </a:cubicBezTo>
                  <a:cubicBezTo>
                    <a:pt x="16" y="12"/>
                    <a:pt x="17" y="11"/>
                    <a:pt x="17" y="9"/>
                  </a:cubicBezTo>
                  <a:cubicBezTo>
                    <a:pt x="16" y="7"/>
                    <a:pt x="15" y="7"/>
                    <a:pt x="13" y="7"/>
                  </a:cubicBezTo>
                  <a:cubicBezTo>
                    <a:pt x="12" y="7"/>
                    <a:pt x="10" y="7"/>
                    <a:pt x="9" y="6"/>
                  </a:cubicBezTo>
                  <a:cubicBezTo>
                    <a:pt x="7" y="6"/>
                    <a:pt x="6" y="4"/>
                    <a:pt x="6" y="3"/>
                  </a:cubicBezTo>
                  <a:cubicBezTo>
                    <a:pt x="5" y="1"/>
                    <a:pt x="4" y="0"/>
                    <a:pt x="2" y="1"/>
                  </a:cubicBezTo>
                  <a:cubicBezTo>
                    <a:pt x="1" y="1"/>
                    <a:pt x="0" y="3"/>
                    <a:pt x="0" y="4"/>
                  </a:cubicBezTo>
                  <a:cubicBezTo>
                    <a:pt x="1" y="7"/>
                    <a:pt x="3" y="10"/>
                    <a:pt x="6" y="1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7" name="Google Shape;1327;p49"/>
            <p:cNvSpPr/>
            <p:nvPr/>
          </p:nvSpPr>
          <p:spPr>
            <a:xfrm>
              <a:off x="3939663" y="1346814"/>
              <a:ext cx="389284" cy="389284"/>
            </a:xfrm>
            <a:custGeom>
              <a:avLst/>
              <a:gdLst/>
              <a:ahLst/>
              <a:cxnLst/>
              <a:rect l="l" t="t" r="r" b="b"/>
              <a:pathLst>
                <a:path w="149" h="149" extrusionOk="0">
                  <a:moveTo>
                    <a:pt x="102" y="0"/>
                  </a:moveTo>
                  <a:cubicBezTo>
                    <a:pt x="77" y="0"/>
                    <a:pt x="56" y="21"/>
                    <a:pt x="56" y="46"/>
                  </a:cubicBezTo>
                  <a:cubicBezTo>
                    <a:pt x="56" y="50"/>
                    <a:pt x="56" y="53"/>
                    <a:pt x="57" y="57"/>
                  </a:cubicBezTo>
                  <a:cubicBezTo>
                    <a:pt x="54" y="56"/>
                    <a:pt x="50" y="56"/>
                    <a:pt x="46" y="56"/>
                  </a:cubicBezTo>
                  <a:cubicBezTo>
                    <a:pt x="39" y="56"/>
                    <a:pt x="31" y="57"/>
                    <a:pt x="25" y="61"/>
                  </a:cubicBezTo>
                  <a:cubicBezTo>
                    <a:pt x="23" y="62"/>
                    <a:pt x="23" y="63"/>
                    <a:pt x="24" y="65"/>
                  </a:cubicBezTo>
                  <a:cubicBezTo>
                    <a:pt x="24" y="66"/>
                    <a:pt x="26" y="67"/>
                    <a:pt x="27" y="66"/>
                  </a:cubicBezTo>
                  <a:cubicBezTo>
                    <a:pt x="33" y="63"/>
                    <a:pt x="40" y="61"/>
                    <a:pt x="46" y="61"/>
                  </a:cubicBezTo>
                  <a:cubicBezTo>
                    <a:pt x="69" y="61"/>
                    <a:pt x="87" y="80"/>
                    <a:pt x="87" y="102"/>
                  </a:cubicBezTo>
                  <a:cubicBezTo>
                    <a:pt x="87" y="125"/>
                    <a:pt x="69" y="143"/>
                    <a:pt x="46" y="143"/>
                  </a:cubicBezTo>
                  <a:cubicBezTo>
                    <a:pt x="24" y="143"/>
                    <a:pt x="6" y="125"/>
                    <a:pt x="6" y="102"/>
                  </a:cubicBezTo>
                  <a:cubicBezTo>
                    <a:pt x="6" y="96"/>
                    <a:pt x="7" y="89"/>
                    <a:pt x="10" y="83"/>
                  </a:cubicBezTo>
                  <a:cubicBezTo>
                    <a:pt x="11" y="82"/>
                    <a:pt x="11" y="80"/>
                    <a:pt x="9" y="79"/>
                  </a:cubicBezTo>
                  <a:cubicBezTo>
                    <a:pt x="8" y="78"/>
                    <a:pt x="6" y="79"/>
                    <a:pt x="5" y="80"/>
                  </a:cubicBezTo>
                  <a:cubicBezTo>
                    <a:pt x="2" y="87"/>
                    <a:pt x="0" y="95"/>
                    <a:pt x="0" y="102"/>
                  </a:cubicBezTo>
                  <a:cubicBezTo>
                    <a:pt x="0" y="128"/>
                    <a:pt x="21" y="149"/>
                    <a:pt x="46" y="149"/>
                  </a:cubicBezTo>
                  <a:cubicBezTo>
                    <a:pt x="72" y="149"/>
                    <a:pt x="93" y="128"/>
                    <a:pt x="93" y="102"/>
                  </a:cubicBezTo>
                  <a:cubicBezTo>
                    <a:pt x="93" y="99"/>
                    <a:pt x="93" y="95"/>
                    <a:pt x="92" y="92"/>
                  </a:cubicBezTo>
                  <a:cubicBezTo>
                    <a:pt x="95" y="92"/>
                    <a:pt x="99" y="93"/>
                    <a:pt x="102" y="93"/>
                  </a:cubicBezTo>
                  <a:cubicBezTo>
                    <a:pt x="128" y="93"/>
                    <a:pt x="149" y="72"/>
                    <a:pt x="149" y="46"/>
                  </a:cubicBezTo>
                  <a:cubicBezTo>
                    <a:pt x="149" y="21"/>
                    <a:pt x="128" y="0"/>
                    <a:pt x="102" y="0"/>
                  </a:cubicBezTo>
                  <a:close/>
                  <a:moveTo>
                    <a:pt x="102" y="87"/>
                  </a:moveTo>
                  <a:cubicBezTo>
                    <a:pt x="98" y="87"/>
                    <a:pt x="94" y="86"/>
                    <a:pt x="90" y="85"/>
                  </a:cubicBezTo>
                  <a:cubicBezTo>
                    <a:pt x="85" y="73"/>
                    <a:pt x="76" y="64"/>
                    <a:pt x="64" y="59"/>
                  </a:cubicBezTo>
                  <a:cubicBezTo>
                    <a:pt x="62" y="55"/>
                    <a:pt x="62" y="51"/>
                    <a:pt x="62" y="46"/>
                  </a:cubicBezTo>
                  <a:cubicBezTo>
                    <a:pt x="62" y="24"/>
                    <a:pt x="80" y="5"/>
                    <a:pt x="102" y="5"/>
                  </a:cubicBezTo>
                  <a:cubicBezTo>
                    <a:pt x="125" y="5"/>
                    <a:pt x="143" y="24"/>
                    <a:pt x="143" y="46"/>
                  </a:cubicBezTo>
                  <a:cubicBezTo>
                    <a:pt x="143" y="69"/>
                    <a:pt x="125" y="87"/>
                    <a:pt x="102" y="8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8" name="Google Shape;1328;p49"/>
            <p:cNvSpPr/>
            <p:nvPr/>
          </p:nvSpPr>
          <p:spPr>
            <a:xfrm>
              <a:off x="4169495" y="1490871"/>
              <a:ext cx="73678" cy="26392"/>
            </a:xfrm>
            <a:custGeom>
              <a:avLst/>
              <a:gdLst/>
              <a:ahLst/>
              <a:cxnLst/>
              <a:rect l="l" t="t" r="r" b="b"/>
              <a:pathLst>
                <a:path w="28" h="10" extrusionOk="0">
                  <a:moveTo>
                    <a:pt x="23" y="1"/>
                  </a:moveTo>
                  <a:cubicBezTo>
                    <a:pt x="21" y="3"/>
                    <a:pt x="18" y="4"/>
                    <a:pt x="14" y="4"/>
                  </a:cubicBezTo>
                  <a:cubicBezTo>
                    <a:pt x="11" y="4"/>
                    <a:pt x="8" y="3"/>
                    <a:pt x="5" y="1"/>
                  </a:cubicBezTo>
                  <a:cubicBezTo>
                    <a:pt x="4" y="0"/>
                    <a:pt x="3" y="0"/>
                    <a:pt x="1" y="1"/>
                  </a:cubicBezTo>
                  <a:cubicBezTo>
                    <a:pt x="0" y="2"/>
                    <a:pt x="0" y="4"/>
                    <a:pt x="1" y="5"/>
                  </a:cubicBezTo>
                  <a:cubicBezTo>
                    <a:pt x="5" y="8"/>
                    <a:pt x="9" y="10"/>
                    <a:pt x="14" y="10"/>
                  </a:cubicBezTo>
                  <a:cubicBezTo>
                    <a:pt x="19" y="10"/>
                    <a:pt x="24" y="8"/>
                    <a:pt x="27" y="5"/>
                  </a:cubicBezTo>
                  <a:cubicBezTo>
                    <a:pt x="28" y="4"/>
                    <a:pt x="28" y="2"/>
                    <a:pt x="27" y="1"/>
                  </a:cubicBezTo>
                  <a:cubicBezTo>
                    <a:pt x="26" y="0"/>
                    <a:pt x="24" y="0"/>
                    <a:pt x="23"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9" name="Google Shape;1329;p49"/>
            <p:cNvSpPr/>
            <p:nvPr/>
          </p:nvSpPr>
          <p:spPr>
            <a:xfrm>
              <a:off x="4135405" y="1443585"/>
              <a:ext cx="52784" cy="20894"/>
            </a:xfrm>
            <a:custGeom>
              <a:avLst/>
              <a:gdLst/>
              <a:ahLst/>
              <a:cxnLst/>
              <a:rect l="l" t="t" r="r" b="b"/>
              <a:pathLst>
                <a:path w="20" h="8" extrusionOk="0">
                  <a:moveTo>
                    <a:pt x="16" y="8"/>
                  </a:moveTo>
                  <a:cubicBezTo>
                    <a:pt x="17" y="8"/>
                    <a:pt x="18" y="8"/>
                    <a:pt x="18" y="7"/>
                  </a:cubicBezTo>
                  <a:cubicBezTo>
                    <a:pt x="20" y="6"/>
                    <a:pt x="20" y="4"/>
                    <a:pt x="18" y="3"/>
                  </a:cubicBezTo>
                  <a:cubicBezTo>
                    <a:pt x="16" y="1"/>
                    <a:pt x="13" y="0"/>
                    <a:pt x="10" y="0"/>
                  </a:cubicBezTo>
                  <a:cubicBezTo>
                    <a:pt x="7" y="0"/>
                    <a:pt x="4" y="1"/>
                    <a:pt x="2" y="3"/>
                  </a:cubicBezTo>
                  <a:cubicBezTo>
                    <a:pt x="0" y="4"/>
                    <a:pt x="0" y="6"/>
                    <a:pt x="2" y="7"/>
                  </a:cubicBezTo>
                  <a:cubicBezTo>
                    <a:pt x="3" y="8"/>
                    <a:pt x="4" y="8"/>
                    <a:pt x="6" y="7"/>
                  </a:cubicBezTo>
                  <a:cubicBezTo>
                    <a:pt x="7" y="6"/>
                    <a:pt x="8" y="5"/>
                    <a:pt x="10" y="5"/>
                  </a:cubicBezTo>
                  <a:cubicBezTo>
                    <a:pt x="12" y="5"/>
                    <a:pt x="13" y="6"/>
                    <a:pt x="14" y="7"/>
                  </a:cubicBezTo>
                  <a:cubicBezTo>
                    <a:pt x="15" y="8"/>
                    <a:pt x="16" y="8"/>
                    <a:pt x="16" y="8"/>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0" name="Google Shape;1330;p49"/>
            <p:cNvSpPr/>
            <p:nvPr/>
          </p:nvSpPr>
          <p:spPr>
            <a:xfrm>
              <a:off x="4226678" y="1443585"/>
              <a:ext cx="50585" cy="20894"/>
            </a:xfrm>
            <a:custGeom>
              <a:avLst/>
              <a:gdLst/>
              <a:ahLst/>
              <a:cxnLst/>
              <a:rect l="l" t="t" r="r" b="b"/>
              <a:pathLst>
                <a:path w="19" h="8" extrusionOk="0">
                  <a:moveTo>
                    <a:pt x="10" y="0"/>
                  </a:moveTo>
                  <a:cubicBezTo>
                    <a:pt x="7" y="0"/>
                    <a:pt x="4" y="1"/>
                    <a:pt x="1" y="3"/>
                  </a:cubicBezTo>
                  <a:cubicBezTo>
                    <a:pt x="0" y="4"/>
                    <a:pt x="0" y="6"/>
                    <a:pt x="1" y="7"/>
                  </a:cubicBezTo>
                  <a:cubicBezTo>
                    <a:pt x="2" y="8"/>
                    <a:pt x="4" y="8"/>
                    <a:pt x="5" y="7"/>
                  </a:cubicBezTo>
                  <a:cubicBezTo>
                    <a:pt x="7" y="6"/>
                    <a:pt x="8" y="5"/>
                    <a:pt x="10" y="5"/>
                  </a:cubicBezTo>
                  <a:cubicBezTo>
                    <a:pt x="11" y="5"/>
                    <a:pt x="13" y="6"/>
                    <a:pt x="14" y="7"/>
                  </a:cubicBezTo>
                  <a:cubicBezTo>
                    <a:pt x="15" y="8"/>
                    <a:pt x="15" y="8"/>
                    <a:pt x="16" y="8"/>
                  </a:cubicBezTo>
                  <a:cubicBezTo>
                    <a:pt x="17" y="8"/>
                    <a:pt x="18" y="8"/>
                    <a:pt x="18" y="7"/>
                  </a:cubicBezTo>
                  <a:cubicBezTo>
                    <a:pt x="19" y="6"/>
                    <a:pt x="19" y="4"/>
                    <a:pt x="18" y="3"/>
                  </a:cubicBezTo>
                  <a:cubicBezTo>
                    <a:pt x="16" y="1"/>
                    <a:pt x="13" y="0"/>
                    <a:pt x="10"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1" name="Google Shape;1331;p49"/>
            <p:cNvSpPr/>
            <p:nvPr/>
          </p:nvSpPr>
          <p:spPr>
            <a:xfrm>
              <a:off x="3971554" y="1524961"/>
              <a:ext cx="18695" cy="15395"/>
            </a:xfrm>
            <a:custGeom>
              <a:avLst/>
              <a:gdLst/>
              <a:ahLst/>
              <a:cxnLst/>
              <a:rect l="l" t="t" r="r" b="b"/>
              <a:pathLst>
                <a:path w="7" h="6" extrusionOk="0">
                  <a:moveTo>
                    <a:pt x="4" y="6"/>
                  </a:moveTo>
                  <a:cubicBezTo>
                    <a:pt x="4" y="6"/>
                    <a:pt x="5" y="6"/>
                    <a:pt x="6" y="5"/>
                  </a:cubicBezTo>
                  <a:cubicBezTo>
                    <a:pt x="7" y="4"/>
                    <a:pt x="7" y="2"/>
                    <a:pt x="6" y="1"/>
                  </a:cubicBezTo>
                  <a:cubicBezTo>
                    <a:pt x="4" y="0"/>
                    <a:pt x="3" y="0"/>
                    <a:pt x="2" y="1"/>
                  </a:cubicBezTo>
                  <a:cubicBezTo>
                    <a:pt x="2" y="1"/>
                    <a:pt x="2" y="1"/>
                    <a:pt x="2" y="1"/>
                  </a:cubicBezTo>
                  <a:cubicBezTo>
                    <a:pt x="0" y="2"/>
                    <a:pt x="0" y="4"/>
                    <a:pt x="2" y="5"/>
                  </a:cubicBezTo>
                  <a:cubicBezTo>
                    <a:pt x="2" y="6"/>
                    <a:pt x="3" y="6"/>
                    <a:pt x="4"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32" name="Google Shape;1332;p49"/>
          <p:cNvGrpSpPr/>
          <p:nvPr/>
        </p:nvGrpSpPr>
        <p:grpSpPr>
          <a:xfrm>
            <a:off x="3174292" y="1346814"/>
            <a:ext cx="349696" cy="389284"/>
            <a:chOff x="3175391" y="1346814"/>
            <a:chExt cx="349696" cy="389284"/>
          </a:xfrm>
        </p:grpSpPr>
        <p:sp>
          <p:nvSpPr>
            <p:cNvPr id="1333" name="Google Shape;1333;p49"/>
            <p:cNvSpPr/>
            <p:nvPr/>
          </p:nvSpPr>
          <p:spPr>
            <a:xfrm>
              <a:off x="3175391" y="1346814"/>
              <a:ext cx="349696" cy="389284"/>
            </a:xfrm>
            <a:custGeom>
              <a:avLst/>
              <a:gdLst/>
              <a:ahLst/>
              <a:cxnLst/>
              <a:rect l="l" t="t" r="r" b="b"/>
              <a:pathLst>
                <a:path w="134" h="149" extrusionOk="0">
                  <a:moveTo>
                    <a:pt x="134" y="88"/>
                  </a:moveTo>
                  <a:cubicBezTo>
                    <a:pt x="134" y="80"/>
                    <a:pt x="130" y="72"/>
                    <a:pt x="123" y="67"/>
                  </a:cubicBezTo>
                  <a:cubicBezTo>
                    <a:pt x="126" y="63"/>
                    <a:pt x="128" y="58"/>
                    <a:pt x="128" y="53"/>
                  </a:cubicBezTo>
                  <a:cubicBezTo>
                    <a:pt x="128" y="45"/>
                    <a:pt x="124" y="38"/>
                    <a:pt x="117" y="34"/>
                  </a:cubicBezTo>
                  <a:cubicBezTo>
                    <a:pt x="118" y="28"/>
                    <a:pt x="117" y="22"/>
                    <a:pt x="113" y="17"/>
                  </a:cubicBezTo>
                  <a:cubicBezTo>
                    <a:pt x="112" y="17"/>
                    <a:pt x="112" y="16"/>
                    <a:pt x="111" y="16"/>
                  </a:cubicBezTo>
                  <a:cubicBezTo>
                    <a:pt x="106" y="13"/>
                    <a:pt x="101" y="12"/>
                    <a:pt x="96" y="13"/>
                  </a:cubicBezTo>
                  <a:cubicBezTo>
                    <a:pt x="95" y="5"/>
                    <a:pt x="88" y="0"/>
                    <a:pt x="80" y="0"/>
                  </a:cubicBezTo>
                  <a:cubicBezTo>
                    <a:pt x="75" y="0"/>
                    <a:pt x="70" y="2"/>
                    <a:pt x="67" y="6"/>
                  </a:cubicBezTo>
                  <a:cubicBezTo>
                    <a:pt x="65" y="2"/>
                    <a:pt x="60" y="0"/>
                    <a:pt x="54" y="0"/>
                  </a:cubicBezTo>
                  <a:cubicBezTo>
                    <a:pt x="47" y="0"/>
                    <a:pt x="40" y="5"/>
                    <a:pt x="39" y="13"/>
                  </a:cubicBezTo>
                  <a:cubicBezTo>
                    <a:pt x="38" y="13"/>
                    <a:pt x="37" y="12"/>
                    <a:pt x="36" y="12"/>
                  </a:cubicBezTo>
                  <a:cubicBezTo>
                    <a:pt x="36" y="12"/>
                    <a:pt x="36" y="13"/>
                    <a:pt x="35" y="13"/>
                  </a:cubicBezTo>
                  <a:cubicBezTo>
                    <a:pt x="33" y="15"/>
                    <a:pt x="34" y="18"/>
                    <a:pt x="36" y="18"/>
                  </a:cubicBezTo>
                  <a:cubicBezTo>
                    <a:pt x="38" y="18"/>
                    <a:pt x="39" y="19"/>
                    <a:pt x="40" y="19"/>
                  </a:cubicBezTo>
                  <a:cubicBezTo>
                    <a:pt x="40" y="19"/>
                    <a:pt x="40" y="19"/>
                    <a:pt x="40" y="19"/>
                  </a:cubicBezTo>
                  <a:cubicBezTo>
                    <a:pt x="42" y="20"/>
                    <a:pt x="44" y="22"/>
                    <a:pt x="46" y="24"/>
                  </a:cubicBezTo>
                  <a:cubicBezTo>
                    <a:pt x="46" y="25"/>
                    <a:pt x="47" y="26"/>
                    <a:pt x="48" y="26"/>
                  </a:cubicBezTo>
                  <a:cubicBezTo>
                    <a:pt x="49" y="26"/>
                    <a:pt x="51" y="25"/>
                    <a:pt x="51" y="23"/>
                  </a:cubicBezTo>
                  <a:cubicBezTo>
                    <a:pt x="51" y="23"/>
                    <a:pt x="51" y="23"/>
                    <a:pt x="51" y="22"/>
                  </a:cubicBezTo>
                  <a:cubicBezTo>
                    <a:pt x="50" y="19"/>
                    <a:pt x="47" y="17"/>
                    <a:pt x="44" y="15"/>
                  </a:cubicBezTo>
                  <a:cubicBezTo>
                    <a:pt x="45" y="7"/>
                    <a:pt x="55" y="1"/>
                    <a:pt x="64" y="10"/>
                  </a:cubicBezTo>
                  <a:cubicBezTo>
                    <a:pt x="64" y="10"/>
                    <a:pt x="64" y="11"/>
                    <a:pt x="64" y="12"/>
                  </a:cubicBezTo>
                  <a:cubicBezTo>
                    <a:pt x="64" y="25"/>
                    <a:pt x="64" y="25"/>
                    <a:pt x="64" y="25"/>
                  </a:cubicBezTo>
                  <a:cubicBezTo>
                    <a:pt x="64" y="25"/>
                    <a:pt x="65" y="25"/>
                    <a:pt x="65" y="26"/>
                  </a:cubicBezTo>
                  <a:cubicBezTo>
                    <a:pt x="67" y="28"/>
                    <a:pt x="70" y="26"/>
                    <a:pt x="70" y="24"/>
                  </a:cubicBezTo>
                  <a:cubicBezTo>
                    <a:pt x="70" y="16"/>
                    <a:pt x="70" y="16"/>
                    <a:pt x="70" y="16"/>
                  </a:cubicBezTo>
                  <a:cubicBezTo>
                    <a:pt x="70" y="11"/>
                    <a:pt x="74" y="7"/>
                    <a:pt x="78" y="6"/>
                  </a:cubicBezTo>
                  <a:cubicBezTo>
                    <a:pt x="85" y="4"/>
                    <a:pt x="90" y="9"/>
                    <a:pt x="91" y="15"/>
                  </a:cubicBezTo>
                  <a:cubicBezTo>
                    <a:pt x="88" y="17"/>
                    <a:pt x="86" y="19"/>
                    <a:pt x="84" y="22"/>
                  </a:cubicBezTo>
                  <a:cubicBezTo>
                    <a:pt x="84" y="22"/>
                    <a:pt x="84" y="22"/>
                    <a:pt x="84" y="23"/>
                  </a:cubicBezTo>
                  <a:cubicBezTo>
                    <a:pt x="84" y="36"/>
                    <a:pt x="84" y="36"/>
                    <a:pt x="84" y="36"/>
                  </a:cubicBezTo>
                  <a:cubicBezTo>
                    <a:pt x="48" y="36"/>
                    <a:pt x="48" y="36"/>
                    <a:pt x="48" y="36"/>
                  </a:cubicBezTo>
                  <a:cubicBezTo>
                    <a:pt x="47" y="36"/>
                    <a:pt x="45" y="37"/>
                    <a:pt x="45" y="39"/>
                  </a:cubicBezTo>
                  <a:cubicBezTo>
                    <a:pt x="45" y="49"/>
                    <a:pt x="45" y="49"/>
                    <a:pt x="45" y="49"/>
                  </a:cubicBezTo>
                  <a:cubicBezTo>
                    <a:pt x="41" y="49"/>
                    <a:pt x="41" y="49"/>
                    <a:pt x="41" y="49"/>
                  </a:cubicBezTo>
                  <a:cubicBezTo>
                    <a:pt x="40" y="49"/>
                    <a:pt x="39" y="50"/>
                    <a:pt x="38" y="51"/>
                  </a:cubicBezTo>
                  <a:cubicBezTo>
                    <a:pt x="38" y="53"/>
                    <a:pt x="40" y="54"/>
                    <a:pt x="41" y="54"/>
                  </a:cubicBezTo>
                  <a:cubicBezTo>
                    <a:pt x="48" y="54"/>
                    <a:pt x="48" y="54"/>
                    <a:pt x="48" y="54"/>
                  </a:cubicBezTo>
                  <a:cubicBezTo>
                    <a:pt x="50" y="54"/>
                    <a:pt x="51" y="53"/>
                    <a:pt x="51" y="52"/>
                  </a:cubicBezTo>
                  <a:cubicBezTo>
                    <a:pt x="51" y="41"/>
                    <a:pt x="51" y="41"/>
                    <a:pt x="51" y="41"/>
                  </a:cubicBezTo>
                  <a:cubicBezTo>
                    <a:pt x="71" y="41"/>
                    <a:pt x="71" y="41"/>
                    <a:pt x="71" y="41"/>
                  </a:cubicBezTo>
                  <a:cubicBezTo>
                    <a:pt x="71" y="63"/>
                    <a:pt x="71" y="63"/>
                    <a:pt x="71" y="63"/>
                  </a:cubicBezTo>
                  <a:cubicBezTo>
                    <a:pt x="65" y="63"/>
                    <a:pt x="65" y="63"/>
                    <a:pt x="65" y="63"/>
                  </a:cubicBezTo>
                  <a:cubicBezTo>
                    <a:pt x="65" y="63"/>
                    <a:pt x="65" y="63"/>
                    <a:pt x="65" y="63"/>
                  </a:cubicBezTo>
                  <a:cubicBezTo>
                    <a:pt x="63" y="63"/>
                    <a:pt x="62" y="64"/>
                    <a:pt x="62" y="65"/>
                  </a:cubicBezTo>
                  <a:cubicBezTo>
                    <a:pt x="61" y="67"/>
                    <a:pt x="63" y="69"/>
                    <a:pt x="65" y="69"/>
                  </a:cubicBezTo>
                  <a:cubicBezTo>
                    <a:pt x="81" y="69"/>
                    <a:pt x="81" y="69"/>
                    <a:pt x="81" y="69"/>
                  </a:cubicBezTo>
                  <a:cubicBezTo>
                    <a:pt x="81" y="80"/>
                    <a:pt x="81" y="80"/>
                    <a:pt x="81" y="80"/>
                  </a:cubicBezTo>
                  <a:cubicBezTo>
                    <a:pt x="81" y="82"/>
                    <a:pt x="82" y="83"/>
                    <a:pt x="84" y="83"/>
                  </a:cubicBezTo>
                  <a:cubicBezTo>
                    <a:pt x="85" y="83"/>
                    <a:pt x="87" y="82"/>
                    <a:pt x="87" y="80"/>
                  </a:cubicBezTo>
                  <a:cubicBezTo>
                    <a:pt x="87" y="66"/>
                    <a:pt x="87" y="66"/>
                    <a:pt x="87" y="66"/>
                  </a:cubicBezTo>
                  <a:cubicBezTo>
                    <a:pt x="87" y="65"/>
                    <a:pt x="86" y="63"/>
                    <a:pt x="84" y="63"/>
                  </a:cubicBezTo>
                  <a:cubicBezTo>
                    <a:pt x="77" y="63"/>
                    <a:pt x="77" y="63"/>
                    <a:pt x="77" y="63"/>
                  </a:cubicBezTo>
                  <a:cubicBezTo>
                    <a:pt x="77" y="42"/>
                    <a:pt x="77" y="42"/>
                    <a:pt x="77" y="42"/>
                  </a:cubicBezTo>
                  <a:cubicBezTo>
                    <a:pt x="87" y="42"/>
                    <a:pt x="87" y="42"/>
                    <a:pt x="87" y="42"/>
                  </a:cubicBezTo>
                  <a:cubicBezTo>
                    <a:pt x="89" y="42"/>
                    <a:pt x="90" y="40"/>
                    <a:pt x="90" y="39"/>
                  </a:cubicBezTo>
                  <a:cubicBezTo>
                    <a:pt x="90" y="24"/>
                    <a:pt x="90" y="24"/>
                    <a:pt x="90" y="24"/>
                  </a:cubicBezTo>
                  <a:cubicBezTo>
                    <a:pt x="91" y="22"/>
                    <a:pt x="93" y="21"/>
                    <a:pt x="95" y="20"/>
                  </a:cubicBezTo>
                  <a:cubicBezTo>
                    <a:pt x="95" y="20"/>
                    <a:pt x="95" y="20"/>
                    <a:pt x="95" y="20"/>
                  </a:cubicBezTo>
                  <a:cubicBezTo>
                    <a:pt x="97" y="18"/>
                    <a:pt x="100" y="18"/>
                    <a:pt x="103" y="19"/>
                  </a:cubicBezTo>
                  <a:cubicBezTo>
                    <a:pt x="107" y="20"/>
                    <a:pt x="110" y="23"/>
                    <a:pt x="111" y="26"/>
                  </a:cubicBezTo>
                  <a:cubicBezTo>
                    <a:pt x="112" y="29"/>
                    <a:pt x="112" y="32"/>
                    <a:pt x="111" y="35"/>
                  </a:cubicBezTo>
                  <a:cubicBezTo>
                    <a:pt x="111" y="35"/>
                    <a:pt x="111" y="35"/>
                    <a:pt x="111" y="35"/>
                  </a:cubicBezTo>
                  <a:cubicBezTo>
                    <a:pt x="110" y="37"/>
                    <a:pt x="109" y="40"/>
                    <a:pt x="106" y="41"/>
                  </a:cubicBezTo>
                  <a:cubicBezTo>
                    <a:pt x="105" y="42"/>
                    <a:pt x="104" y="43"/>
                    <a:pt x="105" y="45"/>
                  </a:cubicBezTo>
                  <a:cubicBezTo>
                    <a:pt x="105" y="46"/>
                    <a:pt x="106" y="46"/>
                    <a:pt x="107" y="46"/>
                  </a:cubicBezTo>
                  <a:cubicBezTo>
                    <a:pt x="108" y="46"/>
                    <a:pt x="108" y="46"/>
                    <a:pt x="109" y="46"/>
                  </a:cubicBezTo>
                  <a:cubicBezTo>
                    <a:pt x="112" y="45"/>
                    <a:pt x="114" y="42"/>
                    <a:pt x="115" y="40"/>
                  </a:cubicBezTo>
                  <a:cubicBezTo>
                    <a:pt x="120" y="43"/>
                    <a:pt x="123" y="48"/>
                    <a:pt x="123" y="53"/>
                  </a:cubicBezTo>
                  <a:cubicBezTo>
                    <a:pt x="123" y="57"/>
                    <a:pt x="121" y="61"/>
                    <a:pt x="118" y="64"/>
                  </a:cubicBezTo>
                  <a:cubicBezTo>
                    <a:pt x="117" y="64"/>
                    <a:pt x="116" y="64"/>
                    <a:pt x="116" y="64"/>
                  </a:cubicBezTo>
                  <a:cubicBezTo>
                    <a:pt x="115" y="63"/>
                    <a:pt x="115" y="63"/>
                    <a:pt x="115" y="63"/>
                  </a:cubicBezTo>
                  <a:cubicBezTo>
                    <a:pt x="104" y="63"/>
                    <a:pt x="104" y="63"/>
                    <a:pt x="104" y="63"/>
                  </a:cubicBezTo>
                  <a:cubicBezTo>
                    <a:pt x="104" y="55"/>
                    <a:pt x="104" y="55"/>
                    <a:pt x="104" y="55"/>
                  </a:cubicBezTo>
                  <a:cubicBezTo>
                    <a:pt x="104" y="55"/>
                    <a:pt x="102" y="52"/>
                    <a:pt x="101" y="52"/>
                  </a:cubicBezTo>
                  <a:cubicBezTo>
                    <a:pt x="99" y="52"/>
                    <a:pt x="98" y="54"/>
                    <a:pt x="98" y="55"/>
                  </a:cubicBezTo>
                  <a:cubicBezTo>
                    <a:pt x="98" y="66"/>
                    <a:pt x="98" y="66"/>
                    <a:pt x="98" y="66"/>
                  </a:cubicBezTo>
                  <a:cubicBezTo>
                    <a:pt x="98" y="68"/>
                    <a:pt x="99" y="69"/>
                    <a:pt x="101" y="69"/>
                  </a:cubicBezTo>
                  <a:cubicBezTo>
                    <a:pt x="114" y="69"/>
                    <a:pt x="114" y="69"/>
                    <a:pt x="114" y="69"/>
                  </a:cubicBezTo>
                  <a:cubicBezTo>
                    <a:pt x="115" y="69"/>
                    <a:pt x="116" y="70"/>
                    <a:pt x="118" y="70"/>
                  </a:cubicBezTo>
                  <a:cubicBezTo>
                    <a:pt x="118" y="70"/>
                    <a:pt x="118" y="70"/>
                    <a:pt x="118" y="70"/>
                  </a:cubicBezTo>
                  <a:cubicBezTo>
                    <a:pt x="124" y="74"/>
                    <a:pt x="129" y="81"/>
                    <a:pt x="129" y="88"/>
                  </a:cubicBezTo>
                  <a:cubicBezTo>
                    <a:pt x="129" y="90"/>
                    <a:pt x="128" y="91"/>
                    <a:pt x="128" y="93"/>
                  </a:cubicBezTo>
                  <a:cubicBezTo>
                    <a:pt x="104" y="93"/>
                    <a:pt x="104" y="93"/>
                    <a:pt x="104" y="93"/>
                  </a:cubicBezTo>
                  <a:cubicBezTo>
                    <a:pt x="104" y="80"/>
                    <a:pt x="104" y="80"/>
                    <a:pt x="104" y="80"/>
                  </a:cubicBezTo>
                  <a:cubicBezTo>
                    <a:pt x="104" y="79"/>
                    <a:pt x="102" y="77"/>
                    <a:pt x="101" y="77"/>
                  </a:cubicBezTo>
                  <a:cubicBezTo>
                    <a:pt x="99" y="77"/>
                    <a:pt x="98" y="80"/>
                    <a:pt x="98" y="80"/>
                  </a:cubicBezTo>
                  <a:cubicBezTo>
                    <a:pt x="98" y="93"/>
                    <a:pt x="98" y="93"/>
                    <a:pt x="98" y="93"/>
                  </a:cubicBezTo>
                  <a:cubicBezTo>
                    <a:pt x="70" y="93"/>
                    <a:pt x="70" y="93"/>
                    <a:pt x="70" y="93"/>
                  </a:cubicBezTo>
                  <a:cubicBezTo>
                    <a:pt x="70" y="80"/>
                    <a:pt x="70" y="80"/>
                    <a:pt x="70" y="80"/>
                  </a:cubicBezTo>
                  <a:cubicBezTo>
                    <a:pt x="70" y="79"/>
                    <a:pt x="69" y="77"/>
                    <a:pt x="67" y="77"/>
                  </a:cubicBezTo>
                  <a:cubicBezTo>
                    <a:pt x="51" y="77"/>
                    <a:pt x="51" y="77"/>
                    <a:pt x="51" y="77"/>
                  </a:cubicBezTo>
                  <a:cubicBezTo>
                    <a:pt x="51" y="69"/>
                    <a:pt x="51" y="69"/>
                    <a:pt x="51" y="69"/>
                  </a:cubicBezTo>
                  <a:cubicBezTo>
                    <a:pt x="51" y="67"/>
                    <a:pt x="50" y="66"/>
                    <a:pt x="49" y="66"/>
                  </a:cubicBezTo>
                  <a:cubicBezTo>
                    <a:pt x="47" y="65"/>
                    <a:pt x="45" y="67"/>
                    <a:pt x="45" y="69"/>
                  </a:cubicBezTo>
                  <a:cubicBezTo>
                    <a:pt x="45" y="80"/>
                    <a:pt x="45" y="80"/>
                    <a:pt x="45" y="80"/>
                  </a:cubicBezTo>
                  <a:cubicBezTo>
                    <a:pt x="45" y="82"/>
                    <a:pt x="47" y="83"/>
                    <a:pt x="48" y="83"/>
                  </a:cubicBezTo>
                  <a:cubicBezTo>
                    <a:pt x="65" y="83"/>
                    <a:pt x="65" y="83"/>
                    <a:pt x="65" y="83"/>
                  </a:cubicBezTo>
                  <a:cubicBezTo>
                    <a:pt x="65" y="95"/>
                    <a:pt x="65" y="95"/>
                    <a:pt x="65" y="95"/>
                  </a:cubicBezTo>
                  <a:cubicBezTo>
                    <a:pt x="65" y="97"/>
                    <a:pt x="66" y="98"/>
                    <a:pt x="68" y="98"/>
                  </a:cubicBezTo>
                  <a:cubicBezTo>
                    <a:pt x="81" y="98"/>
                    <a:pt x="81" y="98"/>
                    <a:pt x="81" y="98"/>
                  </a:cubicBezTo>
                  <a:cubicBezTo>
                    <a:pt x="81" y="120"/>
                    <a:pt x="81" y="120"/>
                    <a:pt x="81" y="120"/>
                  </a:cubicBezTo>
                  <a:cubicBezTo>
                    <a:pt x="81" y="121"/>
                    <a:pt x="82" y="123"/>
                    <a:pt x="83" y="123"/>
                  </a:cubicBezTo>
                  <a:cubicBezTo>
                    <a:pt x="85" y="123"/>
                    <a:pt x="87" y="122"/>
                    <a:pt x="87" y="120"/>
                  </a:cubicBezTo>
                  <a:cubicBezTo>
                    <a:pt x="87" y="98"/>
                    <a:pt x="87" y="98"/>
                    <a:pt x="87" y="98"/>
                  </a:cubicBezTo>
                  <a:cubicBezTo>
                    <a:pt x="126" y="98"/>
                    <a:pt x="126" y="98"/>
                    <a:pt x="126" y="98"/>
                  </a:cubicBezTo>
                  <a:cubicBezTo>
                    <a:pt x="124" y="102"/>
                    <a:pt x="121" y="105"/>
                    <a:pt x="117" y="107"/>
                  </a:cubicBezTo>
                  <a:cubicBezTo>
                    <a:pt x="117" y="107"/>
                    <a:pt x="117" y="107"/>
                    <a:pt x="117" y="107"/>
                  </a:cubicBezTo>
                  <a:cubicBezTo>
                    <a:pt x="114" y="108"/>
                    <a:pt x="112" y="108"/>
                    <a:pt x="109" y="108"/>
                  </a:cubicBezTo>
                  <a:cubicBezTo>
                    <a:pt x="108" y="108"/>
                    <a:pt x="106" y="108"/>
                    <a:pt x="104" y="107"/>
                  </a:cubicBezTo>
                  <a:cubicBezTo>
                    <a:pt x="103" y="107"/>
                    <a:pt x="101" y="108"/>
                    <a:pt x="101" y="110"/>
                  </a:cubicBezTo>
                  <a:cubicBezTo>
                    <a:pt x="100" y="111"/>
                    <a:pt x="101" y="113"/>
                    <a:pt x="103" y="113"/>
                  </a:cubicBezTo>
                  <a:cubicBezTo>
                    <a:pt x="105" y="114"/>
                    <a:pt x="107" y="114"/>
                    <a:pt x="109" y="114"/>
                  </a:cubicBezTo>
                  <a:cubicBezTo>
                    <a:pt x="111" y="114"/>
                    <a:pt x="113" y="114"/>
                    <a:pt x="115" y="113"/>
                  </a:cubicBezTo>
                  <a:cubicBezTo>
                    <a:pt x="115" y="121"/>
                    <a:pt x="109" y="128"/>
                    <a:pt x="101" y="129"/>
                  </a:cubicBezTo>
                  <a:cubicBezTo>
                    <a:pt x="101" y="129"/>
                    <a:pt x="101" y="129"/>
                    <a:pt x="101" y="129"/>
                  </a:cubicBezTo>
                  <a:cubicBezTo>
                    <a:pt x="99" y="130"/>
                    <a:pt x="96" y="130"/>
                    <a:pt x="94" y="129"/>
                  </a:cubicBezTo>
                  <a:cubicBezTo>
                    <a:pt x="93" y="129"/>
                    <a:pt x="91" y="130"/>
                    <a:pt x="91" y="131"/>
                  </a:cubicBezTo>
                  <a:cubicBezTo>
                    <a:pt x="90" y="133"/>
                    <a:pt x="91" y="134"/>
                    <a:pt x="93" y="135"/>
                  </a:cubicBezTo>
                  <a:cubicBezTo>
                    <a:pt x="94" y="135"/>
                    <a:pt x="96" y="135"/>
                    <a:pt x="98" y="135"/>
                  </a:cubicBezTo>
                  <a:cubicBezTo>
                    <a:pt x="95" y="141"/>
                    <a:pt x="89" y="144"/>
                    <a:pt x="82" y="143"/>
                  </a:cubicBezTo>
                  <a:cubicBezTo>
                    <a:pt x="75" y="141"/>
                    <a:pt x="71" y="135"/>
                    <a:pt x="71" y="129"/>
                  </a:cubicBezTo>
                  <a:cubicBezTo>
                    <a:pt x="71" y="111"/>
                    <a:pt x="71" y="111"/>
                    <a:pt x="71" y="111"/>
                  </a:cubicBezTo>
                  <a:cubicBezTo>
                    <a:pt x="71" y="109"/>
                    <a:pt x="69" y="108"/>
                    <a:pt x="68" y="108"/>
                  </a:cubicBezTo>
                  <a:cubicBezTo>
                    <a:pt x="51" y="108"/>
                    <a:pt x="51" y="108"/>
                    <a:pt x="51" y="108"/>
                  </a:cubicBezTo>
                  <a:cubicBezTo>
                    <a:pt x="51" y="95"/>
                    <a:pt x="51" y="95"/>
                    <a:pt x="51" y="95"/>
                  </a:cubicBezTo>
                  <a:cubicBezTo>
                    <a:pt x="51" y="94"/>
                    <a:pt x="50" y="93"/>
                    <a:pt x="48" y="93"/>
                  </a:cubicBezTo>
                  <a:cubicBezTo>
                    <a:pt x="30" y="93"/>
                    <a:pt x="30" y="93"/>
                    <a:pt x="30" y="93"/>
                  </a:cubicBezTo>
                  <a:cubicBezTo>
                    <a:pt x="30" y="79"/>
                    <a:pt x="30" y="79"/>
                    <a:pt x="30" y="79"/>
                  </a:cubicBezTo>
                  <a:cubicBezTo>
                    <a:pt x="30" y="77"/>
                    <a:pt x="29" y="76"/>
                    <a:pt x="28" y="76"/>
                  </a:cubicBezTo>
                  <a:cubicBezTo>
                    <a:pt x="11" y="76"/>
                    <a:pt x="11" y="76"/>
                    <a:pt x="11" y="76"/>
                  </a:cubicBezTo>
                  <a:cubicBezTo>
                    <a:pt x="12" y="73"/>
                    <a:pt x="15" y="72"/>
                    <a:pt x="17" y="70"/>
                  </a:cubicBezTo>
                  <a:cubicBezTo>
                    <a:pt x="17" y="70"/>
                    <a:pt x="18" y="70"/>
                    <a:pt x="17" y="69"/>
                  </a:cubicBezTo>
                  <a:cubicBezTo>
                    <a:pt x="17" y="69"/>
                    <a:pt x="18" y="68"/>
                    <a:pt x="18" y="69"/>
                  </a:cubicBezTo>
                  <a:cubicBezTo>
                    <a:pt x="22" y="71"/>
                    <a:pt x="25" y="66"/>
                    <a:pt x="21" y="63"/>
                  </a:cubicBezTo>
                  <a:cubicBezTo>
                    <a:pt x="21" y="63"/>
                    <a:pt x="21" y="63"/>
                    <a:pt x="21" y="63"/>
                  </a:cubicBezTo>
                  <a:cubicBezTo>
                    <a:pt x="19" y="63"/>
                    <a:pt x="18" y="64"/>
                    <a:pt x="17" y="64"/>
                  </a:cubicBezTo>
                  <a:cubicBezTo>
                    <a:pt x="14" y="61"/>
                    <a:pt x="12" y="57"/>
                    <a:pt x="12" y="53"/>
                  </a:cubicBezTo>
                  <a:cubicBezTo>
                    <a:pt x="12" y="48"/>
                    <a:pt x="15" y="42"/>
                    <a:pt x="20" y="39"/>
                  </a:cubicBezTo>
                  <a:cubicBezTo>
                    <a:pt x="21" y="42"/>
                    <a:pt x="23" y="44"/>
                    <a:pt x="26" y="46"/>
                  </a:cubicBezTo>
                  <a:cubicBezTo>
                    <a:pt x="27" y="46"/>
                    <a:pt x="27" y="46"/>
                    <a:pt x="28" y="46"/>
                  </a:cubicBezTo>
                  <a:cubicBezTo>
                    <a:pt x="29" y="46"/>
                    <a:pt x="31" y="45"/>
                    <a:pt x="30" y="42"/>
                  </a:cubicBezTo>
                  <a:cubicBezTo>
                    <a:pt x="30" y="42"/>
                    <a:pt x="30" y="41"/>
                    <a:pt x="30" y="41"/>
                  </a:cubicBezTo>
                  <a:cubicBezTo>
                    <a:pt x="27" y="40"/>
                    <a:pt x="25" y="37"/>
                    <a:pt x="24" y="34"/>
                  </a:cubicBezTo>
                  <a:cubicBezTo>
                    <a:pt x="24" y="34"/>
                    <a:pt x="24" y="34"/>
                    <a:pt x="24" y="34"/>
                  </a:cubicBezTo>
                  <a:cubicBezTo>
                    <a:pt x="23" y="33"/>
                    <a:pt x="23" y="32"/>
                    <a:pt x="23" y="31"/>
                  </a:cubicBezTo>
                  <a:cubicBezTo>
                    <a:pt x="23" y="31"/>
                    <a:pt x="23" y="30"/>
                    <a:pt x="23" y="30"/>
                  </a:cubicBezTo>
                  <a:cubicBezTo>
                    <a:pt x="20" y="28"/>
                    <a:pt x="17" y="30"/>
                    <a:pt x="17" y="32"/>
                  </a:cubicBezTo>
                  <a:cubicBezTo>
                    <a:pt x="17" y="33"/>
                    <a:pt x="17" y="33"/>
                    <a:pt x="17" y="34"/>
                  </a:cubicBezTo>
                  <a:cubicBezTo>
                    <a:pt x="11" y="38"/>
                    <a:pt x="7" y="45"/>
                    <a:pt x="7" y="53"/>
                  </a:cubicBezTo>
                  <a:cubicBezTo>
                    <a:pt x="7" y="58"/>
                    <a:pt x="8" y="63"/>
                    <a:pt x="11" y="67"/>
                  </a:cubicBezTo>
                  <a:cubicBezTo>
                    <a:pt x="5" y="72"/>
                    <a:pt x="0" y="80"/>
                    <a:pt x="0" y="88"/>
                  </a:cubicBezTo>
                  <a:cubicBezTo>
                    <a:pt x="0" y="98"/>
                    <a:pt x="6" y="107"/>
                    <a:pt x="14" y="111"/>
                  </a:cubicBezTo>
                  <a:cubicBezTo>
                    <a:pt x="14" y="112"/>
                    <a:pt x="14" y="112"/>
                    <a:pt x="14" y="113"/>
                  </a:cubicBezTo>
                  <a:cubicBezTo>
                    <a:pt x="14" y="118"/>
                    <a:pt x="16" y="123"/>
                    <a:pt x="20" y="127"/>
                  </a:cubicBezTo>
                  <a:cubicBezTo>
                    <a:pt x="23" y="131"/>
                    <a:pt x="27" y="133"/>
                    <a:pt x="31" y="135"/>
                  </a:cubicBezTo>
                  <a:cubicBezTo>
                    <a:pt x="34" y="143"/>
                    <a:pt x="42" y="149"/>
                    <a:pt x="50" y="149"/>
                  </a:cubicBezTo>
                  <a:cubicBezTo>
                    <a:pt x="58" y="149"/>
                    <a:pt x="64" y="145"/>
                    <a:pt x="67" y="139"/>
                  </a:cubicBezTo>
                  <a:cubicBezTo>
                    <a:pt x="71" y="145"/>
                    <a:pt x="77" y="149"/>
                    <a:pt x="84" y="149"/>
                  </a:cubicBezTo>
                  <a:cubicBezTo>
                    <a:pt x="93" y="149"/>
                    <a:pt x="101" y="143"/>
                    <a:pt x="104" y="135"/>
                  </a:cubicBezTo>
                  <a:cubicBezTo>
                    <a:pt x="108" y="133"/>
                    <a:pt x="112" y="131"/>
                    <a:pt x="115" y="127"/>
                  </a:cubicBezTo>
                  <a:cubicBezTo>
                    <a:pt x="119" y="123"/>
                    <a:pt x="121" y="118"/>
                    <a:pt x="121" y="113"/>
                  </a:cubicBezTo>
                  <a:cubicBezTo>
                    <a:pt x="121" y="112"/>
                    <a:pt x="120" y="112"/>
                    <a:pt x="120" y="111"/>
                  </a:cubicBezTo>
                  <a:cubicBezTo>
                    <a:pt x="129" y="107"/>
                    <a:pt x="134" y="98"/>
                    <a:pt x="134" y="88"/>
                  </a:cubicBezTo>
                  <a:close/>
                  <a:moveTo>
                    <a:pt x="50" y="143"/>
                  </a:moveTo>
                  <a:cubicBezTo>
                    <a:pt x="45" y="143"/>
                    <a:pt x="40" y="140"/>
                    <a:pt x="38" y="135"/>
                  </a:cubicBezTo>
                  <a:cubicBezTo>
                    <a:pt x="39" y="135"/>
                    <a:pt x="41" y="135"/>
                    <a:pt x="43" y="135"/>
                  </a:cubicBezTo>
                  <a:cubicBezTo>
                    <a:pt x="44" y="134"/>
                    <a:pt x="45" y="133"/>
                    <a:pt x="45" y="131"/>
                  </a:cubicBezTo>
                  <a:cubicBezTo>
                    <a:pt x="44" y="130"/>
                    <a:pt x="43" y="129"/>
                    <a:pt x="41" y="129"/>
                  </a:cubicBezTo>
                  <a:cubicBezTo>
                    <a:pt x="39" y="130"/>
                    <a:pt x="36" y="130"/>
                    <a:pt x="34" y="129"/>
                  </a:cubicBezTo>
                  <a:cubicBezTo>
                    <a:pt x="34" y="129"/>
                    <a:pt x="34" y="129"/>
                    <a:pt x="34" y="129"/>
                  </a:cubicBezTo>
                  <a:cubicBezTo>
                    <a:pt x="26" y="128"/>
                    <a:pt x="20" y="121"/>
                    <a:pt x="20" y="113"/>
                  </a:cubicBezTo>
                  <a:cubicBezTo>
                    <a:pt x="22" y="114"/>
                    <a:pt x="24" y="114"/>
                    <a:pt x="26" y="114"/>
                  </a:cubicBezTo>
                  <a:cubicBezTo>
                    <a:pt x="28" y="114"/>
                    <a:pt x="30" y="114"/>
                    <a:pt x="33" y="113"/>
                  </a:cubicBezTo>
                  <a:cubicBezTo>
                    <a:pt x="34" y="113"/>
                    <a:pt x="35" y="111"/>
                    <a:pt x="35" y="110"/>
                  </a:cubicBezTo>
                  <a:cubicBezTo>
                    <a:pt x="34" y="108"/>
                    <a:pt x="33" y="107"/>
                    <a:pt x="31" y="107"/>
                  </a:cubicBezTo>
                  <a:cubicBezTo>
                    <a:pt x="29" y="108"/>
                    <a:pt x="28" y="108"/>
                    <a:pt x="26" y="108"/>
                  </a:cubicBezTo>
                  <a:cubicBezTo>
                    <a:pt x="23" y="108"/>
                    <a:pt x="21" y="108"/>
                    <a:pt x="18" y="107"/>
                  </a:cubicBezTo>
                  <a:cubicBezTo>
                    <a:pt x="18" y="107"/>
                    <a:pt x="18" y="107"/>
                    <a:pt x="18" y="107"/>
                  </a:cubicBezTo>
                  <a:cubicBezTo>
                    <a:pt x="11" y="103"/>
                    <a:pt x="6" y="96"/>
                    <a:pt x="6" y="88"/>
                  </a:cubicBezTo>
                  <a:cubicBezTo>
                    <a:pt x="6" y="86"/>
                    <a:pt x="6" y="84"/>
                    <a:pt x="7" y="81"/>
                  </a:cubicBezTo>
                  <a:cubicBezTo>
                    <a:pt x="25" y="81"/>
                    <a:pt x="25" y="81"/>
                    <a:pt x="25" y="81"/>
                  </a:cubicBezTo>
                  <a:cubicBezTo>
                    <a:pt x="25" y="95"/>
                    <a:pt x="25" y="95"/>
                    <a:pt x="25" y="95"/>
                  </a:cubicBezTo>
                  <a:cubicBezTo>
                    <a:pt x="25" y="97"/>
                    <a:pt x="26" y="98"/>
                    <a:pt x="28" y="98"/>
                  </a:cubicBezTo>
                  <a:cubicBezTo>
                    <a:pt x="45" y="98"/>
                    <a:pt x="45" y="98"/>
                    <a:pt x="45" y="98"/>
                  </a:cubicBezTo>
                  <a:cubicBezTo>
                    <a:pt x="45" y="120"/>
                    <a:pt x="45" y="120"/>
                    <a:pt x="45" y="120"/>
                  </a:cubicBezTo>
                  <a:cubicBezTo>
                    <a:pt x="45" y="121"/>
                    <a:pt x="46" y="123"/>
                    <a:pt x="48" y="123"/>
                  </a:cubicBezTo>
                  <a:cubicBezTo>
                    <a:pt x="50" y="123"/>
                    <a:pt x="51" y="122"/>
                    <a:pt x="51" y="120"/>
                  </a:cubicBezTo>
                  <a:cubicBezTo>
                    <a:pt x="51" y="114"/>
                    <a:pt x="51" y="114"/>
                    <a:pt x="51" y="114"/>
                  </a:cubicBezTo>
                  <a:cubicBezTo>
                    <a:pt x="65" y="114"/>
                    <a:pt x="65" y="114"/>
                    <a:pt x="65" y="114"/>
                  </a:cubicBezTo>
                  <a:cubicBezTo>
                    <a:pt x="65" y="129"/>
                    <a:pt x="65" y="129"/>
                    <a:pt x="65" y="129"/>
                  </a:cubicBezTo>
                  <a:cubicBezTo>
                    <a:pt x="65" y="137"/>
                    <a:pt x="58" y="143"/>
                    <a:pt x="50" y="14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4" name="Google Shape;1334;p49"/>
            <p:cNvSpPr/>
            <p:nvPr/>
          </p:nvSpPr>
          <p:spPr>
            <a:xfrm>
              <a:off x="3230375" y="1391900"/>
              <a:ext cx="18695" cy="15395"/>
            </a:xfrm>
            <a:custGeom>
              <a:avLst/>
              <a:gdLst/>
              <a:ahLst/>
              <a:cxnLst/>
              <a:rect l="l" t="t" r="r" b="b"/>
              <a:pathLst>
                <a:path w="7" h="6" extrusionOk="0">
                  <a:moveTo>
                    <a:pt x="3" y="6"/>
                  </a:moveTo>
                  <a:cubicBezTo>
                    <a:pt x="6" y="6"/>
                    <a:pt x="7" y="3"/>
                    <a:pt x="6" y="1"/>
                  </a:cubicBezTo>
                  <a:cubicBezTo>
                    <a:pt x="5" y="0"/>
                    <a:pt x="5" y="0"/>
                    <a:pt x="4" y="0"/>
                  </a:cubicBezTo>
                  <a:cubicBezTo>
                    <a:pt x="3" y="0"/>
                    <a:pt x="3" y="0"/>
                    <a:pt x="3" y="0"/>
                  </a:cubicBezTo>
                  <a:cubicBezTo>
                    <a:pt x="2" y="0"/>
                    <a:pt x="1" y="0"/>
                    <a:pt x="1" y="1"/>
                  </a:cubicBezTo>
                  <a:cubicBezTo>
                    <a:pt x="0" y="4"/>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35" name="Google Shape;1335;p49"/>
          <p:cNvGrpSpPr/>
          <p:nvPr/>
        </p:nvGrpSpPr>
        <p:grpSpPr>
          <a:xfrm>
            <a:off x="1499491" y="1373206"/>
            <a:ext cx="389284" cy="334301"/>
            <a:chOff x="1508288" y="1373206"/>
            <a:chExt cx="389284" cy="334301"/>
          </a:xfrm>
        </p:grpSpPr>
        <p:sp>
          <p:nvSpPr>
            <p:cNvPr id="1336" name="Google Shape;1336;p49"/>
            <p:cNvSpPr/>
            <p:nvPr/>
          </p:nvSpPr>
          <p:spPr>
            <a:xfrm>
              <a:off x="1508288" y="1373206"/>
              <a:ext cx="182546" cy="334301"/>
            </a:xfrm>
            <a:custGeom>
              <a:avLst/>
              <a:gdLst/>
              <a:ahLst/>
              <a:cxnLst/>
              <a:rect l="l" t="t" r="r" b="b"/>
              <a:pathLst>
                <a:path w="70" h="128" extrusionOk="0">
                  <a:moveTo>
                    <a:pt x="59" y="50"/>
                  </a:moveTo>
                  <a:cubicBezTo>
                    <a:pt x="59" y="37"/>
                    <a:pt x="54" y="24"/>
                    <a:pt x="44" y="15"/>
                  </a:cubicBezTo>
                  <a:cubicBezTo>
                    <a:pt x="35" y="5"/>
                    <a:pt x="22" y="0"/>
                    <a:pt x="9" y="0"/>
                  </a:cubicBezTo>
                  <a:cubicBezTo>
                    <a:pt x="7" y="0"/>
                    <a:pt x="5" y="0"/>
                    <a:pt x="2" y="1"/>
                  </a:cubicBezTo>
                  <a:cubicBezTo>
                    <a:pt x="1" y="1"/>
                    <a:pt x="0" y="2"/>
                    <a:pt x="0" y="3"/>
                  </a:cubicBezTo>
                  <a:cubicBezTo>
                    <a:pt x="0" y="125"/>
                    <a:pt x="0" y="125"/>
                    <a:pt x="0" y="125"/>
                  </a:cubicBezTo>
                  <a:cubicBezTo>
                    <a:pt x="0" y="127"/>
                    <a:pt x="1" y="128"/>
                    <a:pt x="3" y="128"/>
                  </a:cubicBezTo>
                  <a:cubicBezTo>
                    <a:pt x="21" y="128"/>
                    <a:pt x="21" y="128"/>
                    <a:pt x="21" y="128"/>
                  </a:cubicBezTo>
                  <a:cubicBezTo>
                    <a:pt x="23" y="128"/>
                    <a:pt x="24" y="127"/>
                    <a:pt x="24" y="126"/>
                  </a:cubicBezTo>
                  <a:cubicBezTo>
                    <a:pt x="25" y="119"/>
                    <a:pt x="25" y="115"/>
                    <a:pt x="27" y="113"/>
                  </a:cubicBezTo>
                  <a:cubicBezTo>
                    <a:pt x="29" y="112"/>
                    <a:pt x="33" y="111"/>
                    <a:pt x="40" y="111"/>
                  </a:cubicBezTo>
                  <a:cubicBezTo>
                    <a:pt x="49" y="111"/>
                    <a:pt x="56" y="104"/>
                    <a:pt x="56" y="96"/>
                  </a:cubicBezTo>
                  <a:cubicBezTo>
                    <a:pt x="56" y="83"/>
                    <a:pt x="56" y="83"/>
                    <a:pt x="56" y="83"/>
                  </a:cubicBezTo>
                  <a:cubicBezTo>
                    <a:pt x="64" y="83"/>
                    <a:pt x="67" y="80"/>
                    <a:pt x="69" y="77"/>
                  </a:cubicBezTo>
                  <a:cubicBezTo>
                    <a:pt x="70" y="75"/>
                    <a:pt x="70" y="70"/>
                    <a:pt x="66" y="65"/>
                  </a:cubicBezTo>
                  <a:cubicBezTo>
                    <a:pt x="62" y="58"/>
                    <a:pt x="59" y="53"/>
                    <a:pt x="59" y="50"/>
                  </a:cubicBezTo>
                  <a:close/>
                  <a:moveTo>
                    <a:pt x="63" y="74"/>
                  </a:moveTo>
                  <a:cubicBezTo>
                    <a:pt x="62" y="76"/>
                    <a:pt x="59" y="78"/>
                    <a:pt x="53" y="78"/>
                  </a:cubicBezTo>
                  <a:cubicBezTo>
                    <a:pt x="52" y="78"/>
                    <a:pt x="50" y="79"/>
                    <a:pt x="50" y="80"/>
                  </a:cubicBezTo>
                  <a:cubicBezTo>
                    <a:pt x="50" y="86"/>
                    <a:pt x="50" y="86"/>
                    <a:pt x="50" y="86"/>
                  </a:cubicBezTo>
                  <a:cubicBezTo>
                    <a:pt x="42" y="86"/>
                    <a:pt x="42" y="86"/>
                    <a:pt x="42" y="86"/>
                  </a:cubicBezTo>
                  <a:cubicBezTo>
                    <a:pt x="40" y="86"/>
                    <a:pt x="39" y="87"/>
                    <a:pt x="39" y="89"/>
                  </a:cubicBezTo>
                  <a:cubicBezTo>
                    <a:pt x="38" y="91"/>
                    <a:pt x="40" y="92"/>
                    <a:pt x="42" y="92"/>
                  </a:cubicBezTo>
                  <a:cubicBezTo>
                    <a:pt x="50" y="92"/>
                    <a:pt x="50" y="92"/>
                    <a:pt x="50" y="92"/>
                  </a:cubicBezTo>
                  <a:cubicBezTo>
                    <a:pt x="50" y="96"/>
                    <a:pt x="50" y="96"/>
                    <a:pt x="50" y="96"/>
                  </a:cubicBezTo>
                  <a:cubicBezTo>
                    <a:pt x="50" y="101"/>
                    <a:pt x="46" y="106"/>
                    <a:pt x="40" y="106"/>
                  </a:cubicBezTo>
                  <a:cubicBezTo>
                    <a:pt x="32" y="106"/>
                    <a:pt x="26" y="106"/>
                    <a:pt x="23" y="109"/>
                  </a:cubicBezTo>
                  <a:cubicBezTo>
                    <a:pt x="20" y="112"/>
                    <a:pt x="19" y="116"/>
                    <a:pt x="18" y="123"/>
                  </a:cubicBezTo>
                  <a:cubicBezTo>
                    <a:pt x="6" y="123"/>
                    <a:pt x="6" y="123"/>
                    <a:pt x="6" y="123"/>
                  </a:cubicBezTo>
                  <a:cubicBezTo>
                    <a:pt x="6" y="6"/>
                    <a:pt x="6" y="6"/>
                    <a:pt x="6" y="6"/>
                  </a:cubicBezTo>
                  <a:cubicBezTo>
                    <a:pt x="7" y="6"/>
                    <a:pt x="8" y="6"/>
                    <a:pt x="9" y="6"/>
                  </a:cubicBezTo>
                  <a:cubicBezTo>
                    <a:pt x="33" y="6"/>
                    <a:pt x="53" y="26"/>
                    <a:pt x="53" y="50"/>
                  </a:cubicBezTo>
                  <a:cubicBezTo>
                    <a:pt x="53" y="55"/>
                    <a:pt x="58" y="63"/>
                    <a:pt x="61" y="68"/>
                  </a:cubicBezTo>
                  <a:cubicBezTo>
                    <a:pt x="63" y="71"/>
                    <a:pt x="64" y="73"/>
                    <a:pt x="63" y="7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7" name="Google Shape;1337;p49"/>
            <p:cNvSpPr/>
            <p:nvPr/>
          </p:nvSpPr>
          <p:spPr>
            <a:xfrm>
              <a:off x="1612757" y="1513965"/>
              <a:ext cx="18695" cy="16495"/>
            </a:xfrm>
            <a:custGeom>
              <a:avLst/>
              <a:gdLst/>
              <a:ahLst/>
              <a:cxnLst/>
              <a:rect l="l" t="t" r="r" b="b"/>
              <a:pathLst>
                <a:path w="7" h="6" extrusionOk="0">
                  <a:moveTo>
                    <a:pt x="4" y="0"/>
                  </a:moveTo>
                  <a:cubicBezTo>
                    <a:pt x="2" y="0"/>
                    <a:pt x="0" y="2"/>
                    <a:pt x="1" y="4"/>
                  </a:cubicBezTo>
                  <a:cubicBezTo>
                    <a:pt x="2" y="5"/>
                    <a:pt x="3" y="6"/>
                    <a:pt x="4" y="6"/>
                  </a:cubicBezTo>
                  <a:cubicBezTo>
                    <a:pt x="4" y="6"/>
                    <a:pt x="4" y="6"/>
                    <a:pt x="4" y="6"/>
                  </a:cubicBezTo>
                  <a:cubicBezTo>
                    <a:pt x="5" y="6"/>
                    <a:pt x="6" y="5"/>
                    <a:pt x="6"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8" name="Google Shape;1338;p49"/>
            <p:cNvSpPr/>
            <p:nvPr/>
          </p:nvSpPr>
          <p:spPr>
            <a:xfrm>
              <a:off x="1711727" y="1373206"/>
              <a:ext cx="185845" cy="334301"/>
            </a:xfrm>
            <a:custGeom>
              <a:avLst/>
              <a:gdLst/>
              <a:ahLst/>
              <a:cxnLst/>
              <a:rect l="l" t="t" r="r" b="b"/>
              <a:pathLst>
                <a:path w="71" h="128" extrusionOk="0">
                  <a:moveTo>
                    <a:pt x="68" y="1"/>
                  </a:moveTo>
                  <a:cubicBezTo>
                    <a:pt x="66" y="0"/>
                    <a:pt x="64" y="0"/>
                    <a:pt x="62" y="0"/>
                  </a:cubicBezTo>
                  <a:cubicBezTo>
                    <a:pt x="48" y="0"/>
                    <a:pt x="36" y="5"/>
                    <a:pt x="26" y="15"/>
                  </a:cubicBezTo>
                  <a:cubicBezTo>
                    <a:pt x="17" y="24"/>
                    <a:pt x="12" y="37"/>
                    <a:pt x="12" y="50"/>
                  </a:cubicBezTo>
                  <a:cubicBezTo>
                    <a:pt x="12" y="53"/>
                    <a:pt x="9" y="58"/>
                    <a:pt x="5" y="65"/>
                  </a:cubicBezTo>
                  <a:cubicBezTo>
                    <a:pt x="0" y="70"/>
                    <a:pt x="1" y="75"/>
                    <a:pt x="2" y="77"/>
                  </a:cubicBezTo>
                  <a:cubicBezTo>
                    <a:pt x="4" y="80"/>
                    <a:pt x="7" y="83"/>
                    <a:pt x="15" y="83"/>
                  </a:cubicBezTo>
                  <a:cubicBezTo>
                    <a:pt x="15" y="96"/>
                    <a:pt x="15" y="96"/>
                    <a:pt x="15" y="96"/>
                  </a:cubicBezTo>
                  <a:cubicBezTo>
                    <a:pt x="15" y="104"/>
                    <a:pt x="22" y="111"/>
                    <a:pt x="30" y="111"/>
                  </a:cubicBezTo>
                  <a:cubicBezTo>
                    <a:pt x="38" y="111"/>
                    <a:pt x="42" y="112"/>
                    <a:pt x="44" y="113"/>
                  </a:cubicBezTo>
                  <a:cubicBezTo>
                    <a:pt x="46" y="115"/>
                    <a:pt x="46" y="119"/>
                    <a:pt x="47" y="126"/>
                  </a:cubicBezTo>
                  <a:cubicBezTo>
                    <a:pt x="47" y="127"/>
                    <a:pt x="48" y="128"/>
                    <a:pt x="50" y="128"/>
                  </a:cubicBezTo>
                  <a:cubicBezTo>
                    <a:pt x="68" y="128"/>
                    <a:pt x="68" y="128"/>
                    <a:pt x="68" y="128"/>
                  </a:cubicBezTo>
                  <a:cubicBezTo>
                    <a:pt x="68" y="128"/>
                    <a:pt x="69" y="128"/>
                    <a:pt x="69" y="128"/>
                  </a:cubicBezTo>
                  <a:cubicBezTo>
                    <a:pt x="70" y="128"/>
                    <a:pt x="71" y="127"/>
                    <a:pt x="71" y="125"/>
                  </a:cubicBezTo>
                  <a:cubicBezTo>
                    <a:pt x="71" y="102"/>
                    <a:pt x="71" y="102"/>
                    <a:pt x="71" y="102"/>
                  </a:cubicBezTo>
                  <a:cubicBezTo>
                    <a:pt x="71" y="100"/>
                    <a:pt x="69" y="99"/>
                    <a:pt x="68" y="99"/>
                  </a:cubicBezTo>
                  <a:cubicBezTo>
                    <a:pt x="66" y="99"/>
                    <a:pt x="65" y="101"/>
                    <a:pt x="65" y="102"/>
                  </a:cubicBezTo>
                  <a:cubicBezTo>
                    <a:pt x="65" y="122"/>
                    <a:pt x="65" y="122"/>
                    <a:pt x="65" y="122"/>
                  </a:cubicBezTo>
                  <a:cubicBezTo>
                    <a:pt x="52" y="122"/>
                    <a:pt x="52" y="122"/>
                    <a:pt x="52" y="122"/>
                  </a:cubicBezTo>
                  <a:cubicBezTo>
                    <a:pt x="52" y="116"/>
                    <a:pt x="51" y="112"/>
                    <a:pt x="48" y="109"/>
                  </a:cubicBezTo>
                  <a:cubicBezTo>
                    <a:pt x="44" y="106"/>
                    <a:pt x="39" y="106"/>
                    <a:pt x="30" y="106"/>
                  </a:cubicBezTo>
                  <a:cubicBezTo>
                    <a:pt x="25" y="106"/>
                    <a:pt x="21" y="101"/>
                    <a:pt x="21" y="96"/>
                  </a:cubicBezTo>
                  <a:cubicBezTo>
                    <a:pt x="21" y="92"/>
                    <a:pt x="21" y="92"/>
                    <a:pt x="21" y="92"/>
                  </a:cubicBezTo>
                  <a:cubicBezTo>
                    <a:pt x="29" y="92"/>
                    <a:pt x="29" y="92"/>
                    <a:pt x="29" y="92"/>
                  </a:cubicBezTo>
                  <a:cubicBezTo>
                    <a:pt x="31" y="92"/>
                    <a:pt x="32" y="91"/>
                    <a:pt x="32" y="90"/>
                  </a:cubicBezTo>
                  <a:cubicBezTo>
                    <a:pt x="32" y="88"/>
                    <a:pt x="31" y="86"/>
                    <a:pt x="29" y="86"/>
                  </a:cubicBezTo>
                  <a:cubicBezTo>
                    <a:pt x="21" y="86"/>
                    <a:pt x="21" y="86"/>
                    <a:pt x="21" y="86"/>
                  </a:cubicBezTo>
                  <a:cubicBezTo>
                    <a:pt x="21" y="81"/>
                    <a:pt x="21" y="81"/>
                    <a:pt x="21" y="81"/>
                  </a:cubicBezTo>
                  <a:cubicBezTo>
                    <a:pt x="21" y="79"/>
                    <a:pt x="19" y="78"/>
                    <a:pt x="18" y="78"/>
                  </a:cubicBezTo>
                  <a:cubicBezTo>
                    <a:pt x="12" y="78"/>
                    <a:pt x="8" y="76"/>
                    <a:pt x="7" y="75"/>
                  </a:cubicBezTo>
                  <a:cubicBezTo>
                    <a:pt x="7" y="73"/>
                    <a:pt x="7" y="71"/>
                    <a:pt x="9" y="68"/>
                  </a:cubicBezTo>
                  <a:cubicBezTo>
                    <a:pt x="13" y="63"/>
                    <a:pt x="18" y="55"/>
                    <a:pt x="18" y="50"/>
                  </a:cubicBezTo>
                  <a:cubicBezTo>
                    <a:pt x="18" y="26"/>
                    <a:pt x="37" y="6"/>
                    <a:pt x="62" y="6"/>
                  </a:cubicBezTo>
                  <a:cubicBezTo>
                    <a:pt x="63" y="6"/>
                    <a:pt x="64" y="6"/>
                    <a:pt x="65" y="6"/>
                  </a:cubicBezTo>
                  <a:cubicBezTo>
                    <a:pt x="65" y="76"/>
                    <a:pt x="65" y="76"/>
                    <a:pt x="65" y="76"/>
                  </a:cubicBezTo>
                  <a:cubicBezTo>
                    <a:pt x="65" y="77"/>
                    <a:pt x="66" y="79"/>
                    <a:pt x="68" y="79"/>
                  </a:cubicBezTo>
                  <a:cubicBezTo>
                    <a:pt x="69" y="79"/>
                    <a:pt x="71" y="78"/>
                    <a:pt x="71" y="76"/>
                  </a:cubicBezTo>
                  <a:cubicBezTo>
                    <a:pt x="71" y="3"/>
                    <a:pt x="71" y="3"/>
                    <a:pt x="71" y="3"/>
                  </a:cubicBezTo>
                  <a:cubicBezTo>
                    <a:pt x="71" y="2"/>
                    <a:pt x="70" y="1"/>
                    <a:pt x="68" y="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9" name="Google Shape;1339;p49"/>
            <p:cNvSpPr/>
            <p:nvPr/>
          </p:nvSpPr>
          <p:spPr>
            <a:xfrm>
              <a:off x="1774409" y="1513965"/>
              <a:ext cx="18695" cy="16495"/>
            </a:xfrm>
            <a:custGeom>
              <a:avLst/>
              <a:gdLst/>
              <a:ahLst/>
              <a:cxnLst/>
              <a:rect l="l" t="t" r="r" b="b"/>
              <a:pathLst>
                <a:path w="7" h="6" extrusionOk="0">
                  <a:moveTo>
                    <a:pt x="3" y="0"/>
                  </a:moveTo>
                  <a:cubicBezTo>
                    <a:pt x="1" y="0"/>
                    <a:pt x="0" y="2"/>
                    <a:pt x="0" y="4"/>
                  </a:cubicBezTo>
                  <a:cubicBezTo>
                    <a:pt x="0" y="4"/>
                    <a:pt x="1" y="5"/>
                    <a:pt x="2" y="5"/>
                  </a:cubicBezTo>
                  <a:cubicBezTo>
                    <a:pt x="4" y="6"/>
                    <a:pt x="7" y="4"/>
                    <a:pt x="6" y="1"/>
                  </a:cubicBezTo>
                  <a:cubicBezTo>
                    <a:pt x="5" y="0"/>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0" name="Google Shape;1340;p49"/>
            <p:cNvSpPr/>
            <p:nvPr/>
          </p:nvSpPr>
          <p:spPr>
            <a:xfrm>
              <a:off x="1878878" y="1597540"/>
              <a:ext cx="18695" cy="18695"/>
            </a:xfrm>
            <a:custGeom>
              <a:avLst/>
              <a:gdLst/>
              <a:ahLst/>
              <a:cxnLst/>
              <a:rect l="l" t="t" r="r" b="b"/>
              <a:pathLst>
                <a:path w="7" h="7" extrusionOk="0">
                  <a:moveTo>
                    <a:pt x="4" y="0"/>
                  </a:moveTo>
                  <a:cubicBezTo>
                    <a:pt x="4" y="0"/>
                    <a:pt x="4" y="0"/>
                    <a:pt x="4" y="0"/>
                  </a:cubicBezTo>
                  <a:cubicBezTo>
                    <a:pt x="3" y="0"/>
                    <a:pt x="2" y="1"/>
                    <a:pt x="1" y="2"/>
                  </a:cubicBezTo>
                  <a:cubicBezTo>
                    <a:pt x="0" y="4"/>
                    <a:pt x="3" y="7"/>
                    <a:pt x="5" y="6"/>
                  </a:cubicBezTo>
                  <a:cubicBezTo>
                    <a:pt x="6" y="6"/>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41" name="Google Shape;1341;p49"/>
          <p:cNvGrpSpPr/>
          <p:nvPr/>
        </p:nvGrpSpPr>
        <p:grpSpPr>
          <a:xfrm>
            <a:off x="5603468" y="1344615"/>
            <a:ext cx="351895" cy="391484"/>
            <a:chOff x="5583674" y="1344615"/>
            <a:chExt cx="351895" cy="391484"/>
          </a:xfrm>
        </p:grpSpPr>
        <p:sp>
          <p:nvSpPr>
            <p:cNvPr id="1342" name="Google Shape;1342;p49"/>
            <p:cNvSpPr/>
            <p:nvPr/>
          </p:nvSpPr>
          <p:spPr>
            <a:xfrm>
              <a:off x="5646355" y="1540357"/>
              <a:ext cx="18695" cy="18695"/>
            </a:xfrm>
            <a:custGeom>
              <a:avLst/>
              <a:gdLst/>
              <a:ahLst/>
              <a:cxnLst/>
              <a:rect l="l" t="t" r="r" b="b"/>
              <a:pathLst>
                <a:path w="7" h="7" extrusionOk="0">
                  <a:moveTo>
                    <a:pt x="3" y="0"/>
                  </a:moveTo>
                  <a:cubicBezTo>
                    <a:pt x="1" y="0"/>
                    <a:pt x="0" y="2"/>
                    <a:pt x="1" y="4"/>
                  </a:cubicBezTo>
                  <a:cubicBezTo>
                    <a:pt x="1" y="5"/>
                    <a:pt x="1" y="5"/>
                    <a:pt x="2" y="6"/>
                  </a:cubicBezTo>
                  <a:cubicBezTo>
                    <a:pt x="5" y="7"/>
                    <a:pt x="7" y="4"/>
                    <a:pt x="6" y="2"/>
                  </a:cubicBezTo>
                  <a:cubicBezTo>
                    <a:pt x="5" y="1"/>
                    <a:pt x="4" y="0"/>
                    <a:pt x="3"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3" name="Google Shape;1343;p49"/>
            <p:cNvSpPr/>
            <p:nvPr/>
          </p:nvSpPr>
          <p:spPr>
            <a:xfrm>
              <a:off x="5813505" y="1650324"/>
              <a:ext cx="20894" cy="18695"/>
            </a:xfrm>
            <a:custGeom>
              <a:avLst/>
              <a:gdLst/>
              <a:ahLst/>
              <a:cxnLst/>
              <a:rect l="l" t="t" r="r" b="b"/>
              <a:pathLst>
                <a:path w="8" h="7" extrusionOk="0">
                  <a:moveTo>
                    <a:pt x="4" y="0"/>
                  </a:moveTo>
                  <a:cubicBezTo>
                    <a:pt x="4" y="0"/>
                    <a:pt x="4" y="0"/>
                    <a:pt x="4" y="0"/>
                  </a:cubicBezTo>
                  <a:cubicBezTo>
                    <a:pt x="3" y="0"/>
                    <a:pt x="2" y="1"/>
                    <a:pt x="2" y="2"/>
                  </a:cubicBezTo>
                  <a:cubicBezTo>
                    <a:pt x="0" y="4"/>
                    <a:pt x="3" y="7"/>
                    <a:pt x="5" y="6"/>
                  </a:cubicBezTo>
                  <a:cubicBezTo>
                    <a:pt x="6" y="6"/>
                    <a:pt x="7" y="5"/>
                    <a:pt x="7" y="4"/>
                  </a:cubicBezTo>
                  <a:cubicBezTo>
                    <a:pt x="8"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4" name="Google Shape;1344;p49"/>
            <p:cNvSpPr/>
            <p:nvPr/>
          </p:nvSpPr>
          <p:spPr>
            <a:xfrm>
              <a:off x="5640857" y="1506267"/>
              <a:ext cx="41788" cy="24193"/>
            </a:xfrm>
            <a:custGeom>
              <a:avLst/>
              <a:gdLst/>
              <a:ahLst/>
              <a:cxnLst/>
              <a:rect l="l" t="t" r="r" b="b"/>
              <a:pathLst>
                <a:path w="16" h="9" extrusionOk="0">
                  <a:moveTo>
                    <a:pt x="16" y="6"/>
                  </a:moveTo>
                  <a:cubicBezTo>
                    <a:pt x="16" y="4"/>
                    <a:pt x="15" y="3"/>
                    <a:pt x="13" y="3"/>
                  </a:cubicBezTo>
                  <a:cubicBezTo>
                    <a:pt x="12" y="3"/>
                    <a:pt x="11" y="2"/>
                    <a:pt x="9" y="2"/>
                  </a:cubicBezTo>
                  <a:cubicBezTo>
                    <a:pt x="7" y="1"/>
                    <a:pt x="5" y="0"/>
                    <a:pt x="3" y="0"/>
                  </a:cubicBezTo>
                  <a:cubicBezTo>
                    <a:pt x="1" y="0"/>
                    <a:pt x="0" y="1"/>
                    <a:pt x="0" y="3"/>
                  </a:cubicBezTo>
                  <a:cubicBezTo>
                    <a:pt x="0" y="4"/>
                    <a:pt x="1" y="6"/>
                    <a:pt x="3" y="6"/>
                  </a:cubicBezTo>
                  <a:cubicBezTo>
                    <a:pt x="4" y="6"/>
                    <a:pt x="6" y="6"/>
                    <a:pt x="7" y="7"/>
                  </a:cubicBezTo>
                  <a:cubicBezTo>
                    <a:pt x="9" y="8"/>
                    <a:pt x="11" y="9"/>
                    <a:pt x="13" y="9"/>
                  </a:cubicBezTo>
                  <a:cubicBezTo>
                    <a:pt x="15" y="9"/>
                    <a:pt x="16" y="7"/>
                    <a:pt x="16"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5" name="Google Shape;1345;p49"/>
            <p:cNvSpPr/>
            <p:nvPr/>
          </p:nvSpPr>
          <p:spPr>
            <a:xfrm>
              <a:off x="5583674" y="1344615"/>
              <a:ext cx="351895" cy="391484"/>
            </a:xfrm>
            <a:custGeom>
              <a:avLst/>
              <a:gdLst/>
              <a:ahLst/>
              <a:cxnLst/>
              <a:rect l="l" t="t" r="r" b="b"/>
              <a:pathLst>
                <a:path w="135" h="150" extrusionOk="0">
                  <a:moveTo>
                    <a:pt x="135" y="31"/>
                  </a:moveTo>
                  <a:cubicBezTo>
                    <a:pt x="134" y="29"/>
                    <a:pt x="132" y="28"/>
                    <a:pt x="132" y="28"/>
                  </a:cubicBezTo>
                  <a:cubicBezTo>
                    <a:pt x="128" y="28"/>
                    <a:pt x="128" y="28"/>
                    <a:pt x="128" y="28"/>
                  </a:cubicBezTo>
                  <a:cubicBezTo>
                    <a:pt x="127" y="27"/>
                    <a:pt x="127" y="25"/>
                    <a:pt x="126" y="24"/>
                  </a:cubicBezTo>
                  <a:cubicBezTo>
                    <a:pt x="129" y="21"/>
                    <a:pt x="129" y="21"/>
                    <a:pt x="129" y="21"/>
                  </a:cubicBezTo>
                  <a:cubicBezTo>
                    <a:pt x="130" y="20"/>
                    <a:pt x="130" y="19"/>
                    <a:pt x="129" y="18"/>
                  </a:cubicBezTo>
                  <a:cubicBezTo>
                    <a:pt x="126" y="13"/>
                    <a:pt x="123" y="9"/>
                    <a:pt x="118" y="7"/>
                  </a:cubicBezTo>
                  <a:cubicBezTo>
                    <a:pt x="117" y="6"/>
                    <a:pt x="115" y="6"/>
                    <a:pt x="114" y="7"/>
                  </a:cubicBezTo>
                  <a:cubicBezTo>
                    <a:pt x="112" y="10"/>
                    <a:pt x="112" y="10"/>
                    <a:pt x="112" y="10"/>
                  </a:cubicBezTo>
                  <a:cubicBezTo>
                    <a:pt x="110" y="9"/>
                    <a:pt x="109" y="8"/>
                    <a:pt x="108" y="8"/>
                  </a:cubicBezTo>
                  <a:cubicBezTo>
                    <a:pt x="108" y="4"/>
                    <a:pt x="108" y="4"/>
                    <a:pt x="108" y="4"/>
                  </a:cubicBezTo>
                  <a:cubicBezTo>
                    <a:pt x="108" y="3"/>
                    <a:pt x="107" y="2"/>
                    <a:pt x="105" y="1"/>
                  </a:cubicBezTo>
                  <a:cubicBezTo>
                    <a:pt x="100" y="0"/>
                    <a:pt x="95" y="0"/>
                    <a:pt x="90" y="1"/>
                  </a:cubicBezTo>
                  <a:cubicBezTo>
                    <a:pt x="88" y="2"/>
                    <a:pt x="87" y="3"/>
                    <a:pt x="87" y="4"/>
                  </a:cubicBezTo>
                  <a:cubicBezTo>
                    <a:pt x="87" y="8"/>
                    <a:pt x="87" y="8"/>
                    <a:pt x="87" y="8"/>
                  </a:cubicBezTo>
                  <a:cubicBezTo>
                    <a:pt x="86" y="9"/>
                    <a:pt x="85" y="9"/>
                    <a:pt x="83" y="10"/>
                  </a:cubicBezTo>
                  <a:cubicBezTo>
                    <a:pt x="81" y="7"/>
                    <a:pt x="81" y="7"/>
                    <a:pt x="81" y="7"/>
                  </a:cubicBezTo>
                  <a:cubicBezTo>
                    <a:pt x="80" y="6"/>
                    <a:pt x="78" y="6"/>
                    <a:pt x="77" y="7"/>
                  </a:cubicBezTo>
                  <a:cubicBezTo>
                    <a:pt x="73" y="10"/>
                    <a:pt x="69" y="13"/>
                    <a:pt x="66" y="18"/>
                  </a:cubicBezTo>
                  <a:cubicBezTo>
                    <a:pt x="65" y="19"/>
                    <a:pt x="65" y="21"/>
                    <a:pt x="66" y="22"/>
                  </a:cubicBezTo>
                  <a:cubicBezTo>
                    <a:pt x="66" y="22"/>
                    <a:pt x="66" y="22"/>
                    <a:pt x="66" y="22"/>
                  </a:cubicBezTo>
                  <a:cubicBezTo>
                    <a:pt x="65" y="22"/>
                    <a:pt x="63" y="22"/>
                    <a:pt x="62" y="22"/>
                  </a:cubicBezTo>
                  <a:cubicBezTo>
                    <a:pt x="49" y="22"/>
                    <a:pt x="36" y="27"/>
                    <a:pt x="27" y="36"/>
                  </a:cubicBezTo>
                  <a:cubicBezTo>
                    <a:pt x="17" y="46"/>
                    <a:pt x="12" y="58"/>
                    <a:pt x="12" y="71"/>
                  </a:cubicBezTo>
                  <a:cubicBezTo>
                    <a:pt x="12" y="74"/>
                    <a:pt x="9" y="80"/>
                    <a:pt x="5" y="86"/>
                  </a:cubicBezTo>
                  <a:cubicBezTo>
                    <a:pt x="0" y="92"/>
                    <a:pt x="1" y="96"/>
                    <a:pt x="2" y="99"/>
                  </a:cubicBezTo>
                  <a:cubicBezTo>
                    <a:pt x="4" y="101"/>
                    <a:pt x="7" y="104"/>
                    <a:pt x="15" y="105"/>
                  </a:cubicBezTo>
                  <a:cubicBezTo>
                    <a:pt x="15" y="117"/>
                    <a:pt x="15" y="117"/>
                    <a:pt x="15" y="117"/>
                  </a:cubicBezTo>
                  <a:cubicBezTo>
                    <a:pt x="15" y="126"/>
                    <a:pt x="22" y="133"/>
                    <a:pt x="31" y="133"/>
                  </a:cubicBezTo>
                  <a:cubicBezTo>
                    <a:pt x="38" y="133"/>
                    <a:pt x="42" y="133"/>
                    <a:pt x="44" y="135"/>
                  </a:cubicBezTo>
                  <a:cubicBezTo>
                    <a:pt x="46" y="136"/>
                    <a:pt x="46" y="140"/>
                    <a:pt x="47" y="147"/>
                  </a:cubicBezTo>
                  <a:cubicBezTo>
                    <a:pt x="47" y="149"/>
                    <a:pt x="48" y="150"/>
                    <a:pt x="50" y="150"/>
                  </a:cubicBezTo>
                  <a:cubicBezTo>
                    <a:pt x="92" y="150"/>
                    <a:pt x="92" y="150"/>
                    <a:pt x="92" y="150"/>
                  </a:cubicBezTo>
                  <a:cubicBezTo>
                    <a:pt x="92" y="150"/>
                    <a:pt x="92" y="150"/>
                    <a:pt x="93" y="150"/>
                  </a:cubicBezTo>
                  <a:cubicBezTo>
                    <a:pt x="94" y="149"/>
                    <a:pt x="95" y="148"/>
                    <a:pt x="95" y="147"/>
                  </a:cubicBezTo>
                  <a:cubicBezTo>
                    <a:pt x="94" y="141"/>
                    <a:pt x="94" y="137"/>
                    <a:pt x="94" y="133"/>
                  </a:cubicBezTo>
                  <a:cubicBezTo>
                    <a:pt x="94" y="132"/>
                    <a:pt x="93" y="130"/>
                    <a:pt x="91" y="130"/>
                  </a:cubicBezTo>
                  <a:cubicBezTo>
                    <a:pt x="91" y="130"/>
                    <a:pt x="91" y="130"/>
                    <a:pt x="91" y="130"/>
                  </a:cubicBezTo>
                  <a:cubicBezTo>
                    <a:pt x="90" y="130"/>
                    <a:pt x="88" y="132"/>
                    <a:pt x="88" y="133"/>
                  </a:cubicBezTo>
                  <a:cubicBezTo>
                    <a:pt x="88" y="136"/>
                    <a:pt x="88" y="140"/>
                    <a:pt x="89" y="144"/>
                  </a:cubicBezTo>
                  <a:cubicBezTo>
                    <a:pt x="53" y="144"/>
                    <a:pt x="53" y="144"/>
                    <a:pt x="53" y="144"/>
                  </a:cubicBezTo>
                  <a:cubicBezTo>
                    <a:pt x="52" y="138"/>
                    <a:pt x="51" y="133"/>
                    <a:pt x="48" y="130"/>
                  </a:cubicBezTo>
                  <a:cubicBezTo>
                    <a:pt x="45" y="127"/>
                    <a:pt x="39" y="127"/>
                    <a:pt x="31" y="127"/>
                  </a:cubicBezTo>
                  <a:cubicBezTo>
                    <a:pt x="25" y="127"/>
                    <a:pt x="21" y="123"/>
                    <a:pt x="21" y="117"/>
                  </a:cubicBezTo>
                  <a:cubicBezTo>
                    <a:pt x="21" y="113"/>
                    <a:pt x="21" y="113"/>
                    <a:pt x="21" y="113"/>
                  </a:cubicBezTo>
                  <a:cubicBezTo>
                    <a:pt x="29" y="113"/>
                    <a:pt x="29" y="113"/>
                    <a:pt x="29" y="113"/>
                  </a:cubicBezTo>
                  <a:cubicBezTo>
                    <a:pt x="31" y="113"/>
                    <a:pt x="32" y="112"/>
                    <a:pt x="32" y="111"/>
                  </a:cubicBezTo>
                  <a:cubicBezTo>
                    <a:pt x="33" y="109"/>
                    <a:pt x="31" y="108"/>
                    <a:pt x="29" y="108"/>
                  </a:cubicBezTo>
                  <a:cubicBezTo>
                    <a:pt x="21" y="108"/>
                    <a:pt x="21" y="108"/>
                    <a:pt x="21" y="108"/>
                  </a:cubicBezTo>
                  <a:cubicBezTo>
                    <a:pt x="21" y="102"/>
                    <a:pt x="21" y="102"/>
                    <a:pt x="21" y="102"/>
                  </a:cubicBezTo>
                  <a:cubicBezTo>
                    <a:pt x="21" y="102"/>
                    <a:pt x="19" y="99"/>
                    <a:pt x="18" y="99"/>
                  </a:cubicBezTo>
                  <a:cubicBezTo>
                    <a:pt x="12" y="99"/>
                    <a:pt x="9" y="98"/>
                    <a:pt x="8" y="96"/>
                  </a:cubicBezTo>
                  <a:cubicBezTo>
                    <a:pt x="7" y="94"/>
                    <a:pt x="8" y="92"/>
                    <a:pt x="9" y="89"/>
                  </a:cubicBezTo>
                  <a:cubicBezTo>
                    <a:pt x="13" y="84"/>
                    <a:pt x="18" y="77"/>
                    <a:pt x="18" y="71"/>
                  </a:cubicBezTo>
                  <a:cubicBezTo>
                    <a:pt x="18" y="47"/>
                    <a:pt x="38" y="27"/>
                    <a:pt x="62" y="27"/>
                  </a:cubicBezTo>
                  <a:cubicBezTo>
                    <a:pt x="64" y="27"/>
                    <a:pt x="66" y="28"/>
                    <a:pt x="67" y="28"/>
                  </a:cubicBezTo>
                  <a:cubicBezTo>
                    <a:pt x="67" y="28"/>
                    <a:pt x="67" y="28"/>
                    <a:pt x="67" y="28"/>
                  </a:cubicBezTo>
                  <a:cubicBezTo>
                    <a:pt x="63" y="28"/>
                    <a:pt x="63" y="28"/>
                    <a:pt x="63" y="28"/>
                  </a:cubicBezTo>
                  <a:cubicBezTo>
                    <a:pt x="62" y="28"/>
                    <a:pt x="61" y="29"/>
                    <a:pt x="61" y="31"/>
                  </a:cubicBezTo>
                  <a:cubicBezTo>
                    <a:pt x="60" y="33"/>
                    <a:pt x="60" y="36"/>
                    <a:pt x="60" y="39"/>
                  </a:cubicBezTo>
                  <a:cubicBezTo>
                    <a:pt x="60" y="41"/>
                    <a:pt x="60" y="44"/>
                    <a:pt x="61" y="46"/>
                  </a:cubicBezTo>
                  <a:cubicBezTo>
                    <a:pt x="61" y="48"/>
                    <a:pt x="62" y="49"/>
                    <a:pt x="63" y="49"/>
                  </a:cubicBezTo>
                  <a:cubicBezTo>
                    <a:pt x="67" y="49"/>
                    <a:pt x="67" y="49"/>
                    <a:pt x="67" y="49"/>
                  </a:cubicBezTo>
                  <a:cubicBezTo>
                    <a:pt x="68" y="50"/>
                    <a:pt x="68" y="51"/>
                    <a:pt x="69" y="53"/>
                  </a:cubicBezTo>
                  <a:cubicBezTo>
                    <a:pt x="66" y="55"/>
                    <a:pt x="66" y="55"/>
                    <a:pt x="66" y="55"/>
                  </a:cubicBezTo>
                  <a:cubicBezTo>
                    <a:pt x="65" y="56"/>
                    <a:pt x="65" y="58"/>
                    <a:pt x="66" y="59"/>
                  </a:cubicBezTo>
                  <a:cubicBezTo>
                    <a:pt x="69" y="64"/>
                    <a:pt x="73" y="67"/>
                    <a:pt x="77" y="70"/>
                  </a:cubicBezTo>
                  <a:cubicBezTo>
                    <a:pt x="78" y="71"/>
                    <a:pt x="80" y="71"/>
                    <a:pt x="81" y="70"/>
                  </a:cubicBezTo>
                  <a:cubicBezTo>
                    <a:pt x="83" y="67"/>
                    <a:pt x="83" y="67"/>
                    <a:pt x="83" y="67"/>
                  </a:cubicBezTo>
                  <a:cubicBezTo>
                    <a:pt x="85" y="68"/>
                    <a:pt x="86" y="68"/>
                    <a:pt x="87" y="69"/>
                  </a:cubicBezTo>
                  <a:cubicBezTo>
                    <a:pt x="87" y="73"/>
                    <a:pt x="87" y="73"/>
                    <a:pt x="87" y="73"/>
                  </a:cubicBezTo>
                  <a:cubicBezTo>
                    <a:pt x="87" y="74"/>
                    <a:pt x="88" y="75"/>
                    <a:pt x="90" y="76"/>
                  </a:cubicBezTo>
                  <a:cubicBezTo>
                    <a:pt x="92" y="76"/>
                    <a:pt x="95" y="76"/>
                    <a:pt x="98" y="76"/>
                  </a:cubicBezTo>
                  <a:cubicBezTo>
                    <a:pt x="100" y="76"/>
                    <a:pt x="103" y="76"/>
                    <a:pt x="105" y="76"/>
                  </a:cubicBezTo>
                  <a:cubicBezTo>
                    <a:pt x="106" y="75"/>
                    <a:pt x="106" y="75"/>
                    <a:pt x="106" y="75"/>
                  </a:cubicBezTo>
                  <a:cubicBezTo>
                    <a:pt x="105" y="82"/>
                    <a:pt x="103" y="88"/>
                    <a:pt x="100" y="94"/>
                  </a:cubicBezTo>
                  <a:cubicBezTo>
                    <a:pt x="97" y="98"/>
                    <a:pt x="95" y="102"/>
                    <a:pt x="93" y="106"/>
                  </a:cubicBezTo>
                  <a:cubicBezTo>
                    <a:pt x="93" y="108"/>
                    <a:pt x="93" y="110"/>
                    <a:pt x="95" y="110"/>
                  </a:cubicBezTo>
                  <a:cubicBezTo>
                    <a:pt x="95" y="110"/>
                    <a:pt x="96" y="110"/>
                    <a:pt x="96" y="110"/>
                  </a:cubicBezTo>
                  <a:cubicBezTo>
                    <a:pt x="97" y="110"/>
                    <a:pt x="98" y="110"/>
                    <a:pt x="99" y="109"/>
                  </a:cubicBezTo>
                  <a:cubicBezTo>
                    <a:pt x="100" y="105"/>
                    <a:pt x="102" y="101"/>
                    <a:pt x="105" y="97"/>
                  </a:cubicBezTo>
                  <a:cubicBezTo>
                    <a:pt x="110" y="89"/>
                    <a:pt x="112" y="80"/>
                    <a:pt x="112" y="71"/>
                  </a:cubicBezTo>
                  <a:cubicBezTo>
                    <a:pt x="112" y="70"/>
                    <a:pt x="112" y="69"/>
                    <a:pt x="112" y="67"/>
                  </a:cubicBezTo>
                  <a:cubicBezTo>
                    <a:pt x="114" y="70"/>
                    <a:pt x="114" y="70"/>
                    <a:pt x="114" y="70"/>
                  </a:cubicBezTo>
                  <a:cubicBezTo>
                    <a:pt x="115" y="71"/>
                    <a:pt x="117" y="71"/>
                    <a:pt x="118" y="70"/>
                  </a:cubicBezTo>
                  <a:cubicBezTo>
                    <a:pt x="123" y="67"/>
                    <a:pt x="126" y="64"/>
                    <a:pt x="129" y="59"/>
                  </a:cubicBezTo>
                  <a:cubicBezTo>
                    <a:pt x="130" y="58"/>
                    <a:pt x="130" y="56"/>
                    <a:pt x="129" y="55"/>
                  </a:cubicBezTo>
                  <a:cubicBezTo>
                    <a:pt x="126" y="53"/>
                    <a:pt x="126" y="53"/>
                    <a:pt x="126" y="53"/>
                  </a:cubicBezTo>
                  <a:cubicBezTo>
                    <a:pt x="127" y="51"/>
                    <a:pt x="127" y="50"/>
                    <a:pt x="128" y="49"/>
                  </a:cubicBezTo>
                  <a:cubicBezTo>
                    <a:pt x="132" y="49"/>
                    <a:pt x="132" y="49"/>
                    <a:pt x="132" y="49"/>
                  </a:cubicBezTo>
                  <a:cubicBezTo>
                    <a:pt x="133" y="49"/>
                    <a:pt x="134" y="48"/>
                    <a:pt x="135" y="46"/>
                  </a:cubicBezTo>
                  <a:cubicBezTo>
                    <a:pt x="135" y="44"/>
                    <a:pt x="135" y="41"/>
                    <a:pt x="135" y="39"/>
                  </a:cubicBezTo>
                  <a:cubicBezTo>
                    <a:pt x="135" y="36"/>
                    <a:pt x="135" y="33"/>
                    <a:pt x="135" y="31"/>
                  </a:cubicBezTo>
                  <a:close/>
                  <a:moveTo>
                    <a:pt x="129" y="43"/>
                  </a:moveTo>
                  <a:cubicBezTo>
                    <a:pt x="126" y="43"/>
                    <a:pt x="126" y="43"/>
                    <a:pt x="126" y="43"/>
                  </a:cubicBezTo>
                  <a:cubicBezTo>
                    <a:pt x="124" y="43"/>
                    <a:pt x="123" y="44"/>
                    <a:pt x="123" y="45"/>
                  </a:cubicBezTo>
                  <a:cubicBezTo>
                    <a:pt x="122" y="48"/>
                    <a:pt x="121" y="50"/>
                    <a:pt x="120" y="52"/>
                  </a:cubicBezTo>
                  <a:cubicBezTo>
                    <a:pt x="119" y="53"/>
                    <a:pt x="120" y="55"/>
                    <a:pt x="121" y="56"/>
                  </a:cubicBezTo>
                  <a:cubicBezTo>
                    <a:pt x="123" y="58"/>
                    <a:pt x="123" y="58"/>
                    <a:pt x="123" y="58"/>
                  </a:cubicBezTo>
                  <a:cubicBezTo>
                    <a:pt x="121" y="60"/>
                    <a:pt x="119" y="62"/>
                    <a:pt x="117" y="64"/>
                  </a:cubicBezTo>
                  <a:cubicBezTo>
                    <a:pt x="114" y="62"/>
                    <a:pt x="114" y="62"/>
                    <a:pt x="114" y="62"/>
                  </a:cubicBezTo>
                  <a:cubicBezTo>
                    <a:pt x="113" y="61"/>
                    <a:pt x="112" y="61"/>
                    <a:pt x="111" y="61"/>
                  </a:cubicBezTo>
                  <a:cubicBezTo>
                    <a:pt x="109" y="62"/>
                    <a:pt x="106" y="63"/>
                    <a:pt x="104" y="64"/>
                  </a:cubicBezTo>
                  <a:cubicBezTo>
                    <a:pt x="103" y="64"/>
                    <a:pt x="102" y="66"/>
                    <a:pt x="102" y="67"/>
                  </a:cubicBezTo>
                  <a:cubicBezTo>
                    <a:pt x="102" y="70"/>
                    <a:pt x="102" y="70"/>
                    <a:pt x="102" y="70"/>
                  </a:cubicBezTo>
                  <a:cubicBezTo>
                    <a:pt x="99" y="71"/>
                    <a:pt x="96" y="71"/>
                    <a:pt x="93" y="70"/>
                  </a:cubicBezTo>
                  <a:cubicBezTo>
                    <a:pt x="93" y="67"/>
                    <a:pt x="93" y="67"/>
                    <a:pt x="93" y="67"/>
                  </a:cubicBezTo>
                  <a:cubicBezTo>
                    <a:pt x="93" y="66"/>
                    <a:pt x="92" y="64"/>
                    <a:pt x="91" y="64"/>
                  </a:cubicBezTo>
                  <a:cubicBezTo>
                    <a:pt x="89" y="63"/>
                    <a:pt x="86" y="62"/>
                    <a:pt x="84" y="61"/>
                  </a:cubicBezTo>
                  <a:cubicBezTo>
                    <a:pt x="83" y="61"/>
                    <a:pt x="82" y="61"/>
                    <a:pt x="81" y="62"/>
                  </a:cubicBezTo>
                  <a:cubicBezTo>
                    <a:pt x="78" y="64"/>
                    <a:pt x="78" y="64"/>
                    <a:pt x="78" y="64"/>
                  </a:cubicBezTo>
                  <a:cubicBezTo>
                    <a:pt x="76" y="62"/>
                    <a:pt x="74" y="60"/>
                    <a:pt x="72" y="58"/>
                  </a:cubicBezTo>
                  <a:cubicBezTo>
                    <a:pt x="75" y="56"/>
                    <a:pt x="75" y="56"/>
                    <a:pt x="75" y="56"/>
                  </a:cubicBezTo>
                  <a:cubicBezTo>
                    <a:pt x="75" y="55"/>
                    <a:pt x="76" y="53"/>
                    <a:pt x="75" y="52"/>
                  </a:cubicBezTo>
                  <a:cubicBezTo>
                    <a:pt x="74" y="50"/>
                    <a:pt x="73" y="48"/>
                    <a:pt x="72" y="45"/>
                  </a:cubicBezTo>
                  <a:cubicBezTo>
                    <a:pt x="72" y="44"/>
                    <a:pt x="71" y="43"/>
                    <a:pt x="69" y="43"/>
                  </a:cubicBezTo>
                  <a:cubicBezTo>
                    <a:pt x="66" y="43"/>
                    <a:pt x="66" y="43"/>
                    <a:pt x="66" y="43"/>
                  </a:cubicBezTo>
                  <a:cubicBezTo>
                    <a:pt x="66" y="42"/>
                    <a:pt x="65" y="40"/>
                    <a:pt x="65" y="39"/>
                  </a:cubicBezTo>
                  <a:cubicBezTo>
                    <a:pt x="65" y="37"/>
                    <a:pt x="66" y="36"/>
                    <a:pt x="66" y="34"/>
                  </a:cubicBezTo>
                  <a:cubicBezTo>
                    <a:pt x="69" y="34"/>
                    <a:pt x="69" y="34"/>
                    <a:pt x="69" y="34"/>
                  </a:cubicBezTo>
                  <a:cubicBezTo>
                    <a:pt x="71" y="34"/>
                    <a:pt x="72" y="33"/>
                    <a:pt x="72" y="32"/>
                  </a:cubicBezTo>
                  <a:cubicBezTo>
                    <a:pt x="73" y="30"/>
                    <a:pt x="74" y="27"/>
                    <a:pt x="75" y="25"/>
                  </a:cubicBezTo>
                  <a:cubicBezTo>
                    <a:pt x="76" y="24"/>
                    <a:pt x="75" y="23"/>
                    <a:pt x="74" y="22"/>
                  </a:cubicBezTo>
                  <a:cubicBezTo>
                    <a:pt x="72" y="19"/>
                    <a:pt x="72" y="19"/>
                    <a:pt x="72" y="19"/>
                  </a:cubicBezTo>
                  <a:cubicBezTo>
                    <a:pt x="74" y="17"/>
                    <a:pt x="76" y="15"/>
                    <a:pt x="78" y="13"/>
                  </a:cubicBezTo>
                  <a:cubicBezTo>
                    <a:pt x="81" y="16"/>
                    <a:pt x="81" y="16"/>
                    <a:pt x="81" y="16"/>
                  </a:cubicBezTo>
                  <a:cubicBezTo>
                    <a:pt x="82" y="17"/>
                    <a:pt x="83" y="17"/>
                    <a:pt x="84" y="16"/>
                  </a:cubicBezTo>
                  <a:cubicBezTo>
                    <a:pt x="86" y="15"/>
                    <a:pt x="89" y="14"/>
                    <a:pt x="91" y="13"/>
                  </a:cubicBezTo>
                  <a:cubicBezTo>
                    <a:pt x="92" y="13"/>
                    <a:pt x="93" y="12"/>
                    <a:pt x="93" y="10"/>
                  </a:cubicBezTo>
                  <a:cubicBezTo>
                    <a:pt x="93" y="7"/>
                    <a:pt x="93" y="7"/>
                    <a:pt x="93" y="7"/>
                  </a:cubicBezTo>
                  <a:cubicBezTo>
                    <a:pt x="96" y="7"/>
                    <a:pt x="99" y="7"/>
                    <a:pt x="102" y="7"/>
                  </a:cubicBezTo>
                  <a:cubicBezTo>
                    <a:pt x="102" y="10"/>
                    <a:pt x="102" y="10"/>
                    <a:pt x="102" y="10"/>
                  </a:cubicBezTo>
                  <a:cubicBezTo>
                    <a:pt x="102" y="12"/>
                    <a:pt x="103" y="13"/>
                    <a:pt x="104" y="13"/>
                  </a:cubicBezTo>
                  <a:cubicBezTo>
                    <a:pt x="106" y="14"/>
                    <a:pt x="109" y="15"/>
                    <a:pt x="111" y="16"/>
                  </a:cubicBezTo>
                  <a:cubicBezTo>
                    <a:pt x="112" y="17"/>
                    <a:pt x="113" y="17"/>
                    <a:pt x="114" y="16"/>
                  </a:cubicBezTo>
                  <a:cubicBezTo>
                    <a:pt x="117" y="13"/>
                    <a:pt x="117" y="13"/>
                    <a:pt x="117" y="13"/>
                  </a:cubicBezTo>
                  <a:cubicBezTo>
                    <a:pt x="119" y="15"/>
                    <a:pt x="121" y="17"/>
                    <a:pt x="123" y="19"/>
                  </a:cubicBezTo>
                  <a:cubicBezTo>
                    <a:pt x="121" y="22"/>
                    <a:pt x="121" y="22"/>
                    <a:pt x="121" y="22"/>
                  </a:cubicBezTo>
                  <a:cubicBezTo>
                    <a:pt x="120" y="23"/>
                    <a:pt x="119" y="24"/>
                    <a:pt x="120" y="25"/>
                  </a:cubicBezTo>
                  <a:cubicBezTo>
                    <a:pt x="121" y="27"/>
                    <a:pt x="122" y="30"/>
                    <a:pt x="123" y="32"/>
                  </a:cubicBezTo>
                  <a:cubicBezTo>
                    <a:pt x="123" y="33"/>
                    <a:pt x="124" y="34"/>
                    <a:pt x="126" y="34"/>
                  </a:cubicBezTo>
                  <a:cubicBezTo>
                    <a:pt x="129" y="34"/>
                    <a:pt x="129" y="34"/>
                    <a:pt x="129" y="34"/>
                  </a:cubicBezTo>
                  <a:cubicBezTo>
                    <a:pt x="129" y="36"/>
                    <a:pt x="130" y="37"/>
                    <a:pt x="130" y="39"/>
                  </a:cubicBezTo>
                  <a:cubicBezTo>
                    <a:pt x="130" y="40"/>
                    <a:pt x="129" y="42"/>
                    <a:pt x="129" y="43"/>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6" name="Google Shape;1346;p49"/>
            <p:cNvSpPr/>
            <p:nvPr/>
          </p:nvSpPr>
          <p:spPr>
            <a:xfrm>
              <a:off x="5792611" y="1399599"/>
              <a:ext cx="91273" cy="91273"/>
            </a:xfrm>
            <a:custGeom>
              <a:avLst/>
              <a:gdLst/>
              <a:ahLst/>
              <a:cxnLst/>
              <a:rect l="l" t="t" r="r" b="b"/>
              <a:pathLst>
                <a:path w="35" h="35" extrusionOk="0">
                  <a:moveTo>
                    <a:pt x="18" y="0"/>
                  </a:moveTo>
                  <a:cubicBezTo>
                    <a:pt x="8" y="0"/>
                    <a:pt x="0" y="8"/>
                    <a:pt x="0" y="18"/>
                  </a:cubicBezTo>
                  <a:cubicBezTo>
                    <a:pt x="0" y="27"/>
                    <a:pt x="8" y="35"/>
                    <a:pt x="18" y="35"/>
                  </a:cubicBezTo>
                  <a:cubicBezTo>
                    <a:pt x="27" y="35"/>
                    <a:pt x="35" y="27"/>
                    <a:pt x="35" y="18"/>
                  </a:cubicBezTo>
                  <a:cubicBezTo>
                    <a:pt x="35" y="8"/>
                    <a:pt x="27" y="0"/>
                    <a:pt x="18" y="0"/>
                  </a:cubicBezTo>
                  <a:close/>
                  <a:moveTo>
                    <a:pt x="18" y="29"/>
                  </a:moveTo>
                  <a:cubicBezTo>
                    <a:pt x="11" y="29"/>
                    <a:pt x="6" y="24"/>
                    <a:pt x="6" y="18"/>
                  </a:cubicBezTo>
                  <a:cubicBezTo>
                    <a:pt x="6" y="11"/>
                    <a:pt x="11" y="6"/>
                    <a:pt x="18" y="6"/>
                  </a:cubicBezTo>
                  <a:cubicBezTo>
                    <a:pt x="24" y="6"/>
                    <a:pt x="29" y="11"/>
                    <a:pt x="29" y="18"/>
                  </a:cubicBezTo>
                  <a:cubicBezTo>
                    <a:pt x="29" y="24"/>
                    <a:pt x="24" y="29"/>
                    <a:pt x="18" y="29"/>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47" name="Google Shape;1347;p49"/>
          <p:cNvGrpSpPr/>
          <p:nvPr/>
        </p:nvGrpSpPr>
        <p:grpSpPr>
          <a:xfrm>
            <a:off x="2367682" y="1344615"/>
            <a:ext cx="292513" cy="391484"/>
            <a:chOff x="2348438" y="1344615"/>
            <a:chExt cx="292513" cy="391484"/>
          </a:xfrm>
        </p:grpSpPr>
        <p:sp>
          <p:nvSpPr>
            <p:cNvPr id="1348" name="Google Shape;1348;p49"/>
            <p:cNvSpPr/>
            <p:nvPr/>
          </p:nvSpPr>
          <p:spPr>
            <a:xfrm>
              <a:off x="2348438" y="1344615"/>
              <a:ext cx="292513" cy="391484"/>
            </a:xfrm>
            <a:custGeom>
              <a:avLst/>
              <a:gdLst/>
              <a:ahLst/>
              <a:cxnLst/>
              <a:rect l="l" t="t" r="r" b="b"/>
              <a:pathLst>
                <a:path w="112" h="150" extrusionOk="0">
                  <a:moveTo>
                    <a:pt x="105" y="47"/>
                  </a:moveTo>
                  <a:cubicBezTo>
                    <a:pt x="101" y="40"/>
                    <a:pt x="96" y="34"/>
                    <a:pt x="89" y="30"/>
                  </a:cubicBezTo>
                  <a:cubicBezTo>
                    <a:pt x="90" y="11"/>
                    <a:pt x="90" y="11"/>
                    <a:pt x="90" y="11"/>
                  </a:cubicBezTo>
                  <a:cubicBezTo>
                    <a:pt x="90" y="7"/>
                    <a:pt x="88" y="4"/>
                    <a:pt x="85" y="2"/>
                  </a:cubicBezTo>
                  <a:cubicBezTo>
                    <a:pt x="81" y="0"/>
                    <a:pt x="76" y="0"/>
                    <a:pt x="72" y="2"/>
                  </a:cubicBezTo>
                  <a:cubicBezTo>
                    <a:pt x="69" y="4"/>
                    <a:pt x="67" y="7"/>
                    <a:pt x="67" y="11"/>
                  </a:cubicBezTo>
                  <a:cubicBezTo>
                    <a:pt x="68" y="22"/>
                    <a:pt x="68" y="22"/>
                    <a:pt x="68" y="22"/>
                  </a:cubicBezTo>
                  <a:cubicBezTo>
                    <a:pt x="66" y="22"/>
                    <a:pt x="64" y="22"/>
                    <a:pt x="62" y="22"/>
                  </a:cubicBezTo>
                  <a:cubicBezTo>
                    <a:pt x="48" y="22"/>
                    <a:pt x="36" y="27"/>
                    <a:pt x="26" y="36"/>
                  </a:cubicBezTo>
                  <a:cubicBezTo>
                    <a:pt x="17" y="46"/>
                    <a:pt x="12" y="58"/>
                    <a:pt x="12" y="71"/>
                  </a:cubicBezTo>
                  <a:cubicBezTo>
                    <a:pt x="12" y="74"/>
                    <a:pt x="9" y="80"/>
                    <a:pt x="4" y="86"/>
                  </a:cubicBezTo>
                  <a:cubicBezTo>
                    <a:pt x="0" y="92"/>
                    <a:pt x="1" y="96"/>
                    <a:pt x="2" y="98"/>
                  </a:cubicBezTo>
                  <a:cubicBezTo>
                    <a:pt x="3" y="101"/>
                    <a:pt x="7" y="104"/>
                    <a:pt x="14" y="105"/>
                  </a:cubicBezTo>
                  <a:cubicBezTo>
                    <a:pt x="14" y="117"/>
                    <a:pt x="14" y="117"/>
                    <a:pt x="14" y="117"/>
                  </a:cubicBezTo>
                  <a:cubicBezTo>
                    <a:pt x="14" y="126"/>
                    <a:pt x="22" y="133"/>
                    <a:pt x="30" y="133"/>
                  </a:cubicBezTo>
                  <a:cubicBezTo>
                    <a:pt x="38" y="133"/>
                    <a:pt x="42" y="133"/>
                    <a:pt x="44" y="135"/>
                  </a:cubicBezTo>
                  <a:cubicBezTo>
                    <a:pt x="46" y="136"/>
                    <a:pt x="46" y="140"/>
                    <a:pt x="47" y="147"/>
                  </a:cubicBezTo>
                  <a:cubicBezTo>
                    <a:pt x="47" y="149"/>
                    <a:pt x="48" y="150"/>
                    <a:pt x="50" y="150"/>
                  </a:cubicBezTo>
                  <a:cubicBezTo>
                    <a:pt x="91" y="150"/>
                    <a:pt x="91" y="150"/>
                    <a:pt x="91" y="150"/>
                  </a:cubicBezTo>
                  <a:cubicBezTo>
                    <a:pt x="92" y="150"/>
                    <a:pt x="92" y="150"/>
                    <a:pt x="92" y="150"/>
                  </a:cubicBezTo>
                  <a:cubicBezTo>
                    <a:pt x="94" y="149"/>
                    <a:pt x="94" y="148"/>
                    <a:pt x="94" y="147"/>
                  </a:cubicBezTo>
                  <a:cubicBezTo>
                    <a:pt x="94" y="141"/>
                    <a:pt x="94" y="137"/>
                    <a:pt x="94" y="133"/>
                  </a:cubicBezTo>
                  <a:cubicBezTo>
                    <a:pt x="94" y="132"/>
                    <a:pt x="92" y="130"/>
                    <a:pt x="91" y="130"/>
                  </a:cubicBezTo>
                  <a:cubicBezTo>
                    <a:pt x="91" y="130"/>
                    <a:pt x="91" y="130"/>
                    <a:pt x="91" y="130"/>
                  </a:cubicBezTo>
                  <a:cubicBezTo>
                    <a:pt x="89" y="130"/>
                    <a:pt x="88" y="132"/>
                    <a:pt x="88" y="133"/>
                  </a:cubicBezTo>
                  <a:cubicBezTo>
                    <a:pt x="88" y="136"/>
                    <a:pt x="88" y="140"/>
                    <a:pt x="88" y="144"/>
                  </a:cubicBezTo>
                  <a:cubicBezTo>
                    <a:pt x="52" y="144"/>
                    <a:pt x="52" y="144"/>
                    <a:pt x="52" y="144"/>
                  </a:cubicBezTo>
                  <a:cubicBezTo>
                    <a:pt x="52" y="138"/>
                    <a:pt x="51" y="133"/>
                    <a:pt x="48" y="130"/>
                  </a:cubicBezTo>
                  <a:cubicBezTo>
                    <a:pt x="44" y="127"/>
                    <a:pt x="39" y="127"/>
                    <a:pt x="30" y="127"/>
                  </a:cubicBezTo>
                  <a:cubicBezTo>
                    <a:pt x="25" y="127"/>
                    <a:pt x="20" y="123"/>
                    <a:pt x="20" y="117"/>
                  </a:cubicBezTo>
                  <a:cubicBezTo>
                    <a:pt x="20" y="113"/>
                    <a:pt x="20" y="113"/>
                    <a:pt x="20" y="113"/>
                  </a:cubicBezTo>
                  <a:cubicBezTo>
                    <a:pt x="21" y="113"/>
                    <a:pt x="22" y="114"/>
                    <a:pt x="23" y="115"/>
                  </a:cubicBezTo>
                  <a:cubicBezTo>
                    <a:pt x="25" y="115"/>
                    <a:pt x="27" y="116"/>
                    <a:pt x="29" y="116"/>
                  </a:cubicBezTo>
                  <a:cubicBezTo>
                    <a:pt x="30" y="116"/>
                    <a:pt x="32" y="115"/>
                    <a:pt x="32" y="114"/>
                  </a:cubicBezTo>
                  <a:cubicBezTo>
                    <a:pt x="32" y="112"/>
                    <a:pt x="31" y="111"/>
                    <a:pt x="29" y="111"/>
                  </a:cubicBezTo>
                  <a:cubicBezTo>
                    <a:pt x="28" y="111"/>
                    <a:pt x="27" y="110"/>
                    <a:pt x="26" y="109"/>
                  </a:cubicBezTo>
                  <a:cubicBezTo>
                    <a:pt x="24" y="109"/>
                    <a:pt x="22" y="108"/>
                    <a:pt x="20" y="108"/>
                  </a:cubicBezTo>
                  <a:cubicBezTo>
                    <a:pt x="20" y="102"/>
                    <a:pt x="20" y="102"/>
                    <a:pt x="20" y="102"/>
                  </a:cubicBezTo>
                  <a:cubicBezTo>
                    <a:pt x="20" y="100"/>
                    <a:pt x="19" y="99"/>
                    <a:pt x="17" y="99"/>
                  </a:cubicBezTo>
                  <a:cubicBezTo>
                    <a:pt x="12" y="99"/>
                    <a:pt x="8" y="98"/>
                    <a:pt x="7" y="96"/>
                  </a:cubicBezTo>
                  <a:cubicBezTo>
                    <a:pt x="6" y="94"/>
                    <a:pt x="7" y="92"/>
                    <a:pt x="9" y="89"/>
                  </a:cubicBezTo>
                  <a:cubicBezTo>
                    <a:pt x="13" y="84"/>
                    <a:pt x="17" y="77"/>
                    <a:pt x="17" y="71"/>
                  </a:cubicBezTo>
                  <a:cubicBezTo>
                    <a:pt x="17" y="47"/>
                    <a:pt x="37" y="27"/>
                    <a:pt x="62" y="27"/>
                  </a:cubicBezTo>
                  <a:cubicBezTo>
                    <a:pt x="64" y="27"/>
                    <a:pt x="66" y="28"/>
                    <a:pt x="68" y="28"/>
                  </a:cubicBezTo>
                  <a:cubicBezTo>
                    <a:pt x="68" y="50"/>
                    <a:pt x="68" y="50"/>
                    <a:pt x="68" y="50"/>
                  </a:cubicBezTo>
                  <a:cubicBezTo>
                    <a:pt x="68" y="56"/>
                    <a:pt x="73" y="60"/>
                    <a:pt x="78" y="60"/>
                  </a:cubicBezTo>
                  <a:cubicBezTo>
                    <a:pt x="84" y="60"/>
                    <a:pt x="88" y="56"/>
                    <a:pt x="88" y="50"/>
                  </a:cubicBezTo>
                  <a:cubicBezTo>
                    <a:pt x="89" y="37"/>
                    <a:pt x="89" y="37"/>
                    <a:pt x="89" y="37"/>
                  </a:cubicBezTo>
                  <a:cubicBezTo>
                    <a:pt x="99" y="45"/>
                    <a:pt x="106" y="58"/>
                    <a:pt x="106" y="71"/>
                  </a:cubicBezTo>
                  <a:cubicBezTo>
                    <a:pt x="106" y="79"/>
                    <a:pt x="104" y="87"/>
                    <a:pt x="99" y="94"/>
                  </a:cubicBezTo>
                  <a:cubicBezTo>
                    <a:pt x="97" y="98"/>
                    <a:pt x="95" y="102"/>
                    <a:pt x="93" y="106"/>
                  </a:cubicBezTo>
                  <a:cubicBezTo>
                    <a:pt x="92" y="108"/>
                    <a:pt x="93" y="109"/>
                    <a:pt x="94" y="110"/>
                  </a:cubicBezTo>
                  <a:cubicBezTo>
                    <a:pt x="94" y="110"/>
                    <a:pt x="95" y="111"/>
                    <a:pt x="96" y="111"/>
                  </a:cubicBezTo>
                  <a:cubicBezTo>
                    <a:pt x="97" y="111"/>
                    <a:pt x="98" y="110"/>
                    <a:pt x="98" y="109"/>
                  </a:cubicBezTo>
                  <a:cubicBezTo>
                    <a:pt x="100" y="105"/>
                    <a:pt x="102" y="101"/>
                    <a:pt x="104" y="97"/>
                  </a:cubicBezTo>
                  <a:cubicBezTo>
                    <a:pt x="109" y="89"/>
                    <a:pt x="112" y="80"/>
                    <a:pt x="112" y="71"/>
                  </a:cubicBezTo>
                  <a:cubicBezTo>
                    <a:pt x="112" y="63"/>
                    <a:pt x="109" y="54"/>
                    <a:pt x="105" y="47"/>
                  </a:cubicBezTo>
                  <a:close/>
                  <a:moveTo>
                    <a:pt x="78" y="54"/>
                  </a:moveTo>
                  <a:cubicBezTo>
                    <a:pt x="76" y="54"/>
                    <a:pt x="74" y="53"/>
                    <a:pt x="74" y="50"/>
                  </a:cubicBezTo>
                  <a:cubicBezTo>
                    <a:pt x="73" y="11"/>
                    <a:pt x="73" y="11"/>
                    <a:pt x="73" y="11"/>
                  </a:cubicBezTo>
                  <a:cubicBezTo>
                    <a:pt x="73" y="9"/>
                    <a:pt x="74" y="8"/>
                    <a:pt x="75" y="7"/>
                  </a:cubicBezTo>
                  <a:cubicBezTo>
                    <a:pt x="76" y="7"/>
                    <a:pt x="77" y="7"/>
                    <a:pt x="78" y="7"/>
                  </a:cubicBezTo>
                  <a:cubicBezTo>
                    <a:pt x="80" y="7"/>
                    <a:pt x="81" y="7"/>
                    <a:pt x="82" y="7"/>
                  </a:cubicBezTo>
                  <a:cubicBezTo>
                    <a:pt x="83" y="8"/>
                    <a:pt x="84" y="9"/>
                    <a:pt x="84" y="11"/>
                  </a:cubicBezTo>
                  <a:cubicBezTo>
                    <a:pt x="82" y="50"/>
                    <a:pt x="82" y="50"/>
                    <a:pt x="82" y="50"/>
                  </a:cubicBezTo>
                  <a:cubicBezTo>
                    <a:pt x="82" y="53"/>
                    <a:pt x="80" y="54"/>
                    <a:pt x="78" y="54"/>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9" name="Google Shape;1349;p49"/>
            <p:cNvSpPr/>
            <p:nvPr/>
          </p:nvSpPr>
          <p:spPr>
            <a:xfrm>
              <a:off x="2408920" y="1540357"/>
              <a:ext cx="20894" cy="18695"/>
            </a:xfrm>
            <a:custGeom>
              <a:avLst/>
              <a:gdLst/>
              <a:ahLst/>
              <a:cxnLst/>
              <a:rect l="l" t="t" r="r" b="b"/>
              <a:pathLst>
                <a:path w="8" h="7" extrusionOk="0">
                  <a:moveTo>
                    <a:pt x="4" y="0"/>
                  </a:moveTo>
                  <a:cubicBezTo>
                    <a:pt x="2" y="0"/>
                    <a:pt x="0" y="2"/>
                    <a:pt x="1" y="4"/>
                  </a:cubicBezTo>
                  <a:cubicBezTo>
                    <a:pt x="1" y="5"/>
                    <a:pt x="2" y="5"/>
                    <a:pt x="3" y="6"/>
                  </a:cubicBezTo>
                  <a:cubicBezTo>
                    <a:pt x="5" y="7"/>
                    <a:pt x="8" y="4"/>
                    <a:pt x="7" y="2"/>
                  </a:cubicBezTo>
                  <a:cubicBezTo>
                    <a:pt x="6" y="1"/>
                    <a:pt x="5"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0" name="Google Shape;1350;p49"/>
            <p:cNvSpPr/>
            <p:nvPr/>
          </p:nvSpPr>
          <p:spPr>
            <a:xfrm>
              <a:off x="2528784" y="1511765"/>
              <a:ext cx="47286" cy="47286"/>
            </a:xfrm>
            <a:custGeom>
              <a:avLst/>
              <a:gdLst/>
              <a:ahLst/>
              <a:cxnLst/>
              <a:rect l="l" t="t" r="r" b="b"/>
              <a:pathLst>
                <a:path w="18" h="18" extrusionOk="0">
                  <a:moveTo>
                    <a:pt x="9" y="0"/>
                  </a:moveTo>
                  <a:cubicBezTo>
                    <a:pt x="4" y="0"/>
                    <a:pt x="0" y="4"/>
                    <a:pt x="0" y="9"/>
                  </a:cubicBezTo>
                  <a:cubicBezTo>
                    <a:pt x="0" y="14"/>
                    <a:pt x="4" y="18"/>
                    <a:pt x="9" y="18"/>
                  </a:cubicBezTo>
                  <a:cubicBezTo>
                    <a:pt x="14" y="18"/>
                    <a:pt x="18" y="14"/>
                    <a:pt x="18" y="9"/>
                  </a:cubicBezTo>
                  <a:cubicBezTo>
                    <a:pt x="18" y="4"/>
                    <a:pt x="14" y="0"/>
                    <a:pt x="9" y="0"/>
                  </a:cubicBezTo>
                  <a:close/>
                  <a:moveTo>
                    <a:pt x="9" y="12"/>
                  </a:moveTo>
                  <a:cubicBezTo>
                    <a:pt x="7" y="12"/>
                    <a:pt x="6" y="11"/>
                    <a:pt x="6" y="9"/>
                  </a:cubicBezTo>
                  <a:cubicBezTo>
                    <a:pt x="6" y="7"/>
                    <a:pt x="7" y="6"/>
                    <a:pt x="9" y="6"/>
                  </a:cubicBezTo>
                  <a:cubicBezTo>
                    <a:pt x="11" y="6"/>
                    <a:pt x="13" y="7"/>
                    <a:pt x="13" y="9"/>
                  </a:cubicBezTo>
                  <a:cubicBezTo>
                    <a:pt x="13" y="11"/>
                    <a:pt x="11" y="12"/>
                    <a:pt x="9" y="1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1" name="Google Shape;1351;p49"/>
            <p:cNvSpPr/>
            <p:nvPr/>
          </p:nvSpPr>
          <p:spPr>
            <a:xfrm>
              <a:off x="2408920" y="1506267"/>
              <a:ext cx="38489" cy="20894"/>
            </a:xfrm>
            <a:custGeom>
              <a:avLst/>
              <a:gdLst/>
              <a:ahLst/>
              <a:cxnLst/>
              <a:rect l="l" t="t" r="r" b="b"/>
              <a:pathLst>
                <a:path w="15" h="8" extrusionOk="0">
                  <a:moveTo>
                    <a:pt x="12" y="5"/>
                  </a:moveTo>
                  <a:cubicBezTo>
                    <a:pt x="14" y="5"/>
                    <a:pt x="15" y="4"/>
                    <a:pt x="15" y="3"/>
                  </a:cubicBezTo>
                  <a:cubicBezTo>
                    <a:pt x="15" y="1"/>
                    <a:pt x="14" y="0"/>
                    <a:pt x="12" y="0"/>
                  </a:cubicBezTo>
                  <a:cubicBezTo>
                    <a:pt x="10" y="0"/>
                    <a:pt x="8" y="1"/>
                    <a:pt x="6" y="1"/>
                  </a:cubicBezTo>
                  <a:cubicBezTo>
                    <a:pt x="5" y="2"/>
                    <a:pt x="4" y="3"/>
                    <a:pt x="3" y="3"/>
                  </a:cubicBezTo>
                  <a:cubicBezTo>
                    <a:pt x="2" y="3"/>
                    <a:pt x="0" y="4"/>
                    <a:pt x="0" y="5"/>
                  </a:cubicBezTo>
                  <a:cubicBezTo>
                    <a:pt x="0" y="7"/>
                    <a:pt x="2" y="8"/>
                    <a:pt x="3" y="8"/>
                  </a:cubicBezTo>
                  <a:cubicBezTo>
                    <a:pt x="5" y="8"/>
                    <a:pt x="7" y="7"/>
                    <a:pt x="9" y="7"/>
                  </a:cubicBezTo>
                  <a:cubicBezTo>
                    <a:pt x="10" y="6"/>
                    <a:pt x="11" y="5"/>
                    <a:pt x="12" y="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2" name="Google Shape;1352;p49"/>
            <p:cNvSpPr/>
            <p:nvPr/>
          </p:nvSpPr>
          <p:spPr>
            <a:xfrm>
              <a:off x="2578269" y="1650324"/>
              <a:ext cx="18695" cy="18695"/>
            </a:xfrm>
            <a:custGeom>
              <a:avLst/>
              <a:gdLst/>
              <a:ahLst/>
              <a:cxnLst/>
              <a:rect l="l" t="t" r="r" b="b"/>
              <a:pathLst>
                <a:path w="7" h="7" extrusionOk="0">
                  <a:moveTo>
                    <a:pt x="4" y="0"/>
                  </a:moveTo>
                  <a:cubicBezTo>
                    <a:pt x="4" y="0"/>
                    <a:pt x="4" y="0"/>
                    <a:pt x="4" y="0"/>
                  </a:cubicBezTo>
                  <a:cubicBezTo>
                    <a:pt x="3" y="0"/>
                    <a:pt x="2" y="1"/>
                    <a:pt x="1" y="2"/>
                  </a:cubicBezTo>
                  <a:cubicBezTo>
                    <a:pt x="0" y="4"/>
                    <a:pt x="2" y="7"/>
                    <a:pt x="5" y="6"/>
                  </a:cubicBezTo>
                  <a:cubicBezTo>
                    <a:pt x="6" y="6"/>
                    <a:pt x="6" y="5"/>
                    <a:pt x="7" y="4"/>
                  </a:cubicBezTo>
                  <a:cubicBezTo>
                    <a:pt x="7" y="2"/>
                    <a:pt x="6" y="0"/>
                    <a:pt x="4"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53" name="Google Shape;1353;p49"/>
          <p:cNvGrpSpPr/>
          <p:nvPr/>
        </p:nvGrpSpPr>
        <p:grpSpPr>
          <a:xfrm>
            <a:off x="8000203" y="3163474"/>
            <a:ext cx="372789" cy="370590"/>
            <a:chOff x="7999653" y="3163474"/>
            <a:chExt cx="372789" cy="370590"/>
          </a:xfrm>
        </p:grpSpPr>
        <p:sp>
          <p:nvSpPr>
            <p:cNvPr id="1354" name="Google Shape;1354;p49"/>
            <p:cNvSpPr/>
            <p:nvPr/>
          </p:nvSpPr>
          <p:spPr>
            <a:xfrm>
              <a:off x="7999653" y="3163474"/>
              <a:ext cx="372789" cy="370590"/>
            </a:xfrm>
            <a:custGeom>
              <a:avLst/>
              <a:gdLst/>
              <a:ahLst/>
              <a:cxnLst/>
              <a:rect l="l" t="t" r="r" b="b"/>
              <a:pathLst>
                <a:path w="143" h="142" extrusionOk="0">
                  <a:moveTo>
                    <a:pt x="137" y="0"/>
                  </a:moveTo>
                  <a:cubicBezTo>
                    <a:pt x="121" y="0"/>
                    <a:pt x="121" y="0"/>
                    <a:pt x="121" y="0"/>
                  </a:cubicBezTo>
                  <a:cubicBezTo>
                    <a:pt x="114" y="0"/>
                    <a:pt x="107" y="6"/>
                    <a:pt x="107" y="14"/>
                  </a:cubicBezTo>
                  <a:cubicBezTo>
                    <a:pt x="107" y="55"/>
                    <a:pt x="107" y="55"/>
                    <a:pt x="107" y="55"/>
                  </a:cubicBezTo>
                  <a:cubicBezTo>
                    <a:pt x="107" y="68"/>
                    <a:pt x="96" y="80"/>
                    <a:pt x="82" y="80"/>
                  </a:cubicBezTo>
                  <a:cubicBezTo>
                    <a:pt x="82" y="20"/>
                    <a:pt x="82" y="20"/>
                    <a:pt x="82" y="20"/>
                  </a:cubicBezTo>
                  <a:cubicBezTo>
                    <a:pt x="82" y="18"/>
                    <a:pt x="84" y="17"/>
                    <a:pt x="85" y="17"/>
                  </a:cubicBezTo>
                  <a:cubicBezTo>
                    <a:pt x="88" y="17"/>
                    <a:pt x="88" y="17"/>
                    <a:pt x="88" y="17"/>
                  </a:cubicBezTo>
                  <a:cubicBezTo>
                    <a:pt x="91" y="17"/>
                    <a:pt x="94" y="14"/>
                    <a:pt x="94" y="11"/>
                  </a:cubicBezTo>
                  <a:cubicBezTo>
                    <a:pt x="94" y="6"/>
                    <a:pt x="94" y="6"/>
                    <a:pt x="94" y="6"/>
                  </a:cubicBezTo>
                  <a:cubicBezTo>
                    <a:pt x="94" y="2"/>
                    <a:pt x="91" y="0"/>
                    <a:pt x="88" y="0"/>
                  </a:cubicBezTo>
                  <a:cubicBezTo>
                    <a:pt x="55" y="0"/>
                    <a:pt x="55" y="0"/>
                    <a:pt x="55" y="0"/>
                  </a:cubicBezTo>
                  <a:cubicBezTo>
                    <a:pt x="52" y="0"/>
                    <a:pt x="49" y="2"/>
                    <a:pt x="49" y="6"/>
                  </a:cubicBezTo>
                  <a:cubicBezTo>
                    <a:pt x="49" y="11"/>
                    <a:pt x="49" y="11"/>
                    <a:pt x="49" y="11"/>
                  </a:cubicBezTo>
                  <a:cubicBezTo>
                    <a:pt x="49" y="14"/>
                    <a:pt x="52" y="17"/>
                    <a:pt x="55" y="17"/>
                  </a:cubicBezTo>
                  <a:cubicBezTo>
                    <a:pt x="57" y="17"/>
                    <a:pt x="57" y="17"/>
                    <a:pt x="57" y="17"/>
                  </a:cubicBezTo>
                  <a:cubicBezTo>
                    <a:pt x="59" y="17"/>
                    <a:pt x="60" y="18"/>
                    <a:pt x="60" y="20"/>
                  </a:cubicBezTo>
                  <a:cubicBezTo>
                    <a:pt x="60" y="38"/>
                    <a:pt x="60" y="38"/>
                    <a:pt x="60" y="38"/>
                  </a:cubicBezTo>
                  <a:cubicBezTo>
                    <a:pt x="60" y="40"/>
                    <a:pt x="61" y="41"/>
                    <a:pt x="63" y="41"/>
                  </a:cubicBezTo>
                  <a:cubicBezTo>
                    <a:pt x="65" y="41"/>
                    <a:pt x="66" y="40"/>
                    <a:pt x="66" y="38"/>
                  </a:cubicBezTo>
                  <a:cubicBezTo>
                    <a:pt x="66" y="20"/>
                    <a:pt x="66" y="20"/>
                    <a:pt x="66" y="20"/>
                  </a:cubicBezTo>
                  <a:cubicBezTo>
                    <a:pt x="66" y="15"/>
                    <a:pt x="62" y="11"/>
                    <a:pt x="57" y="11"/>
                  </a:cubicBezTo>
                  <a:cubicBezTo>
                    <a:pt x="55" y="11"/>
                    <a:pt x="55" y="11"/>
                    <a:pt x="55" y="11"/>
                  </a:cubicBezTo>
                  <a:cubicBezTo>
                    <a:pt x="55" y="6"/>
                    <a:pt x="55" y="6"/>
                    <a:pt x="55" y="6"/>
                  </a:cubicBezTo>
                  <a:cubicBezTo>
                    <a:pt x="88" y="6"/>
                    <a:pt x="88" y="6"/>
                    <a:pt x="88" y="6"/>
                  </a:cubicBezTo>
                  <a:cubicBezTo>
                    <a:pt x="88" y="11"/>
                    <a:pt x="88" y="11"/>
                    <a:pt x="88" y="11"/>
                  </a:cubicBezTo>
                  <a:cubicBezTo>
                    <a:pt x="85" y="11"/>
                    <a:pt x="85" y="11"/>
                    <a:pt x="85" y="11"/>
                  </a:cubicBezTo>
                  <a:cubicBezTo>
                    <a:pt x="81" y="11"/>
                    <a:pt x="77" y="15"/>
                    <a:pt x="77" y="20"/>
                  </a:cubicBezTo>
                  <a:cubicBezTo>
                    <a:pt x="77" y="82"/>
                    <a:pt x="77" y="82"/>
                    <a:pt x="77" y="82"/>
                  </a:cubicBezTo>
                  <a:cubicBezTo>
                    <a:pt x="77" y="84"/>
                    <a:pt x="78" y="85"/>
                    <a:pt x="80" y="85"/>
                  </a:cubicBezTo>
                  <a:cubicBezTo>
                    <a:pt x="82" y="85"/>
                    <a:pt x="82" y="85"/>
                    <a:pt x="82" y="85"/>
                  </a:cubicBezTo>
                  <a:cubicBezTo>
                    <a:pt x="99" y="85"/>
                    <a:pt x="113" y="72"/>
                    <a:pt x="113" y="55"/>
                  </a:cubicBezTo>
                  <a:cubicBezTo>
                    <a:pt x="113" y="14"/>
                    <a:pt x="113" y="14"/>
                    <a:pt x="113" y="14"/>
                  </a:cubicBezTo>
                  <a:cubicBezTo>
                    <a:pt x="113" y="9"/>
                    <a:pt x="117" y="6"/>
                    <a:pt x="121" y="6"/>
                  </a:cubicBezTo>
                  <a:cubicBezTo>
                    <a:pt x="137" y="6"/>
                    <a:pt x="137" y="6"/>
                    <a:pt x="137" y="6"/>
                  </a:cubicBezTo>
                  <a:cubicBezTo>
                    <a:pt x="137" y="11"/>
                    <a:pt x="137" y="11"/>
                    <a:pt x="137" y="11"/>
                  </a:cubicBezTo>
                  <a:cubicBezTo>
                    <a:pt x="133" y="11"/>
                    <a:pt x="133" y="11"/>
                    <a:pt x="133" y="11"/>
                  </a:cubicBezTo>
                  <a:cubicBezTo>
                    <a:pt x="128" y="11"/>
                    <a:pt x="124" y="15"/>
                    <a:pt x="124" y="20"/>
                  </a:cubicBezTo>
                  <a:cubicBezTo>
                    <a:pt x="124" y="55"/>
                    <a:pt x="124" y="55"/>
                    <a:pt x="124" y="55"/>
                  </a:cubicBezTo>
                  <a:cubicBezTo>
                    <a:pt x="124" y="78"/>
                    <a:pt x="105" y="96"/>
                    <a:pt x="82" y="96"/>
                  </a:cubicBezTo>
                  <a:cubicBezTo>
                    <a:pt x="80" y="96"/>
                    <a:pt x="80" y="96"/>
                    <a:pt x="80" y="96"/>
                  </a:cubicBezTo>
                  <a:cubicBezTo>
                    <a:pt x="78" y="96"/>
                    <a:pt x="77" y="98"/>
                    <a:pt x="77" y="99"/>
                  </a:cubicBezTo>
                  <a:cubicBezTo>
                    <a:pt x="77" y="123"/>
                    <a:pt x="77" y="123"/>
                    <a:pt x="77" y="123"/>
                  </a:cubicBezTo>
                  <a:cubicBezTo>
                    <a:pt x="77" y="127"/>
                    <a:pt x="81" y="131"/>
                    <a:pt x="85" y="131"/>
                  </a:cubicBezTo>
                  <a:cubicBezTo>
                    <a:pt x="88" y="131"/>
                    <a:pt x="88" y="131"/>
                    <a:pt x="88" y="131"/>
                  </a:cubicBezTo>
                  <a:cubicBezTo>
                    <a:pt x="88" y="137"/>
                    <a:pt x="88" y="137"/>
                    <a:pt x="88" y="137"/>
                  </a:cubicBezTo>
                  <a:cubicBezTo>
                    <a:pt x="55" y="137"/>
                    <a:pt x="55" y="137"/>
                    <a:pt x="55" y="137"/>
                  </a:cubicBezTo>
                  <a:cubicBezTo>
                    <a:pt x="55" y="131"/>
                    <a:pt x="55" y="131"/>
                    <a:pt x="55" y="131"/>
                  </a:cubicBezTo>
                  <a:cubicBezTo>
                    <a:pt x="57" y="131"/>
                    <a:pt x="57" y="131"/>
                    <a:pt x="57" y="131"/>
                  </a:cubicBezTo>
                  <a:cubicBezTo>
                    <a:pt x="62" y="131"/>
                    <a:pt x="66" y="127"/>
                    <a:pt x="66" y="123"/>
                  </a:cubicBezTo>
                  <a:cubicBezTo>
                    <a:pt x="66" y="99"/>
                    <a:pt x="66" y="99"/>
                    <a:pt x="66" y="99"/>
                  </a:cubicBezTo>
                  <a:cubicBezTo>
                    <a:pt x="66" y="98"/>
                    <a:pt x="65" y="96"/>
                    <a:pt x="63" y="96"/>
                  </a:cubicBezTo>
                  <a:cubicBezTo>
                    <a:pt x="60" y="96"/>
                    <a:pt x="60" y="96"/>
                    <a:pt x="60" y="96"/>
                  </a:cubicBezTo>
                  <a:cubicBezTo>
                    <a:pt x="37" y="96"/>
                    <a:pt x="19" y="78"/>
                    <a:pt x="19" y="55"/>
                  </a:cubicBezTo>
                  <a:cubicBezTo>
                    <a:pt x="19" y="20"/>
                    <a:pt x="19" y="20"/>
                    <a:pt x="19" y="20"/>
                  </a:cubicBezTo>
                  <a:cubicBezTo>
                    <a:pt x="19" y="15"/>
                    <a:pt x="14" y="11"/>
                    <a:pt x="9" y="11"/>
                  </a:cubicBezTo>
                  <a:cubicBezTo>
                    <a:pt x="6" y="11"/>
                    <a:pt x="6" y="11"/>
                    <a:pt x="6" y="11"/>
                  </a:cubicBezTo>
                  <a:cubicBezTo>
                    <a:pt x="6" y="6"/>
                    <a:pt x="6" y="6"/>
                    <a:pt x="6" y="6"/>
                  </a:cubicBezTo>
                  <a:cubicBezTo>
                    <a:pt x="21" y="6"/>
                    <a:pt x="21" y="6"/>
                    <a:pt x="21" y="6"/>
                  </a:cubicBezTo>
                  <a:cubicBezTo>
                    <a:pt x="26" y="6"/>
                    <a:pt x="30" y="9"/>
                    <a:pt x="30" y="14"/>
                  </a:cubicBezTo>
                  <a:cubicBezTo>
                    <a:pt x="30" y="55"/>
                    <a:pt x="30" y="55"/>
                    <a:pt x="30" y="55"/>
                  </a:cubicBezTo>
                  <a:cubicBezTo>
                    <a:pt x="30" y="72"/>
                    <a:pt x="43" y="85"/>
                    <a:pt x="60" y="85"/>
                  </a:cubicBezTo>
                  <a:cubicBezTo>
                    <a:pt x="63" y="85"/>
                    <a:pt x="63" y="85"/>
                    <a:pt x="63" y="85"/>
                  </a:cubicBezTo>
                  <a:cubicBezTo>
                    <a:pt x="65" y="85"/>
                    <a:pt x="66" y="84"/>
                    <a:pt x="66" y="82"/>
                  </a:cubicBezTo>
                  <a:cubicBezTo>
                    <a:pt x="66" y="64"/>
                    <a:pt x="66" y="64"/>
                    <a:pt x="66" y="64"/>
                  </a:cubicBezTo>
                  <a:cubicBezTo>
                    <a:pt x="66" y="62"/>
                    <a:pt x="65" y="61"/>
                    <a:pt x="63" y="61"/>
                  </a:cubicBezTo>
                  <a:cubicBezTo>
                    <a:pt x="61" y="61"/>
                    <a:pt x="60" y="62"/>
                    <a:pt x="60" y="64"/>
                  </a:cubicBezTo>
                  <a:cubicBezTo>
                    <a:pt x="60" y="80"/>
                    <a:pt x="60" y="80"/>
                    <a:pt x="60" y="80"/>
                  </a:cubicBezTo>
                  <a:cubicBezTo>
                    <a:pt x="46" y="80"/>
                    <a:pt x="35" y="68"/>
                    <a:pt x="35" y="55"/>
                  </a:cubicBezTo>
                  <a:cubicBezTo>
                    <a:pt x="35" y="14"/>
                    <a:pt x="35" y="14"/>
                    <a:pt x="35" y="14"/>
                  </a:cubicBezTo>
                  <a:cubicBezTo>
                    <a:pt x="35" y="6"/>
                    <a:pt x="29" y="0"/>
                    <a:pt x="21" y="0"/>
                  </a:cubicBezTo>
                  <a:cubicBezTo>
                    <a:pt x="6" y="0"/>
                    <a:pt x="6" y="0"/>
                    <a:pt x="6" y="0"/>
                  </a:cubicBezTo>
                  <a:cubicBezTo>
                    <a:pt x="3" y="0"/>
                    <a:pt x="0" y="2"/>
                    <a:pt x="0" y="6"/>
                  </a:cubicBezTo>
                  <a:cubicBezTo>
                    <a:pt x="0" y="11"/>
                    <a:pt x="0" y="11"/>
                    <a:pt x="0" y="11"/>
                  </a:cubicBezTo>
                  <a:cubicBezTo>
                    <a:pt x="0" y="14"/>
                    <a:pt x="3" y="17"/>
                    <a:pt x="6" y="17"/>
                  </a:cubicBezTo>
                  <a:cubicBezTo>
                    <a:pt x="9" y="17"/>
                    <a:pt x="9" y="17"/>
                    <a:pt x="9" y="17"/>
                  </a:cubicBezTo>
                  <a:cubicBezTo>
                    <a:pt x="11" y="17"/>
                    <a:pt x="13" y="18"/>
                    <a:pt x="13" y="20"/>
                  </a:cubicBezTo>
                  <a:cubicBezTo>
                    <a:pt x="13" y="55"/>
                    <a:pt x="13" y="55"/>
                    <a:pt x="13" y="55"/>
                  </a:cubicBezTo>
                  <a:cubicBezTo>
                    <a:pt x="13" y="67"/>
                    <a:pt x="18" y="79"/>
                    <a:pt x="27" y="88"/>
                  </a:cubicBezTo>
                  <a:cubicBezTo>
                    <a:pt x="36" y="97"/>
                    <a:pt x="48" y="102"/>
                    <a:pt x="60" y="102"/>
                  </a:cubicBezTo>
                  <a:cubicBezTo>
                    <a:pt x="60" y="123"/>
                    <a:pt x="60" y="123"/>
                    <a:pt x="60" y="123"/>
                  </a:cubicBezTo>
                  <a:cubicBezTo>
                    <a:pt x="60" y="124"/>
                    <a:pt x="59" y="126"/>
                    <a:pt x="57" y="126"/>
                  </a:cubicBezTo>
                  <a:cubicBezTo>
                    <a:pt x="55" y="126"/>
                    <a:pt x="55" y="126"/>
                    <a:pt x="55" y="126"/>
                  </a:cubicBezTo>
                  <a:cubicBezTo>
                    <a:pt x="52" y="126"/>
                    <a:pt x="49" y="128"/>
                    <a:pt x="49" y="131"/>
                  </a:cubicBezTo>
                  <a:cubicBezTo>
                    <a:pt x="49" y="137"/>
                    <a:pt x="49" y="137"/>
                    <a:pt x="49" y="137"/>
                  </a:cubicBezTo>
                  <a:cubicBezTo>
                    <a:pt x="49" y="140"/>
                    <a:pt x="52" y="142"/>
                    <a:pt x="55" y="142"/>
                  </a:cubicBezTo>
                  <a:cubicBezTo>
                    <a:pt x="88" y="142"/>
                    <a:pt x="88" y="142"/>
                    <a:pt x="88" y="142"/>
                  </a:cubicBezTo>
                  <a:cubicBezTo>
                    <a:pt x="91" y="142"/>
                    <a:pt x="94" y="140"/>
                    <a:pt x="94" y="137"/>
                  </a:cubicBezTo>
                  <a:cubicBezTo>
                    <a:pt x="94" y="131"/>
                    <a:pt x="94" y="131"/>
                    <a:pt x="94" y="131"/>
                  </a:cubicBezTo>
                  <a:cubicBezTo>
                    <a:pt x="94" y="128"/>
                    <a:pt x="91" y="126"/>
                    <a:pt x="88" y="126"/>
                  </a:cubicBezTo>
                  <a:cubicBezTo>
                    <a:pt x="85" y="126"/>
                    <a:pt x="85" y="126"/>
                    <a:pt x="85" y="126"/>
                  </a:cubicBezTo>
                  <a:cubicBezTo>
                    <a:pt x="84" y="126"/>
                    <a:pt x="82" y="124"/>
                    <a:pt x="82" y="123"/>
                  </a:cubicBezTo>
                  <a:cubicBezTo>
                    <a:pt x="82" y="102"/>
                    <a:pt x="82" y="102"/>
                    <a:pt x="82" y="102"/>
                  </a:cubicBezTo>
                  <a:cubicBezTo>
                    <a:pt x="82" y="102"/>
                    <a:pt x="82" y="102"/>
                    <a:pt x="82" y="102"/>
                  </a:cubicBezTo>
                  <a:cubicBezTo>
                    <a:pt x="95" y="102"/>
                    <a:pt x="107" y="97"/>
                    <a:pt x="116" y="88"/>
                  </a:cubicBezTo>
                  <a:cubicBezTo>
                    <a:pt x="125" y="79"/>
                    <a:pt x="130" y="67"/>
                    <a:pt x="130" y="55"/>
                  </a:cubicBezTo>
                  <a:cubicBezTo>
                    <a:pt x="130" y="20"/>
                    <a:pt x="130" y="20"/>
                    <a:pt x="130" y="20"/>
                  </a:cubicBezTo>
                  <a:cubicBezTo>
                    <a:pt x="130" y="18"/>
                    <a:pt x="131" y="17"/>
                    <a:pt x="133" y="17"/>
                  </a:cubicBezTo>
                  <a:cubicBezTo>
                    <a:pt x="137" y="17"/>
                    <a:pt x="137" y="17"/>
                    <a:pt x="137" y="17"/>
                  </a:cubicBezTo>
                  <a:cubicBezTo>
                    <a:pt x="140" y="17"/>
                    <a:pt x="143" y="14"/>
                    <a:pt x="143" y="11"/>
                  </a:cubicBezTo>
                  <a:cubicBezTo>
                    <a:pt x="143" y="6"/>
                    <a:pt x="143" y="6"/>
                    <a:pt x="143" y="6"/>
                  </a:cubicBezTo>
                  <a:cubicBezTo>
                    <a:pt x="143" y="2"/>
                    <a:pt x="140" y="0"/>
                    <a:pt x="137" y="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5" name="Google Shape;1355;p49"/>
            <p:cNvSpPr/>
            <p:nvPr/>
          </p:nvSpPr>
          <p:spPr>
            <a:xfrm>
              <a:off x="8155807" y="3288837"/>
              <a:ext cx="16495" cy="15395"/>
            </a:xfrm>
            <a:custGeom>
              <a:avLst/>
              <a:gdLst/>
              <a:ahLst/>
              <a:cxnLst/>
              <a:rect l="l" t="t" r="r" b="b"/>
              <a:pathLst>
                <a:path w="6" h="6" extrusionOk="0">
                  <a:moveTo>
                    <a:pt x="3" y="6"/>
                  </a:moveTo>
                  <a:cubicBezTo>
                    <a:pt x="5" y="6"/>
                    <a:pt x="6" y="5"/>
                    <a:pt x="6" y="3"/>
                  </a:cubicBezTo>
                  <a:cubicBezTo>
                    <a:pt x="6" y="1"/>
                    <a:pt x="5" y="0"/>
                    <a:pt x="3" y="0"/>
                  </a:cubicBezTo>
                  <a:cubicBezTo>
                    <a:pt x="3" y="0"/>
                    <a:pt x="3" y="0"/>
                    <a:pt x="3" y="0"/>
                  </a:cubicBezTo>
                  <a:cubicBezTo>
                    <a:pt x="1" y="0"/>
                    <a:pt x="0" y="1"/>
                    <a:pt x="0" y="3"/>
                  </a:cubicBezTo>
                  <a:cubicBezTo>
                    <a:pt x="0" y="5"/>
                    <a:pt x="1" y="6"/>
                    <a:pt x="3" y="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359"/>
        <p:cNvGrpSpPr/>
        <p:nvPr/>
      </p:nvGrpSpPr>
      <p:grpSpPr>
        <a:xfrm>
          <a:off x="0" y="0"/>
          <a:ext cx="0" cy="0"/>
          <a:chOff x="0" y="0"/>
          <a:chExt cx="0" cy="0"/>
        </a:xfrm>
      </p:grpSpPr>
      <p:sp>
        <p:nvSpPr>
          <p:cNvPr id="1360" name="Google Shape;1360;p50"/>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1361" name="Google Shape;1361;p50"/>
          <p:cNvSpPr txBox="1">
            <a:spLocks noGrp="1"/>
          </p:cNvSpPr>
          <p:nvPr>
            <p:ph type="subTitle" idx="1"/>
          </p:nvPr>
        </p:nvSpPr>
        <p:spPr>
          <a:xfrm>
            <a:off x="720000" y="1162975"/>
            <a:ext cx="7710600" cy="84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457200" lvl="0" indent="-317500" algn="l" rtl="0">
              <a:spcBef>
                <a:spcPts val="1000"/>
              </a:spcBef>
              <a:spcAft>
                <a:spcPts val="0"/>
              </a:spcAft>
              <a:buSzPts val="1400"/>
              <a:buChar char="●"/>
            </a:pPr>
            <a:r>
              <a:rPr lang="en" u="sng">
                <a:hlinkClick r:id="rId3"/>
              </a:rPr>
              <a:t>Geometric background concept</a:t>
            </a:r>
            <a:endParaRPr/>
          </a:p>
        </p:txBody>
      </p:sp>
      <p:grpSp>
        <p:nvGrpSpPr>
          <p:cNvPr id="1362" name="Google Shape;1362;p50"/>
          <p:cNvGrpSpPr/>
          <p:nvPr/>
        </p:nvGrpSpPr>
        <p:grpSpPr>
          <a:xfrm>
            <a:off x="991185" y="2635028"/>
            <a:ext cx="2828007" cy="1067110"/>
            <a:chOff x="5521326" y="68263"/>
            <a:chExt cx="4076700" cy="1538288"/>
          </a:xfrm>
        </p:grpSpPr>
        <p:sp>
          <p:nvSpPr>
            <p:cNvPr id="1363" name="Google Shape;1363;p50"/>
            <p:cNvSpPr/>
            <p:nvPr/>
          </p:nvSpPr>
          <p:spPr>
            <a:xfrm>
              <a:off x="5521326" y="773113"/>
              <a:ext cx="46038" cy="38100"/>
            </a:xfrm>
            <a:custGeom>
              <a:avLst/>
              <a:gdLst/>
              <a:ahLst/>
              <a:cxnLst/>
              <a:rect l="l" t="t" r="r" b="b"/>
              <a:pathLst>
                <a:path w="12" h="10" extrusionOk="0">
                  <a:moveTo>
                    <a:pt x="6" y="10"/>
                  </a:moveTo>
                  <a:cubicBezTo>
                    <a:pt x="0" y="10"/>
                    <a:pt x="1" y="0"/>
                    <a:pt x="7" y="2"/>
                  </a:cubicBezTo>
                  <a:cubicBezTo>
                    <a:pt x="12" y="2"/>
                    <a:pt x="12" y="10"/>
                    <a:pt x="6" y="1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4" name="Google Shape;1364;p50"/>
            <p:cNvSpPr/>
            <p:nvPr/>
          </p:nvSpPr>
          <p:spPr>
            <a:xfrm>
              <a:off x="5532438" y="68263"/>
              <a:ext cx="1447800" cy="657225"/>
            </a:xfrm>
            <a:custGeom>
              <a:avLst/>
              <a:gdLst/>
              <a:ahLst/>
              <a:cxnLst/>
              <a:rect l="l" t="t" r="r" b="b"/>
              <a:pathLst>
                <a:path w="384" h="174" extrusionOk="0">
                  <a:moveTo>
                    <a:pt x="4" y="174"/>
                  </a:moveTo>
                  <a:cubicBezTo>
                    <a:pt x="2" y="173"/>
                    <a:pt x="0" y="171"/>
                    <a:pt x="0" y="169"/>
                  </a:cubicBezTo>
                  <a:cubicBezTo>
                    <a:pt x="0" y="169"/>
                    <a:pt x="0" y="169"/>
                    <a:pt x="0" y="169"/>
                  </a:cubicBezTo>
                  <a:cubicBezTo>
                    <a:pt x="0" y="169"/>
                    <a:pt x="0" y="169"/>
                    <a:pt x="0" y="169"/>
                  </a:cubicBezTo>
                  <a:cubicBezTo>
                    <a:pt x="0" y="169"/>
                    <a:pt x="0" y="169"/>
                    <a:pt x="0" y="169"/>
                  </a:cubicBezTo>
                  <a:cubicBezTo>
                    <a:pt x="1" y="166"/>
                    <a:pt x="3" y="165"/>
                    <a:pt x="5" y="165"/>
                  </a:cubicBezTo>
                  <a:cubicBezTo>
                    <a:pt x="8" y="165"/>
                    <a:pt x="10" y="167"/>
                    <a:pt x="9" y="170"/>
                  </a:cubicBezTo>
                  <a:cubicBezTo>
                    <a:pt x="9" y="170"/>
                    <a:pt x="9" y="170"/>
                    <a:pt x="9" y="170"/>
                  </a:cubicBezTo>
                  <a:cubicBezTo>
                    <a:pt x="9" y="172"/>
                    <a:pt x="7" y="174"/>
                    <a:pt x="5" y="174"/>
                  </a:cubicBezTo>
                  <a:cubicBezTo>
                    <a:pt x="5" y="174"/>
                    <a:pt x="5" y="174"/>
                    <a:pt x="4" y="174"/>
                  </a:cubicBezTo>
                  <a:close/>
                  <a:moveTo>
                    <a:pt x="375" y="170"/>
                  </a:moveTo>
                  <a:cubicBezTo>
                    <a:pt x="375" y="170"/>
                    <a:pt x="375" y="170"/>
                    <a:pt x="375" y="170"/>
                  </a:cubicBezTo>
                  <a:cubicBezTo>
                    <a:pt x="375" y="167"/>
                    <a:pt x="377" y="165"/>
                    <a:pt x="379" y="165"/>
                  </a:cubicBezTo>
                  <a:cubicBezTo>
                    <a:pt x="381" y="164"/>
                    <a:pt x="384" y="166"/>
                    <a:pt x="384" y="168"/>
                  </a:cubicBezTo>
                  <a:cubicBezTo>
                    <a:pt x="384" y="168"/>
                    <a:pt x="384" y="168"/>
                    <a:pt x="384" y="168"/>
                  </a:cubicBezTo>
                  <a:cubicBezTo>
                    <a:pt x="384" y="171"/>
                    <a:pt x="383" y="173"/>
                    <a:pt x="380" y="173"/>
                  </a:cubicBezTo>
                  <a:cubicBezTo>
                    <a:pt x="380" y="173"/>
                    <a:pt x="380" y="173"/>
                    <a:pt x="380" y="173"/>
                  </a:cubicBezTo>
                  <a:cubicBezTo>
                    <a:pt x="377" y="173"/>
                    <a:pt x="375" y="172"/>
                    <a:pt x="375" y="170"/>
                  </a:cubicBezTo>
                  <a:close/>
                  <a:moveTo>
                    <a:pt x="8" y="150"/>
                  </a:moveTo>
                  <a:cubicBezTo>
                    <a:pt x="6" y="150"/>
                    <a:pt x="4" y="147"/>
                    <a:pt x="5" y="145"/>
                  </a:cubicBezTo>
                  <a:cubicBezTo>
                    <a:pt x="5" y="145"/>
                    <a:pt x="5" y="145"/>
                    <a:pt x="5" y="145"/>
                  </a:cubicBezTo>
                  <a:cubicBezTo>
                    <a:pt x="6" y="143"/>
                    <a:pt x="8" y="141"/>
                    <a:pt x="10" y="142"/>
                  </a:cubicBezTo>
                  <a:cubicBezTo>
                    <a:pt x="13" y="142"/>
                    <a:pt x="14" y="145"/>
                    <a:pt x="14" y="147"/>
                  </a:cubicBezTo>
                  <a:cubicBezTo>
                    <a:pt x="14" y="147"/>
                    <a:pt x="14" y="147"/>
                    <a:pt x="14" y="147"/>
                  </a:cubicBezTo>
                  <a:cubicBezTo>
                    <a:pt x="13" y="149"/>
                    <a:pt x="11" y="150"/>
                    <a:pt x="9" y="150"/>
                  </a:cubicBezTo>
                  <a:cubicBezTo>
                    <a:pt x="9" y="150"/>
                    <a:pt x="9" y="150"/>
                    <a:pt x="8" y="150"/>
                  </a:cubicBezTo>
                  <a:close/>
                  <a:moveTo>
                    <a:pt x="371" y="147"/>
                  </a:moveTo>
                  <a:cubicBezTo>
                    <a:pt x="370" y="144"/>
                    <a:pt x="372" y="142"/>
                    <a:pt x="374" y="141"/>
                  </a:cubicBezTo>
                  <a:cubicBezTo>
                    <a:pt x="376" y="141"/>
                    <a:pt x="379" y="142"/>
                    <a:pt x="379" y="145"/>
                  </a:cubicBezTo>
                  <a:cubicBezTo>
                    <a:pt x="379" y="145"/>
                    <a:pt x="379" y="145"/>
                    <a:pt x="379" y="145"/>
                  </a:cubicBezTo>
                  <a:cubicBezTo>
                    <a:pt x="380" y="147"/>
                    <a:pt x="379" y="149"/>
                    <a:pt x="376" y="150"/>
                  </a:cubicBezTo>
                  <a:cubicBezTo>
                    <a:pt x="376" y="150"/>
                    <a:pt x="375" y="150"/>
                    <a:pt x="375" y="150"/>
                  </a:cubicBezTo>
                  <a:cubicBezTo>
                    <a:pt x="373" y="150"/>
                    <a:pt x="371" y="149"/>
                    <a:pt x="371" y="147"/>
                  </a:cubicBezTo>
                  <a:close/>
                  <a:moveTo>
                    <a:pt x="15" y="128"/>
                  </a:moveTo>
                  <a:cubicBezTo>
                    <a:pt x="13" y="127"/>
                    <a:pt x="12" y="124"/>
                    <a:pt x="12" y="122"/>
                  </a:cubicBezTo>
                  <a:cubicBezTo>
                    <a:pt x="12" y="122"/>
                    <a:pt x="12" y="122"/>
                    <a:pt x="12" y="122"/>
                  </a:cubicBezTo>
                  <a:cubicBezTo>
                    <a:pt x="13" y="120"/>
                    <a:pt x="16" y="118"/>
                    <a:pt x="18" y="119"/>
                  </a:cubicBezTo>
                  <a:cubicBezTo>
                    <a:pt x="21" y="120"/>
                    <a:pt x="22" y="123"/>
                    <a:pt x="21" y="125"/>
                  </a:cubicBezTo>
                  <a:cubicBezTo>
                    <a:pt x="21" y="125"/>
                    <a:pt x="21" y="125"/>
                    <a:pt x="21" y="125"/>
                  </a:cubicBezTo>
                  <a:cubicBezTo>
                    <a:pt x="20" y="127"/>
                    <a:pt x="18" y="128"/>
                    <a:pt x="17" y="128"/>
                  </a:cubicBezTo>
                  <a:cubicBezTo>
                    <a:pt x="16" y="128"/>
                    <a:pt x="16" y="128"/>
                    <a:pt x="15" y="128"/>
                  </a:cubicBezTo>
                  <a:close/>
                  <a:moveTo>
                    <a:pt x="364" y="125"/>
                  </a:moveTo>
                  <a:cubicBezTo>
                    <a:pt x="363" y="123"/>
                    <a:pt x="364" y="120"/>
                    <a:pt x="366" y="119"/>
                  </a:cubicBezTo>
                  <a:cubicBezTo>
                    <a:pt x="368" y="118"/>
                    <a:pt x="371" y="119"/>
                    <a:pt x="372" y="122"/>
                  </a:cubicBezTo>
                  <a:cubicBezTo>
                    <a:pt x="372" y="122"/>
                    <a:pt x="372" y="122"/>
                    <a:pt x="372" y="122"/>
                  </a:cubicBezTo>
                  <a:cubicBezTo>
                    <a:pt x="373" y="124"/>
                    <a:pt x="372" y="126"/>
                    <a:pt x="369" y="127"/>
                  </a:cubicBezTo>
                  <a:cubicBezTo>
                    <a:pt x="369" y="127"/>
                    <a:pt x="368" y="128"/>
                    <a:pt x="368" y="128"/>
                  </a:cubicBezTo>
                  <a:cubicBezTo>
                    <a:pt x="366" y="128"/>
                    <a:pt x="364" y="127"/>
                    <a:pt x="364" y="125"/>
                  </a:cubicBezTo>
                  <a:close/>
                  <a:moveTo>
                    <a:pt x="25" y="106"/>
                  </a:moveTo>
                  <a:cubicBezTo>
                    <a:pt x="22" y="105"/>
                    <a:pt x="22" y="102"/>
                    <a:pt x="23" y="100"/>
                  </a:cubicBezTo>
                  <a:cubicBezTo>
                    <a:pt x="23" y="100"/>
                    <a:pt x="23" y="100"/>
                    <a:pt x="23" y="100"/>
                  </a:cubicBezTo>
                  <a:cubicBezTo>
                    <a:pt x="24" y="98"/>
                    <a:pt x="27" y="97"/>
                    <a:pt x="29" y="98"/>
                  </a:cubicBezTo>
                  <a:cubicBezTo>
                    <a:pt x="31" y="99"/>
                    <a:pt x="32" y="102"/>
                    <a:pt x="31" y="104"/>
                  </a:cubicBezTo>
                  <a:cubicBezTo>
                    <a:pt x="31" y="104"/>
                    <a:pt x="31" y="104"/>
                    <a:pt x="31" y="104"/>
                  </a:cubicBezTo>
                  <a:cubicBezTo>
                    <a:pt x="30" y="106"/>
                    <a:pt x="28" y="106"/>
                    <a:pt x="27" y="106"/>
                  </a:cubicBezTo>
                  <a:cubicBezTo>
                    <a:pt x="26" y="106"/>
                    <a:pt x="25" y="106"/>
                    <a:pt x="25" y="106"/>
                  </a:cubicBezTo>
                  <a:close/>
                  <a:moveTo>
                    <a:pt x="354" y="104"/>
                  </a:moveTo>
                  <a:cubicBezTo>
                    <a:pt x="354" y="104"/>
                    <a:pt x="354" y="104"/>
                    <a:pt x="354" y="104"/>
                  </a:cubicBezTo>
                  <a:cubicBezTo>
                    <a:pt x="353" y="102"/>
                    <a:pt x="353" y="99"/>
                    <a:pt x="355" y="98"/>
                  </a:cubicBezTo>
                  <a:cubicBezTo>
                    <a:pt x="358" y="97"/>
                    <a:pt x="360" y="97"/>
                    <a:pt x="361" y="100"/>
                  </a:cubicBezTo>
                  <a:cubicBezTo>
                    <a:pt x="361" y="100"/>
                    <a:pt x="361" y="100"/>
                    <a:pt x="361" y="100"/>
                  </a:cubicBezTo>
                  <a:cubicBezTo>
                    <a:pt x="361" y="100"/>
                    <a:pt x="361" y="100"/>
                    <a:pt x="361" y="100"/>
                  </a:cubicBezTo>
                  <a:cubicBezTo>
                    <a:pt x="361" y="100"/>
                    <a:pt x="361" y="100"/>
                    <a:pt x="361" y="100"/>
                  </a:cubicBezTo>
                  <a:cubicBezTo>
                    <a:pt x="363" y="102"/>
                    <a:pt x="362" y="104"/>
                    <a:pt x="360" y="106"/>
                  </a:cubicBezTo>
                  <a:cubicBezTo>
                    <a:pt x="359" y="106"/>
                    <a:pt x="358" y="106"/>
                    <a:pt x="358" y="106"/>
                  </a:cubicBezTo>
                  <a:cubicBezTo>
                    <a:pt x="356" y="106"/>
                    <a:pt x="355" y="105"/>
                    <a:pt x="354" y="104"/>
                  </a:cubicBezTo>
                  <a:close/>
                  <a:moveTo>
                    <a:pt x="37" y="86"/>
                  </a:moveTo>
                  <a:cubicBezTo>
                    <a:pt x="35" y="84"/>
                    <a:pt x="34" y="81"/>
                    <a:pt x="36" y="79"/>
                  </a:cubicBezTo>
                  <a:cubicBezTo>
                    <a:pt x="36" y="79"/>
                    <a:pt x="36" y="79"/>
                    <a:pt x="36" y="79"/>
                  </a:cubicBezTo>
                  <a:cubicBezTo>
                    <a:pt x="37" y="77"/>
                    <a:pt x="40" y="77"/>
                    <a:pt x="42" y="78"/>
                  </a:cubicBezTo>
                  <a:cubicBezTo>
                    <a:pt x="42" y="78"/>
                    <a:pt x="42" y="78"/>
                    <a:pt x="42" y="78"/>
                  </a:cubicBezTo>
                  <a:cubicBezTo>
                    <a:pt x="44" y="80"/>
                    <a:pt x="44" y="83"/>
                    <a:pt x="43" y="85"/>
                  </a:cubicBezTo>
                  <a:cubicBezTo>
                    <a:pt x="43" y="85"/>
                    <a:pt x="43" y="85"/>
                    <a:pt x="43" y="85"/>
                  </a:cubicBezTo>
                  <a:cubicBezTo>
                    <a:pt x="42" y="86"/>
                    <a:pt x="41" y="86"/>
                    <a:pt x="39" y="86"/>
                  </a:cubicBezTo>
                  <a:cubicBezTo>
                    <a:pt x="39" y="86"/>
                    <a:pt x="38" y="86"/>
                    <a:pt x="37" y="86"/>
                  </a:cubicBezTo>
                  <a:close/>
                  <a:moveTo>
                    <a:pt x="341" y="84"/>
                  </a:moveTo>
                  <a:cubicBezTo>
                    <a:pt x="340" y="82"/>
                    <a:pt x="340" y="80"/>
                    <a:pt x="342" y="78"/>
                  </a:cubicBezTo>
                  <a:cubicBezTo>
                    <a:pt x="342" y="78"/>
                    <a:pt x="342" y="78"/>
                    <a:pt x="342" y="78"/>
                  </a:cubicBezTo>
                  <a:cubicBezTo>
                    <a:pt x="344" y="77"/>
                    <a:pt x="347" y="77"/>
                    <a:pt x="348" y="79"/>
                  </a:cubicBezTo>
                  <a:cubicBezTo>
                    <a:pt x="348" y="79"/>
                    <a:pt x="348" y="79"/>
                    <a:pt x="348" y="79"/>
                  </a:cubicBezTo>
                  <a:cubicBezTo>
                    <a:pt x="348" y="79"/>
                    <a:pt x="348" y="79"/>
                    <a:pt x="348" y="79"/>
                  </a:cubicBezTo>
                  <a:cubicBezTo>
                    <a:pt x="350" y="81"/>
                    <a:pt x="349" y="84"/>
                    <a:pt x="347" y="85"/>
                  </a:cubicBezTo>
                  <a:cubicBezTo>
                    <a:pt x="347" y="85"/>
                    <a:pt x="347" y="85"/>
                    <a:pt x="347" y="85"/>
                  </a:cubicBezTo>
                  <a:cubicBezTo>
                    <a:pt x="347" y="86"/>
                    <a:pt x="346" y="86"/>
                    <a:pt x="345" y="86"/>
                  </a:cubicBezTo>
                  <a:cubicBezTo>
                    <a:pt x="344" y="86"/>
                    <a:pt x="342" y="86"/>
                    <a:pt x="341" y="84"/>
                  </a:cubicBezTo>
                  <a:close/>
                  <a:moveTo>
                    <a:pt x="52" y="67"/>
                  </a:moveTo>
                  <a:cubicBezTo>
                    <a:pt x="50" y="65"/>
                    <a:pt x="50" y="62"/>
                    <a:pt x="51" y="61"/>
                  </a:cubicBezTo>
                  <a:cubicBezTo>
                    <a:pt x="51" y="61"/>
                    <a:pt x="51" y="61"/>
                    <a:pt x="51" y="61"/>
                  </a:cubicBezTo>
                  <a:cubicBezTo>
                    <a:pt x="53" y="59"/>
                    <a:pt x="56" y="59"/>
                    <a:pt x="58" y="60"/>
                  </a:cubicBezTo>
                  <a:cubicBezTo>
                    <a:pt x="58" y="60"/>
                    <a:pt x="58" y="60"/>
                    <a:pt x="58" y="60"/>
                  </a:cubicBezTo>
                  <a:cubicBezTo>
                    <a:pt x="59" y="62"/>
                    <a:pt x="59" y="65"/>
                    <a:pt x="58" y="67"/>
                  </a:cubicBezTo>
                  <a:cubicBezTo>
                    <a:pt x="58" y="67"/>
                    <a:pt x="58" y="67"/>
                    <a:pt x="58" y="67"/>
                  </a:cubicBezTo>
                  <a:cubicBezTo>
                    <a:pt x="57" y="68"/>
                    <a:pt x="56" y="68"/>
                    <a:pt x="55" y="68"/>
                  </a:cubicBezTo>
                  <a:cubicBezTo>
                    <a:pt x="53" y="68"/>
                    <a:pt x="52" y="68"/>
                    <a:pt x="52" y="67"/>
                  </a:cubicBezTo>
                  <a:close/>
                  <a:moveTo>
                    <a:pt x="326" y="67"/>
                  </a:moveTo>
                  <a:cubicBezTo>
                    <a:pt x="325" y="65"/>
                    <a:pt x="325" y="62"/>
                    <a:pt x="327" y="60"/>
                  </a:cubicBezTo>
                  <a:cubicBezTo>
                    <a:pt x="327" y="60"/>
                    <a:pt x="327" y="60"/>
                    <a:pt x="327" y="60"/>
                  </a:cubicBezTo>
                  <a:cubicBezTo>
                    <a:pt x="328" y="59"/>
                    <a:pt x="331" y="59"/>
                    <a:pt x="333" y="60"/>
                  </a:cubicBezTo>
                  <a:cubicBezTo>
                    <a:pt x="333" y="60"/>
                    <a:pt x="333" y="60"/>
                    <a:pt x="333" y="60"/>
                  </a:cubicBezTo>
                  <a:cubicBezTo>
                    <a:pt x="335" y="62"/>
                    <a:pt x="335" y="65"/>
                    <a:pt x="333" y="67"/>
                  </a:cubicBezTo>
                  <a:cubicBezTo>
                    <a:pt x="333" y="67"/>
                    <a:pt x="333" y="67"/>
                    <a:pt x="333" y="67"/>
                  </a:cubicBezTo>
                  <a:cubicBezTo>
                    <a:pt x="332" y="68"/>
                    <a:pt x="331" y="68"/>
                    <a:pt x="330" y="68"/>
                  </a:cubicBezTo>
                  <a:cubicBezTo>
                    <a:pt x="329" y="68"/>
                    <a:pt x="327" y="67"/>
                    <a:pt x="326" y="67"/>
                  </a:cubicBezTo>
                  <a:close/>
                  <a:moveTo>
                    <a:pt x="68" y="50"/>
                  </a:moveTo>
                  <a:cubicBezTo>
                    <a:pt x="67" y="48"/>
                    <a:pt x="67" y="46"/>
                    <a:pt x="69" y="44"/>
                  </a:cubicBezTo>
                  <a:cubicBezTo>
                    <a:pt x="69" y="44"/>
                    <a:pt x="69" y="44"/>
                    <a:pt x="69" y="44"/>
                  </a:cubicBezTo>
                  <a:cubicBezTo>
                    <a:pt x="71" y="42"/>
                    <a:pt x="74" y="43"/>
                    <a:pt x="75" y="45"/>
                  </a:cubicBezTo>
                  <a:cubicBezTo>
                    <a:pt x="75" y="45"/>
                    <a:pt x="75" y="45"/>
                    <a:pt x="75" y="45"/>
                  </a:cubicBezTo>
                  <a:cubicBezTo>
                    <a:pt x="77" y="47"/>
                    <a:pt x="77" y="49"/>
                    <a:pt x="75" y="51"/>
                  </a:cubicBezTo>
                  <a:cubicBezTo>
                    <a:pt x="75" y="51"/>
                    <a:pt x="75" y="51"/>
                    <a:pt x="75" y="51"/>
                  </a:cubicBezTo>
                  <a:cubicBezTo>
                    <a:pt x="74" y="52"/>
                    <a:pt x="73" y="52"/>
                    <a:pt x="72" y="52"/>
                  </a:cubicBezTo>
                  <a:cubicBezTo>
                    <a:pt x="71" y="52"/>
                    <a:pt x="69" y="51"/>
                    <a:pt x="68" y="50"/>
                  </a:cubicBezTo>
                  <a:close/>
                  <a:moveTo>
                    <a:pt x="310" y="51"/>
                  </a:moveTo>
                  <a:cubicBezTo>
                    <a:pt x="310" y="51"/>
                    <a:pt x="310" y="51"/>
                    <a:pt x="310" y="51"/>
                  </a:cubicBezTo>
                  <a:cubicBezTo>
                    <a:pt x="308" y="49"/>
                    <a:pt x="307" y="46"/>
                    <a:pt x="309" y="44"/>
                  </a:cubicBezTo>
                  <a:cubicBezTo>
                    <a:pt x="309" y="44"/>
                    <a:pt x="309" y="44"/>
                    <a:pt x="309" y="44"/>
                  </a:cubicBezTo>
                  <a:cubicBezTo>
                    <a:pt x="311" y="43"/>
                    <a:pt x="313" y="42"/>
                    <a:pt x="315" y="44"/>
                  </a:cubicBezTo>
                  <a:cubicBezTo>
                    <a:pt x="315" y="44"/>
                    <a:pt x="315" y="44"/>
                    <a:pt x="315" y="44"/>
                  </a:cubicBezTo>
                  <a:cubicBezTo>
                    <a:pt x="317" y="45"/>
                    <a:pt x="317" y="48"/>
                    <a:pt x="316" y="50"/>
                  </a:cubicBezTo>
                  <a:cubicBezTo>
                    <a:pt x="316" y="50"/>
                    <a:pt x="316" y="50"/>
                    <a:pt x="316" y="50"/>
                  </a:cubicBezTo>
                  <a:cubicBezTo>
                    <a:pt x="315" y="51"/>
                    <a:pt x="314" y="52"/>
                    <a:pt x="312" y="52"/>
                  </a:cubicBezTo>
                  <a:cubicBezTo>
                    <a:pt x="311" y="52"/>
                    <a:pt x="310" y="51"/>
                    <a:pt x="310" y="51"/>
                  </a:cubicBezTo>
                  <a:close/>
                  <a:moveTo>
                    <a:pt x="87" y="36"/>
                  </a:moveTo>
                  <a:cubicBezTo>
                    <a:pt x="86" y="34"/>
                    <a:pt x="87" y="31"/>
                    <a:pt x="89" y="30"/>
                  </a:cubicBezTo>
                  <a:cubicBezTo>
                    <a:pt x="89" y="30"/>
                    <a:pt x="89" y="30"/>
                    <a:pt x="89" y="30"/>
                  </a:cubicBezTo>
                  <a:cubicBezTo>
                    <a:pt x="91" y="28"/>
                    <a:pt x="93" y="29"/>
                    <a:pt x="95" y="31"/>
                  </a:cubicBezTo>
                  <a:cubicBezTo>
                    <a:pt x="95" y="31"/>
                    <a:pt x="95" y="31"/>
                    <a:pt x="95" y="31"/>
                  </a:cubicBezTo>
                  <a:cubicBezTo>
                    <a:pt x="96" y="33"/>
                    <a:pt x="95" y="36"/>
                    <a:pt x="93" y="37"/>
                  </a:cubicBezTo>
                  <a:cubicBezTo>
                    <a:pt x="93" y="37"/>
                    <a:pt x="93" y="37"/>
                    <a:pt x="93" y="37"/>
                  </a:cubicBezTo>
                  <a:cubicBezTo>
                    <a:pt x="93" y="38"/>
                    <a:pt x="92" y="38"/>
                    <a:pt x="91" y="38"/>
                  </a:cubicBezTo>
                  <a:cubicBezTo>
                    <a:pt x="90" y="38"/>
                    <a:pt x="88" y="37"/>
                    <a:pt x="87" y="36"/>
                  </a:cubicBezTo>
                  <a:close/>
                  <a:moveTo>
                    <a:pt x="291" y="37"/>
                  </a:moveTo>
                  <a:cubicBezTo>
                    <a:pt x="291" y="37"/>
                    <a:pt x="291" y="37"/>
                    <a:pt x="291" y="37"/>
                  </a:cubicBezTo>
                  <a:cubicBezTo>
                    <a:pt x="289" y="36"/>
                    <a:pt x="288" y="33"/>
                    <a:pt x="290" y="31"/>
                  </a:cubicBezTo>
                  <a:cubicBezTo>
                    <a:pt x="290" y="31"/>
                    <a:pt x="290" y="31"/>
                    <a:pt x="290" y="31"/>
                  </a:cubicBezTo>
                  <a:cubicBezTo>
                    <a:pt x="291" y="29"/>
                    <a:pt x="294" y="28"/>
                    <a:pt x="296" y="30"/>
                  </a:cubicBezTo>
                  <a:cubicBezTo>
                    <a:pt x="296" y="30"/>
                    <a:pt x="296" y="30"/>
                    <a:pt x="296" y="30"/>
                  </a:cubicBezTo>
                  <a:cubicBezTo>
                    <a:pt x="298" y="31"/>
                    <a:pt x="298" y="34"/>
                    <a:pt x="297" y="36"/>
                  </a:cubicBezTo>
                  <a:cubicBezTo>
                    <a:pt x="297" y="36"/>
                    <a:pt x="297" y="36"/>
                    <a:pt x="297" y="36"/>
                  </a:cubicBezTo>
                  <a:cubicBezTo>
                    <a:pt x="296" y="37"/>
                    <a:pt x="295" y="38"/>
                    <a:pt x="293" y="38"/>
                  </a:cubicBezTo>
                  <a:cubicBezTo>
                    <a:pt x="292" y="38"/>
                    <a:pt x="292" y="38"/>
                    <a:pt x="291" y="37"/>
                  </a:cubicBezTo>
                  <a:close/>
                  <a:moveTo>
                    <a:pt x="108" y="24"/>
                  </a:moveTo>
                  <a:cubicBezTo>
                    <a:pt x="107" y="22"/>
                    <a:pt x="108" y="19"/>
                    <a:pt x="110" y="18"/>
                  </a:cubicBezTo>
                  <a:cubicBezTo>
                    <a:pt x="112" y="17"/>
                    <a:pt x="115" y="18"/>
                    <a:pt x="116" y="20"/>
                  </a:cubicBezTo>
                  <a:cubicBezTo>
                    <a:pt x="116" y="20"/>
                    <a:pt x="116" y="20"/>
                    <a:pt x="116" y="20"/>
                  </a:cubicBezTo>
                  <a:cubicBezTo>
                    <a:pt x="117" y="22"/>
                    <a:pt x="116" y="25"/>
                    <a:pt x="114" y="26"/>
                  </a:cubicBezTo>
                  <a:cubicBezTo>
                    <a:pt x="113" y="26"/>
                    <a:pt x="112" y="27"/>
                    <a:pt x="112" y="27"/>
                  </a:cubicBezTo>
                  <a:cubicBezTo>
                    <a:pt x="110" y="27"/>
                    <a:pt x="108" y="26"/>
                    <a:pt x="108" y="24"/>
                  </a:cubicBezTo>
                  <a:close/>
                  <a:moveTo>
                    <a:pt x="271" y="26"/>
                  </a:moveTo>
                  <a:cubicBezTo>
                    <a:pt x="268" y="25"/>
                    <a:pt x="267" y="22"/>
                    <a:pt x="268" y="20"/>
                  </a:cubicBezTo>
                  <a:cubicBezTo>
                    <a:pt x="268" y="20"/>
                    <a:pt x="268" y="20"/>
                    <a:pt x="268" y="20"/>
                  </a:cubicBezTo>
                  <a:cubicBezTo>
                    <a:pt x="270" y="18"/>
                    <a:pt x="272" y="17"/>
                    <a:pt x="274" y="18"/>
                  </a:cubicBezTo>
                  <a:cubicBezTo>
                    <a:pt x="274" y="18"/>
                    <a:pt x="274" y="18"/>
                    <a:pt x="274" y="18"/>
                  </a:cubicBezTo>
                  <a:cubicBezTo>
                    <a:pt x="274" y="18"/>
                    <a:pt x="274" y="18"/>
                    <a:pt x="274" y="18"/>
                  </a:cubicBezTo>
                  <a:cubicBezTo>
                    <a:pt x="277" y="19"/>
                    <a:pt x="278" y="22"/>
                    <a:pt x="276" y="24"/>
                  </a:cubicBezTo>
                  <a:cubicBezTo>
                    <a:pt x="276" y="24"/>
                    <a:pt x="276" y="24"/>
                    <a:pt x="276" y="24"/>
                  </a:cubicBezTo>
                  <a:cubicBezTo>
                    <a:pt x="276" y="25"/>
                    <a:pt x="274" y="26"/>
                    <a:pt x="272" y="26"/>
                  </a:cubicBezTo>
                  <a:cubicBezTo>
                    <a:pt x="272" y="26"/>
                    <a:pt x="271" y="26"/>
                    <a:pt x="271" y="26"/>
                  </a:cubicBezTo>
                  <a:close/>
                  <a:moveTo>
                    <a:pt x="130" y="15"/>
                  </a:moveTo>
                  <a:cubicBezTo>
                    <a:pt x="129" y="12"/>
                    <a:pt x="130" y="10"/>
                    <a:pt x="132" y="9"/>
                  </a:cubicBezTo>
                  <a:cubicBezTo>
                    <a:pt x="132" y="9"/>
                    <a:pt x="132" y="9"/>
                    <a:pt x="132" y="9"/>
                  </a:cubicBezTo>
                  <a:cubicBezTo>
                    <a:pt x="135" y="8"/>
                    <a:pt x="137" y="10"/>
                    <a:pt x="138" y="12"/>
                  </a:cubicBezTo>
                  <a:cubicBezTo>
                    <a:pt x="138" y="12"/>
                    <a:pt x="138" y="12"/>
                    <a:pt x="138" y="12"/>
                  </a:cubicBezTo>
                  <a:cubicBezTo>
                    <a:pt x="139" y="14"/>
                    <a:pt x="137" y="17"/>
                    <a:pt x="135" y="18"/>
                  </a:cubicBezTo>
                  <a:cubicBezTo>
                    <a:pt x="135" y="18"/>
                    <a:pt x="134" y="18"/>
                    <a:pt x="134" y="18"/>
                  </a:cubicBezTo>
                  <a:cubicBezTo>
                    <a:pt x="132" y="18"/>
                    <a:pt x="130" y="17"/>
                    <a:pt x="130" y="15"/>
                  </a:cubicBezTo>
                  <a:close/>
                  <a:moveTo>
                    <a:pt x="249" y="17"/>
                  </a:moveTo>
                  <a:cubicBezTo>
                    <a:pt x="247" y="17"/>
                    <a:pt x="245" y="14"/>
                    <a:pt x="246" y="12"/>
                  </a:cubicBezTo>
                  <a:cubicBezTo>
                    <a:pt x="246" y="12"/>
                    <a:pt x="246" y="12"/>
                    <a:pt x="246" y="12"/>
                  </a:cubicBezTo>
                  <a:cubicBezTo>
                    <a:pt x="247" y="10"/>
                    <a:pt x="249" y="8"/>
                    <a:pt x="252" y="9"/>
                  </a:cubicBezTo>
                  <a:cubicBezTo>
                    <a:pt x="252" y="9"/>
                    <a:pt x="252" y="9"/>
                    <a:pt x="252" y="9"/>
                  </a:cubicBezTo>
                  <a:cubicBezTo>
                    <a:pt x="252" y="9"/>
                    <a:pt x="252" y="9"/>
                    <a:pt x="252" y="9"/>
                  </a:cubicBezTo>
                  <a:cubicBezTo>
                    <a:pt x="254" y="10"/>
                    <a:pt x="255" y="12"/>
                    <a:pt x="255" y="15"/>
                  </a:cubicBezTo>
                  <a:cubicBezTo>
                    <a:pt x="255" y="15"/>
                    <a:pt x="255" y="15"/>
                    <a:pt x="255" y="15"/>
                  </a:cubicBezTo>
                  <a:cubicBezTo>
                    <a:pt x="254" y="17"/>
                    <a:pt x="252" y="18"/>
                    <a:pt x="250" y="18"/>
                  </a:cubicBezTo>
                  <a:cubicBezTo>
                    <a:pt x="250" y="18"/>
                    <a:pt x="250" y="18"/>
                    <a:pt x="249" y="17"/>
                  </a:cubicBezTo>
                  <a:close/>
                  <a:moveTo>
                    <a:pt x="152" y="8"/>
                  </a:moveTo>
                  <a:cubicBezTo>
                    <a:pt x="152" y="6"/>
                    <a:pt x="153" y="4"/>
                    <a:pt x="156" y="3"/>
                  </a:cubicBezTo>
                  <a:cubicBezTo>
                    <a:pt x="158" y="3"/>
                    <a:pt x="161" y="4"/>
                    <a:pt x="161" y="7"/>
                  </a:cubicBezTo>
                  <a:cubicBezTo>
                    <a:pt x="161" y="7"/>
                    <a:pt x="161" y="7"/>
                    <a:pt x="161" y="7"/>
                  </a:cubicBezTo>
                  <a:cubicBezTo>
                    <a:pt x="162" y="9"/>
                    <a:pt x="160" y="11"/>
                    <a:pt x="158" y="12"/>
                  </a:cubicBezTo>
                  <a:cubicBezTo>
                    <a:pt x="157" y="12"/>
                    <a:pt x="157" y="12"/>
                    <a:pt x="157" y="12"/>
                  </a:cubicBezTo>
                  <a:cubicBezTo>
                    <a:pt x="155" y="12"/>
                    <a:pt x="153" y="10"/>
                    <a:pt x="152" y="8"/>
                  </a:cubicBezTo>
                  <a:close/>
                  <a:moveTo>
                    <a:pt x="227" y="12"/>
                  </a:moveTo>
                  <a:cubicBezTo>
                    <a:pt x="224" y="11"/>
                    <a:pt x="223" y="9"/>
                    <a:pt x="223" y="7"/>
                  </a:cubicBezTo>
                  <a:cubicBezTo>
                    <a:pt x="223" y="7"/>
                    <a:pt x="223" y="7"/>
                    <a:pt x="223" y="7"/>
                  </a:cubicBezTo>
                  <a:cubicBezTo>
                    <a:pt x="224" y="4"/>
                    <a:pt x="226" y="3"/>
                    <a:pt x="228" y="3"/>
                  </a:cubicBezTo>
                  <a:cubicBezTo>
                    <a:pt x="228" y="3"/>
                    <a:pt x="228" y="3"/>
                    <a:pt x="228" y="3"/>
                  </a:cubicBezTo>
                  <a:cubicBezTo>
                    <a:pt x="228" y="3"/>
                    <a:pt x="228" y="3"/>
                    <a:pt x="228" y="3"/>
                  </a:cubicBezTo>
                  <a:cubicBezTo>
                    <a:pt x="231" y="3"/>
                    <a:pt x="232" y="6"/>
                    <a:pt x="232" y="8"/>
                  </a:cubicBezTo>
                  <a:cubicBezTo>
                    <a:pt x="232" y="8"/>
                    <a:pt x="232" y="8"/>
                    <a:pt x="232" y="8"/>
                  </a:cubicBezTo>
                  <a:cubicBezTo>
                    <a:pt x="231" y="10"/>
                    <a:pt x="230" y="12"/>
                    <a:pt x="227" y="12"/>
                  </a:cubicBezTo>
                  <a:cubicBezTo>
                    <a:pt x="227" y="12"/>
                    <a:pt x="227" y="12"/>
                    <a:pt x="227" y="12"/>
                  </a:cubicBezTo>
                  <a:close/>
                  <a:moveTo>
                    <a:pt x="176" y="5"/>
                  </a:moveTo>
                  <a:cubicBezTo>
                    <a:pt x="176" y="2"/>
                    <a:pt x="177" y="0"/>
                    <a:pt x="180" y="0"/>
                  </a:cubicBezTo>
                  <a:cubicBezTo>
                    <a:pt x="182" y="0"/>
                    <a:pt x="184" y="2"/>
                    <a:pt x="185" y="4"/>
                  </a:cubicBezTo>
                  <a:cubicBezTo>
                    <a:pt x="185" y="4"/>
                    <a:pt x="185" y="4"/>
                    <a:pt x="185" y="4"/>
                  </a:cubicBezTo>
                  <a:cubicBezTo>
                    <a:pt x="185" y="7"/>
                    <a:pt x="183" y="9"/>
                    <a:pt x="180" y="9"/>
                  </a:cubicBezTo>
                  <a:cubicBezTo>
                    <a:pt x="180" y="9"/>
                    <a:pt x="180" y="9"/>
                    <a:pt x="180" y="9"/>
                  </a:cubicBezTo>
                  <a:cubicBezTo>
                    <a:pt x="178" y="9"/>
                    <a:pt x="176" y="7"/>
                    <a:pt x="176" y="5"/>
                  </a:cubicBezTo>
                  <a:close/>
                  <a:moveTo>
                    <a:pt x="204" y="9"/>
                  </a:moveTo>
                  <a:cubicBezTo>
                    <a:pt x="201" y="9"/>
                    <a:pt x="199" y="7"/>
                    <a:pt x="200" y="4"/>
                  </a:cubicBezTo>
                  <a:cubicBezTo>
                    <a:pt x="200" y="4"/>
                    <a:pt x="200" y="4"/>
                    <a:pt x="200" y="4"/>
                  </a:cubicBezTo>
                  <a:cubicBezTo>
                    <a:pt x="200" y="2"/>
                    <a:pt x="202" y="0"/>
                    <a:pt x="204" y="0"/>
                  </a:cubicBezTo>
                  <a:cubicBezTo>
                    <a:pt x="207" y="0"/>
                    <a:pt x="209" y="2"/>
                    <a:pt x="208" y="5"/>
                  </a:cubicBezTo>
                  <a:cubicBezTo>
                    <a:pt x="208" y="5"/>
                    <a:pt x="208" y="5"/>
                    <a:pt x="208" y="5"/>
                  </a:cubicBezTo>
                  <a:cubicBezTo>
                    <a:pt x="208" y="7"/>
                    <a:pt x="206" y="9"/>
                    <a:pt x="204" y="9"/>
                  </a:cubicBezTo>
                  <a:cubicBezTo>
                    <a:pt x="204" y="9"/>
                    <a:pt x="204" y="9"/>
                    <a:pt x="204"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5" name="Google Shape;1365;p50"/>
            <p:cNvSpPr/>
            <p:nvPr/>
          </p:nvSpPr>
          <p:spPr>
            <a:xfrm>
              <a:off x="6945313" y="769938"/>
              <a:ext cx="49213" cy="41275"/>
            </a:xfrm>
            <a:custGeom>
              <a:avLst/>
              <a:gdLst/>
              <a:ahLst/>
              <a:cxnLst/>
              <a:rect l="l" t="t" r="r" b="b"/>
              <a:pathLst>
                <a:path w="13" h="11" extrusionOk="0">
                  <a:moveTo>
                    <a:pt x="6" y="11"/>
                  </a:moveTo>
                  <a:cubicBezTo>
                    <a:pt x="1" y="11"/>
                    <a:pt x="0" y="5"/>
                    <a:pt x="4" y="3"/>
                  </a:cubicBezTo>
                  <a:cubicBezTo>
                    <a:pt x="11" y="0"/>
                    <a:pt x="13" y="11"/>
                    <a:pt x="6"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6" name="Google Shape;1366;p50"/>
            <p:cNvSpPr/>
            <p:nvPr/>
          </p:nvSpPr>
          <p:spPr>
            <a:xfrm>
              <a:off x="5732463" y="762001"/>
              <a:ext cx="57150" cy="49213"/>
            </a:xfrm>
            <a:custGeom>
              <a:avLst/>
              <a:gdLst/>
              <a:ahLst/>
              <a:cxnLst/>
              <a:rect l="l" t="t" r="r" b="b"/>
              <a:pathLst>
                <a:path w="15" h="13" extrusionOk="0">
                  <a:moveTo>
                    <a:pt x="6" y="13"/>
                  </a:moveTo>
                  <a:cubicBezTo>
                    <a:pt x="2" y="13"/>
                    <a:pt x="0" y="8"/>
                    <a:pt x="3" y="6"/>
                  </a:cubicBezTo>
                  <a:cubicBezTo>
                    <a:pt x="9" y="0"/>
                    <a:pt x="15" y="13"/>
                    <a:pt x="6"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7" name="Google Shape;1367;p50"/>
            <p:cNvSpPr/>
            <p:nvPr/>
          </p:nvSpPr>
          <p:spPr>
            <a:xfrm>
              <a:off x="5743576" y="279401"/>
              <a:ext cx="1025525" cy="446088"/>
            </a:xfrm>
            <a:custGeom>
              <a:avLst/>
              <a:gdLst/>
              <a:ahLst/>
              <a:cxnLst/>
              <a:rect l="l" t="t" r="r" b="b"/>
              <a:pathLst>
                <a:path w="272" h="118" extrusionOk="0">
                  <a:moveTo>
                    <a:pt x="5" y="118"/>
                  </a:moveTo>
                  <a:cubicBezTo>
                    <a:pt x="2" y="118"/>
                    <a:pt x="0" y="116"/>
                    <a:pt x="1" y="113"/>
                  </a:cubicBezTo>
                  <a:cubicBezTo>
                    <a:pt x="1" y="113"/>
                    <a:pt x="1" y="113"/>
                    <a:pt x="1" y="113"/>
                  </a:cubicBezTo>
                  <a:cubicBezTo>
                    <a:pt x="1" y="111"/>
                    <a:pt x="4" y="109"/>
                    <a:pt x="6" y="109"/>
                  </a:cubicBezTo>
                  <a:cubicBezTo>
                    <a:pt x="8" y="110"/>
                    <a:pt x="10" y="112"/>
                    <a:pt x="10" y="115"/>
                  </a:cubicBezTo>
                  <a:cubicBezTo>
                    <a:pt x="10" y="115"/>
                    <a:pt x="10" y="115"/>
                    <a:pt x="10" y="115"/>
                  </a:cubicBezTo>
                  <a:cubicBezTo>
                    <a:pt x="9" y="117"/>
                    <a:pt x="7" y="118"/>
                    <a:pt x="5" y="118"/>
                  </a:cubicBezTo>
                  <a:cubicBezTo>
                    <a:pt x="5" y="118"/>
                    <a:pt x="5" y="118"/>
                    <a:pt x="5" y="118"/>
                  </a:cubicBezTo>
                  <a:close/>
                  <a:moveTo>
                    <a:pt x="263" y="114"/>
                  </a:moveTo>
                  <a:cubicBezTo>
                    <a:pt x="262" y="112"/>
                    <a:pt x="264" y="110"/>
                    <a:pt x="266" y="109"/>
                  </a:cubicBezTo>
                  <a:cubicBezTo>
                    <a:pt x="269" y="109"/>
                    <a:pt x="271" y="110"/>
                    <a:pt x="272" y="113"/>
                  </a:cubicBezTo>
                  <a:cubicBezTo>
                    <a:pt x="272" y="113"/>
                    <a:pt x="272" y="113"/>
                    <a:pt x="272" y="113"/>
                  </a:cubicBezTo>
                  <a:cubicBezTo>
                    <a:pt x="272" y="115"/>
                    <a:pt x="270" y="118"/>
                    <a:pt x="268" y="118"/>
                  </a:cubicBezTo>
                  <a:cubicBezTo>
                    <a:pt x="268" y="118"/>
                    <a:pt x="267" y="118"/>
                    <a:pt x="267" y="118"/>
                  </a:cubicBezTo>
                  <a:cubicBezTo>
                    <a:pt x="265" y="118"/>
                    <a:pt x="263" y="117"/>
                    <a:pt x="263" y="114"/>
                  </a:cubicBezTo>
                  <a:close/>
                  <a:moveTo>
                    <a:pt x="10" y="96"/>
                  </a:moveTo>
                  <a:cubicBezTo>
                    <a:pt x="7" y="95"/>
                    <a:pt x="6" y="92"/>
                    <a:pt x="7" y="90"/>
                  </a:cubicBezTo>
                  <a:cubicBezTo>
                    <a:pt x="7" y="90"/>
                    <a:pt x="7" y="90"/>
                    <a:pt x="7" y="90"/>
                  </a:cubicBezTo>
                  <a:cubicBezTo>
                    <a:pt x="7" y="90"/>
                    <a:pt x="7" y="90"/>
                    <a:pt x="7" y="90"/>
                  </a:cubicBezTo>
                  <a:cubicBezTo>
                    <a:pt x="7" y="90"/>
                    <a:pt x="7" y="90"/>
                    <a:pt x="7" y="90"/>
                  </a:cubicBezTo>
                  <a:cubicBezTo>
                    <a:pt x="8" y="88"/>
                    <a:pt x="10" y="86"/>
                    <a:pt x="13" y="87"/>
                  </a:cubicBezTo>
                  <a:cubicBezTo>
                    <a:pt x="15" y="88"/>
                    <a:pt x="16" y="91"/>
                    <a:pt x="15" y="93"/>
                  </a:cubicBezTo>
                  <a:cubicBezTo>
                    <a:pt x="15" y="93"/>
                    <a:pt x="15" y="93"/>
                    <a:pt x="15" y="93"/>
                  </a:cubicBezTo>
                  <a:cubicBezTo>
                    <a:pt x="15" y="95"/>
                    <a:pt x="13" y="96"/>
                    <a:pt x="11" y="96"/>
                  </a:cubicBezTo>
                  <a:cubicBezTo>
                    <a:pt x="11" y="96"/>
                    <a:pt x="10" y="96"/>
                    <a:pt x="10" y="96"/>
                  </a:cubicBezTo>
                  <a:close/>
                  <a:moveTo>
                    <a:pt x="257" y="93"/>
                  </a:moveTo>
                  <a:cubicBezTo>
                    <a:pt x="257" y="93"/>
                    <a:pt x="257" y="93"/>
                    <a:pt x="257" y="93"/>
                  </a:cubicBezTo>
                  <a:cubicBezTo>
                    <a:pt x="256" y="91"/>
                    <a:pt x="257" y="88"/>
                    <a:pt x="260" y="87"/>
                  </a:cubicBezTo>
                  <a:cubicBezTo>
                    <a:pt x="262" y="86"/>
                    <a:pt x="264" y="87"/>
                    <a:pt x="265" y="90"/>
                  </a:cubicBezTo>
                  <a:cubicBezTo>
                    <a:pt x="265" y="90"/>
                    <a:pt x="265" y="90"/>
                    <a:pt x="265" y="90"/>
                  </a:cubicBezTo>
                  <a:cubicBezTo>
                    <a:pt x="266" y="92"/>
                    <a:pt x="265" y="95"/>
                    <a:pt x="263" y="95"/>
                  </a:cubicBezTo>
                  <a:cubicBezTo>
                    <a:pt x="262" y="96"/>
                    <a:pt x="262" y="96"/>
                    <a:pt x="261" y="96"/>
                  </a:cubicBezTo>
                  <a:cubicBezTo>
                    <a:pt x="259" y="96"/>
                    <a:pt x="258" y="95"/>
                    <a:pt x="257" y="93"/>
                  </a:cubicBezTo>
                  <a:close/>
                  <a:moveTo>
                    <a:pt x="19" y="74"/>
                  </a:moveTo>
                  <a:cubicBezTo>
                    <a:pt x="17" y="73"/>
                    <a:pt x="16" y="70"/>
                    <a:pt x="17" y="68"/>
                  </a:cubicBezTo>
                  <a:cubicBezTo>
                    <a:pt x="17" y="68"/>
                    <a:pt x="17" y="68"/>
                    <a:pt x="17" y="68"/>
                  </a:cubicBezTo>
                  <a:cubicBezTo>
                    <a:pt x="18" y="66"/>
                    <a:pt x="21" y="65"/>
                    <a:pt x="23" y="67"/>
                  </a:cubicBezTo>
                  <a:cubicBezTo>
                    <a:pt x="25" y="68"/>
                    <a:pt x="26" y="71"/>
                    <a:pt x="25" y="73"/>
                  </a:cubicBezTo>
                  <a:cubicBezTo>
                    <a:pt x="25" y="73"/>
                    <a:pt x="25" y="73"/>
                    <a:pt x="25" y="73"/>
                  </a:cubicBezTo>
                  <a:cubicBezTo>
                    <a:pt x="24" y="74"/>
                    <a:pt x="23" y="75"/>
                    <a:pt x="21" y="75"/>
                  </a:cubicBezTo>
                  <a:cubicBezTo>
                    <a:pt x="20" y="75"/>
                    <a:pt x="20" y="75"/>
                    <a:pt x="19" y="74"/>
                  </a:cubicBezTo>
                  <a:close/>
                  <a:moveTo>
                    <a:pt x="247" y="73"/>
                  </a:moveTo>
                  <a:cubicBezTo>
                    <a:pt x="246" y="70"/>
                    <a:pt x="247" y="68"/>
                    <a:pt x="249" y="66"/>
                  </a:cubicBezTo>
                  <a:cubicBezTo>
                    <a:pt x="251" y="65"/>
                    <a:pt x="254" y="66"/>
                    <a:pt x="255" y="68"/>
                  </a:cubicBezTo>
                  <a:cubicBezTo>
                    <a:pt x="255" y="68"/>
                    <a:pt x="255" y="68"/>
                    <a:pt x="255" y="68"/>
                  </a:cubicBezTo>
                  <a:cubicBezTo>
                    <a:pt x="256" y="70"/>
                    <a:pt x="256" y="73"/>
                    <a:pt x="254" y="74"/>
                  </a:cubicBezTo>
                  <a:cubicBezTo>
                    <a:pt x="254" y="74"/>
                    <a:pt x="254" y="74"/>
                    <a:pt x="254" y="74"/>
                  </a:cubicBezTo>
                  <a:cubicBezTo>
                    <a:pt x="253" y="75"/>
                    <a:pt x="252" y="75"/>
                    <a:pt x="251" y="75"/>
                  </a:cubicBezTo>
                  <a:cubicBezTo>
                    <a:pt x="250" y="75"/>
                    <a:pt x="248" y="74"/>
                    <a:pt x="247" y="73"/>
                  </a:cubicBezTo>
                  <a:close/>
                  <a:moveTo>
                    <a:pt x="32" y="55"/>
                  </a:moveTo>
                  <a:cubicBezTo>
                    <a:pt x="30" y="53"/>
                    <a:pt x="29" y="51"/>
                    <a:pt x="31" y="49"/>
                  </a:cubicBezTo>
                  <a:cubicBezTo>
                    <a:pt x="31" y="49"/>
                    <a:pt x="31" y="49"/>
                    <a:pt x="31" y="49"/>
                  </a:cubicBezTo>
                  <a:cubicBezTo>
                    <a:pt x="33" y="47"/>
                    <a:pt x="35" y="47"/>
                    <a:pt x="37" y="48"/>
                  </a:cubicBezTo>
                  <a:cubicBezTo>
                    <a:pt x="37" y="48"/>
                    <a:pt x="37" y="48"/>
                    <a:pt x="37" y="48"/>
                  </a:cubicBezTo>
                  <a:cubicBezTo>
                    <a:pt x="39" y="50"/>
                    <a:pt x="39" y="52"/>
                    <a:pt x="38" y="54"/>
                  </a:cubicBezTo>
                  <a:cubicBezTo>
                    <a:pt x="38" y="54"/>
                    <a:pt x="38" y="54"/>
                    <a:pt x="38" y="54"/>
                  </a:cubicBezTo>
                  <a:cubicBezTo>
                    <a:pt x="37" y="55"/>
                    <a:pt x="36" y="56"/>
                    <a:pt x="34" y="56"/>
                  </a:cubicBezTo>
                  <a:cubicBezTo>
                    <a:pt x="33" y="56"/>
                    <a:pt x="32" y="56"/>
                    <a:pt x="32" y="55"/>
                  </a:cubicBezTo>
                  <a:close/>
                  <a:moveTo>
                    <a:pt x="235" y="54"/>
                  </a:moveTo>
                  <a:cubicBezTo>
                    <a:pt x="233" y="52"/>
                    <a:pt x="233" y="50"/>
                    <a:pt x="235" y="48"/>
                  </a:cubicBezTo>
                  <a:cubicBezTo>
                    <a:pt x="235" y="48"/>
                    <a:pt x="235" y="48"/>
                    <a:pt x="235" y="48"/>
                  </a:cubicBezTo>
                  <a:cubicBezTo>
                    <a:pt x="237" y="46"/>
                    <a:pt x="240" y="47"/>
                    <a:pt x="241" y="48"/>
                  </a:cubicBezTo>
                  <a:cubicBezTo>
                    <a:pt x="241" y="48"/>
                    <a:pt x="241" y="48"/>
                    <a:pt x="241" y="48"/>
                  </a:cubicBezTo>
                  <a:cubicBezTo>
                    <a:pt x="243" y="50"/>
                    <a:pt x="243" y="53"/>
                    <a:pt x="241" y="55"/>
                  </a:cubicBezTo>
                  <a:cubicBezTo>
                    <a:pt x="241" y="55"/>
                    <a:pt x="241" y="55"/>
                    <a:pt x="241" y="55"/>
                  </a:cubicBezTo>
                  <a:cubicBezTo>
                    <a:pt x="240" y="55"/>
                    <a:pt x="239" y="56"/>
                    <a:pt x="238" y="56"/>
                  </a:cubicBezTo>
                  <a:cubicBezTo>
                    <a:pt x="237" y="56"/>
                    <a:pt x="235" y="55"/>
                    <a:pt x="235" y="54"/>
                  </a:cubicBezTo>
                  <a:close/>
                  <a:moveTo>
                    <a:pt x="47" y="38"/>
                  </a:moveTo>
                  <a:cubicBezTo>
                    <a:pt x="46" y="36"/>
                    <a:pt x="46" y="33"/>
                    <a:pt x="48" y="32"/>
                  </a:cubicBezTo>
                  <a:cubicBezTo>
                    <a:pt x="48" y="32"/>
                    <a:pt x="48" y="32"/>
                    <a:pt x="48" y="32"/>
                  </a:cubicBezTo>
                  <a:cubicBezTo>
                    <a:pt x="48" y="32"/>
                    <a:pt x="48" y="32"/>
                    <a:pt x="48" y="32"/>
                  </a:cubicBezTo>
                  <a:cubicBezTo>
                    <a:pt x="48" y="32"/>
                    <a:pt x="48" y="32"/>
                    <a:pt x="48" y="32"/>
                  </a:cubicBezTo>
                  <a:cubicBezTo>
                    <a:pt x="50" y="30"/>
                    <a:pt x="53" y="30"/>
                    <a:pt x="54" y="32"/>
                  </a:cubicBezTo>
                  <a:cubicBezTo>
                    <a:pt x="54" y="32"/>
                    <a:pt x="54" y="32"/>
                    <a:pt x="54" y="32"/>
                  </a:cubicBezTo>
                  <a:cubicBezTo>
                    <a:pt x="56" y="34"/>
                    <a:pt x="55" y="37"/>
                    <a:pt x="54" y="39"/>
                  </a:cubicBezTo>
                  <a:cubicBezTo>
                    <a:pt x="54" y="39"/>
                    <a:pt x="54" y="39"/>
                    <a:pt x="54" y="39"/>
                  </a:cubicBezTo>
                  <a:cubicBezTo>
                    <a:pt x="53" y="39"/>
                    <a:pt x="52" y="40"/>
                    <a:pt x="51" y="40"/>
                  </a:cubicBezTo>
                  <a:cubicBezTo>
                    <a:pt x="49" y="40"/>
                    <a:pt x="48" y="39"/>
                    <a:pt x="47" y="38"/>
                  </a:cubicBezTo>
                  <a:close/>
                  <a:moveTo>
                    <a:pt x="219" y="38"/>
                  </a:moveTo>
                  <a:cubicBezTo>
                    <a:pt x="217" y="37"/>
                    <a:pt x="217" y="34"/>
                    <a:pt x="218" y="32"/>
                  </a:cubicBezTo>
                  <a:cubicBezTo>
                    <a:pt x="218" y="32"/>
                    <a:pt x="218" y="32"/>
                    <a:pt x="218" y="32"/>
                  </a:cubicBezTo>
                  <a:cubicBezTo>
                    <a:pt x="220" y="30"/>
                    <a:pt x="223" y="30"/>
                    <a:pt x="224" y="32"/>
                  </a:cubicBezTo>
                  <a:cubicBezTo>
                    <a:pt x="224" y="32"/>
                    <a:pt x="224" y="32"/>
                    <a:pt x="224" y="32"/>
                  </a:cubicBezTo>
                  <a:cubicBezTo>
                    <a:pt x="226" y="33"/>
                    <a:pt x="227" y="36"/>
                    <a:pt x="225" y="38"/>
                  </a:cubicBezTo>
                  <a:cubicBezTo>
                    <a:pt x="225" y="38"/>
                    <a:pt x="225" y="38"/>
                    <a:pt x="225" y="38"/>
                  </a:cubicBezTo>
                  <a:cubicBezTo>
                    <a:pt x="224" y="39"/>
                    <a:pt x="223" y="39"/>
                    <a:pt x="222" y="39"/>
                  </a:cubicBezTo>
                  <a:cubicBezTo>
                    <a:pt x="221" y="39"/>
                    <a:pt x="220" y="39"/>
                    <a:pt x="219" y="38"/>
                  </a:cubicBezTo>
                  <a:close/>
                  <a:moveTo>
                    <a:pt x="66" y="24"/>
                  </a:moveTo>
                  <a:cubicBezTo>
                    <a:pt x="65" y="22"/>
                    <a:pt x="65" y="19"/>
                    <a:pt x="67" y="18"/>
                  </a:cubicBezTo>
                  <a:cubicBezTo>
                    <a:pt x="67" y="18"/>
                    <a:pt x="67" y="18"/>
                    <a:pt x="67" y="18"/>
                  </a:cubicBezTo>
                  <a:cubicBezTo>
                    <a:pt x="70" y="17"/>
                    <a:pt x="72" y="17"/>
                    <a:pt x="74" y="20"/>
                  </a:cubicBezTo>
                  <a:cubicBezTo>
                    <a:pt x="74" y="20"/>
                    <a:pt x="74" y="20"/>
                    <a:pt x="74" y="20"/>
                  </a:cubicBezTo>
                  <a:cubicBezTo>
                    <a:pt x="75" y="22"/>
                    <a:pt x="74" y="24"/>
                    <a:pt x="72" y="26"/>
                  </a:cubicBezTo>
                  <a:cubicBezTo>
                    <a:pt x="71" y="26"/>
                    <a:pt x="70" y="26"/>
                    <a:pt x="70" y="26"/>
                  </a:cubicBezTo>
                  <a:cubicBezTo>
                    <a:pt x="68" y="26"/>
                    <a:pt x="67" y="25"/>
                    <a:pt x="66" y="24"/>
                  </a:cubicBezTo>
                  <a:close/>
                  <a:moveTo>
                    <a:pt x="200" y="26"/>
                  </a:moveTo>
                  <a:cubicBezTo>
                    <a:pt x="198" y="24"/>
                    <a:pt x="198" y="22"/>
                    <a:pt x="199" y="20"/>
                  </a:cubicBezTo>
                  <a:cubicBezTo>
                    <a:pt x="199" y="20"/>
                    <a:pt x="199" y="20"/>
                    <a:pt x="199" y="20"/>
                  </a:cubicBezTo>
                  <a:cubicBezTo>
                    <a:pt x="200" y="17"/>
                    <a:pt x="203" y="17"/>
                    <a:pt x="205" y="18"/>
                  </a:cubicBezTo>
                  <a:cubicBezTo>
                    <a:pt x="205" y="18"/>
                    <a:pt x="205" y="18"/>
                    <a:pt x="205" y="18"/>
                  </a:cubicBezTo>
                  <a:cubicBezTo>
                    <a:pt x="207" y="19"/>
                    <a:pt x="208" y="22"/>
                    <a:pt x="206" y="24"/>
                  </a:cubicBezTo>
                  <a:cubicBezTo>
                    <a:pt x="206" y="24"/>
                    <a:pt x="206" y="24"/>
                    <a:pt x="206" y="24"/>
                  </a:cubicBezTo>
                  <a:cubicBezTo>
                    <a:pt x="206" y="25"/>
                    <a:pt x="204" y="26"/>
                    <a:pt x="203" y="26"/>
                  </a:cubicBezTo>
                  <a:cubicBezTo>
                    <a:pt x="202" y="26"/>
                    <a:pt x="201" y="26"/>
                    <a:pt x="200" y="26"/>
                  </a:cubicBezTo>
                  <a:close/>
                  <a:moveTo>
                    <a:pt x="87" y="14"/>
                  </a:moveTo>
                  <a:cubicBezTo>
                    <a:pt x="86" y="11"/>
                    <a:pt x="87" y="9"/>
                    <a:pt x="89" y="8"/>
                  </a:cubicBezTo>
                  <a:cubicBezTo>
                    <a:pt x="91" y="7"/>
                    <a:pt x="94" y="8"/>
                    <a:pt x="95" y="10"/>
                  </a:cubicBezTo>
                  <a:cubicBezTo>
                    <a:pt x="95" y="10"/>
                    <a:pt x="95" y="10"/>
                    <a:pt x="95" y="10"/>
                  </a:cubicBezTo>
                  <a:cubicBezTo>
                    <a:pt x="96" y="13"/>
                    <a:pt x="94" y="15"/>
                    <a:pt x="92" y="16"/>
                  </a:cubicBezTo>
                  <a:cubicBezTo>
                    <a:pt x="92" y="16"/>
                    <a:pt x="91" y="16"/>
                    <a:pt x="91" y="16"/>
                  </a:cubicBezTo>
                  <a:cubicBezTo>
                    <a:pt x="89" y="16"/>
                    <a:pt x="87" y="15"/>
                    <a:pt x="87" y="14"/>
                  </a:cubicBezTo>
                  <a:close/>
                  <a:moveTo>
                    <a:pt x="180" y="16"/>
                  </a:moveTo>
                  <a:cubicBezTo>
                    <a:pt x="178" y="15"/>
                    <a:pt x="177" y="13"/>
                    <a:pt x="177" y="10"/>
                  </a:cubicBezTo>
                  <a:cubicBezTo>
                    <a:pt x="177" y="10"/>
                    <a:pt x="177" y="10"/>
                    <a:pt x="177" y="10"/>
                  </a:cubicBezTo>
                  <a:cubicBezTo>
                    <a:pt x="178" y="8"/>
                    <a:pt x="181" y="7"/>
                    <a:pt x="183" y="8"/>
                  </a:cubicBezTo>
                  <a:cubicBezTo>
                    <a:pt x="185" y="9"/>
                    <a:pt x="187" y="11"/>
                    <a:pt x="186" y="13"/>
                  </a:cubicBezTo>
                  <a:cubicBezTo>
                    <a:pt x="186" y="13"/>
                    <a:pt x="186" y="13"/>
                    <a:pt x="186" y="13"/>
                  </a:cubicBezTo>
                  <a:cubicBezTo>
                    <a:pt x="185" y="15"/>
                    <a:pt x="183" y="16"/>
                    <a:pt x="182" y="16"/>
                  </a:cubicBezTo>
                  <a:cubicBezTo>
                    <a:pt x="181" y="16"/>
                    <a:pt x="181" y="16"/>
                    <a:pt x="180" y="16"/>
                  </a:cubicBezTo>
                  <a:close/>
                  <a:moveTo>
                    <a:pt x="109" y="7"/>
                  </a:moveTo>
                  <a:cubicBezTo>
                    <a:pt x="108" y="4"/>
                    <a:pt x="110" y="2"/>
                    <a:pt x="112" y="2"/>
                  </a:cubicBezTo>
                  <a:cubicBezTo>
                    <a:pt x="115" y="1"/>
                    <a:pt x="117" y="3"/>
                    <a:pt x="117" y="5"/>
                  </a:cubicBezTo>
                  <a:cubicBezTo>
                    <a:pt x="117" y="5"/>
                    <a:pt x="117" y="5"/>
                    <a:pt x="117" y="5"/>
                  </a:cubicBezTo>
                  <a:cubicBezTo>
                    <a:pt x="118" y="8"/>
                    <a:pt x="116" y="10"/>
                    <a:pt x="114" y="10"/>
                  </a:cubicBezTo>
                  <a:cubicBezTo>
                    <a:pt x="114" y="10"/>
                    <a:pt x="113" y="10"/>
                    <a:pt x="113" y="10"/>
                  </a:cubicBezTo>
                  <a:cubicBezTo>
                    <a:pt x="111" y="10"/>
                    <a:pt x="109" y="9"/>
                    <a:pt x="109" y="7"/>
                  </a:cubicBezTo>
                  <a:close/>
                  <a:moveTo>
                    <a:pt x="158" y="10"/>
                  </a:moveTo>
                  <a:cubicBezTo>
                    <a:pt x="156" y="10"/>
                    <a:pt x="154" y="8"/>
                    <a:pt x="155" y="5"/>
                  </a:cubicBezTo>
                  <a:cubicBezTo>
                    <a:pt x="155" y="5"/>
                    <a:pt x="155" y="5"/>
                    <a:pt x="155" y="5"/>
                  </a:cubicBezTo>
                  <a:cubicBezTo>
                    <a:pt x="155" y="3"/>
                    <a:pt x="158" y="1"/>
                    <a:pt x="160" y="2"/>
                  </a:cubicBezTo>
                  <a:cubicBezTo>
                    <a:pt x="160" y="2"/>
                    <a:pt x="160" y="2"/>
                    <a:pt x="160" y="2"/>
                  </a:cubicBezTo>
                  <a:cubicBezTo>
                    <a:pt x="160" y="2"/>
                    <a:pt x="160" y="2"/>
                    <a:pt x="160" y="2"/>
                  </a:cubicBezTo>
                  <a:cubicBezTo>
                    <a:pt x="162" y="2"/>
                    <a:pt x="164" y="4"/>
                    <a:pt x="164" y="7"/>
                  </a:cubicBezTo>
                  <a:cubicBezTo>
                    <a:pt x="164" y="7"/>
                    <a:pt x="164" y="7"/>
                    <a:pt x="164" y="7"/>
                  </a:cubicBezTo>
                  <a:cubicBezTo>
                    <a:pt x="163" y="9"/>
                    <a:pt x="161" y="10"/>
                    <a:pt x="159" y="10"/>
                  </a:cubicBezTo>
                  <a:cubicBezTo>
                    <a:pt x="159" y="10"/>
                    <a:pt x="159" y="10"/>
                    <a:pt x="158" y="10"/>
                  </a:cubicBezTo>
                  <a:close/>
                  <a:moveTo>
                    <a:pt x="136" y="8"/>
                  </a:moveTo>
                  <a:cubicBezTo>
                    <a:pt x="134" y="8"/>
                    <a:pt x="132" y="6"/>
                    <a:pt x="132" y="4"/>
                  </a:cubicBezTo>
                  <a:cubicBezTo>
                    <a:pt x="132" y="4"/>
                    <a:pt x="132" y="4"/>
                    <a:pt x="132" y="4"/>
                  </a:cubicBezTo>
                  <a:cubicBezTo>
                    <a:pt x="132" y="2"/>
                    <a:pt x="134" y="0"/>
                    <a:pt x="136" y="0"/>
                  </a:cubicBezTo>
                  <a:cubicBezTo>
                    <a:pt x="139" y="0"/>
                    <a:pt x="141" y="2"/>
                    <a:pt x="141" y="4"/>
                  </a:cubicBezTo>
                  <a:cubicBezTo>
                    <a:pt x="141" y="4"/>
                    <a:pt x="141" y="4"/>
                    <a:pt x="141" y="4"/>
                  </a:cubicBezTo>
                  <a:cubicBezTo>
                    <a:pt x="141" y="6"/>
                    <a:pt x="139" y="8"/>
                    <a:pt x="136" y="8"/>
                  </a:cubicBezTo>
                  <a:cubicBezTo>
                    <a:pt x="134" y="8"/>
                    <a:pt x="136" y="8"/>
                    <a:pt x="136" y="8"/>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8" name="Google Shape;1368;p50"/>
            <p:cNvSpPr/>
            <p:nvPr/>
          </p:nvSpPr>
          <p:spPr>
            <a:xfrm>
              <a:off x="6734176" y="769938"/>
              <a:ext cx="49213" cy="46038"/>
            </a:xfrm>
            <a:custGeom>
              <a:avLst/>
              <a:gdLst/>
              <a:ahLst/>
              <a:cxnLst/>
              <a:rect l="l" t="t" r="r" b="b"/>
              <a:pathLst>
                <a:path w="13" h="12" extrusionOk="0">
                  <a:moveTo>
                    <a:pt x="6" y="11"/>
                  </a:moveTo>
                  <a:cubicBezTo>
                    <a:pt x="1" y="12"/>
                    <a:pt x="0" y="5"/>
                    <a:pt x="4" y="3"/>
                  </a:cubicBezTo>
                  <a:cubicBezTo>
                    <a:pt x="11" y="0"/>
                    <a:pt x="13" y="11"/>
                    <a:pt x="6"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9" name="Google Shape;1369;p50"/>
            <p:cNvSpPr/>
            <p:nvPr/>
          </p:nvSpPr>
          <p:spPr>
            <a:xfrm>
              <a:off x="5935663" y="769938"/>
              <a:ext cx="49213" cy="46038"/>
            </a:xfrm>
            <a:custGeom>
              <a:avLst/>
              <a:gdLst/>
              <a:ahLst/>
              <a:cxnLst/>
              <a:rect l="l" t="t" r="r" b="b"/>
              <a:pathLst>
                <a:path w="13" h="12" extrusionOk="0">
                  <a:moveTo>
                    <a:pt x="7" y="11"/>
                  </a:moveTo>
                  <a:cubicBezTo>
                    <a:pt x="0" y="11"/>
                    <a:pt x="2" y="0"/>
                    <a:pt x="8" y="3"/>
                  </a:cubicBezTo>
                  <a:cubicBezTo>
                    <a:pt x="13" y="5"/>
                    <a:pt x="11" y="12"/>
                    <a:pt x="7"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0" name="Google Shape;1370;p50"/>
            <p:cNvSpPr/>
            <p:nvPr/>
          </p:nvSpPr>
          <p:spPr>
            <a:xfrm>
              <a:off x="5954713" y="487363"/>
              <a:ext cx="603250" cy="241300"/>
            </a:xfrm>
            <a:custGeom>
              <a:avLst/>
              <a:gdLst/>
              <a:ahLst/>
              <a:cxnLst/>
              <a:rect l="l" t="t" r="r" b="b"/>
              <a:pathLst>
                <a:path w="160" h="64" extrusionOk="0">
                  <a:moveTo>
                    <a:pt x="4" y="64"/>
                  </a:moveTo>
                  <a:cubicBezTo>
                    <a:pt x="1" y="63"/>
                    <a:pt x="0" y="61"/>
                    <a:pt x="1" y="59"/>
                  </a:cubicBezTo>
                  <a:cubicBezTo>
                    <a:pt x="1" y="59"/>
                    <a:pt x="1" y="59"/>
                    <a:pt x="1" y="59"/>
                  </a:cubicBezTo>
                  <a:cubicBezTo>
                    <a:pt x="1" y="56"/>
                    <a:pt x="4" y="55"/>
                    <a:pt x="6" y="56"/>
                  </a:cubicBezTo>
                  <a:cubicBezTo>
                    <a:pt x="8" y="56"/>
                    <a:pt x="10" y="59"/>
                    <a:pt x="9" y="61"/>
                  </a:cubicBezTo>
                  <a:cubicBezTo>
                    <a:pt x="9" y="61"/>
                    <a:pt x="9" y="61"/>
                    <a:pt x="9" y="61"/>
                  </a:cubicBezTo>
                  <a:cubicBezTo>
                    <a:pt x="9" y="63"/>
                    <a:pt x="7" y="64"/>
                    <a:pt x="5" y="64"/>
                  </a:cubicBezTo>
                  <a:cubicBezTo>
                    <a:pt x="4" y="64"/>
                    <a:pt x="4" y="64"/>
                    <a:pt x="4" y="64"/>
                  </a:cubicBezTo>
                  <a:close/>
                  <a:moveTo>
                    <a:pt x="151" y="61"/>
                  </a:moveTo>
                  <a:cubicBezTo>
                    <a:pt x="151" y="61"/>
                    <a:pt x="151" y="61"/>
                    <a:pt x="151" y="61"/>
                  </a:cubicBezTo>
                  <a:cubicBezTo>
                    <a:pt x="151" y="59"/>
                    <a:pt x="152" y="56"/>
                    <a:pt x="154" y="55"/>
                  </a:cubicBezTo>
                  <a:cubicBezTo>
                    <a:pt x="157" y="55"/>
                    <a:pt x="159" y="56"/>
                    <a:pt x="160" y="58"/>
                  </a:cubicBezTo>
                  <a:cubicBezTo>
                    <a:pt x="160" y="58"/>
                    <a:pt x="160" y="58"/>
                    <a:pt x="160" y="58"/>
                  </a:cubicBezTo>
                  <a:cubicBezTo>
                    <a:pt x="160" y="61"/>
                    <a:pt x="159" y="63"/>
                    <a:pt x="157" y="64"/>
                  </a:cubicBezTo>
                  <a:cubicBezTo>
                    <a:pt x="156" y="64"/>
                    <a:pt x="156" y="64"/>
                    <a:pt x="156" y="64"/>
                  </a:cubicBezTo>
                  <a:cubicBezTo>
                    <a:pt x="154" y="64"/>
                    <a:pt x="152" y="63"/>
                    <a:pt x="151" y="61"/>
                  </a:cubicBezTo>
                  <a:close/>
                  <a:moveTo>
                    <a:pt x="12" y="43"/>
                  </a:moveTo>
                  <a:cubicBezTo>
                    <a:pt x="10" y="42"/>
                    <a:pt x="9" y="39"/>
                    <a:pt x="10" y="37"/>
                  </a:cubicBezTo>
                  <a:cubicBezTo>
                    <a:pt x="10" y="37"/>
                    <a:pt x="10" y="37"/>
                    <a:pt x="10" y="37"/>
                  </a:cubicBezTo>
                  <a:cubicBezTo>
                    <a:pt x="10" y="37"/>
                    <a:pt x="10" y="37"/>
                    <a:pt x="10" y="37"/>
                  </a:cubicBezTo>
                  <a:cubicBezTo>
                    <a:pt x="10" y="37"/>
                    <a:pt x="10" y="37"/>
                    <a:pt x="10" y="37"/>
                  </a:cubicBezTo>
                  <a:cubicBezTo>
                    <a:pt x="12" y="35"/>
                    <a:pt x="15" y="34"/>
                    <a:pt x="17" y="36"/>
                  </a:cubicBezTo>
                  <a:cubicBezTo>
                    <a:pt x="17" y="36"/>
                    <a:pt x="17" y="36"/>
                    <a:pt x="17" y="36"/>
                  </a:cubicBezTo>
                  <a:cubicBezTo>
                    <a:pt x="19" y="37"/>
                    <a:pt x="19" y="40"/>
                    <a:pt x="18" y="42"/>
                  </a:cubicBezTo>
                  <a:cubicBezTo>
                    <a:pt x="18" y="42"/>
                    <a:pt x="18" y="42"/>
                    <a:pt x="18" y="42"/>
                  </a:cubicBezTo>
                  <a:cubicBezTo>
                    <a:pt x="17" y="43"/>
                    <a:pt x="16" y="44"/>
                    <a:pt x="14" y="44"/>
                  </a:cubicBezTo>
                  <a:cubicBezTo>
                    <a:pt x="13" y="44"/>
                    <a:pt x="13" y="44"/>
                    <a:pt x="12" y="43"/>
                  </a:cubicBezTo>
                  <a:close/>
                  <a:moveTo>
                    <a:pt x="143" y="42"/>
                  </a:moveTo>
                  <a:cubicBezTo>
                    <a:pt x="141" y="40"/>
                    <a:pt x="142" y="37"/>
                    <a:pt x="144" y="36"/>
                  </a:cubicBezTo>
                  <a:cubicBezTo>
                    <a:pt x="144" y="36"/>
                    <a:pt x="144" y="36"/>
                    <a:pt x="144" y="36"/>
                  </a:cubicBezTo>
                  <a:cubicBezTo>
                    <a:pt x="146" y="34"/>
                    <a:pt x="149" y="35"/>
                    <a:pt x="150" y="37"/>
                  </a:cubicBezTo>
                  <a:cubicBezTo>
                    <a:pt x="150" y="37"/>
                    <a:pt x="150" y="37"/>
                    <a:pt x="150" y="37"/>
                  </a:cubicBezTo>
                  <a:cubicBezTo>
                    <a:pt x="150" y="37"/>
                    <a:pt x="150" y="37"/>
                    <a:pt x="150" y="37"/>
                  </a:cubicBezTo>
                  <a:cubicBezTo>
                    <a:pt x="150" y="37"/>
                    <a:pt x="150" y="37"/>
                    <a:pt x="150" y="37"/>
                  </a:cubicBezTo>
                  <a:cubicBezTo>
                    <a:pt x="151" y="39"/>
                    <a:pt x="151" y="42"/>
                    <a:pt x="149" y="43"/>
                  </a:cubicBezTo>
                  <a:cubicBezTo>
                    <a:pt x="149" y="43"/>
                    <a:pt x="149" y="43"/>
                    <a:pt x="149" y="43"/>
                  </a:cubicBezTo>
                  <a:cubicBezTo>
                    <a:pt x="148" y="44"/>
                    <a:pt x="147" y="44"/>
                    <a:pt x="146" y="44"/>
                  </a:cubicBezTo>
                  <a:cubicBezTo>
                    <a:pt x="145" y="44"/>
                    <a:pt x="143" y="43"/>
                    <a:pt x="143" y="42"/>
                  </a:cubicBezTo>
                  <a:close/>
                  <a:moveTo>
                    <a:pt x="26" y="26"/>
                  </a:moveTo>
                  <a:cubicBezTo>
                    <a:pt x="24" y="24"/>
                    <a:pt x="24" y="21"/>
                    <a:pt x="26" y="19"/>
                  </a:cubicBezTo>
                  <a:cubicBezTo>
                    <a:pt x="26" y="19"/>
                    <a:pt x="26" y="19"/>
                    <a:pt x="26" y="19"/>
                  </a:cubicBezTo>
                  <a:cubicBezTo>
                    <a:pt x="26" y="19"/>
                    <a:pt x="26" y="19"/>
                    <a:pt x="26" y="19"/>
                  </a:cubicBezTo>
                  <a:cubicBezTo>
                    <a:pt x="26" y="19"/>
                    <a:pt x="26" y="19"/>
                    <a:pt x="26" y="19"/>
                  </a:cubicBezTo>
                  <a:cubicBezTo>
                    <a:pt x="28" y="18"/>
                    <a:pt x="31" y="18"/>
                    <a:pt x="32" y="20"/>
                  </a:cubicBezTo>
                  <a:cubicBezTo>
                    <a:pt x="32" y="20"/>
                    <a:pt x="32" y="20"/>
                    <a:pt x="32" y="20"/>
                  </a:cubicBezTo>
                  <a:cubicBezTo>
                    <a:pt x="34" y="22"/>
                    <a:pt x="34" y="24"/>
                    <a:pt x="32" y="26"/>
                  </a:cubicBezTo>
                  <a:cubicBezTo>
                    <a:pt x="32" y="26"/>
                    <a:pt x="32" y="26"/>
                    <a:pt x="32" y="26"/>
                  </a:cubicBezTo>
                  <a:cubicBezTo>
                    <a:pt x="31" y="27"/>
                    <a:pt x="30" y="27"/>
                    <a:pt x="29" y="27"/>
                  </a:cubicBezTo>
                  <a:cubicBezTo>
                    <a:pt x="28" y="27"/>
                    <a:pt x="26" y="27"/>
                    <a:pt x="26" y="26"/>
                  </a:cubicBezTo>
                  <a:close/>
                  <a:moveTo>
                    <a:pt x="129" y="26"/>
                  </a:moveTo>
                  <a:cubicBezTo>
                    <a:pt x="129" y="26"/>
                    <a:pt x="129" y="26"/>
                    <a:pt x="129" y="26"/>
                  </a:cubicBezTo>
                  <a:cubicBezTo>
                    <a:pt x="127" y="24"/>
                    <a:pt x="127" y="22"/>
                    <a:pt x="128" y="20"/>
                  </a:cubicBezTo>
                  <a:cubicBezTo>
                    <a:pt x="128" y="20"/>
                    <a:pt x="128" y="20"/>
                    <a:pt x="128" y="20"/>
                  </a:cubicBezTo>
                  <a:cubicBezTo>
                    <a:pt x="130" y="18"/>
                    <a:pt x="133" y="18"/>
                    <a:pt x="134" y="19"/>
                  </a:cubicBezTo>
                  <a:cubicBezTo>
                    <a:pt x="134" y="19"/>
                    <a:pt x="134" y="19"/>
                    <a:pt x="134" y="19"/>
                  </a:cubicBezTo>
                  <a:cubicBezTo>
                    <a:pt x="134" y="19"/>
                    <a:pt x="134" y="19"/>
                    <a:pt x="134" y="19"/>
                  </a:cubicBezTo>
                  <a:cubicBezTo>
                    <a:pt x="134" y="19"/>
                    <a:pt x="134" y="19"/>
                    <a:pt x="134" y="19"/>
                  </a:cubicBezTo>
                  <a:cubicBezTo>
                    <a:pt x="136" y="21"/>
                    <a:pt x="137" y="24"/>
                    <a:pt x="135" y="25"/>
                  </a:cubicBezTo>
                  <a:cubicBezTo>
                    <a:pt x="135" y="25"/>
                    <a:pt x="135" y="25"/>
                    <a:pt x="135" y="25"/>
                  </a:cubicBezTo>
                  <a:cubicBezTo>
                    <a:pt x="134" y="27"/>
                    <a:pt x="133" y="27"/>
                    <a:pt x="132" y="27"/>
                  </a:cubicBezTo>
                  <a:cubicBezTo>
                    <a:pt x="131" y="27"/>
                    <a:pt x="130" y="27"/>
                    <a:pt x="129" y="26"/>
                  </a:cubicBezTo>
                  <a:close/>
                  <a:moveTo>
                    <a:pt x="44" y="12"/>
                  </a:moveTo>
                  <a:cubicBezTo>
                    <a:pt x="43" y="10"/>
                    <a:pt x="44" y="8"/>
                    <a:pt x="46" y="7"/>
                  </a:cubicBezTo>
                  <a:cubicBezTo>
                    <a:pt x="46" y="7"/>
                    <a:pt x="46" y="7"/>
                    <a:pt x="46" y="7"/>
                  </a:cubicBezTo>
                  <a:cubicBezTo>
                    <a:pt x="46" y="7"/>
                    <a:pt x="46" y="7"/>
                    <a:pt x="46" y="7"/>
                  </a:cubicBezTo>
                  <a:cubicBezTo>
                    <a:pt x="48" y="6"/>
                    <a:pt x="51" y="6"/>
                    <a:pt x="52" y="9"/>
                  </a:cubicBezTo>
                  <a:cubicBezTo>
                    <a:pt x="52" y="9"/>
                    <a:pt x="52" y="9"/>
                    <a:pt x="52" y="9"/>
                  </a:cubicBezTo>
                  <a:cubicBezTo>
                    <a:pt x="53" y="11"/>
                    <a:pt x="52" y="14"/>
                    <a:pt x="49" y="15"/>
                  </a:cubicBezTo>
                  <a:cubicBezTo>
                    <a:pt x="49" y="15"/>
                    <a:pt x="48" y="15"/>
                    <a:pt x="48" y="15"/>
                  </a:cubicBezTo>
                  <a:cubicBezTo>
                    <a:pt x="46" y="15"/>
                    <a:pt x="44" y="14"/>
                    <a:pt x="44" y="12"/>
                  </a:cubicBezTo>
                  <a:close/>
                  <a:moveTo>
                    <a:pt x="111" y="15"/>
                  </a:moveTo>
                  <a:cubicBezTo>
                    <a:pt x="109" y="14"/>
                    <a:pt x="108" y="11"/>
                    <a:pt x="109" y="9"/>
                  </a:cubicBezTo>
                  <a:cubicBezTo>
                    <a:pt x="109" y="9"/>
                    <a:pt x="109" y="9"/>
                    <a:pt x="109" y="9"/>
                  </a:cubicBezTo>
                  <a:cubicBezTo>
                    <a:pt x="110" y="6"/>
                    <a:pt x="112" y="5"/>
                    <a:pt x="115" y="6"/>
                  </a:cubicBezTo>
                  <a:cubicBezTo>
                    <a:pt x="117" y="7"/>
                    <a:pt x="118" y="10"/>
                    <a:pt x="117" y="12"/>
                  </a:cubicBezTo>
                  <a:cubicBezTo>
                    <a:pt x="117" y="12"/>
                    <a:pt x="117" y="12"/>
                    <a:pt x="117" y="12"/>
                  </a:cubicBezTo>
                  <a:cubicBezTo>
                    <a:pt x="116" y="14"/>
                    <a:pt x="114" y="15"/>
                    <a:pt x="113" y="15"/>
                  </a:cubicBezTo>
                  <a:cubicBezTo>
                    <a:pt x="112" y="15"/>
                    <a:pt x="112" y="15"/>
                    <a:pt x="111" y="15"/>
                  </a:cubicBezTo>
                  <a:close/>
                  <a:moveTo>
                    <a:pt x="65" y="5"/>
                  </a:moveTo>
                  <a:cubicBezTo>
                    <a:pt x="64" y="2"/>
                    <a:pt x="66" y="0"/>
                    <a:pt x="68" y="0"/>
                  </a:cubicBezTo>
                  <a:cubicBezTo>
                    <a:pt x="68" y="0"/>
                    <a:pt x="68" y="0"/>
                    <a:pt x="68" y="0"/>
                  </a:cubicBezTo>
                  <a:cubicBezTo>
                    <a:pt x="68" y="0"/>
                    <a:pt x="68" y="0"/>
                    <a:pt x="68" y="0"/>
                  </a:cubicBezTo>
                  <a:cubicBezTo>
                    <a:pt x="71" y="0"/>
                    <a:pt x="73" y="1"/>
                    <a:pt x="73" y="4"/>
                  </a:cubicBezTo>
                  <a:cubicBezTo>
                    <a:pt x="73" y="4"/>
                    <a:pt x="73" y="4"/>
                    <a:pt x="73" y="4"/>
                  </a:cubicBezTo>
                  <a:cubicBezTo>
                    <a:pt x="74" y="6"/>
                    <a:pt x="72" y="8"/>
                    <a:pt x="70" y="9"/>
                  </a:cubicBezTo>
                  <a:cubicBezTo>
                    <a:pt x="69" y="9"/>
                    <a:pt x="69" y="9"/>
                    <a:pt x="69" y="9"/>
                  </a:cubicBezTo>
                  <a:cubicBezTo>
                    <a:pt x="67" y="9"/>
                    <a:pt x="65" y="7"/>
                    <a:pt x="65" y="5"/>
                  </a:cubicBezTo>
                  <a:close/>
                  <a:moveTo>
                    <a:pt x="91" y="9"/>
                  </a:moveTo>
                  <a:cubicBezTo>
                    <a:pt x="88" y="8"/>
                    <a:pt x="87" y="6"/>
                    <a:pt x="87" y="4"/>
                  </a:cubicBezTo>
                  <a:cubicBezTo>
                    <a:pt x="87" y="4"/>
                    <a:pt x="87" y="4"/>
                    <a:pt x="87" y="4"/>
                  </a:cubicBezTo>
                  <a:cubicBezTo>
                    <a:pt x="87" y="1"/>
                    <a:pt x="90" y="0"/>
                    <a:pt x="92" y="0"/>
                  </a:cubicBezTo>
                  <a:cubicBezTo>
                    <a:pt x="92" y="0"/>
                    <a:pt x="92" y="0"/>
                    <a:pt x="92" y="0"/>
                  </a:cubicBezTo>
                  <a:cubicBezTo>
                    <a:pt x="92" y="0"/>
                    <a:pt x="92" y="0"/>
                    <a:pt x="92" y="0"/>
                  </a:cubicBezTo>
                  <a:cubicBezTo>
                    <a:pt x="94" y="0"/>
                    <a:pt x="96" y="2"/>
                    <a:pt x="96" y="5"/>
                  </a:cubicBezTo>
                  <a:cubicBezTo>
                    <a:pt x="96" y="5"/>
                    <a:pt x="96" y="5"/>
                    <a:pt x="96" y="5"/>
                  </a:cubicBezTo>
                  <a:cubicBezTo>
                    <a:pt x="95" y="7"/>
                    <a:pt x="94" y="9"/>
                    <a:pt x="91" y="9"/>
                  </a:cubicBezTo>
                  <a:cubicBezTo>
                    <a:pt x="91" y="9"/>
                    <a:pt x="91" y="9"/>
                    <a:pt x="91"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1" name="Google Shape;1371;p50"/>
            <p:cNvSpPr/>
            <p:nvPr/>
          </p:nvSpPr>
          <p:spPr>
            <a:xfrm>
              <a:off x="6519863" y="762001"/>
              <a:ext cx="57150" cy="49213"/>
            </a:xfrm>
            <a:custGeom>
              <a:avLst/>
              <a:gdLst/>
              <a:ahLst/>
              <a:cxnLst/>
              <a:rect l="l" t="t" r="r" b="b"/>
              <a:pathLst>
                <a:path w="15" h="13" extrusionOk="0">
                  <a:moveTo>
                    <a:pt x="9" y="13"/>
                  </a:moveTo>
                  <a:cubicBezTo>
                    <a:pt x="0" y="13"/>
                    <a:pt x="6" y="0"/>
                    <a:pt x="12" y="6"/>
                  </a:cubicBezTo>
                  <a:cubicBezTo>
                    <a:pt x="15" y="8"/>
                    <a:pt x="13" y="13"/>
                    <a:pt x="9"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2" name="Google Shape;1372;p50"/>
            <p:cNvSpPr/>
            <p:nvPr/>
          </p:nvSpPr>
          <p:spPr>
            <a:xfrm>
              <a:off x="7951788" y="852488"/>
              <a:ext cx="49213" cy="46038"/>
            </a:xfrm>
            <a:custGeom>
              <a:avLst/>
              <a:gdLst/>
              <a:ahLst/>
              <a:cxnLst/>
              <a:rect l="l" t="t" r="r" b="b"/>
              <a:pathLst>
                <a:path w="13" h="12" extrusionOk="0">
                  <a:moveTo>
                    <a:pt x="7" y="12"/>
                  </a:moveTo>
                  <a:cubicBezTo>
                    <a:pt x="0" y="11"/>
                    <a:pt x="2" y="0"/>
                    <a:pt x="9" y="3"/>
                  </a:cubicBezTo>
                  <a:cubicBezTo>
                    <a:pt x="13" y="5"/>
                    <a:pt x="12" y="12"/>
                    <a:pt x="7"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3" name="Google Shape;1373;p50"/>
            <p:cNvSpPr/>
            <p:nvPr/>
          </p:nvSpPr>
          <p:spPr>
            <a:xfrm>
              <a:off x="6542088" y="950913"/>
              <a:ext cx="1447800" cy="655638"/>
            </a:xfrm>
            <a:custGeom>
              <a:avLst/>
              <a:gdLst/>
              <a:ahLst/>
              <a:cxnLst/>
              <a:rect l="l" t="t" r="r" b="b"/>
              <a:pathLst>
                <a:path w="384" h="174" extrusionOk="0">
                  <a:moveTo>
                    <a:pt x="180" y="174"/>
                  </a:moveTo>
                  <a:cubicBezTo>
                    <a:pt x="178" y="174"/>
                    <a:pt x="176" y="172"/>
                    <a:pt x="176" y="169"/>
                  </a:cubicBezTo>
                  <a:cubicBezTo>
                    <a:pt x="176" y="169"/>
                    <a:pt x="176" y="169"/>
                    <a:pt x="176" y="169"/>
                  </a:cubicBezTo>
                  <a:cubicBezTo>
                    <a:pt x="176" y="167"/>
                    <a:pt x="178" y="165"/>
                    <a:pt x="181" y="165"/>
                  </a:cubicBezTo>
                  <a:cubicBezTo>
                    <a:pt x="183" y="165"/>
                    <a:pt x="185" y="167"/>
                    <a:pt x="185" y="170"/>
                  </a:cubicBezTo>
                  <a:cubicBezTo>
                    <a:pt x="185" y="170"/>
                    <a:pt x="185" y="170"/>
                    <a:pt x="185" y="170"/>
                  </a:cubicBezTo>
                  <a:cubicBezTo>
                    <a:pt x="185" y="172"/>
                    <a:pt x="183" y="174"/>
                    <a:pt x="181" y="174"/>
                  </a:cubicBezTo>
                  <a:cubicBezTo>
                    <a:pt x="180" y="174"/>
                    <a:pt x="180" y="174"/>
                    <a:pt x="180" y="174"/>
                  </a:cubicBezTo>
                  <a:close/>
                  <a:moveTo>
                    <a:pt x="200" y="170"/>
                  </a:moveTo>
                  <a:cubicBezTo>
                    <a:pt x="200" y="167"/>
                    <a:pt x="202" y="165"/>
                    <a:pt x="204" y="165"/>
                  </a:cubicBezTo>
                  <a:cubicBezTo>
                    <a:pt x="206" y="165"/>
                    <a:pt x="209" y="167"/>
                    <a:pt x="209" y="169"/>
                  </a:cubicBezTo>
                  <a:cubicBezTo>
                    <a:pt x="209" y="169"/>
                    <a:pt x="209" y="169"/>
                    <a:pt x="209" y="169"/>
                  </a:cubicBezTo>
                  <a:cubicBezTo>
                    <a:pt x="209" y="172"/>
                    <a:pt x="207" y="174"/>
                    <a:pt x="205" y="174"/>
                  </a:cubicBezTo>
                  <a:cubicBezTo>
                    <a:pt x="204" y="174"/>
                    <a:pt x="204" y="174"/>
                    <a:pt x="204" y="174"/>
                  </a:cubicBezTo>
                  <a:cubicBezTo>
                    <a:pt x="202" y="174"/>
                    <a:pt x="200" y="172"/>
                    <a:pt x="200" y="170"/>
                  </a:cubicBezTo>
                  <a:close/>
                  <a:moveTo>
                    <a:pt x="156" y="171"/>
                  </a:moveTo>
                  <a:cubicBezTo>
                    <a:pt x="156" y="171"/>
                    <a:pt x="156" y="171"/>
                    <a:pt x="156" y="171"/>
                  </a:cubicBezTo>
                  <a:cubicBezTo>
                    <a:pt x="154" y="171"/>
                    <a:pt x="152" y="168"/>
                    <a:pt x="153" y="166"/>
                  </a:cubicBezTo>
                  <a:cubicBezTo>
                    <a:pt x="153" y="166"/>
                    <a:pt x="153" y="166"/>
                    <a:pt x="153" y="166"/>
                  </a:cubicBezTo>
                  <a:cubicBezTo>
                    <a:pt x="153" y="163"/>
                    <a:pt x="155" y="162"/>
                    <a:pt x="158" y="162"/>
                  </a:cubicBezTo>
                  <a:cubicBezTo>
                    <a:pt x="160" y="163"/>
                    <a:pt x="162" y="165"/>
                    <a:pt x="161" y="167"/>
                  </a:cubicBezTo>
                  <a:cubicBezTo>
                    <a:pt x="161" y="167"/>
                    <a:pt x="161" y="167"/>
                    <a:pt x="161" y="167"/>
                  </a:cubicBezTo>
                  <a:cubicBezTo>
                    <a:pt x="161" y="170"/>
                    <a:pt x="159" y="171"/>
                    <a:pt x="157" y="171"/>
                  </a:cubicBezTo>
                  <a:cubicBezTo>
                    <a:pt x="157" y="171"/>
                    <a:pt x="157" y="171"/>
                    <a:pt x="156" y="171"/>
                  </a:cubicBezTo>
                  <a:close/>
                  <a:moveTo>
                    <a:pt x="223" y="167"/>
                  </a:moveTo>
                  <a:cubicBezTo>
                    <a:pt x="223" y="165"/>
                    <a:pt x="225" y="163"/>
                    <a:pt x="227" y="162"/>
                  </a:cubicBezTo>
                  <a:cubicBezTo>
                    <a:pt x="229" y="162"/>
                    <a:pt x="232" y="163"/>
                    <a:pt x="232" y="166"/>
                  </a:cubicBezTo>
                  <a:cubicBezTo>
                    <a:pt x="232" y="166"/>
                    <a:pt x="232" y="166"/>
                    <a:pt x="232" y="166"/>
                  </a:cubicBezTo>
                  <a:cubicBezTo>
                    <a:pt x="233" y="168"/>
                    <a:pt x="231" y="170"/>
                    <a:pt x="229" y="171"/>
                  </a:cubicBezTo>
                  <a:cubicBezTo>
                    <a:pt x="229" y="171"/>
                    <a:pt x="229" y="171"/>
                    <a:pt x="229" y="171"/>
                  </a:cubicBezTo>
                  <a:cubicBezTo>
                    <a:pt x="229" y="171"/>
                    <a:pt x="228" y="171"/>
                    <a:pt x="228" y="171"/>
                  </a:cubicBezTo>
                  <a:cubicBezTo>
                    <a:pt x="226" y="171"/>
                    <a:pt x="224" y="170"/>
                    <a:pt x="223" y="167"/>
                  </a:cubicBezTo>
                  <a:close/>
                  <a:moveTo>
                    <a:pt x="133" y="165"/>
                  </a:moveTo>
                  <a:cubicBezTo>
                    <a:pt x="130" y="164"/>
                    <a:pt x="129" y="162"/>
                    <a:pt x="130" y="159"/>
                  </a:cubicBezTo>
                  <a:cubicBezTo>
                    <a:pt x="130" y="159"/>
                    <a:pt x="130" y="159"/>
                    <a:pt x="130" y="159"/>
                  </a:cubicBezTo>
                  <a:cubicBezTo>
                    <a:pt x="131" y="157"/>
                    <a:pt x="133" y="156"/>
                    <a:pt x="135" y="157"/>
                  </a:cubicBezTo>
                  <a:cubicBezTo>
                    <a:pt x="138" y="157"/>
                    <a:pt x="139" y="160"/>
                    <a:pt x="138" y="162"/>
                  </a:cubicBezTo>
                  <a:cubicBezTo>
                    <a:pt x="138" y="162"/>
                    <a:pt x="138" y="162"/>
                    <a:pt x="138" y="162"/>
                  </a:cubicBezTo>
                  <a:cubicBezTo>
                    <a:pt x="138" y="164"/>
                    <a:pt x="136" y="165"/>
                    <a:pt x="134" y="165"/>
                  </a:cubicBezTo>
                  <a:cubicBezTo>
                    <a:pt x="134" y="165"/>
                    <a:pt x="133" y="165"/>
                    <a:pt x="133" y="165"/>
                  </a:cubicBezTo>
                  <a:close/>
                  <a:moveTo>
                    <a:pt x="247" y="162"/>
                  </a:moveTo>
                  <a:cubicBezTo>
                    <a:pt x="246" y="160"/>
                    <a:pt x="247" y="157"/>
                    <a:pt x="249" y="156"/>
                  </a:cubicBezTo>
                  <a:cubicBezTo>
                    <a:pt x="252" y="156"/>
                    <a:pt x="254" y="157"/>
                    <a:pt x="255" y="159"/>
                  </a:cubicBezTo>
                  <a:cubicBezTo>
                    <a:pt x="255" y="159"/>
                    <a:pt x="255" y="159"/>
                    <a:pt x="255" y="159"/>
                  </a:cubicBezTo>
                  <a:cubicBezTo>
                    <a:pt x="256" y="162"/>
                    <a:pt x="254" y="164"/>
                    <a:pt x="252" y="165"/>
                  </a:cubicBezTo>
                  <a:cubicBezTo>
                    <a:pt x="252" y="165"/>
                    <a:pt x="252" y="165"/>
                    <a:pt x="252" y="165"/>
                  </a:cubicBezTo>
                  <a:cubicBezTo>
                    <a:pt x="252" y="165"/>
                    <a:pt x="252" y="165"/>
                    <a:pt x="252" y="165"/>
                  </a:cubicBezTo>
                  <a:cubicBezTo>
                    <a:pt x="252" y="165"/>
                    <a:pt x="251" y="165"/>
                    <a:pt x="251" y="165"/>
                  </a:cubicBezTo>
                  <a:cubicBezTo>
                    <a:pt x="249" y="165"/>
                    <a:pt x="247" y="164"/>
                    <a:pt x="247" y="162"/>
                  </a:cubicBezTo>
                  <a:close/>
                  <a:moveTo>
                    <a:pt x="110" y="156"/>
                  </a:moveTo>
                  <a:cubicBezTo>
                    <a:pt x="108" y="155"/>
                    <a:pt x="107" y="152"/>
                    <a:pt x="108" y="150"/>
                  </a:cubicBezTo>
                  <a:cubicBezTo>
                    <a:pt x="108" y="150"/>
                    <a:pt x="108" y="150"/>
                    <a:pt x="108" y="150"/>
                  </a:cubicBezTo>
                  <a:cubicBezTo>
                    <a:pt x="109" y="148"/>
                    <a:pt x="112" y="147"/>
                    <a:pt x="114" y="148"/>
                  </a:cubicBezTo>
                  <a:cubicBezTo>
                    <a:pt x="116" y="149"/>
                    <a:pt x="117" y="152"/>
                    <a:pt x="116" y="154"/>
                  </a:cubicBezTo>
                  <a:cubicBezTo>
                    <a:pt x="116" y="154"/>
                    <a:pt x="116" y="154"/>
                    <a:pt x="116" y="154"/>
                  </a:cubicBezTo>
                  <a:cubicBezTo>
                    <a:pt x="115" y="156"/>
                    <a:pt x="114" y="156"/>
                    <a:pt x="112" y="156"/>
                  </a:cubicBezTo>
                  <a:cubicBezTo>
                    <a:pt x="111" y="156"/>
                    <a:pt x="111" y="156"/>
                    <a:pt x="110" y="156"/>
                  </a:cubicBezTo>
                  <a:close/>
                  <a:moveTo>
                    <a:pt x="269" y="154"/>
                  </a:moveTo>
                  <a:cubicBezTo>
                    <a:pt x="268" y="152"/>
                    <a:pt x="269" y="149"/>
                    <a:pt x="271" y="148"/>
                  </a:cubicBezTo>
                  <a:cubicBezTo>
                    <a:pt x="273" y="147"/>
                    <a:pt x="276" y="148"/>
                    <a:pt x="277" y="150"/>
                  </a:cubicBezTo>
                  <a:cubicBezTo>
                    <a:pt x="277" y="150"/>
                    <a:pt x="277" y="150"/>
                    <a:pt x="277" y="150"/>
                  </a:cubicBezTo>
                  <a:cubicBezTo>
                    <a:pt x="278" y="152"/>
                    <a:pt x="277" y="155"/>
                    <a:pt x="275" y="156"/>
                  </a:cubicBezTo>
                  <a:cubicBezTo>
                    <a:pt x="274" y="156"/>
                    <a:pt x="273" y="156"/>
                    <a:pt x="273" y="156"/>
                  </a:cubicBezTo>
                  <a:cubicBezTo>
                    <a:pt x="271" y="156"/>
                    <a:pt x="270" y="155"/>
                    <a:pt x="269" y="154"/>
                  </a:cubicBezTo>
                  <a:close/>
                  <a:moveTo>
                    <a:pt x="89" y="144"/>
                  </a:moveTo>
                  <a:cubicBezTo>
                    <a:pt x="87" y="143"/>
                    <a:pt x="86" y="140"/>
                    <a:pt x="88" y="138"/>
                  </a:cubicBezTo>
                  <a:cubicBezTo>
                    <a:pt x="88" y="138"/>
                    <a:pt x="88" y="138"/>
                    <a:pt x="88" y="138"/>
                  </a:cubicBezTo>
                  <a:cubicBezTo>
                    <a:pt x="89" y="136"/>
                    <a:pt x="92" y="136"/>
                    <a:pt x="94" y="137"/>
                  </a:cubicBezTo>
                  <a:cubicBezTo>
                    <a:pt x="94" y="137"/>
                    <a:pt x="94" y="137"/>
                    <a:pt x="94" y="137"/>
                  </a:cubicBezTo>
                  <a:cubicBezTo>
                    <a:pt x="96" y="138"/>
                    <a:pt x="96" y="141"/>
                    <a:pt x="95" y="143"/>
                  </a:cubicBezTo>
                  <a:cubicBezTo>
                    <a:pt x="95" y="143"/>
                    <a:pt x="95" y="143"/>
                    <a:pt x="95" y="143"/>
                  </a:cubicBezTo>
                  <a:cubicBezTo>
                    <a:pt x="94" y="144"/>
                    <a:pt x="93" y="145"/>
                    <a:pt x="91" y="145"/>
                  </a:cubicBezTo>
                  <a:cubicBezTo>
                    <a:pt x="90" y="145"/>
                    <a:pt x="90" y="145"/>
                    <a:pt x="89" y="144"/>
                  </a:cubicBezTo>
                  <a:close/>
                  <a:moveTo>
                    <a:pt x="290" y="143"/>
                  </a:moveTo>
                  <a:cubicBezTo>
                    <a:pt x="288" y="141"/>
                    <a:pt x="289" y="138"/>
                    <a:pt x="291" y="137"/>
                  </a:cubicBezTo>
                  <a:cubicBezTo>
                    <a:pt x="291" y="137"/>
                    <a:pt x="291" y="137"/>
                    <a:pt x="291" y="137"/>
                  </a:cubicBezTo>
                  <a:cubicBezTo>
                    <a:pt x="293" y="135"/>
                    <a:pt x="296" y="136"/>
                    <a:pt x="297" y="138"/>
                  </a:cubicBezTo>
                  <a:cubicBezTo>
                    <a:pt x="297" y="138"/>
                    <a:pt x="297" y="138"/>
                    <a:pt x="297" y="138"/>
                  </a:cubicBezTo>
                  <a:cubicBezTo>
                    <a:pt x="299" y="140"/>
                    <a:pt x="298" y="143"/>
                    <a:pt x="296" y="144"/>
                  </a:cubicBezTo>
                  <a:cubicBezTo>
                    <a:pt x="296" y="144"/>
                    <a:pt x="296" y="144"/>
                    <a:pt x="296" y="144"/>
                  </a:cubicBezTo>
                  <a:cubicBezTo>
                    <a:pt x="295" y="145"/>
                    <a:pt x="294" y="145"/>
                    <a:pt x="294" y="145"/>
                  </a:cubicBezTo>
                  <a:cubicBezTo>
                    <a:pt x="292" y="145"/>
                    <a:pt x="291" y="144"/>
                    <a:pt x="290" y="143"/>
                  </a:cubicBezTo>
                  <a:close/>
                  <a:moveTo>
                    <a:pt x="69" y="130"/>
                  </a:moveTo>
                  <a:cubicBezTo>
                    <a:pt x="67" y="129"/>
                    <a:pt x="67" y="126"/>
                    <a:pt x="69" y="124"/>
                  </a:cubicBezTo>
                  <a:cubicBezTo>
                    <a:pt x="69" y="124"/>
                    <a:pt x="69" y="124"/>
                    <a:pt x="69" y="124"/>
                  </a:cubicBezTo>
                  <a:cubicBezTo>
                    <a:pt x="70" y="122"/>
                    <a:pt x="73" y="122"/>
                    <a:pt x="75" y="123"/>
                  </a:cubicBezTo>
                  <a:cubicBezTo>
                    <a:pt x="75" y="123"/>
                    <a:pt x="75" y="123"/>
                    <a:pt x="75" y="123"/>
                  </a:cubicBezTo>
                  <a:cubicBezTo>
                    <a:pt x="77" y="125"/>
                    <a:pt x="77" y="128"/>
                    <a:pt x="76" y="130"/>
                  </a:cubicBezTo>
                  <a:cubicBezTo>
                    <a:pt x="76" y="130"/>
                    <a:pt x="76" y="130"/>
                    <a:pt x="76" y="130"/>
                  </a:cubicBezTo>
                  <a:cubicBezTo>
                    <a:pt x="75" y="131"/>
                    <a:pt x="73" y="131"/>
                    <a:pt x="72" y="131"/>
                  </a:cubicBezTo>
                  <a:cubicBezTo>
                    <a:pt x="71" y="131"/>
                    <a:pt x="70" y="131"/>
                    <a:pt x="69" y="130"/>
                  </a:cubicBezTo>
                  <a:close/>
                  <a:moveTo>
                    <a:pt x="309" y="129"/>
                  </a:moveTo>
                  <a:cubicBezTo>
                    <a:pt x="308" y="127"/>
                    <a:pt x="308" y="125"/>
                    <a:pt x="310" y="123"/>
                  </a:cubicBezTo>
                  <a:cubicBezTo>
                    <a:pt x="310" y="123"/>
                    <a:pt x="310" y="123"/>
                    <a:pt x="310" y="123"/>
                  </a:cubicBezTo>
                  <a:cubicBezTo>
                    <a:pt x="312" y="122"/>
                    <a:pt x="315" y="122"/>
                    <a:pt x="316" y="124"/>
                  </a:cubicBezTo>
                  <a:cubicBezTo>
                    <a:pt x="316" y="124"/>
                    <a:pt x="316" y="124"/>
                    <a:pt x="316" y="124"/>
                  </a:cubicBezTo>
                  <a:cubicBezTo>
                    <a:pt x="318" y="126"/>
                    <a:pt x="317" y="128"/>
                    <a:pt x="316" y="130"/>
                  </a:cubicBezTo>
                  <a:cubicBezTo>
                    <a:pt x="316" y="130"/>
                    <a:pt x="316" y="130"/>
                    <a:pt x="316" y="130"/>
                  </a:cubicBezTo>
                  <a:cubicBezTo>
                    <a:pt x="316" y="130"/>
                    <a:pt x="316" y="130"/>
                    <a:pt x="316" y="130"/>
                  </a:cubicBezTo>
                  <a:cubicBezTo>
                    <a:pt x="316" y="130"/>
                    <a:pt x="316" y="130"/>
                    <a:pt x="316" y="130"/>
                  </a:cubicBezTo>
                  <a:cubicBezTo>
                    <a:pt x="315" y="131"/>
                    <a:pt x="314" y="131"/>
                    <a:pt x="313" y="131"/>
                  </a:cubicBezTo>
                  <a:cubicBezTo>
                    <a:pt x="311" y="131"/>
                    <a:pt x="310" y="130"/>
                    <a:pt x="309" y="129"/>
                  </a:cubicBezTo>
                  <a:close/>
                  <a:moveTo>
                    <a:pt x="52" y="114"/>
                  </a:moveTo>
                  <a:cubicBezTo>
                    <a:pt x="50" y="112"/>
                    <a:pt x="50" y="109"/>
                    <a:pt x="52" y="107"/>
                  </a:cubicBezTo>
                  <a:cubicBezTo>
                    <a:pt x="52" y="107"/>
                    <a:pt x="52" y="107"/>
                    <a:pt x="52" y="107"/>
                  </a:cubicBezTo>
                  <a:cubicBezTo>
                    <a:pt x="54" y="106"/>
                    <a:pt x="56" y="106"/>
                    <a:pt x="58" y="107"/>
                  </a:cubicBezTo>
                  <a:cubicBezTo>
                    <a:pt x="58" y="107"/>
                    <a:pt x="58" y="107"/>
                    <a:pt x="58" y="107"/>
                  </a:cubicBezTo>
                  <a:cubicBezTo>
                    <a:pt x="60" y="109"/>
                    <a:pt x="60" y="112"/>
                    <a:pt x="58" y="114"/>
                  </a:cubicBezTo>
                  <a:cubicBezTo>
                    <a:pt x="58" y="114"/>
                    <a:pt x="58" y="114"/>
                    <a:pt x="58" y="114"/>
                  </a:cubicBezTo>
                  <a:cubicBezTo>
                    <a:pt x="57" y="115"/>
                    <a:pt x="56" y="115"/>
                    <a:pt x="55" y="115"/>
                  </a:cubicBezTo>
                  <a:cubicBezTo>
                    <a:pt x="54" y="115"/>
                    <a:pt x="52" y="114"/>
                    <a:pt x="52" y="114"/>
                  </a:cubicBezTo>
                  <a:close/>
                  <a:moveTo>
                    <a:pt x="327" y="114"/>
                  </a:moveTo>
                  <a:cubicBezTo>
                    <a:pt x="325" y="112"/>
                    <a:pt x="325" y="109"/>
                    <a:pt x="327" y="107"/>
                  </a:cubicBezTo>
                  <a:cubicBezTo>
                    <a:pt x="327" y="107"/>
                    <a:pt x="327" y="107"/>
                    <a:pt x="327" y="107"/>
                  </a:cubicBezTo>
                  <a:cubicBezTo>
                    <a:pt x="328" y="106"/>
                    <a:pt x="331" y="105"/>
                    <a:pt x="333" y="107"/>
                  </a:cubicBezTo>
                  <a:cubicBezTo>
                    <a:pt x="333" y="107"/>
                    <a:pt x="333" y="107"/>
                    <a:pt x="333" y="107"/>
                  </a:cubicBezTo>
                  <a:cubicBezTo>
                    <a:pt x="335" y="109"/>
                    <a:pt x="335" y="112"/>
                    <a:pt x="333" y="113"/>
                  </a:cubicBezTo>
                  <a:cubicBezTo>
                    <a:pt x="333" y="113"/>
                    <a:pt x="333" y="113"/>
                    <a:pt x="333" y="113"/>
                  </a:cubicBezTo>
                  <a:cubicBezTo>
                    <a:pt x="333" y="113"/>
                    <a:pt x="333" y="113"/>
                    <a:pt x="333" y="113"/>
                  </a:cubicBezTo>
                  <a:cubicBezTo>
                    <a:pt x="333" y="113"/>
                    <a:pt x="333" y="113"/>
                    <a:pt x="333" y="113"/>
                  </a:cubicBezTo>
                  <a:cubicBezTo>
                    <a:pt x="332" y="114"/>
                    <a:pt x="331" y="115"/>
                    <a:pt x="330" y="115"/>
                  </a:cubicBezTo>
                  <a:cubicBezTo>
                    <a:pt x="329" y="115"/>
                    <a:pt x="328" y="114"/>
                    <a:pt x="327" y="114"/>
                  </a:cubicBezTo>
                  <a:close/>
                  <a:moveTo>
                    <a:pt x="36" y="95"/>
                  </a:moveTo>
                  <a:cubicBezTo>
                    <a:pt x="35" y="93"/>
                    <a:pt x="35" y="90"/>
                    <a:pt x="37" y="89"/>
                  </a:cubicBezTo>
                  <a:cubicBezTo>
                    <a:pt x="37" y="89"/>
                    <a:pt x="37" y="89"/>
                    <a:pt x="37" y="89"/>
                  </a:cubicBezTo>
                  <a:cubicBezTo>
                    <a:pt x="39" y="87"/>
                    <a:pt x="42" y="88"/>
                    <a:pt x="43" y="90"/>
                  </a:cubicBezTo>
                  <a:cubicBezTo>
                    <a:pt x="43" y="90"/>
                    <a:pt x="43" y="90"/>
                    <a:pt x="43" y="90"/>
                  </a:cubicBezTo>
                  <a:cubicBezTo>
                    <a:pt x="45" y="92"/>
                    <a:pt x="44" y="94"/>
                    <a:pt x="42" y="96"/>
                  </a:cubicBezTo>
                  <a:cubicBezTo>
                    <a:pt x="42" y="96"/>
                    <a:pt x="42" y="96"/>
                    <a:pt x="42" y="96"/>
                  </a:cubicBezTo>
                  <a:cubicBezTo>
                    <a:pt x="42" y="96"/>
                    <a:pt x="41" y="97"/>
                    <a:pt x="40" y="97"/>
                  </a:cubicBezTo>
                  <a:cubicBezTo>
                    <a:pt x="38" y="97"/>
                    <a:pt x="37" y="96"/>
                    <a:pt x="36" y="95"/>
                  </a:cubicBezTo>
                  <a:close/>
                  <a:moveTo>
                    <a:pt x="342" y="96"/>
                  </a:moveTo>
                  <a:cubicBezTo>
                    <a:pt x="340" y="94"/>
                    <a:pt x="340" y="91"/>
                    <a:pt x="341" y="89"/>
                  </a:cubicBezTo>
                  <a:cubicBezTo>
                    <a:pt x="341" y="89"/>
                    <a:pt x="341" y="89"/>
                    <a:pt x="341" y="89"/>
                  </a:cubicBezTo>
                  <a:cubicBezTo>
                    <a:pt x="343" y="87"/>
                    <a:pt x="346" y="87"/>
                    <a:pt x="348" y="88"/>
                  </a:cubicBezTo>
                  <a:cubicBezTo>
                    <a:pt x="348" y="88"/>
                    <a:pt x="348" y="88"/>
                    <a:pt x="348" y="88"/>
                  </a:cubicBezTo>
                  <a:cubicBezTo>
                    <a:pt x="350" y="90"/>
                    <a:pt x="350" y="93"/>
                    <a:pt x="349" y="95"/>
                  </a:cubicBezTo>
                  <a:cubicBezTo>
                    <a:pt x="349" y="95"/>
                    <a:pt x="349" y="95"/>
                    <a:pt x="349" y="95"/>
                  </a:cubicBezTo>
                  <a:cubicBezTo>
                    <a:pt x="348" y="96"/>
                    <a:pt x="346" y="97"/>
                    <a:pt x="345" y="97"/>
                  </a:cubicBezTo>
                  <a:cubicBezTo>
                    <a:pt x="344" y="97"/>
                    <a:pt x="343" y="96"/>
                    <a:pt x="342" y="96"/>
                  </a:cubicBezTo>
                  <a:close/>
                  <a:moveTo>
                    <a:pt x="23" y="74"/>
                  </a:moveTo>
                  <a:cubicBezTo>
                    <a:pt x="23" y="74"/>
                    <a:pt x="23" y="74"/>
                    <a:pt x="23" y="74"/>
                  </a:cubicBezTo>
                  <a:cubicBezTo>
                    <a:pt x="23" y="74"/>
                    <a:pt x="23" y="74"/>
                    <a:pt x="23" y="74"/>
                  </a:cubicBezTo>
                  <a:cubicBezTo>
                    <a:pt x="22" y="72"/>
                    <a:pt x="23" y="70"/>
                    <a:pt x="25" y="68"/>
                  </a:cubicBezTo>
                  <a:cubicBezTo>
                    <a:pt x="27" y="67"/>
                    <a:pt x="30" y="68"/>
                    <a:pt x="31" y="70"/>
                  </a:cubicBezTo>
                  <a:cubicBezTo>
                    <a:pt x="31" y="70"/>
                    <a:pt x="31" y="70"/>
                    <a:pt x="31" y="70"/>
                  </a:cubicBezTo>
                  <a:cubicBezTo>
                    <a:pt x="32" y="72"/>
                    <a:pt x="31" y="75"/>
                    <a:pt x="29" y="76"/>
                  </a:cubicBezTo>
                  <a:cubicBezTo>
                    <a:pt x="28" y="77"/>
                    <a:pt x="28" y="77"/>
                    <a:pt x="27" y="77"/>
                  </a:cubicBezTo>
                  <a:cubicBezTo>
                    <a:pt x="25" y="77"/>
                    <a:pt x="24" y="76"/>
                    <a:pt x="23" y="74"/>
                  </a:cubicBezTo>
                  <a:close/>
                  <a:moveTo>
                    <a:pt x="356" y="76"/>
                  </a:moveTo>
                  <a:cubicBezTo>
                    <a:pt x="354" y="75"/>
                    <a:pt x="353" y="72"/>
                    <a:pt x="354" y="70"/>
                  </a:cubicBezTo>
                  <a:cubicBezTo>
                    <a:pt x="354" y="70"/>
                    <a:pt x="354" y="70"/>
                    <a:pt x="354" y="70"/>
                  </a:cubicBezTo>
                  <a:cubicBezTo>
                    <a:pt x="355" y="68"/>
                    <a:pt x="358" y="67"/>
                    <a:pt x="360" y="68"/>
                  </a:cubicBezTo>
                  <a:cubicBezTo>
                    <a:pt x="362" y="69"/>
                    <a:pt x="363" y="72"/>
                    <a:pt x="362" y="74"/>
                  </a:cubicBezTo>
                  <a:cubicBezTo>
                    <a:pt x="362" y="74"/>
                    <a:pt x="362" y="74"/>
                    <a:pt x="362" y="74"/>
                  </a:cubicBezTo>
                  <a:cubicBezTo>
                    <a:pt x="361" y="76"/>
                    <a:pt x="359" y="76"/>
                    <a:pt x="358" y="76"/>
                  </a:cubicBezTo>
                  <a:cubicBezTo>
                    <a:pt x="357" y="76"/>
                    <a:pt x="356" y="76"/>
                    <a:pt x="356" y="76"/>
                  </a:cubicBezTo>
                  <a:close/>
                  <a:moveTo>
                    <a:pt x="13" y="53"/>
                  </a:moveTo>
                  <a:cubicBezTo>
                    <a:pt x="12" y="50"/>
                    <a:pt x="13" y="48"/>
                    <a:pt x="15" y="47"/>
                  </a:cubicBezTo>
                  <a:cubicBezTo>
                    <a:pt x="17" y="46"/>
                    <a:pt x="20" y="47"/>
                    <a:pt x="21" y="49"/>
                  </a:cubicBezTo>
                  <a:cubicBezTo>
                    <a:pt x="21" y="49"/>
                    <a:pt x="21" y="49"/>
                    <a:pt x="21" y="49"/>
                  </a:cubicBezTo>
                  <a:cubicBezTo>
                    <a:pt x="22" y="52"/>
                    <a:pt x="21" y="54"/>
                    <a:pt x="18" y="55"/>
                  </a:cubicBezTo>
                  <a:cubicBezTo>
                    <a:pt x="18" y="55"/>
                    <a:pt x="17" y="55"/>
                    <a:pt x="17" y="55"/>
                  </a:cubicBezTo>
                  <a:cubicBezTo>
                    <a:pt x="15" y="55"/>
                    <a:pt x="13" y="54"/>
                    <a:pt x="13" y="53"/>
                  </a:cubicBezTo>
                  <a:close/>
                  <a:moveTo>
                    <a:pt x="366" y="55"/>
                  </a:moveTo>
                  <a:cubicBezTo>
                    <a:pt x="361" y="53"/>
                    <a:pt x="364" y="44"/>
                    <a:pt x="370" y="46"/>
                  </a:cubicBezTo>
                  <a:cubicBezTo>
                    <a:pt x="372" y="47"/>
                    <a:pt x="373" y="50"/>
                    <a:pt x="372" y="52"/>
                  </a:cubicBezTo>
                  <a:cubicBezTo>
                    <a:pt x="372" y="52"/>
                    <a:pt x="372" y="52"/>
                    <a:pt x="372" y="52"/>
                  </a:cubicBezTo>
                  <a:cubicBezTo>
                    <a:pt x="372" y="52"/>
                    <a:pt x="372" y="52"/>
                    <a:pt x="372" y="52"/>
                  </a:cubicBezTo>
                  <a:cubicBezTo>
                    <a:pt x="372" y="52"/>
                    <a:pt x="372" y="52"/>
                    <a:pt x="372" y="52"/>
                  </a:cubicBezTo>
                  <a:cubicBezTo>
                    <a:pt x="371" y="54"/>
                    <a:pt x="370" y="55"/>
                    <a:pt x="368" y="55"/>
                  </a:cubicBezTo>
                  <a:cubicBezTo>
                    <a:pt x="367" y="55"/>
                    <a:pt x="367" y="55"/>
                    <a:pt x="366" y="55"/>
                  </a:cubicBezTo>
                  <a:close/>
                  <a:moveTo>
                    <a:pt x="5" y="29"/>
                  </a:moveTo>
                  <a:cubicBezTo>
                    <a:pt x="5" y="27"/>
                    <a:pt x="6" y="25"/>
                    <a:pt x="8" y="24"/>
                  </a:cubicBezTo>
                  <a:cubicBezTo>
                    <a:pt x="11" y="23"/>
                    <a:pt x="13" y="25"/>
                    <a:pt x="14" y="27"/>
                  </a:cubicBezTo>
                  <a:cubicBezTo>
                    <a:pt x="14" y="27"/>
                    <a:pt x="14" y="27"/>
                    <a:pt x="14" y="27"/>
                  </a:cubicBezTo>
                  <a:cubicBezTo>
                    <a:pt x="14" y="30"/>
                    <a:pt x="13" y="32"/>
                    <a:pt x="11" y="33"/>
                  </a:cubicBezTo>
                  <a:cubicBezTo>
                    <a:pt x="10" y="33"/>
                    <a:pt x="10" y="33"/>
                    <a:pt x="9" y="33"/>
                  </a:cubicBezTo>
                  <a:cubicBezTo>
                    <a:pt x="7" y="33"/>
                    <a:pt x="6" y="31"/>
                    <a:pt x="5" y="29"/>
                  </a:cubicBezTo>
                  <a:close/>
                  <a:moveTo>
                    <a:pt x="374" y="32"/>
                  </a:moveTo>
                  <a:cubicBezTo>
                    <a:pt x="372" y="32"/>
                    <a:pt x="370" y="29"/>
                    <a:pt x="371" y="27"/>
                  </a:cubicBezTo>
                  <a:cubicBezTo>
                    <a:pt x="371" y="27"/>
                    <a:pt x="371" y="27"/>
                    <a:pt x="371" y="27"/>
                  </a:cubicBezTo>
                  <a:cubicBezTo>
                    <a:pt x="372" y="25"/>
                    <a:pt x="374" y="23"/>
                    <a:pt x="376" y="24"/>
                  </a:cubicBezTo>
                  <a:cubicBezTo>
                    <a:pt x="379" y="24"/>
                    <a:pt x="380" y="27"/>
                    <a:pt x="380" y="29"/>
                  </a:cubicBezTo>
                  <a:cubicBezTo>
                    <a:pt x="380" y="29"/>
                    <a:pt x="380" y="29"/>
                    <a:pt x="380" y="29"/>
                  </a:cubicBezTo>
                  <a:cubicBezTo>
                    <a:pt x="379" y="31"/>
                    <a:pt x="377" y="32"/>
                    <a:pt x="375" y="32"/>
                  </a:cubicBezTo>
                  <a:cubicBezTo>
                    <a:pt x="375" y="32"/>
                    <a:pt x="374" y="32"/>
                    <a:pt x="374" y="32"/>
                  </a:cubicBezTo>
                  <a:close/>
                  <a:moveTo>
                    <a:pt x="1" y="6"/>
                  </a:moveTo>
                  <a:cubicBezTo>
                    <a:pt x="0" y="3"/>
                    <a:pt x="2" y="1"/>
                    <a:pt x="4" y="1"/>
                  </a:cubicBezTo>
                  <a:cubicBezTo>
                    <a:pt x="7" y="0"/>
                    <a:pt x="9" y="2"/>
                    <a:pt x="9" y="5"/>
                  </a:cubicBezTo>
                  <a:cubicBezTo>
                    <a:pt x="9" y="5"/>
                    <a:pt x="9" y="5"/>
                    <a:pt x="9" y="5"/>
                  </a:cubicBezTo>
                  <a:cubicBezTo>
                    <a:pt x="10" y="7"/>
                    <a:pt x="8" y="9"/>
                    <a:pt x="6" y="9"/>
                  </a:cubicBezTo>
                  <a:cubicBezTo>
                    <a:pt x="5" y="10"/>
                    <a:pt x="5" y="10"/>
                    <a:pt x="5" y="10"/>
                  </a:cubicBezTo>
                  <a:cubicBezTo>
                    <a:pt x="3" y="10"/>
                    <a:pt x="1" y="8"/>
                    <a:pt x="1" y="6"/>
                  </a:cubicBezTo>
                  <a:close/>
                  <a:moveTo>
                    <a:pt x="379" y="9"/>
                  </a:moveTo>
                  <a:cubicBezTo>
                    <a:pt x="377" y="9"/>
                    <a:pt x="375" y="7"/>
                    <a:pt x="375" y="4"/>
                  </a:cubicBezTo>
                  <a:cubicBezTo>
                    <a:pt x="375" y="4"/>
                    <a:pt x="375" y="4"/>
                    <a:pt x="375" y="4"/>
                  </a:cubicBezTo>
                  <a:cubicBezTo>
                    <a:pt x="376" y="2"/>
                    <a:pt x="378" y="0"/>
                    <a:pt x="380" y="0"/>
                  </a:cubicBezTo>
                  <a:cubicBezTo>
                    <a:pt x="383" y="1"/>
                    <a:pt x="384" y="3"/>
                    <a:pt x="384" y="5"/>
                  </a:cubicBezTo>
                  <a:cubicBezTo>
                    <a:pt x="384" y="5"/>
                    <a:pt x="384" y="5"/>
                    <a:pt x="384" y="5"/>
                  </a:cubicBezTo>
                  <a:cubicBezTo>
                    <a:pt x="384" y="8"/>
                    <a:pt x="382" y="9"/>
                    <a:pt x="380" y="9"/>
                  </a:cubicBezTo>
                  <a:cubicBezTo>
                    <a:pt x="379" y="9"/>
                    <a:pt x="379" y="9"/>
                    <a:pt x="379"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4" name="Google Shape;1374;p50"/>
            <p:cNvSpPr/>
            <p:nvPr/>
          </p:nvSpPr>
          <p:spPr>
            <a:xfrm>
              <a:off x="6530976" y="852488"/>
              <a:ext cx="49213" cy="46038"/>
            </a:xfrm>
            <a:custGeom>
              <a:avLst/>
              <a:gdLst/>
              <a:ahLst/>
              <a:cxnLst/>
              <a:rect l="l" t="t" r="r" b="b"/>
              <a:pathLst>
                <a:path w="13" h="12" extrusionOk="0">
                  <a:moveTo>
                    <a:pt x="6" y="12"/>
                  </a:moveTo>
                  <a:cubicBezTo>
                    <a:pt x="0" y="11"/>
                    <a:pt x="2" y="0"/>
                    <a:pt x="8" y="3"/>
                  </a:cubicBezTo>
                  <a:cubicBezTo>
                    <a:pt x="13" y="5"/>
                    <a:pt x="11" y="12"/>
                    <a:pt x="6"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5" name="Google Shape;1375;p50"/>
            <p:cNvSpPr/>
            <p:nvPr/>
          </p:nvSpPr>
          <p:spPr>
            <a:xfrm>
              <a:off x="7748588" y="857251"/>
              <a:ext cx="44450" cy="41275"/>
            </a:xfrm>
            <a:custGeom>
              <a:avLst/>
              <a:gdLst/>
              <a:ahLst/>
              <a:cxnLst/>
              <a:rect l="l" t="t" r="r" b="b"/>
              <a:pathLst>
                <a:path w="12" h="11" extrusionOk="0">
                  <a:moveTo>
                    <a:pt x="6" y="11"/>
                  </a:moveTo>
                  <a:cubicBezTo>
                    <a:pt x="0" y="11"/>
                    <a:pt x="0" y="0"/>
                    <a:pt x="7" y="2"/>
                  </a:cubicBezTo>
                  <a:cubicBezTo>
                    <a:pt x="12" y="3"/>
                    <a:pt x="11" y="11"/>
                    <a:pt x="6"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6" name="Google Shape;1376;p50"/>
            <p:cNvSpPr/>
            <p:nvPr/>
          </p:nvSpPr>
          <p:spPr>
            <a:xfrm>
              <a:off x="6753226" y="950913"/>
              <a:ext cx="1028700" cy="449263"/>
            </a:xfrm>
            <a:custGeom>
              <a:avLst/>
              <a:gdLst/>
              <a:ahLst/>
              <a:cxnLst/>
              <a:rect l="l" t="t" r="r" b="b"/>
              <a:pathLst>
                <a:path w="273" h="119" extrusionOk="0">
                  <a:moveTo>
                    <a:pt x="132" y="115"/>
                  </a:moveTo>
                  <a:cubicBezTo>
                    <a:pt x="132" y="112"/>
                    <a:pt x="134" y="110"/>
                    <a:pt x="136" y="110"/>
                  </a:cubicBezTo>
                  <a:cubicBezTo>
                    <a:pt x="139" y="110"/>
                    <a:pt x="141" y="112"/>
                    <a:pt x="141" y="115"/>
                  </a:cubicBezTo>
                  <a:cubicBezTo>
                    <a:pt x="141" y="115"/>
                    <a:pt x="141" y="115"/>
                    <a:pt x="141" y="115"/>
                  </a:cubicBezTo>
                  <a:cubicBezTo>
                    <a:pt x="141" y="117"/>
                    <a:pt x="139" y="119"/>
                    <a:pt x="136" y="119"/>
                  </a:cubicBezTo>
                  <a:cubicBezTo>
                    <a:pt x="134" y="119"/>
                    <a:pt x="132" y="117"/>
                    <a:pt x="132" y="115"/>
                  </a:cubicBezTo>
                  <a:close/>
                  <a:moveTo>
                    <a:pt x="112" y="117"/>
                  </a:moveTo>
                  <a:cubicBezTo>
                    <a:pt x="110" y="117"/>
                    <a:pt x="108" y="114"/>
                    <a:pt x="109" y="112"/>
                  </a:cubicBezTo>
                  <a:cubicBezTo>
                    <a:pt x="109" y="112"/>
                    <a:pt x="109" y="112"/>
                    <a:pt x="109" y="112"/>
                  </a:cubicBezTo>
                  <a:cubicBezTo>
                    <a:pt x="109" y="109"/>
                    <a:pt x="112" y="108"/>
                    <a:pt x="114" y="108"/>
                  </a:cubicBezTo>
                  <a:cubicBezTo>
                    <a:pt x="116" y="109"/>
                    <a:pt x="118" y="111"/>
                    <a:pt x="118" y="113"/>
                  </a:cubicBezTo>
                  <a:cubicBezTo>
                    <a:pt x="118" y="113"/>
                    <a:pt x="118" y="113"/>
                    <a:pt x="118" y="113"/>
                  </a:cubicBezTo>
                  <a:cubicBezTo>
                    <a:pt x="117" y="116"/>
                    <a:pt x="115" y="117"/>
                    <a:pt x="113" y="117"/>
                  </a:cubicBezTo>
                  <a:cubicBezTo>
                    <a:pt x="113" y="117"/>
                    <a:pt x="113" y="117"/>
                    <a:pt x="112" y="117"/>
                  </a:cubicBezTo>
                  <a:close/>
                  <a:moveTo>
                    <a:pt x="155" y="113"/>
                  </a:moveTo>
                  <a:cubicBezTo>
                    <a:pt x="155" y="111"/>
                    <a:pt x="156" y="109"/>
                    <a:pt x="159" y="108"/>
                  </a:cubicBezTo>
                  <a:cubicBezTo>
                    <a:pt x="161" y="108"/>
                    <a:pt x="163" y="109"/>
                    <a:pt x="164" y="112"/>
                  </a:cubicBezTo>
                  <a:cubicBezTo>
                    <a:pt x="164" y="112"/>
                    <a:pt x="164" y="112"/>
                    <a:pt x="164" y="112"/>
                  </a:cubicBezTo>
                  <a:cubicBezTo>
                    <a:pt x="164" y="114"/>
                    <a:pt x="163" y="117"/>
                    <a:pt x="160" y="117"/>
                  </a:cubicBezTo>
                  <a:cubicBezTo>
                    <a:pt x="160" y="117"/>
                    <a:pt x="160" y="117"/>
                    <a:pt x="160" y="117"/>
                  </a:cubicBezTo>
                  <a:cubicBezTo>
                    <a:pt x="157" y="117"/>
                    <a:pt x="156" y="116"/>
                    <a:pt x="155" y="113"/>
                  </a:cubicBezTo>
                  <a:close/>
                  <a:moveTo>
                    <a:pt x="89" y="111"/>
                  </a:moveTo>
                  <a:cubicBezTo>
                    <a:pt x="87" y="110"/>
                    <a:pt x="86" y="107"/>
                    <a:pt x="87" y="105"/>
                  </a:cubicBezTo>
                  <a:cubicBezTo>
                    <a:pt x="87" y="105"/>
                    <a:pt x="87" y="105"/>
                    <a:pt x="87" y="105"/>
                  </a:cubicBezTo>
                  <a:cubicBezTo>
                    <a:pt x="87" y="103"/>
                    <a:pt x="90" y="102"/>
                    <a:pt x="92" y="102"/>
                  </a:cubicBezTo>
                  <a:cubicBezTo>
                    <a:pt x="95" y="103"/>
                    <a:pt x="96" y="106"/>
                    <a:pt x="95" y="108"/>
                  </a:cubicBezTo>
                  <a:cubicBezTo>
                    <a:pt x="95" y="108"/>
                    <a:pt x="95" y="108"/>
                    <a:pt x="95" y="108"/>
                  </a:cubicBezTo>
                  <a:cubicBezTo>
                    <a:pt x="94" y="110"/>
                    <a:pt x="93" y="111"/>
                    <a:pt x="91" y="111"/>
                  </a:cubicBezTo>
                  <a:cubicBezTo>
                    <a:pt x="90" y="111"/>
                    <a:pt x="90" y="111"/>
                    <a:pt x="89" y="111"/>
                  </a:cubicBezTo>
                  <a:close/>
                  <a:moveTo>
                    <a:pt x="178" y="108"/>
                  </a:moveTo>
                  <a:cubicBezTo>
                    <a:pt x="177" y="106"/>
                    <a:pt x="178" y="103"/>
                    <a:pt x="181" y="102"/>
                  </a:cubicBezTo>
                  <a:cubicBezTo>
                    <a:pt x="183" y="102"/>
                    <a:pt x="185" y="103"/>
                    <a:pt x="186" y="105"/>
                  </a:cubicBezTo>
                  <a:cubicBezTo>
                    <a:pt x="186" y="105"/>
                    <a:pt x="186" y="105"/>
                    <a:pt x="186" y="105"/>
                  </a:cubicBezTo>
                  <a:cubicBezTo>
                    <a:pt x="187" y="107"/>
                    <a:pt x="186" y="110"/>
                    <a:pt x="184" y="111"/>
                  </a:cubicBezTo>
                  <a:cubicBezTo>
                    <a:pt x="183" y="111"/>
                    <a:pt x="183" y="111"/>
                    <a:pt x="182" y="111"/>
                  </a:cubicBezTo>
                  <a:cubicBezTo>
                    <a:pt x="180" y="111"/>
                    <a:pt x="179" y="110"/>
                    <a:pt x="178" y="108"/>
                  </a:cubicBezTo>
                  <a:close/>
                  <a:moveTo>
                    <a:pt x="67" y="101"/>
                  </a:moveTo>
                  <a:cubicBezTo>
                    <a:pt x="65" y="99"/>
                    <a:pt x="65" y="97"/>
                    <a:pt x="66" y="95"/>
                  </a:cubicBezTo>
                  <a:cubicBezTo>
                    <a:pt x="66" y="95"/>
                    <a:pt x="66" y="95"/>
                    <a:pt x="66" y="95"/>
                  </a:cubicBezTo>
                  <a:cubicBezTo>
                    <a:pt x="67" y="92"/>
                    <a:pt x="70" y="92"/>
                    <a:pt x="72" y="93"/>
                  </a:cubicBezTo>
                  <a:cubicBezTo>
                    <a:pt x="72" y="93"/>
                    <a:pt x="72" y="93"/>
                    <a:pt x="72" y="93"/>
                  </a:cubicBezTo>
                  <a:cubicBezTo>
                    <a:pt x="74" y="94"/>
                    <a:pt x="75" y="97"/>
                    <a:pt x="73" y="99"/>
                  </a:cubicBezTo>
                  <a:cubicBezTo>
                    <a:pt x="73" y="99"/>
                    <a:pt x="73" y="99"/>
                    <a:pt x="73" y="99"/>
                  </a:cubicBezTo>
                  <a:cubicBezTo>
                    <a:pt x="73" y="100"/>
                    <a:pt x="71" y="101"/>
                    <a:pt x="70" y="101"/>
                  </a:cubicBezTo>
                  <a:cubicBezTo>
                    <a:pt x="69" y="101"/>
                    <a:pt x="68" y="101"/>
                    <a:pt x="67" y="101"/>
                  </a:cubicBezTo>
                  <a:close/>
                  <a:moveTo>
                    <a:pt x="199" y="99"/>
                  </a:moveTo>
                  <a:cubicBezTo>
                    <a:pt x="198" y="97"/>
                    <a:pt x="199" y="94"/>
                    <a:pt x="201" y="93"/>
                  </a:cubicBezTo>
                  <a:cubicBezTo>
                    <a:pt x="201" y="93"/>
                    <a:pt x="201" y="93"/>
                    <a:pt x="201" y="93"/>
                  </a:cubicBezTo>
                  <a:cubicBezTo>
                    <a:pt x="203" y="92"/>
                    <a:pt x="206" y="92"/>
                    <a:pt x="207" y="94"/>
                  </a:cubicBezTo>
                  <a:cubicBezTo>
                    <a:pt x="207" y="94"/>
                    <a:pt x="207" y="94"/>
                    <a:pt x="207" y="94"/>
                  </a:cubicBezTo>
                  <a:cubicBezTo>
                    <a:pt x="208" y="97"/>
                    <a:pt x="207" y="99"/>
                    <a:pt x="205" y="101"/>
                  </a:cubicBezTo>
                  <a:cubicBezTo>
                    <a:pt x="205" y="101"/>
                    <a:pt x="204" y="101"/>
                    <a:pt x="203" y="101"/>
                  </a:cubicBezTo>
                  <a:cubicBezTo>
                    <a:pt x="202" y="101"/>
                    <a:pt x="200" y="100"/>
                    <a:pt x="199" y="99"/>
                  </a:cubicBezTo>
                  <a:close/>
                  <a:moveTo>
                    <a:pt x="48" y="87"/>
                  </a:moveTo>
                  <a:cubicBezTo>
                    <a:pt x="48" y="87"/>
                    <a:pt x="48" y="87"/>
                    <a:pt x="48" y="87"/>
                  </a:cubicBezTo>
                  <a:cubicBezTo>
                    <a:pt x="46" y="85"/>
                    <a:pt x="46" y="83"/>
                    <a:pt x="47" y="81"/>
                  </a:cubicBezTo>
                  <a:cubicBezTo>
                    <a:pt x="47" y="81"/>
                    <a:pt x="47" y="81"/>
                    <a:pt x="47" y="81"/>
                  </a:cubicBezTo>
                  <a:cubicBezTo>
                    <a:pt x="49" y="79"/>
                    <a:pt x="52" y="79"/>
                    <a:pt x="53" y="80"/>
                  </a:cubicBezTo>
                  <a:cubicBezTo>
                    <a:pt x="53" y="80"/>
                    <a:pt x="53" y="80"/>
                    <a:pt x="53" y="80"/>
                  </a:cubicBezTo>
                  <a:cubicBezTo>
                    <a:pt x="55" y="82"/>
                    <a:pt x="56" y="84"/>
                    <a:pt x="54" y="86"/>
                  </a:cubicBezTo>
                  <a:cubicBezTo>
                    <a:pt x="54" y="86"/>
                    <a:pt x="54" y="86"/>
                    <a:pt x="54" y="86"/>
                  </a:cubicBezTo>
                  <a:cubicBezTo>
                    <a:pt x="53" y="87"/>
                    <a:pt x="52" y="88"/>
                    <a:pt x="51" y="88"/>
                  </a:cubicBezTo>
                  <a:cubicBezTo>
                    <a:pt x="50" y="88"/>
                    <a:pt x="49" y="88"/>
                    <a:pt x="48" y="87"/>
                  </a:cubicBezTo>
                  <a:close/>
                  <a:moveTo>
                    <a:pt x="219" y="86"/>
                  </a:moveTo>
                  <a:cubicBezTo>
                    <a:pt x="217" y="84"/>
                    <a:pt x="217" y="82"/>
                    <a:pt x="219" y="80"/>
                  </a:cubicBezTo>
                  <a:cubicBezTo>
                    <a:pt x="219" y="80"/>
                    <a:pt x="219" y="80"/>
                    <a:pt x="219" y="80"/>
                  </a:cubicBezTo>
                  <a:cubicBezTo>
                    <a:pt x="221" y="78"/>
                    <a:pt x="224" y="79"/>
                    <a:pt x="226" y="81"/>
                  </a:cubicBezTo>
                  <a:cubicBezTo>
                    <a:pt x="226" y="81"/>
                    <a:pt x="226" y="81"/>
                    <a:pt x="226" y="81"/>
                  </a:cubicBezTo>
                  <a:cubicBezTo>
                    <a:pt x="227" y="82"/>
                    <a:pt x="227" y="85"/>
                    <a:pt x="225" y="87"/>
                  </a:cubicBezTo>
                  <a:cubicBezTo>
                    <a:pt x="225" y="87"/>
                    <a:pt x="225" y="87"/>
                    <a:pt x="225" y="87"/>
                  </a:cubicBezTo>
                  <a:cubicBezTo>
                    <a:pt x="224" y="87"/>
                    <a:pt x="223" y="88"/>
                    <a:pt x="222" y="88"/>
                  </a:cubicBezTo>
                  <a:cubicBezTo>
                    <a:pt x="221" y="88"/>
                    <a:pt x="220" y="87"/>
                    <a:pt x="219" y="86"/>
                  </a:cubicBezTo>
                  <a:close/>
                  <a:moveTo>
                    <a:pt x="31" y="70"/>
                  </a:moveTo>
                  <a:cubicBezTo>
                    <a:pt x="31" y="70"/>
                    <a:pt x="31" y="70"/>
                    <a:pt x="31" y="70"/>
                  </a:cubicBezTo>
                  <a:cubicBezTo>
                    <a:pt x="31" y="70"/>
                    <a:pt x="31" y="70"/>
                    <a:pt x="31" y="70"/>
                  </a:cubicBezTo>
                  <a:cubicBezTo>
                    <a:pt x="29" y="68"/>
                    <a:pt x="29" y="65"/>
                    <a:pt x="31" y="64"/>
                  </a:cubicBezTo>
                  <a:cubicBezTo>
                    <a:pt x="31" y="64"/>
                    <a:pt x="31" y="64"/>
                    <a:pt x="31" y="64"/>
                  </a:cubicBezTo>
                  <a:cubicBezTo>
                    <a:pt x="33" y="62"/>
                    <a:pt x="36" y="62"/>
                    <a:pt x="38" y="64"/>
                  </a:cubicBezTo>
                  <a:cubicBezTo>
                    <a:pt x="38" y="64"/>
                    <a:pt x="38" y="64"/>
                    <a:pt x="38" y="64"/>
                  </a:cubicBezTo>
                  <a:cubicBezTo>
                    <a:pt x="39" y="66"/>
                    <a:pt x="39" y="69"/>
                    <a:pt x="37" y="70"/>
                  </a:cubicBezTo>
                  <a:cubicBezTo>
                    <a:pt x="37" y="70"/>
                    <a:pt x="37" y="70"/>
                    <a:pt x="37" y="70"/>
                  </a:cubicBezTo>
                  <a:cubicBezTo>
                    <a:pt x="36" y="71"/>
                    <a:pt x="35" y="71"/>
                    <a:pt x="34" y="71"/>
                  </a:cubicBezTo>
                  <a:cubicBezTo>
                    <a:pt x="33" y="71"/>
                    <a:pt x="32" y="71"/>
                    <a:pt x="31" y="70"/>
                  </a:cubicBezTo>
                  <a:close/>
                  <a:moveTo>
                    <a:pt x="236" y="70"/>
                  </a:moveTo>
                  <a:cubicBezTo>
                    <a:pt x="234" y="69"/>
                    <a:pt x="234" y="66"/>
                    <a:pt x="235" y="64"/>
                  </a:cubicBezTo>
                  <a:cubicBezTo>
                    <a:pt x="235" y="64"/>
                    <a:pt x="235" y="64"/>
                    <a:pt x="235" y="64"/>
                  </a:cubicBezTo>
                  <a:cubicBezTo>
                    <a:pt x="237" y="62"/>
                    <a:pt x="240" y="62"/>
                    <a:pt x="241" y="64"/>
                  </a:cubicBezTo>
                  <a:cubicBezTo>
                    <a:pt x="241" y="64"/>
                    <a:pt x="241" y="64"/>
                    <a:pt x="241" y="64"/>
                  </a:cubicBezTo>
                  <a:cubicBezTo>
                    <a:pt x="243" y="65"/>
                    <a:pt x="244" y="68"/>
                    <a:pt x="242" y="70"/>
                  </a:cubicBezTo>
                  <a:cubicBezTo>
                    <a:pt x="242" y="70"/>
                    <a:pt x="242" y="70"/>
                    <a:pt x="242" y="70"/>
                  </a:cubicBezTo>
                  <a:cubicBezTo>
                    <a:pt x="241" y="71"/>
                    <a:pt x="240" y="71"/>
                    <a:pt x="239" y="71"/>
                  </a:cubicBezTo>
                  <a:cubicBezTo>
                    <a:pt x="238" y="71"/>
                    <a:pt x="237" y="71"/>
                    <a:pt x="236" y="70"/>
                  </a:cubicBezTo>
                  <a:close/>
                  <a:moveTo>
                    <a:pt x="17" y="50"/>
                  </a:moveTo>
                  <a:cubicBezTo>
                    <a:pt x="16" y="48"/>
                    <a:pt x="16" y="45"/>
                    <a:pt x="19" y="44"/>
                  </a:cubicBezTo>
                  <a:cubicBezTo>
                    <a:pt x="19" y="44"/>
                    <a:pt x="19" y="44"/>
                    <a:pt x="19" y="44"/>
                  </a:cubicBezTo>
                  <a:cubicBezTo>
                    <a:pt x="21" y="43"/>
                    <a:pt x="23" y="44"/>
                    <a:pt x="25" y="46"/>
                  </a:cubicBezTo>
                  <a:cubicBezTo>
                    <a:pt x="25" y="46"/>
                    <a:pt x="25" y="46"/>
                    <a:pt x="25" y="46"/>
                  </a:cubicBezTo>
                  <a:cubicBezTo>
                    <a:pt x="26" y="48"/>
                    <a:pt x="25" y="51"/>
                    <a:pt x="23" y="52"/>
                  </a:cubicBezTo>
                  <a:cubicBezTo>
                    <a:pt x="23" y="52"/>
                    <a:pt x="23" y="52"/>
                    <a:pt x="23" y="52"/>
                  </a:cubicBezTo>
                  <a:cubicBezTo>
                    <a:pt x="22" y="52"/>
                    <a:pt x="21" y="52"/>
                    <a:pt x="21" y="52"/>
                  </a:cubicBezTo>
                  <a:cubicBezTo>
                    <a:pt x="19" y="52"/>
                    <a:pt x="18" y="52"/>
                    <a:pt x="17" y="50"/>
                  </a:cubicBezTo>
                  <a:close/>
                  <a:moveTo>
                    <a:pt x="250" y="52"/>
                  </a:moveTo>
                  <a:cubicBezTo>
                    <a:pt x="248" y="50"/>
                    <a:pt x="247" y="48"/>
                    <a:pt x="248" y="46"/>
                  </a:cubicBezTo>
                  <a:cubicBezTo>
                    <a:pt x="248" y="46"/>
                    <a:pt x="248" y="46"/>
                    <a:pt x="248" y="46"/>
                  </a:cubicBezTo>
                  <a:cubicBezTo>
                    <a:pt x="249" y="44"/>
                    <a:pt x="252" y="43"/>
                    <a:pt x="254" y="44"/>
                  </a:cubicBezTo>
                  <a:cubicBezTo>
                    <a:pt x="256" y="45"/>
                    <a:pt x="257" y="48"/>
                    <a:pt x="256" y="50"/>
                  </a:cubicBezTo>
                  <a:cubicBezTo>
                    <a:pt x="256" y="50"/>
                    <a:pt x="256" y="50"/>
                    <a:pt x="256" y="50"/>
                  </a:cubicBezTo>
                  <a:cubicBezTo>
                    <a:pt x="255" y="51"/>
                    <a:pt x="253" y="52"/>
                    <a:pt x="252" y="52"/>
                  </a:cubicBezTo>
                  <a:cubicBezTo>
                    <a:pt x="251" y="52"/>
                    <a:pt x="250" y="52"/>
                    <a:pt x="250" y="52"/>
                  </a:cubicBezTo>
                  <a:close/>
                  <a:moveTo>
                    <a:pt x="7" y="28"/>
                  </a:moveTo>
                  <a:cubicBezTo>
                    <a:pt x="6" y="26"/>
                    <a:pt x="7" y="24"/>
                    <a:pt x="9" y="23"/>
                  </a:cubicBezTo>
                  <a:cubicBezTo>
                    <a:pt x="12" y="22"/>
                    <a:pt x="14" y="23"/>
                    <a:pt x="15" y="25"/>
                  </a:cubicBezTo>
                  <a:cubicBezTo>
                    <a:pt x="15" y="25"/>
                    <a:pt x="15" y="25"/>
                    <a:pt x="15" y="25"/>
                  </a:cubicBezTo>
                  <a:cubicBezTo>
                    <a:pt x="16" y="28"/>
                    <a:pt x="15" y="30"/>
                    <a:pt x="12" y="31"/>
                  </a:cubicBezTo>
                  <a:cubicBezTo>
                    <a:pt x="12" y="31"/>
                    <a:pt x="11" y="31"/>
                    <a:pt x="11" y="31"/>
                  </a:cubicBezTo>
                  <a:cubicBezTo>
                    <a:pt x="9" y="31"/>
                    <a:pt x="7" y="30"/>
                    <a:pt x="7" y="28"/>
                  </a:cubicBezTo>
                  <a:close/>
                  <a:moveTo>
                    <a:pt x="260" y="31"/>
                  </a:moveTo>
                  <a:cubicBezTo>
                    <a:pt x="258" y="30"/>
                    <a:pt x="257" y="28"/>
                    <a:pt x="258" y="25"/>
                  </a:cubicBezTo>
                  <a:cubicBezTo>
                    <a:pt x="258" y="25"/>
                    <a:pt x="258" y="25"/>
                    <a:pt x="258" y="25"/>
                  </a:cubicBezTo>
                  <a:cubicBezTo>
                    <a:pt x="258" y="23"/>
                    <a:pt x="261" y="22"/>
                    <a:pt x="263" y="23"/>
                  </a:cubicBezTo>
                  <a:cubicBezTo>
                    <a:pt x="266" y="23"/>
                    <a:pt x="267" y="26"/>
                    <a:pt x="266" y="28"/>
                  </a:cubicBezTo>
                  <a:cubicBezTo>
                    <a:pt x="266" y="28"/>
                    <a:pt x="266" y="28"/>
                    <a:pt x="266" y="28"/>
                  </a:cubicBezTo>
                  <a:cubicBezTo>
                    <a:pt x="265" y="30"/>
                    <a:pt x="264" y="31"/>
                    <a:pt x="262" y="31"/>
                  </a:cubicBezTo>
                  <a:cubicBezTo>
                    <a:pt x="261" y="31"/>
                    <a:pt x="261" y="31"/>
                    <a:pt x="260" y="31"/>
                  </a:cubicBezTo>
                  <a:close/>
                  <a:moveTo>
                    <a:pt x="0" y="5"/>
                  </a:moveTo>
                  <a:cubicBezTo>
                    <a:pt x="0" y="5"/>
                    <a:pt x="0" y="5"/>
                    <a:pt x="0" y="5"/>
                  </a:cubicBezTo>
                  <a:cubicBezTo>
                    <a:pt x="0" y="5"/>
                    <a:pt x="0" y="5"/>
                    <a:pt x="0" y="5"/>
                  </a:cubicBezTo>
                  <a:cubicBezTo>
                    <a:pt x="0" y="3"/>
                    <a:pt x="2" y="1"/>
                    <a:pt x="4" y="0"/>
                  </a:cubicBezTo>
                  <a:cubicBezTo>
                    <a:pt x="6" y="0"/>
                    <a:pt x="9" y="1"/>
                    <a:pt x="9" y="4"/>
                  </a:cubicBezTo>
                  <a:cubicBezTo>
                    <a:pt x="9" y="4"/>
                    <a:pt x="9" y="4"/>
                    <a:pt x="9" y="4"/>
                  </a:cubicBezTo>
                  <a:cubicBezTo>
                    <a:pt x="10" y="6"/>
                    <a:pt x="8" y="8"/>
                    <a:pt x="6" y="9"/>
                  </a:cubicBezTo>
                  <a:cubicBezTo>
                    <a:pt x="5" y="9"/>
                    <a:pt x="5" y="9"/>
                    <a:pt x="5" y="9"/>
                  </a:cubicBezTo>
                  <a:cubicBezTo>
                    <a:pt x="3" y="9"/>
                    <a:pt x="1" y="7"/>
                    <a:pt x="0" y="5"/>
                  </a:cubicBezTo>
                  <a:close/>
                  <a:moveTo>
                    <a:pt x="267" y="9"/>
                  </a:moveTo>
                  <a:cubicBezTo>
                    <a:pt x="265" y="8"/>
                    <a:pt x="263" y="6"/>
                    <a:pt x="263" y="4"/>
                  </a:cubicBezTo>
                  <a:cubicBezTo>
                    <a:pt x="263" y="4"/>
                    <a:pt x="263" y="4"/>
                    <a:pt x="263" y="4"/>
                  </a:cubicBezTo>
                  <a:cubicBezTo>
                    <a:pt x="264" y="1"/>
                    <a:pt x="266" y="0"/>
                    <a:pt x="269" y="0"/>
                  </a:cubicBezTo>
                  <a:cubicBezTo>
                    <a:pt x="271" y="0"/>
                    <a:pt x="273" y="3"/>
                    <a:pt x="272" y="5"/>
                  </a:cubicBezTo>
                  <a:cubicBezTo>
                    <a:pt x="272" y="5"/>
                    <a:pt x="272" y="5"/>
                    <a:pt x="272" y="5"/>
                  </a:cubicBezTo>
                  <a:cubicBezTo>
                    <a:pt x="272" y="7"/>
                    <a:pt x="270" y="9"/>
                    <a:pt x="268" y="9"/>
                  </a:cubicBezTo>
                  <a:cubicBezTo>
                    <a:pt x="268" y="9"/>
                    <a:pt x="267" y="9"/>
                    <a:pt x="267"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7" name="Google Shape;1377;p50"/>
            <p:cNvSpPr/>
            <p:nvPr/>
          </p:nvSpPr>
          <p:spPr>
            <a:xfrm>
              <a:off x="6742113" y="857251"/>
              <a:ext cx="46038" cy="41275"/>
            </a:xfrm>
            <a:custGeom>
              <a:avLst/>
              <a:gdLst/>
              <a:ahLst/>
              <a:cxnLst/>
              <a:rect l="l" t="t" r="r" b="b"/>
              <a:pathLst>
                <a:path w="12" h="11" extrusionOk="0">
                  <a:moveTo>
                    <a:pt x="6" y="11"/>
                  </a:moveTo>
                  <a:cubicBezTo>
                    <a:pt x="1" y="11"/>
                    <a:pt x="0" y="3"/>
                    <a:pt x="5" y="2"/>
                  </a:cubicBezTo>
                  <a:cubicBezTo>
                    <a:pt x="11" y="0"/>
                    <a:pt x="12" y="11"/>
                    <a:pt x="6"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8" name="Google Shape;1378;p50"/>
            <p:cNvSpPr/>
            <p:nvPr/>
          </p:nvSpPr>
          <p:spPr>
            <a:xfrm>
              <a:off x="7537451" y="758826"/>
              <a:ext cx="44450" cy="38100"/>
            </a:xfrm>
            <a:custGeom>
              <a:avLst/>
              <a:gdLst/>
              <a:ahLst/>
              <a:cxnLst/>
              <a:rect l="l" t="t" r="r" b="b"/>
              <a:pathLst>
                <a:path w="12" h="10" extrusionOk="0">
                  <a:moveTo>
                    <a:pt x="6" y="10"/>
                  </a:moveTo>
                  <a:cubicBezTo>
                    <a:pt x="1" y="10"/>
                    <a:pt x="0" y="2"/>
                    <a:pt x="5" y="1"/>
                  </a:cubicBezTo>
                  <a:cubicBezTo>
                    <a:pt x="11" y="0"/>
                    <a:pt x="12" y="10"/>
                    <a:pt x="6" y="1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9" name="Google Shape;1379;p50"/>
            <p:cNvSpPr/>
            <p:nvPr/>
          </p:nvSpPr>
          <p:spPr>
            <a:xfrm>
              <a:off x="7548563" y="261938"/>
              <a:ext cx="1025525" cy="447675"/>
            </a:xfrm>
            <a:custGeom>
              <a:avLst/>
              <a:gdLst/>
              <a:ahLst/>
              <a:cxnLst/>
              <a:rect l="l" t="t" r="r" b="b"/>
              <a:pathLst>
                <a:path w="272" h="119" extrusionOk="0">
                  <a:moveTo>
                    <a:pt x="4" y="119"/>
                  </a:moveTo>
                  <a:cubicBezTo>
                    <a:pt x="2" y="118"/>
                    <a:pt x="0" y="116"/>
                    <a:pt x="1" y="114"/>
                  </a:cubicBezTo>
                  <a:cubicBezTo>
                    <a:pt x="1" y="114"/>
                    <a:pt x="1" y="114"/>
                    <a:pt x="1" y="114"/>
                  </a:cubicBezTo>
                  <a:cubicBezTo>
                    <a:pt x="1" y="114"/>
                    <a:pt x="1" y="114"/>
                    <a:pt x="1" y="114"/>
                  </a:cubicBezTo>
                  <a:cubicBezTo>
                    <a:pt x="1" y="114"/>
                    <a:pt x="1" y="114"/>
                    <a:pt x="1" y="114"/>
                  </a:cubicBezTo>
                  <a:cubicBezTo>
                    <a:pt x="1" y="111"/>
                    <a:pt x="3" y="110"/>
                    <a:pt x="6" y="110"/>
                  </a:cubicBezTo>
                  <a:cubicBezTo>
                    <a:pt x="8" y="110"/>
                    <a:pt x="10" y="113"/>
                    <a:pt x="9" y="115"/>
                  </a:cubicBezTo>
                  <a:cubicBezTo>
                    <a:pt x="9" y="115"/>
                    <a:pt x="9" y="115"/>
                    <a:pt x="9" y="115"/>
                  </a:cubicBezTo>
                  <a:cubicBezTo>
                    <a:pt x="9" y="117"/>
                    <a:pt x="7" y="119"/>
                    <a:pt x="5" y="119"/>
                  </a:cubicBezTo>
                  <a:cubicBezTo>
                    <a:pt x="5" y="119"/>
                    <a:pt x="5" y="119"/>
                    <a:pt x="4" y="119"/>
                  </a:cubicBezTo>
                  <a:close/>
                  <a:moveTo>
                    <a:pt x="263" y="115"/>
                  </a:moveTo>
                  <a:cubicBezTo>
                    <a:pt x="262" y="113"/>
                    <a:pt x="264" y="110"/>
                    <a:pt x="266" y="110"/>
                  </a:cubicBezTo>
                  <a:cubicBezTo>
                    <a:pt x="269" y="109"/>
                    <a:pt x="271" y="111"/>
                    <a:pt x="271" y="113"/>
                  </a:cubicBezTo>
                  <a:cubicBezTo>
                    <a:pt x="271" y="113"/>
                    <a:pt x="271" y="113"/>
                    <a:pt x="271" y="113"/>
                  </a:cubicBezTo>
                  <a:cubicBezTo>
                    <a:pt x="271" y="113"/>
                    <a:pt x="271" y="113"/>
                    <a:pt x="271" y="113"/>
                  </a:cubicBezTo>
                  <a:cubicBezTo>
                    <a:pt x="271" y="113"/>
                    <a:pt x="271" y="113"/>
                    <a:pt x="271" y="113"/>
                  </a:cubicBezTo>
                  <a:cubicBezTo>
                    <a:pt x="272" y="116"/>
                    <a:pt x="270" y="118"/>
                    <a:pt x="268" y="119"/>
                  </a:cubicBezTo>
                  <a:cubicBezTo>
                    <a:pt x="267" y="119"/>
                    <a:pt x="267" y="119"/>
                    <a:pt x="267" y="119"/>
                  </a:cubicBezTo>
                  <a:cubicBezTo>
                    <a:pt x="265" y="119"/>
                    <a:pt x="263" y="117"/>
                    <a:pt x="263" y="115"/>
                  </a:cubicBezTo>
                  <a:close/>
                  <a:moveTo>
                    <a:pt x="9" y="96"/>
                  </a:moveTo>
                  <a:cubicBezTo>
                    <a:pt x="7" y="95"/>
                    <a:pt x="6" y="93"/>
                    <a:pt x="7" y="91"/>
                  </a:cubicBezTo>
                  <a:cubicBezTo>
                    <a:pt x="7" y="91"/>
                    <a:pt x="7" y="91"/>
                    <a:pt x="7" y="91"/>
                  </a:cubicBezTo>
                  <a:cubicBezTo>
                    <a:pt x="7" y="91"/>
                    <a:pt x="7" y="91"/>
                    <a:pt x="7" y="91"/>
                  </a:cubicBezTo>
                  <a:cubicBezTo>
                    <a:pt x="7" y="91"/>
                    <a:pt x="7" y="91"/>
                    <a:pt x="7" y="91"/>
                  </a:cubicBezTo>
                  <a:cubicBezTo>
                    <a:pt x="8" y="88"/>
                    <a:pt x="10" y="87"/>
                    <a:pt x="13" y="88"/>
                  </a:cubicBezTo>
                  <a:cubicBezTo>
                    <a:pt x="15" y="89"/>
                    <a:pt x="16" y="91"/>
                    <a:pt x="15" y="94"/>
                  </a:cubicBezTo>
                  <a:cubicBezTo>
                    <a:pt x="15" y="94"/>
                    <a:pt x="15" y="94"/>
                    <a:pt x="15" y="94"/>
                  </a:cubicBezTo>
                  <a:cubicBezTo>
                    <a:pt x="15" y="95"/>
                    <a:pt x="13" y="96"/>
                    <a:pt x="11" y="96"/>
                  </a:cubicBezTo>
                  <a:cubicBezTo>
                    <a:pt x="11" y="96"/>
                    <a:pt x="10" y="96"/>
                    <a:pt x="9" y="96"/>
                  </a:cubicBezTo>
                  <a:close/>
                  <a:moveTo>
                    <a:pt x="257" y="93"/>
                  </a:moveTo>
                  <a:cubicBezTo>
                    <a:pt x="256" y="91"/>
                    <a:pt x="257" y="89"/>
                    <a:pt x="259" y="88"/>
                  </a:cubicBezTo>
                  <a:cubicBezTo>
                    <a:pt x="262" y="87"/>
                    <a:pt x="264" y="88"/>
                    <a:pt x="265" y="90"/>
                  </a:cubicBezTo>
                  <a:cubicBezTo>
                    <a:pt x="265" y="90"/>
                    <a:pt x="265" y="90"/>
                    <a:pt x="265" y="90"/>
                  </a:cubicBezTo>
                  <a:cubicBezTo>
                    <a:pt x="266" y="93"/>
                    <a:pt x="265" y="95"/>
                    <a:pt x="262" y="96"/>
                  </a:cubicBezTo>
                  <a:cubicBezTo>
                    <a:pt x="262" y="96"/>
                    <a:pt x="261" y="96"/>
                    <a:pt x="261" y="96"/>
                  </a:cubicBezTo>
                  <a:cubicBezTo>
                    <a:pt x="259" y="96"/>
                    <a:pt x="257" y="95"/>
                    <a:pt x="257" y="93"/>
                  </a:cubicBezTo>
                  <a:close/>
                  <a:moveTo>
                    <a:pt x="19" y="75"/>
                  </a:moveTo>
                  <a:cubicBezTo>
                    <a:pt x="16" y="74"/>
                    <a:pt x="16" y="71"/>
                    <a:pt x="17" y="69"/>
                  </a:cubicBezTo>
                  <a:cubicBezTo>
                    <a:pt x="17" y="69"/>
                    <a:pt x="17" y="69"/>
                    <a:pt x="17" y="69"/>
                  </a:cubicBezTo>
                  <a:cubicBezTo>
                    <a:pt x="18" y="67"/>
                    <a:pt x="21" y="66"/>
                    <a:pt x="23" y="67"/>
                  </a:cubicBezTo>
                  <a:cubicBezTo>
                    <a:pt x="25" y="68"/>
                    <a:pt x="26" y="71"/>
                    <a:pt x="25" y="73"/>
                  </a:cubicBezTo>
                  <a:cubicBezTo>
                    <a:pt x="25" y="73"/>
                    <a:pt x="25" y="73"/>
                    <a:pt x="25" y="73"/>
                  </a:cubicBezTo>
                  <a:cubicBezTo>
                    <a:pt x="24" y="75"/>
                    <a:pt x="22" y="75"/>
                    <a:pt x="21" y="75"/>
                  </a:cubicBezTo>
                  <a:cubicBezTo>
                    <a:pt x="20" y="75"/>
                    <a:pt x="19" y="75"/>
                    <a:pt x="19" y="75"/>
                  </a:cubicBezTo>
                  <a:close/>
                  <a:moveTo>
                    <a:pt x="247" y="73"/>
                  </a:moveTo>
                  <a:cubicBezTo>
                    <a:pt x="247" y="73"/>
                    <a:pt x="247" y="73"/>
                    <a:pt x="247" y="73"/>
                  </a:cubicBezTo>
                  <a:cubicBezTo>
                    <a:pt x="246" y="71"/>
                    <a:pt x="247" y="68"/>
                    <a:pt x="249" y="67"/>
                  </a:cubicBezTo>
                  <a:cubicBezTo>
                    <a:pt x="251" y="66"/>
                    <a:pt x="254" y="67"/>
                    <a:pt x="255" y="69"/>
                  </a:cubicBezTo>
                  <a:cubicBezTo>
                    <a:pt x="255" y="69"/>
                    <a:pt x="255" y="69"/>
                    <a:pt x="255" y="69"/>
                  </a:cubicBezTo>
                  <a:cubicBezTo>
                    <a:pt x="255" y="69"/>
                    <a:pt x="255" y="69"/>
                    <a:pt x="255" y="69"/>
                  </a:cubicBezTo>
                  <a:cubicBezTo>
                    <a:pt x="256" y="71"/>
                    <a:pt x="255" y="73"/>
                    <a:pt x="253" y="75"/>
                  </a:cubicBezTo>
                  <a:cubicBezTo>
                    <a:pt x="253" y="75"/>
                    <a:pt x="252" y="75"/>
                    <a:pt x="251" y="75"/>
                  </a:cubicBezTo>
                  <a:cubicBezTo>
                    <a:pt x="250" y="75"/>
                    <a:pt x="248" y="75"/>
                    <a:pt x="247" y="73"/>
                  </a:cubicBezTo>
                  <a:close/>
                  <a:moveTo>
                    <a:pt x="31" y="55"/>
                  </a:moveTo>
                  <a:cubicBezTo>
                    <a:pt x="29" y="54"/>
                    <a:pt x="29" y="51"/>
                    <a:pt x="31" y="49"/>
                  </a:cubicBezTo>
                  <a:cubicBezTo>
                    <a:pt x="31" y="49"/>
                    <a:pt x="31" y="49"/>
                    <a:pt x="31" y="49"/>
                  </a:cubicBezTo>
                  <a:cubicBezTo>
                    <a:pt x="31" y="49"/>
                    <a:pt x="31" y="49"/>
                    <a:pt x="31" y="49"/>
                  </a:cubicBezTo>
                  <a:cubicBezTo>
                    <a:pt x="31" y="49"/>
                    <a:pt x="31" y="49"/>
                    <a:pt x="31" y="49"/>
                  </a:cubicBezTo>
                  <a:cubicBezTo>
                    <a:pt x="32" y="47"/>
                    <a:pt x="35" y="47"/>
                    <a:pt x="37" y="49"/>
                  </a:cubicBezTo>
                  <a:cubicBezTo>
                    <a:pt x="37" y="49"/>
                    <a:pt x="37" y="49"/>
                    <a:pt x="37" y="49"/>
                  </a:cubicBezTo>
                  <a:cubicBezTo>
                    <a:pt x="39" y="50"/>
                    <a:pt x="39" y="53"/>
                    <a:pt x="38" y="55"/>
                  </a:cubicBezTo>
                  <a:cubicBezTo>
                    <a:pt x="37" y="55"/>
                    <a:pt x="37" y="55"/>
                    <a:pt x="37" y="55"/>
                  </a:cubicBezTo>
                  <a:cubicBezTo>
                    <a:pt x="37" y="56"/>
                    <a:pt x="35" y="57"/>
                    <a:pt x="34" y="57"/>
                  </a:cubicBezTo>
                  <a:cubicBezTo>
                    <a:pt x="33" y="57"/>
                    <a:pt x="32" y="56"/>
                    <a:pt x="31" y="55"/>
                  </a:cubicBezTo>
                  <a:close/>
                  <a:moveTo>
                    <a:pt x="234" y="55"/>
                  </a:moveTo>
                  <a:cubicBezTo>
                    <a:pt x="233" y="53"/>
                    <a:pt x="233" y="50"/>
                    <a:pt x="235" y="49"/>
                  </a:cubicBezTo>
                  <a:cubicBezTo>
                    <a:pt x="235" y="49"/>
                    <a:pt x="235" y="49"/>
                    <a:pt x="235" y="49"/>
                  </a:cubicBezTo>
                  <a:cubicBezTo>
                    <a:pt x="237" y="47"/>
                    <a:pt x="240" y="47"/>
                    <a:pt x="241" y="49"/>
                  </a:cubicBezTo>
                  <a:cubicBezTo>
                    <a:pt x="241" y="49"/>
                    <a:pt x="241" y="49"/>
                    <a:pt x="241" y="49"/>
                  </a:cubicBezTo>
                  <a:cubicBezTo>
                    <a:pt x="241" y="49"/>
                    <a:pt x="241" y="49"/>
                    <a:pt x="241" y="49"/>
                  </a:cubicBezTo>
                  <a:cubicBezTo>
                    <a:pt x="241" y="49"/>
                    <a:pt x="241" y="49"/>
                    <a:pt x="241" y="49"/>
                  </a:cubicBezTo>
                  <a:cubicBezTo>
                    <a:pt x="243" y="51"/>
                    <a:pt x="242" y="54"/>
                    <a:pt x="241" y="55"/>
                  </a:cubicBezTo>
                  <a:cubicBezTo>
                    <a:pt x="241" y="55"/>
                    <a:pt x="241" y="55"/>
                    <a:pt x="241" y="55"/>
                  </a:cubicBezTo>
                  <a:cubicBezTo>
                    <a:pt x="240" y="56"/>
                    <a:pt x="239" y="56"/>
                    <a:pt x="238" y="56"/>
                  </a:cubicBezTo>
                  <a:cubicBezTo>
                    <a:pt x="236" y="56"/>
                    <a:pt x="235" y="56"/>
                    <a:pt x="234" y="55"/>
                  </a:cubicBezTo>
                  <a:close/>
                  <a:moveTo>
                    <a:pt x="47" y="39"/>
                  </a:moveTo>
                  <a:cubicBezTo>
                    <a:pt x="46" y="37"/>
                    <a:pt x="46" y="34"/>
                    <a:pt x="48" y="32"/>
                  </a:cubicBezTo>
                  <a:cubicBezTo>
                    <a:pt x="48" y="32"/>
                    <a:pt x="48" y="32"/>
                    <a:pt x="48" y="32"/>
                  </a:cubicBezTo>
                  <a:cubicBezTo>
                    <a:pt x="50" y="31"/>
                    <a:pt x="52" y="31"/>
                    <a:pt x="54" y="33"/>
                  </a:cubicBezTo>
                  <a:cubicBezTo>
                    <a:pt x="54" y="33"/>
                    <a:pt x="54" y="33"/>
                    <a:pt x="54" y="33"/>
                  </a:cubicBezTo>
                  <a:cubicBezTo>
                    <a:pt x="55" y="35"/>
                    <a:pt x="55" y="37"/>
                    <a:pt x="53" y="39"/>
                  </a:cubicBezTo>
                  <a:cubicBezTo>
                    <a:pt x="53" y="39"/>
                    <a:pt x="53" y="39"/>
                    <a:pt x="53" y="39"/>
                  </a:cubicBezTo>
                  <a:cubicBezTo>
                    <a:pt x="53" y="40"/>
                    <a:pt x="52" y="40"/>
                    <a:pt x="50" y="40"/>
                  </a:cubicBezTo>
                  <a:cubicBezTo>
                    <a:pt x="49" y="40"/>
                    <a:pt x="48" y="40"/>
                    <a:pt x="47" y="39"/>
                  </a:cubicBezTo>
                  <a:close/>
                  <a:moveTo>
                    <a:pt x="218" y="39"/>
                  </a:moveTo>
                  <a:cubicBezTo>
                    <a:pt x="218" y="39"/>
                    <a:pt x="218" y="39"/>
                    <a:pt x="218" y="39"/>
                  </a:cubicBezTo>
                  <a:cubicBezTo>
                    <a:pt x="217" y="37"/>
                    <a:pt x="216" y="35"/>
                    <a:pt x="218" y="33"/>
                  </a:cubicBezTo>
                  <a:cubicBezTo>
                    <a:pt x="218" y="33"/>
                    <a:pt x="218" y="33"/>
                    <a:pt x="218" y="33"/>
                  </a:cubicBezTo>
                  <a:cubicBezTo>
                    <a:pt x="220" y="31"/>
                    <a:pt x="222" y="31"/>
                    <a:pt x="224" y="32"/>
                  </a:cubicBezTo>
                  <a:cubicBezTo>
                    <a:pt x="224" y="32"/>
                    <a:pt x="224" y="32"/>
                    <a:pt x="224" y="32"/>
                  </a:cubicBezTo>
                  <a:cubicBezTo>
                    <a:pt x="226" y="34"/>
                    <a:pt x="226" y="37"/>
                    <a:pt x="225" y="38"/>
                  </a:cubicBezTo>
                  <a:cubicBezTo>
                    <a:pt x="225" y="38"/>
                    <a:pt x="225" y="38"/>
                    <a:pt x="225" y="38"/>
                  </a:cubicBezTo>
                  <a:cubicBezTo>
                    <a:pt x="224" y="39"/>
                    <a:pt x="223" y="40"/>
                    <a:pt x="221" y="40"/>
                  </a:cubicBezTo>
                  <a:cubicBezTo>
                    <a:pt x="220" y="40"/>
                    <a:pt x="219" y="40"/>
                    <a:pt x="218" y="39"/>
                  </a:cubicBezTo>
                  <a:close/>
                  <a:moveTo>
                    <a:pt x="66" y="25"/>
                  </a:moveTo>
                  <a:cubicBezTo>
                    <a:pt x="64" y="22"/>
                    <a:pt x="65" y="20"/>
                    <a:pt x="67" y="19"/>
                  </a:cubicBezTo>
                  <a:cubicBezTo>
                    <a:pt x="67" y="19"/>
                    <a:pt x="67" y="19"/>
                    <a:pt x="67" y="19"/>
                  </a:cubicBezTo>
                  <a:cubicBezTo>
                    <a:pt x="69" y="17"/>
                    <a:pt x="72" y="18"/>
                    <a:pt x="73" y="20"/>
                  </a:cubicBezTo>
                  <a:cubicBezTo>
                    <a:pt x="73" y="20"/>
                    <a:pt x="73" y="20"/>
                    <a:pt x="73" y="20"/>
                  </a:cubicBezTo>
                  <a:cubicBezTo>
                    <a:pt x="74" y="22"/>
                    <a:pt x="74" y="25"/>
                    <a:pt x="72" y="26"/>
                  </a:cubicBezTo>
                  <a:cubicBezTo>
                    <a:pt x="72" y="26"/>
                    <a:pt x="72" y="26"/>
                    <a:pt x="72" y="26"/>
                  </a:cubicBezTo>
                  <a:cubicBezTo>
                    <a:pt x="71" y="27"/>
                    <a:pt x="70" y="27"/>
                    <a:pt x="69" y="27"/>
                  </a:cubicBezTo>
                  <a:cubicBezTo>
                    <a:pt x="68" y="27"/>
                    <a:pt x="66" y="26"/>
                    <a:pt x="66" y="25"/>
                  </a:cubicBezTo>
                  <a:close/>
                  <a:moveTo>
                    <a:pt x="200" y="26"/>
                  </a:moveTo>
                  <a:cubicBezTo>
                    <a:pt x="198" y="25"/>
                    <a:pt x="197" y="22"/>
                    <a:pt x="199" y="20"/>
                  </a:cubicBezTo>
                  <a:cubicBezTo>
                    <a:pt x="199" y="20"/>
                    <a:pt x="199" y="20"/>
                    <a:pt x="199" y="20"/>
                  </a:cubicBezTo>
                  <a:cubicBezTo>
                    <a:pt x="200" y="18"/>
                    <a:pt x="202" y="17"/>
                    <a:pt x="205" y="18"/>
                  </a:cubicBezTo>
                  <a:cubicBezTo>
                    <a:pt x="205" y="18"/>
                    <a:pt x="205" y="18"/>
                    <a:pt x="205" y="18"/>
                  </a:cubicBezTo>
                  <a:cubicBezTo>
                    <a:pt x="205" y="18"/>
                    <a:pt x="205" y="18"/>
                    <a:pt x="205" y="18"/>
                  </a:cubicBezTo>
                  <a:cubicBezTo>
                    <a:pt x="205" y="18"/>
                    <a:pt x="205" y="18"/>
                    <a:pt x="205" y="18"/>
                  </a:cubicBezTo>
                  <a:cubicBezTo>
                    <a:pt x="207" y="20"/>
                    <a:pt x="207" y="22"/>
                    <a:pt x="206" y="25"/>
                  </a:cubicBezTo>
                  <a:cubicBezTo>
                    <a:pt x="206" y="25"/>
                    <a:pt x="206" y="25"/>
                    <a:pt x="206" y="25"/>
                  </a:cubicBezTo>
                  <a:cubicBezTo>
                    <a:pt x="205" y="26"/>
                    <a:pt x="204" y="27"/>
                    <a:pt x="202" y="27"/>
                  </a:cubicBezTo>
                  <a:cubicBezTo>
                    <a:pt x="202" y="27"/>
                    <a:pt x="201" y="27"/>
                    <a:pt x="200" y="26"/>
                  </a:cubicBezTo>
                  <a:close/>
                  <a:moveTo>
                    <a:pt x="86" y="14"/>
                  </a:moveTo>
                  <a:cubicBezTo>
                    <a:pt x="85" y="12"/>
                    <a:pt x="87" y="9"/>
                    <a:pt x="89" y="8"/>
                  </a:cubicBezTo>
                  <a:cubicBezTo>
                    <a:pt x="89" y="8"/>
                    <a:pt x="89" y="8"/>
                    <a:pt x="89" y="8"/>
                  </a:cubicBezTo>
                  <a:cubicBezTo>
                    <a:pt x="89" y="8"/>
                    <a:pt x="89" y="8"/>
                    <a:pt x="89" y="8"/>
                  </a:cubicBezTo>
                  <a:cubicBezTo>
                    <a:pt x="91" y="8"/>
                    <a:pt x="94" y="9"/>
                    <a:pt x="95" y="11"/>
                  </a:cubicBezTo>
                  <a:cubicBezTo>
                    <a:pt x="95" y="11"/>
                    <a:pt x="95" y="11"/>
                    <a:pt x="95" y="11"/>
                  </a:cubicBezTo>
                  <a:cubicBezTo>
                    <a:pt x="95" y="13"/>
                    <a:pt x="94" y="16"/>
                    <a:pt x="92" y="17"/>
                  </a:cubicBezTo>
                  <a:cubicBezTo>
                    <a:pt x="91" y="17"/>
                    <a:pt x="91" y="17"/>
                    <a:pt x="90" y="17"/>
                  </a:cubicBezTo>
                  <a:cubicBezTo>
                    <a:pt x="89" y="17"/>
                    <a:pt x="87" y="16"/>
                    <a:pt x="86" y="14"/>
                  </a:cubicBezTo>
                  <a:close/>
                  <a:moveTo>
                    <a:pt x="180" y="17"/>
                  </a:moveTo>
                  <a:cubicBezTo>
                    <a:pt x="178" y="16"/>
                    <a:pt x="176" y="13"/>
                    <a:pt x="177" y="11"/>
                  </a:cubicBezTo>
                  <a:cubicBezTo>
                    <a:pt x="177" y="11"/>
                    <a:pt x="177" y="11"/>
                    <a:pt x="177" y="11"/>
                  </a:cubicBezTo>
                  <a:cubicBezTo>
                    <a:pt x="178" y="9"/>
                    <a:pt x="181" y="7"/>
                    <a:pt x="183" y="8"/>
                  </a:cubicBezTo>
                  <a:cubicBezTo>
                    <a:pt x="185" y="9"/>
                    <a:pt x="186" y="12"/>
                    <a:pt x="186" y="14"/>
                  </a:cubicBezTo>
                  <a:cubicBezTo>
                    <a:pt x="186" y="14"/>
                    <a:pt x="186" y="14"/>
                    <a:pt x="186" y="14"/>
                  </a:cubicBezTo>
                  <a:cubicBezTo>
                    <a:pt x="185" y="16"/>
                    <a:pt x="183" y="17"/>
                    <a:pt x="181" y="17"/>
                  </a:cubicBezTo>
                  <a:cubicBezTo>
                    <a:pt x="181" y="17"/>
                    <a:pt x="180" y="17"/>
                    <a:pt x="180" y="17"/>
                  </a:cubicBezTo>
                  <a:close/>
                  <a:moveTo>
                    <a:pt x="108" y="7"/>
                  </a:moveTo>
                  <a:cubicBezTo>
                    <a:pt x="108" y="5"/>
                    <a:pt x="110" y="3"/>
                    <a:pt x="112" y="2"/>
                  </a:cubicBezTo>
                  <a:cubicBezTo>
                    <a:pt x="114" y="2"/>
                    <a:pt x="117" y="3"/>
                    <a:pt x="117" y="6"/>
                  </a:cubicBezTo>
                  <a:cubicBezTo>
                    <a:pt x="117" y="6"/>
                    <a:pt x="117" y="6"/>
                    <a:pt x="117" y="6"/>
                  </a:cubicBezTo>
                  <a:cubicBezTo>
                    <a:pt x="118" y="8"/>
                    <a:pt x="116" y="11"/>
                    <a:pt x="114" y="11"/>
                  </a:cubicBezTo>
                  <a:cubicBezTo>
                    <a:pt x="113" y="11"/>
                    <a:pt x="113" y="11"/>
                    <a:pt x="113" y="11"/>
                  </a:cubicBezTo>
                  <a:cubicBezTo>
                    <a:pt x="111" y="11"/>
                    <a:pt x="109" y="9"/>
                    <a:pt x="108" y="7"/>
                  </a:cubicBezTo>
                  <a:close/>
                  <a:moveTo>
                    <a:pt x="158" y="11"/>
                  </a:moveTo>
                  <a:cubicBezTo>
                    <a:pt x="156" y="11"/>
                    <a:pt x="154" y="8"/>
                    <a:pt x="155" y="6"/>
                  </a:cubicBezTo>
                  <a:cubicBezTo>
                    <a:pt x="155" y="6"/>
                    <a:pt x="155" y="6"/>
                    <a:pt x="155" y="6"/>
                  </a:cubicBezTo>
                  <a:cubicBezTo>
                    <a:pt x="155" y="3"/>
                    <a:pt x="157" y="2"/>
                    <a:pt x="160" y="2"/>
                  </a:cubicBezTo>
                  <a:cubicBezTo>
                    <a:pt x="162" y="3"/>
                    <a:pt x="164" y="5"/>
                    <a:pt x="163" y="7"/>
                  </a:cubicBezTo>
                  <a:cubicBezTo>
                    <a:pt x="163" y="7"/>
                    <a:pt x="163" y="7"/>
                    <a:pt x="163" y="7"/>
                  </a:cubicBezTo>
                  <a:cubicBezTo>
                    <a:pt x="163" y="9"/>
                    <a:pt x="161" y="11"/>
                    <a:pt x="159" y="11"/>
                  </a:cubicBezTo>
                  <a:cubicBezTo>
                    <a:pt x="159" y="11"/>
                    <a:pt x="158" y="11"/>
                    <a:pt x="158" y="11"/>
                  </a:cubicBezTo>
                  <a:close/>
                  <a:moveTo>
                    <a:pt x="131" y="5"/>
                  </a:moveTo>
                  <a:cubicBezTo>
                    <a:pt x="131" y="2"/>
                    <a:pt x="133" y="0"/>
                    <a:pt x="136" y="0"/>
                  </a:cubicBezTo>
                  <a:cubicBezTo>
                    <a:pt x="138" y="0"/>
                    <a:pt x="140" y="2"/>
                    <a:pt x="140" y="5"/>
                  </a:cubicBezTo>
                  <a:cubicBezTo>
                    <a:pt x="140" y="5"/>
                    <a:pt x="140" y="5"/>
                    <a:pt x="140" y="5"/>
                  </a:cubicBezTo>
                  <a:cubicBezTo>
                    <a:pt x="140" y="7"/>
                    <a:pt x="138" y="9"/>
                    <a:pt x="136" y="9"/>
                  </a:cubicBezTo>
                  <a:cubicBezTo>
                    <a:pt x="133" y="9"/>
                    <a:pt x="131" y="7"/>
                    <a:pt x="131"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0" name="Google Shape;1380;p50"/>
            <p:cNvSpPr/>
            <p:nvPr/>
          </p:nvSpPr>
          <p:spPr>
            <a:xfrm>
              <a:off x="8531226" y="747713"/>
              <a:ext cx="53975" cy="49213"/>
            </a:xfrm>
            <a:custGeom>
              <a:avLst/>
              <a:gdLst/>
              <a:ahLst/>
              <a:cxnLst/>
              <a:rect l="l" t="t" r="r" b="b"/>
              <a:pathLst>
                <a:path w="14" h="13" extrusionOk="0">
                  <a:moveTo>
                    <a:pt x="8" y="13"/>
                  </a:moveTo>
                  <a:cubicBezTo>
                    <a:pt x="0" y="12"/>
                    <a:pt x="5" y="0"/>
                    <a:pt x="11" y="5"/>
                  </a:cubicBezTo>
                  <a:cubicBezTo>
                    <a:pt x="14" y="8"/>
                    <a:pt x="12" y="13"/>
                    <a:pt x="8"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1" name="Google Shape;1381;p50"/>
            <p:cNvSpPr/>
            <p:nvPr/>
          </p:nvSpPr>
          <p:spPr>
            <a:xfrm>
              <a:off x="7743826" y="747713"/>
              <a:ext cx="53975" cy="49213"/>
            </a:xfrm>
            <a:custGeom>
              <a:avLst/>
              <a:gdLst/>
              <a:ahLst/>
              <a:cxnLst/>
              <a:rect l="l" t="t" r="r" b="b"/>
              <a:pathLst>
                <a:path w="14" h="13" extrusionOk="0">
                  <a:moveTo>
                    <a:pt x="6" y="13"/>
                  </a:moveTo>
                  <a:cubicBezTo>
                    <a:pt x="2" y="13"/>
                    <a:pt x="0" y="8"/>
                    <a:pt x="2" y="5"/>
                  </a:cubicBezTo>
                  <a:cubicBezTo>
                    <a:pt x="9" y="0"/>
                    <a:pt x="14" y="12"/>
                    <a:pt x="6"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2" name="Google Shape;1382;p50"/>
            <p:cNvSpPr/>
            <p:nvPr/>
          </p:nvSpPr>
          <p:spPr>
            <a:xfrm>
              <a:off x="7759701" y="468313"/>
              <a:ext cx="603250" cy="244475"/>
            </a:xfrm>
            <a:custGeom>
              <a:avLst/>
              <a:gdLst/>
              <a:ahLst/>
              <a:cxnLst/>
              <a:rect l="l" t="t" r="r" b="b"/>
              <a:pathLst>
                <a:path w="160" h="65" extrusionOk="0">
                  <a:moveTo>
                    <a:pt x="3" y="65"/>
                  </a:moveTo>
                  <a:cubicBezTo>
                    <a:pt x="1" y="64"/>
                    <a:pt x="0" y="61"/>
                    <a:pt x="0" y="59"/>
                  </a:cubicBezTo>
                  <a:cubicBezTo>
                    <a:pt x="0" y="59"/>
                    <a:pt x="0" y="59"/>
                    <a:pt x="0" y="59"/>
                  </a:cubicBezTo>
                  <a:cubicBezTo>
                    <a:pt x="0" y="59"/>
                    <a:pt x="0" y="59"/>
                    <a:pt x="0" y="59"/>
                  </a:cubicBezTo>
                  <a:cubicBezTo>
                    <a:pt x="0" y="59"/>
                    <a:pt x="0" y="59"/>
                    <a:pt x="0" y="59"/>
                  </a:cubicBezTo>
                  <a:cubicBezTo>
                    <a:pt x="1" y="57"/>
                    <a:pt x="4" y="55"/>
                    <a:pt x="6" y="56"/>
                  </a:cubicBezTo>
                  <a:cubicBezTo>
                    <a:pt x="8" y="57"/>
                    <a:pt x="10" y="59"/>
                    <a:pt x="9" y="62"/>
                  </a:cubicBezTo>
                  <a:cubicBezTo>
                    <a:pt x="9" y="62"/>
                    <a:pt x="9" y="62"/>
                    <a:pt x="9" y="62"/>
                  </a:cubicBezTo>
                  <a:cubicBezTo>
                    <a:pt x="8" y="64"/>
                    <a:pt x="7" y="65"/>
                    <a:pt x="5" y="65"/>
                  </a:cubicBezTo>
                  <a:cubicBezTo>
                    <a:pt x="4" y="65"/>
                    <a:pt x="4" y="65"/>
                    <a:pt x="3" y="65"/>
                  </a:cubicBezTo>
                  <a:close/>
                  <a:moveTo>
                    <a:pt x="151" y="62"/>
                  </a:moveTo>
                  <a:cubicBezTo>
                    <a:pt x="150" y="59"/>
                    <a:pt x="152" y="57"/>
                    <a:pt x="154" y="56"/>
                  </a:cubicBezTo>
                  <a:cubicBezTo>
                    <a:pt x="156" y="55"/>
                    <a:pt x="159" y="57"/>
                    <a:pt x="160" y="59"/>
                  </a:cubicBezTo>
                  <a:cubicBezTo>
                    <a:pt x="160" y="59"/>
                    <a:pt x="160" y="59"/>
                    <a:pt x="160" y="59"/>
                  </a:cubicBezTo>
                  <a:cubicBezTo>
                    <a:pt x="160" y="59"/>
                    <a:pt x="160" y="59"/>
                    <a:pt x="160" y="59"/>
                  </a:cubicBezTo>
                  <a:cubicBezTo>
                    <a:pt x="160" y="59"/>
                    <a:pt x="160" y="59"/>
                    <a:pt x="160" y="59"/>
                  </a:cubicBezTo>
                  <a:cubicBezTo>
                    <a:pt x="160" y="61"/>
                    <a:pt x="159" y="64"/>
                    <a:pt x="157" y="65"/>
                  </a:cubicBezTo>
                  <a:cubicBezTo>
                    <a:pt x="156" y="65"/>
                    <a:pt x="156" y="65"/>
                    <a:pt x="155" y="65"/>
                  </a:cubicBezTo>
                  <a:cubicBezTo>
                    <a:pt x="153" y="65"/>
                    <a:pt x="152" y="63"/>
                    <a:pt x="151" y="62"/>
                  </a:cubicBezTo>
                  <a:close/>
                  <a:moveTo>
                    <a:pt x="12" y="44"/>
                  </a:moveTo>
                  <a:cubicBezTo>
                    <a:pt x="10" y="42"/>
                    <a:pt x="9" y="40"/>
                    <a:pt x="10" y="38"/>
                  </a:cubicBezTo>
                  <a:cubicBezTo>
                    <a:pt x="10" y="38"/>
                    <a:pt x="10" y="38"/>
                    <a:pt x="10" y="38"/>
                  </a:cubicBezTo>
                  <a:cubicBezTo>
                    <a:pt x="12" y="36"/>
                    <a:pt x="14" y="35"/>
                    <a:pt x="16" y="36"/>
                  </a:cubicBezTo>
                  <a:cubicBezTo>
                    <a:pt x="16" y="36"/>
                    <a:pt x="16" y="36"/>
                    <a:pt x="16" y="36"/>
                  </a:cubicBezTo>
                  <a:cubicBezTo>
                    <a:pt x="18" y="38"/>
                    <a:pt x="19" y="40"/>
                    <a:pt x="18" y="42"/>
                  </a:cubicBezTo>
                  <a:cubicBezTo>
                    <a:pt x="18" y="42"/>
                    <a:pt x="18" y="42"/>
                    <a:pt x="18" y="42"/>
                  </a:cubicBezTo>
                  <a:cubicBezTo>
                    <a:pt x="17" y="44"/>
                    <a:pt x="15" y="44"/>
                    <a:pt x="14" y="44"/>
                  </a:cubicBezTo>
                  <a:cubicBezTo>
                    <a:pt x="13" y="44"/>
                    <a:pt x="12" y="44"/>
                    <a:pt x="12" y="44"/>
                  </a:cubicBezTo>
                  <a:close/>
                  <a:moveTo>
                    <a:pt x="142" y="42"/>
                  </a:moveTo>
                  <a:cubicBezTo>
                    <a:pt x="141" y="40"/>
                    <a:pt x="141" y="38"/>
                    <a:pt x="144" y="36"/>
                  </a:cubicBezTo>
                  <a:cubicBezTo>
                    <a:pt x="144" y="36"/>
                    <a:pt x="144" y="36"/>
                    <a:pt x="144" y="36"/>
                  </a:cubicBezTo>
                  <a:cubicBezTo>
                    <a:pt x="146" y="35"/>
                    <a:pt x="148" y="36"/>
                    <a:pt x="150" y="38"/>
                  </a:cubicBezTo>
                  <a:cubicBezTo>
                    <a:pt x="150" y="38"/>
                    <a:pt x="150" y="38"/>
                    <a:pt x="150" y="38"/>
                  </a:cubicBezTo>
                  <a:cubicBezTo>
                    <a:pt x="151" y="40"/>
                    <a:pt x="150" y="42"/>
                    <a:pt x="148" y="44"/>
                  </a:cubicBezTo>
                  <a:cubicBezTo>
                    <a:pt x="148" y="44"/>
                    <a:pt x="148" y="44"/>
                    <a:pt x="148" y="44"/>
                  </a:cubicBezTo>
                  <a:cubicBezTo>
                    <a:pt x="148" y="44"/>
                    <a:pt x="147" y="44"/>
                    <a:pt x="146" y="44"/>
                  </a:cubicBezTo>
                  <a:cubicBezTo>
                    <a:pt x="145" y="44"/>
                    <a:pt x="143" y="44"/>
                    <a:pt x="142" y="42"/>
                  </a:cubicBezTo>
                  <a:close/>
                  <a:moveTo>
                    <a:pt x="25" y="26"/>
                  </a:moveTo>
                  <a:cubicBezTo>
                    <a:pt x="24" y="24"/>
                    <a:pt x="24" y="21"/>
                    <a:pt x="26" y="20"/>
                  </a:cubicBezTo>
                  <a:cubicBezTo>
                    <a:pt x="26" y="20"/>
                    <a:pt x="26" y="20"/>
                    <a:pt x="26" y="20"/>
                  </a:cubicBezTo>
                  <a:cubicBezTo>
                    <a:pt x="28" y="18"/>
                    <a:pt x="30" y="18"/>
                    <a:pt x="32" y="20"/>
                  </a:cubicBezTo>
                  <a:cubicBezTo>
                    <a:pt x="32" y="20"/>
                    <a:pt x="32" y="20"/>
                    <a:pt x="32" y="20"/>
                  </a:cubicBezTo>
                  <a:cubicBezTo>
                    <a:pt x="34" y="22"/>
                    <a:pt x="33" y="25"/>
                    <a:pt x="31" y="27"/>
                  </a:cubicBezTo>
                  <a:cubicBezTo>
                    <a:pt x="31" y="27"/>
                    <a:pt x="31" y="27"/>
                    <a:pt x="31" y="27"/>
                  </a:cubicBezTo>
                  <a:cubicBezTo>
                    <a:pt x="31" y="27"/>
                    <a:pt x="30" y="28"/>
                    <a:pt x="29" y="28"/>
                  </a:cubicBezTo>
                  <a:cubicBezTo>
                    <a:pt x="27" y="28"/>
                    <a:pt x="26" y="27"/>
                    <a:pt x="25" y="26"/>
                  </a:cubicBezTo>
                  <a:close/>
                  <a:moveTo>
                    <a:pt x="128" y="27"/>
                  </a:moveTo>
                  <a:cubicBezTo>
                    <a:pt x="127" y="25"/>
                    <a:pt x="126" y="22"/>
                    <a:pt x="128" y="20"/>
                  </a:cubicBezTo>
                  <a:cubicBezTo>
                    <a:pt x="128" y="20"/>
                    <a:pt x="128" y="20"/>
                    <a:pt x="128" y="20"/>
                  </a:cubicBezTo>
                  <a:cubicBezTo>
                    <a:pt x="130" y="18"/>
                    <a:pt x="132" y="18"/>
                    <a:pt x="134" y="20"/>
                  </a:cubicBezTo>
                  <a:cubicBezTo>
                    <a:pt x="134" y="20"/>
                    <a:pt x="134" y="20"/>
                    <a:pt x="134" y="20"/>
                  </a:cubicBezTo>
                  <a:cubicBezTo>
                    <a:pt x="136" y="21"/>
                    <a:pt x="136" y="24"/>
                    <a:pt x="135" y="26"/>
                  </a:cubicBezTo>
                  <a:cubicBezTo>
                    <a:pt x="135" y="26"/>
                    <a:pt x="135" y="26"/>
                    <a:pt x="135" y="26"/>
                  </a:cubicBezTo>
                  <a:cubicBezTo>
                    <a:pt x="134" y="27"/>
                    <a:pt x="133" y="28"/>
                    <a:pt x="131" y="28"/>
                  </a:cubicBezTo>
                  <a:cubicBezTo>
                    <a:pt x="130" y="28"/>
                    <a:pt x="129" y="27"/>
                    <a:pt x="128" y="27"/>
                  </a:cubicBezTo>
                  <a:close/>
                  <a:moveTo>
                    <a:pt x="43" y="13"/>
                  </a:moveTo>
                  <a:cubicBezTo>
                    <a:pt x="42" y="11"/>
                    <a:pt x="43" y="8"/>
                    <a:pt x="46" y="7"/>
                  </a:cubicBezTo>
                  <a:cubicBezTo>
                    <a:pt x="48" y="6"/>
                    <a:pt x="50" y="7"/>
                    <a:pt x="51" y="9"/>
                  </a:cubicBezTo>
                  <a:cubicBezTo>
                    <a:pt x="51" y="9"/>
                    <a:pt x="51" y="9"/>
                    <a:pt x="51" y="9"/>
                  </a:cubicBezTo>
                  <a:cubicBezTo>
                    <a:pt x="52" y="11"/>
                    <a:pt x="51" y="14"/>
                    <a:pt x="49" y="15"/>
                  </a:cubicBezTo>
                  <a:cubicBezTo>
                    <a:pt x="49" y="15"/>
                    <a:pt x="48" y="16"/>
                    <a:pt x="47" y="16"/>
                  </a:cubicBezTo>
                  <a:cubicBezTo>
                    <a:pt x="46" y="16"/>
                    <a:pt x="44" y="15"/>
                    <a:pt x="43" y="13"/>
                  </a:cubicBezTo>
                  <a:close/>
                  <a:moveTo>
                    <a:pt x="111" y="15"/>
                  </a:moveTo>
                  <a:cubicBezTo>
                    <a:pt x="108" y="14"/>
                    <a:pt x="107" y="11"/>
                    <a:pt x="109" y="9"/>
                  </a:cubicBezTo>
                  <a:cubicBezTo>
                    <a:pt x="109" y="9"/>
                    <a:pt x="109" y="9"/>
                    <a:pt x="109" y="9"/>
                  </a:cubicBezTo>
                  <a:cubicBezTo>
                    <a:pt x="110" y="7"/>
                    <a:pt x="112" y="6"/>
                    <a:pt x="114" y="7"/>
                  </a:cubicBezTo>
                  <a:cubicBezTo>
                    <a:pt x="117" y="8"/>
                    <a:pt x="118" y="11"/>
                    <a:pt x="117" y="13"/>
                  </a:cubicBezTo>
                  <a:cubicBezTo>
                    <a:pt x="117" y="13"/>
                    <a:pt x="117" y="13"/>
                    <a:pt x="117" y="13"/>
                  </a:cubicBezTo>
                  <a:cubicBezTo>
                    <a:pt x="116" y="15"/>
                    <a:pt x="114" y="16"/>
                    <a:pt x="113" y="16"/>
                  </a:cubicBezTo>
                  <a:cubicBezTo>
                    <a:pt x="112" y="16"/>
                    <a:pt x="111" y="15"/>
                    <a:pt x="111" y="15"/>
                  </a:cubicBezTo>
                  <a:close/>
                  <a:moveTo>
                    <a:pt x="64" y="5"/>
                  </a:moveTo>
                  <a:cubicBezTo>
                    <a:pt x="64" y="3"/>
                    <a:pt x="66" y="1"/>
                    <a:pt x="68" y="0"/>
                  </a:cubicBezTo>
                  <a:cubicBezTo>
                    <a:pt x="71" y="0"/>
                    <a:pt x="73" y="2"/>
                    <a:pt x="73" y="4"/>
                  </a:cubicBezTo>
                  <a:cubicBezTo>
                    <a:pt x="73" y="4"/>
                    <a:pt x="73" y="4"/>
                    <a:pt x="73" y="4"/>
                  </a:cubicBezTo>
                  <a:cubicBezTo>
                    <a:pt x="74" y="7"/>
                    <a:pt x="72" y="9"/>
                    <a:pt x="69" y="9"/>
                  </a:cubicBezTo>
                  <a:cubicBezTo>
                    <a:pt x="69" y="9"/>
                    <a:pt x="69" y="9"/>
                    <a:pt x="69" y="9"/>
                  </a:cubicBezTo>
                  <a:cubicBezTo>
                    <a:pt x="67" y="9"/>
                    <a:pt x="65" y="8"/>
                    <a:pt x="64" y="5"/>
                  </a:cubicBezTo>
                  <a:close/>
                  <a:moveTo>
                    <a:pt x="91" y="9"/>
                  </a:moveTo>
                  <a:cubicBezTo>
                    <a:pt x="88" y="9"/>
                    <a:pt x="86" y="7"/>
                    <a:pt x="87" y="4"/>
                  </a:cubicBezTo>
                  <a:cubicBezTo>
                    <a:pt x="87" y="4"/>
                    <a:pt x="87" y="4"/>
                    <a:pt x="87" y="4"/>
                  </a:cubicBezTo>
                  <a:cubicBezTo>
                    <a:pt x="87" y="2"/>
                    <a:pt x="89" y="0"/>
                    <a:pt x="92" y="0"/>
                  </a:cubicBezTo>
                  <a:cubicBezTo>
                    <a:pt x="94" y="1"/>
                    <a:pt x="96" y="3"/>
                    <a:pt x="96" y="5"/>
                  </a:cubicBezTo>
                  <a:cubicBezTo>
                    <a:pt x="96" y="5"/>
                    <a:pt x="96" y="5"/>
                    <a:pt x="96" y="5"/>
                  </a:cubicBezTo>
                  <a:cubicBezTo>
                    <a:pt x="95" y="8"/>
                    <a:pt x="93" y="9"/>
                    <a:pt x="91" y="9"/>
                  </a:cubicBezTo>
                  <a:cubicBezTo>
                    <a:pt x="91" y="9"/>
                    <a:pt x="91" y="9"/>
                    <a:pt x="91"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3" name="Google Shape;1383;p50"/>
            <p:cNvSpPr/>
            <p:nvPr/>
          </p:nvSpPr>
          <p:spPr>
            <a:xfrm>
              <a:off x="8324851" y="747713"/>
              <a:ext cx="52388" cy="49213"/>
            </a:xfrm>
            <a:custGeom>
              <a:avLst/>
              <a:gdLst/>
              <a:ahLst/>
              <a:cxnLst/>
              <a:rect l="l" t="t" r="r" b="b"/>
              <a:pathLst>
                <a:path w="14" h="13" extrusionOk="0">
                  <a:moveTo>
                    <a:pt x="8" y="13"/>
                  </a:moveTo>
                  <a:cubicBezTo>
                    <a:pt x="0" y="12"/>
                    <a:pt x="5" y="0"/>
                    <a:pt x="12" y="5"/>
                  </a:cubicBezTo>
                  <a:cubicBezTo>
                    <a:pt x="14" y="8"/>
                    <a:pt x="12" y="13"/>
                    <a:pt x="8"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4" name="Google Shape;1384;p50"/>
            <p:cNvSpPr/>
            <p:nvPr/>
          </p:nvSpPr>
          <p:spPr>
            <a:xfrm>
              <a:off x="9542463" y="830263"/>
              <a:ext cx="55563" cy="49213"/>
            </a:xfrm>
            <a:custGeom>
              <a:avLst/>
              <a:gdLst/>
              <a:ahLst/>
              <a:cxnLst/>
              <a:rect l="l" t="t" r="r" b="b"/>
              <a:pathLst>
                <a:path w="15" h="13" extrusionOk="0">
                  <a:moveTo>
                    <a:pt x="9" y="13"/>
                  </a:moveTo>
                  <a:cubicBezTo>
                    <a:pt x="0" y="13"/>
                    <a:pt x="5" y="0"/>
                    <a:pt x="12" y="6"/>
                  </a:cubicBezTo>
                  <a:cubicBezTo>
                    <a:pt x="15" y="8"/>
                    <a:pt x="12" y="13"/>
                    <a:pt x="9"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5" name="Google Shape;1385;p50"/>
            <p:cNvSpPr/>
            <p:nvPr/>
          </p:nvSpPr>
          <p:spPr>
            <a:xfrm>
              <a:off x="8558213" y="931863"/>
              <a:ext cx="1025525" cy="452438"/>
            </a:xfrm>
            <a:custGeom>
              <a:avLst/>
              <a:gdLst/>
              <a:ahLst/>
              <a:cxnLst/>
              <a:rect l="l" t="t" r="r" b="b"/>
              <a:pathLst>
                <a:path w="272" h="120" extrusionOk="0">
                  <a:moveTo>
                    <a:pt x="132" y="115"/>
                  </a:moveTo>
                  <a:cubicBezTo>
                    <a:pt x="132" y="113"/>
                    <a:pt x="134" y="111"/>
                    <a:pt x="136" y="111"/>
                  </a:cubicBezTo>
                  <a:cubicBezTo>
                    <a:pt x="139" y="111"/>
                    <a:pt x="141" y="113"/>
                    <a:pt x="141" y="115"/>
                  </a:cubicBezTo>
                  <a:cubicBezTo>
                    <a:pt x="141" y="115"/>
                    <a:pt x="141" y="115"/>
                    <a:pt x="141" y="115"/>
                  </a:cubicBezTo>
                  <a:cubicBezTo>
                    <a:pt x="141" y="118"/>
                    <a:pt x="139" y="120"/>
                    <a:pt x="136" y="120"/>
                  </a:cubicBezTo>
                  <a:cubicBezTo>
                    <a:pt x="134" y="120"/>
                    <a:pt x="132" y="118"/>
                    <a:pt x="132" y="115"/>
                  </a:cubicBezTo>
                  <a:close/>
                  <a:moveTo>
                    <a:pt x="112" y="118"/>
                  </a:moveTo>
                  <a:cubicBezTo>
                    <a:pt x="110" y="117"/>
                    <a:pt x="108" y="115"/>
                    <a:pt x="109" y="112"/>
                  </a:cubicBezTo>
                  <a:cubicBezTo>
                    <a:pt x="109" y="112"/>
                    <a:pt x="109" y="112"/>
                    <a:pt x="109" y="112"/>
                  </a:cubicBezTo>
                  <a:cubicBezTo>
                    <a:pt x="109" y="110"/>
                    <a:pt x="111" y="108"/>
                    <a:pt x="114" y="109"/>
                  </a:cubicBezTo>
                  <a:cubicBezTo>
                    <a:pt x="116" y="109"/>
                    <a:pt x="118" y="112"/>
                    <a:pt x="117" y="114"/>
                  </a:cubicBezTo>
                  <a:cubicBezTo>
                    <a:pt x="117" y="114"/>
                    <a:pt x="117" y="114"/>
                    <a:pt x="117" y="114"/>
                  </a:cubicBezTo>
                  <a:cubicBezTo>
                    <a:pt x="117" y="116"/>
                    <a:pt x="115" y="118"/>
                    <a:pt x="113" y="118"/>
                  </a:cubicBezTo>
                  <a:cubicBezTo>
                    <a:pt x="113" y="118"/>
                    <a:pt x="112" y="118"/>
                    <a:pt x="112" y="118"/>
                  </a:cubicBezTo>
                  <a:close/>
                  <a:moveTo>
                    <a:pt x="155" y="114"/>
                  </a:moveTo>
                  <a:cubicBezTo>
                    <a:pt x="155" y="112"/>
                    <a:pt x="156" y="109"/>
                    <a:pt x="159" y="109"/>
                  </a:cubicBezTo>
                  <a:cubicBezTo>
                    <a:pt x="161" y="108"/>
                    <a:pt x="163" y="110"/>
                    <a:pt x="164" y="112"/>
                  </a:cubicBezTo>
                  <a:cubicBezTo>
                    <a:pt x="164" y="112"/>
                    <a:pt x="164" y="112"/>
                    <a:pt x="164" y="112"/>
                  </a:cubicBezTo>
                  <a:cubicBezTo>
                    <a:pt x="164" y="115"/>
                    <a:pt x="163" y="117"/>
                    <a:pt x="160" y="118"/>
                  </a:cubicBezTo>
                  <a:cubicBezTo>
                    <a:pt x="160" y="118"/>
                    <a:pt x="160" y="118"/>
                    <a:pt x="159" y="118"/>
                  </a:cubicBezTo>
                  <a:cubicBezTo>
                    <a:pt x="157" y="118"/>
                    <a:pt x="155" y="116"/>
                    <a:pt x="155" y="114"/>
                  </a:cubicBezTo>
                  <a:close/>
                  <a:moveTo>
                    <a:pt x="89" y="111"/>
                  </a:moveTo>
                  <a:cubicBezTo>
                    <a:pt x="87" y="111"/>
                    <a:pt x="86" y="108"/>
                    <a:pt x="86" y="106"/>
                  </a:cubicBezTo>
                  <a:cubicBezTo>
                    <a:pt x="86" y="106"/>
                    <a:pt x="86" y="106"/>
                    <a:pt x="86" y="106"/>
                  </a:cubicBezTo>
                  <a:cubicBezTo>
                    <a:pt x="87" y="103"/>
                    <a:pt x="90" y="102"/>
                    <a:pt x="92" y="103"/>
                  </a:cubicBezTo>
                  <a:cubicBezTo>
                    <a:pt x="94" y="104"/>
                    <a:pt x="96" y="106"/>
                    <a:pt x="95" y="109"/>
                  </a:cubicBezTo>
                  <a:cubicBezTo>
                    <a:pt x="95" y="109"/>
                    <a:pt x="95" y="109"/>
                    <a:pt x="95" y="109"/>
                  </a:cubicBezTo>
                  <a:cubicBezTo>
                    <a:pt x="94" y="111"/>
                    <a:pt x="92" y="112"/>
                    <a:pt x="90" y="112"/>
                  </a:cubicBezTo>
                  <a:cubicBezTo>
                    <a:pt x="90" y="112"/>
                    <a:pt x="90" y="112"/>
                    <a:pt x="89" y="111"/>
                  </a:cubicBezTo>
                  <a:close/>
                  <a:moveTo>
                    <a:pt x="178" y="109"/>
                  </a:moveTo>
                  <a:cubicBezTo>
                    <a:pt x="177" y="106"/>
                    <a:pt x="178" y="104"/>
                    <a:pt x="180" y="103"/>
                  </a:cubicBezTo>
                  <a:cubicBezTo>
                    <a:pt x="183" y="102"/>
                    <a:pt x="185" y="103"/>
                    <a:pt x="186" y="106"/>
                  </a:cubicBezTo>
                  <a:cubicBezTo>
                    <a:pt x="186" y="106"/>
                    <a:pt x="186" y="106"/>
                    <a:pt x="186" y="106"/>
                  </a:cubicBezTo>
                  <a:cubicBezTo>
                    <a:pt x="187" y="108"/>
                    <a:pt x="186" y="110"/>
                    <a:pt x="183" y="111"/>
                  </a:cubicBezTo>
                  <a:cubicBezTo>
                    <a:pt x="183" y="111"/>
                    <a:pt x="182" y="112"/>
                    <a:pt x="182" y="112"/>
                  </a:cubicBezTo>
                  <a:cubicBezTo>
                    <a:pt x="180" y="112"/>
                    <a:pt x="178" y="110"/>
                    <a:pt x="178" y="109"/>
                  </a:cubicBezTo>
                  <a:close/>
                  <a:moveTo>
                    <a:pt x="67" y="101"/>
                  </a:moveTo>
                  <a:cubicBezTo>
                    <a:pt x="67" y="101"/>
                    <a:pt x="67" y="101"/>
                    <a:pt x="67" y="101"/>
                  </a:cubicBezTo>
                  <a:cubicBezTo>
                    <a:pt x="65" y="100"/>
                    <a:pt x="64" y="97"/>
                    <a:pt x="66" y="95"/>
                  </a:cubicBezTo>
                  <a:cubicBezTo>
                    <a:pt x="66" y="95"/>
                    <a:pt x="66" y="95"/>
                    <a:pt x="66" y="95"/>
                  </a:cubicBezTo>
                  <a:cubicBezTo>
                    <a:pt x="67" y="93"/>
                    <a:pt x="70" y="92"/>
                    <a:pt x="72" y="94"/>
                  </a:cubicBezTo>
                  <a:cubicBezTo>
                    <a:pt x="74" y="95"/>
                    <a:pt x="74" y="97"/>
                    <a:pt x="73" y="100"/>
                  </a:cubicBezTo>
                  <a:cubicBezTo>
                    <a:pt x="73" y="100"/>
                    <a:pt x="73" y="100"/>
                    <a:pt x="73" y="100"/>
                  </a:cubicBezTo>
                  <a:cubicBezTo>
                    <a:pt x="72" y="101"/>
                    <a:pt x="71" y="102"/>
                    <a:pt x="69" y="102"/>
                  </a:cubicBezTo>
                  <a:cubicBezTo>
                    <a:pt x="69" y="102"/>
                    <a:pt x="68" y="102"/>
                    <a:pt x="67" y="101"/>
                  </a:cubicBezTo>
                  <a:close/>
                  <a:moveTo>
                    <a:pt x="199" y="100"/>
                  </a:moveTo>
                  <a:cubicBezTo>
                    <a:pt x="198" y="97"/>
                    <a:pt x="199" y="95"/>
                    <a:pt x="201" y="93"/>
                  </a:cubicBezTo>
                  <a:cubicBezTo>
                    <a:pt x="201" y="93"/>
                    <a:pt x="201" y="93"/>
                    <a:pt x="201" y="93"/>
                  </a:cubicBezTo>
                  <a:cubicBezTo>
                    <a:pt x="203" y="92"/>
                    <a:pt x="206" y="93"/>
                    <a:pt x="207" y="95"/>
                  </a:cubicBezTo>
                  <a:cubicBezTo>
                    <a:pt x="207" y="95"/>
                    <a:pt x="207" y="95"/>
                    <a:pt x="207" y="95"/>
                  </a:cubicBezTo>
                  <a:cubicBezTo>
                    <a:pt x="208" y="97"/>
                    <a:pt x="207" y="100"/>
                    <a:pt x="205" y="101"/>
                  </a:cubicBezTo>
                  <a:cubicBezTo>
                    <a:pt x="204" y="102"/>
                    <a:pt x="204" y="102"/>
                    <a:pt x="203" y="102"/>
                  </a:cubicBezTo>
                  <a:cubicBezTo>
                    <a:pt x="201" y="102"/>
                    <a:pt x="200" y="101"/>
                    <a:pt x="199" y="100"/>
                  </a:cubicBezTo>
                  <a:close/>
                  <a:moveTo>
                    <a:pt x="48" y="87"/>
                  </a:moveTo>
                  <a:cubicBezTo>
                    <a:pt x="46" y="86"/>
                    <a:pt x="45" y="83"/>
                    <a:pt x="47" y="81"/>
                  </a:cubicBezTo>
                  <a:cubicBezTo>
                    <a:pt x="47" y="81"/>
                    <a:pt x="47" y="81"/>
                    <a:pt x="47" y="81"/>
                  </a:cubicBezTo>
                  <a:cubicBezTo>
                    <a:pt x="49" y="79"/>
                    <a:pt x="51" y="79"/>
                    <a:pt x="53" y="81"/>
                  </a:cubicBezTo>
                  <a:cubicBezTo>
                    <a:pt x="53" y="81"/>
                    <a:pt x="53" y="81"/>
                    <a:pt x="53" y="81"/>
                  </a:cubicBezTo>
                  <a:cubicBezTo>
                    <a:pt x="55" y="82"/>
                    <a:pt x="55" y="85"/>
                    <a:pt x="54" y="87"/>
                  </a:cubicBezTo>
                  <a:cubicBezTo>
                    <a:pt x="54" y="87"/>
                    <a:pt x="54" y="87"/>
                    <a:pt x="54" y="87"/>
                  </a:cubicBezTo>
                  <a:cubicBezTo>
                    <a:pt x="53" y="88"/>
                    <a:pt x="52" y="88"/>
                    <a:pt x="50" y="88"/>
                  </a:cubicBezTo>
                  <a:cubicBezTo>
                    <a:pt x="49" y="88"/>
                    <a:pt x="48" y="88"/>
                    <a:pt x="48" y="87"/>
                  </a:cubicBezTo>
                  <a:close/>
                  <a:moveTo>
                    <a:pt x="219" y="87"/>
                  </a:moveTo>
                  <a:cubicBezTo>
                    <a:pt x="217" y="85"/>
                    <a:pt x="217" y="82"/>
                    <a:pt x="219" y="81"/>
                  </a:cubicBezTo>
                  <a:cubicBezTo>
                    <a:pt x="219" y="81"/>
                    <a:pt x="219" y="81"/>
                    <a:pt x="219" y="81"/>
                  </a:cubicBezTo>
                  <a:cubicBezTo>
                    <a:pt x="221" y="79"/>
                    <a:pt x="224" y="79"/>
                    <a:pt x="225" y="81"/>
                  </a:cubicBezTo>
                  <a:cubicBezTo>
                    <a:pt x="225" y="81"/>
                    <a:pt x="225" y="81"/>
                    <a:pt x="225" y="81"/>
                  </a:cubicBezTo>
                  <a:cubicBezTo>
                    <a:pt x="227" y="83"/>
                    <a:pt x="227" y="86"/>
                    <a:pt x="225" y="87"/>
                  </a:cubicBezTo>
                  <a:cubicBezTo>
                    <a:pt x="225" y="87"/>
                    <a:pt x="225" y="87"/>
                    <a:pt x="225" y="87"/>
                  </a:cubicBezTo>
                  <a:cubicBezTo>
                    <a:pt x="224" y="88"/>
                    <a:pt x="223" y="88"/>
                    <a:pt x="222" y="88"/>
                  </a:cubicBezTo>
                  <a:cubicBezTo>
                    <a:pt x="221" y="88"/>
                    <a:pt x="219" y="88"/>
                    <a:pt x="219" y="87"/>
                  </a:cubicBezTo>
                  <a:close/>
                  <a:moveTo>
                    <a:pt x="30" y="70"/>
                  </a:moveTo>
                  <a:cubicBezTo>
                    <a:pt x="29" y="69"/>
                    <a:pt x="29" y="66"/>
                    <a:pt x="31" y="64"/>
                  </a:cubicBezTo>
                  <a:cubicBezTo>
                    <a:pt x="31" y="64"/>
                    <a:pt x="31" y="64"/>
                    <a:pt x="31" y="64"/>
                  </a:cubicBezTo>
                  <a:cubicBezTo>
                    <a:pt x="33" y="63"/>
                    <a:pt x="36" y="63"/>
                    <a:pt x="37" y="65"/>
                  </a:cubicBezTo>
                  <a:cubicBezTo>
                    <a:pt x="37" y="65"/>
                    <a:pt x="37" y="65"/>
                    <a:pt x="37" y="65"/>
                  </a:cubicBezTo>
                  <a:cubicBezTo>
                    <a:pt x="39" y="67"/>
                    <a:pt x="39" y="69"/>
                    <a:pt x="37" y="71"/>
                  </a:cubicBezTo>
                  <a:cubicBezTo>
                    <a:pt x="37" y="71"/>
                    <a:pt x="37" y="71"/>
                    <a:pt x="37" y="71"/>
                  </a:cubicBezTo>
                  <a:cubicBezTo>
                    <a:pt x="36" y="72"/>
                    <a:pt x="35" y="72"/>
                    <a:pt x="34" y="72"/>
                  </a:cubicBezTo>
                  <a:cubicBezTo>
                    <a:pt x="33" y="72"/>
                    <a:pt x="31" y="72"/>
                    <a:pt x="30" y="70"/>
                  </a:cubicBezTo>
                  <a:close/>
                  <a:moveTo>
                    <a:pt x="236" y="71"/>
                  </a:moveTo>
                  <a:cubicBezTo>
                    <a:pt x="234" y="69"/>
                    <a:pt x="233" y="67"/>
                    <a:pt x="235" y="65"/>
                  </a:cubicBezTo>
                  <a:cubicBezTo>
                    <a:pt x="235" y="65"/>
                    <a:pt x="235" y="65"/>
                    <a:pt x="235" y="65"/>
                  </a:cubicBezTo>
                  <a:cubicBezTo>
                    <a:pt x="237" y="63"/>
                    <a:pt x="239" y="63"/>
                    <a:pt x="241" y="64"/>
                  </a:cubicBezTo>
                  <a:cubicBezTo>
                    <a:pt x="241" y="64"/>
                    <a:pt x="241" y="64"/>
                    <a:pt x="241" y="64"/>
                  </a:cubicBezTo>
                  <a:cubicBezTo>
                    <a:pt x="243" y="66"/>
                    <a:pt x="243" y="68"/>
                    <a:pt x="242" y="70"/>
                  </a:cubicBezTo>
                  <a:cubicBezTo>
                    <a:pt x="242" y="70"/>
                    <a:pt x="242" y="70"/>
                    <a:pt x="242" y="70"/>
                  </a:cubicBezTo>
                  <a:cubicBezTo>
                    <a:pt x="241" y="71"/>
                    <a:pt x="240" y="72"/>
                    <a:pt x="238" y="72"/>
                  </a:cubicBezTo>
                  <a:cubicBezTo>
                    <a:pt x="237" y="72"/>
                    <a:pt x="236" y="72"/>
                    <a:pt x="236" y="71"/>
                  </a:cubicBezTo>
                  <a:close/>
                  <a:moveTo>
                    <a:pt x="17" y="51"/>
                  </a:moveTo>
                  <a:cubicBezTo>
                    <a:pt x="15" y="49"/>
                    <a:pt x="16" y="46"/>
                    <a:pt x="18" y="45"/>
                  </a:cubicBezTo>
                  <a:cubicBezTo>
                    <a:pt x="20" y="44"/>
                    <a:pt x="23" y="44"/>
                    <a:pt x="24" y="46"/>
                  </a:cubicBezTo>
                  <a:cubicBezTo>
                    <a:pt x="24" y="46"/>
                    <a:pt x="24" y="46"/>
                    <a:pt x="24" y="46"/>
                  </a:cubicBezTo>
                  <a:cubicBezTo>
                    <a:pt x="26" y="48"/>
                    <a:pt x="25" y="51"/>
                    <a:pt x="23" y="52"/>
                  </a:cubicBezTo>
                  <a:cubicBezTo>
                    <a:pt x="23" y="52"/>
                    <a:pt x="23" y="52"/>
                    <a:pt x="23" y="52"/>
                  </a:cubicBezTo>
                  <a:cubicBezTo>
                    <a:pt x="22" y="53"/>
                    <a:pt x="21" y="53"/>
                    <a:pt x="21" y="53"/>
                  </a:cubicBezTo>
                  <a:cubicBezTo>
                    <a:pt x="19" y="53"/>
                    <a:pt x="18" y="52"/>
                    <a:pt x="17" y="51"/>
                  </a:cubicBezTo>
                  <a:close/>
                  <a:moveTo>
                    <a:pt x="250" y="52"/>
                  </a:moveTo>
                  <a:cubicBezTo>
                    <a:pt x="247" y="51"/>
                    <a:pt x="247" y="48"/>
                    <a:pt x="248" y="46"/>
                  </a:cubicBezTo>
                  <a:cubicBezTo>
                    <a:pt x="248" y="46"/>
                    <a:pt x="248" y="46"/>
                    <a:pt x="248" y="46"/>
                  </a:cubicBezTo>
                  <a:cubicBezTo>
                    <a:pt x="249" y="44"/>
                    <a:pt x="252" y="43"/>
                    <a:pt x="254" y="45"/>
                  </a:cubicBezTo>
                  <a:cubicBezTo>
                    <a:pt x="256" y="46"/>
                    <a:pt x="257" y="49"/>
                    <a:pt x="256" y="51"/>
                  </a:cubicBezTo>
                  <a:cubicBezTo>
                    <a:pt x="256" y="51"/>
                    <a:pt x="256" y="51"/>
                    <a:pt x="256" y="51"/>
                  </a:cubicBezTo>
                  <a:cubicBezTo>
                    <a:pt x="255" y="52"/>
                    <a:pt x="253" y="53"/>
                    <a:pt x="252" y="53"/>
                  </a:cubicBezTo>
                  <a:cubicBezTo>
                    <a:pt x="251" y="53"/>
                    <a:pt x="250" y="53"/>
                    <a:pt x="250" y="52"/>
                  </a:cubicBezTo>
                  <a:close/>
                  <a:moveTo>
                    <a:pt x="6" y="29"/>
                  </a:moveTo>
                  <a:cubicBezTo>
                    <a:pt x="6" y="29"/>
                    <a:pt x="6" y="29"/>
                    <a:pt x="6" y="29"/>
                  </a:cubicBezTo>
                  <a:cubicBezTo>
                    <a:pt x="6" y="29"/>
                    <a:pt x="6" y="29"/>
                    <a:pt x="6" y="29"/>
                  </a:cubicBezTo>
                  <a:cubicBezTo>
                    <a:pt x="6" y="27"/>
                    <a:pt x="7" y="24"/>
                    <a:pt x="9" y="23"/>
                  </a:cubicBezTo>
                  <a:cubicBezTo>
                    <a:pt x="11" y="23"/>
                    <a:pt x="14" y="24"/>
                    <a:pt x="15" y="26"/>
                  </a:cubicBezTo>
                  <a:cubicBezTo>
                    <a:pt x="15" y="26"/>
                    <a:pt x="15" y="26"/>
                    <a:pt x="15" y="26"/>
                  </a:cubicBezTo>
                  <a:cubicBezTo>
                    <a:pt x="16" y="28"/>
                    <a:pt x="14" y="31"/>
                    <a:pt x="12" y="32"/>
                  </a:cubicBezTo>
                  <a:cubicBezTo>
                    <a:pt x="12" y="32"/>
                    <a:pt x="11" y="32"/>
                    <a:pt x="11" y="32"/>
                  </a:cubicBezTo>
                  <a:cubicBezTo>
                    <a:pt x="9" y="32"/>
                    <a:pt x="7" y="31"/>
                    <a:pt x="6" y="29"/>
                  </a:cubicBezTo>
                  <a:close/>
                  <a:moveTo>
                    <a:pt x="260" y="31"/>
                  </a:moveTo>
                  <a:cubicBezTo>
                    <a:pt x="258" y="31"/>
                    <a:pt x="257" y="28"/>
                    <a:pt x="257" y="26"/>
                  </a:cubicBezTo>
                  <a:cubicBezTo>
                    <a:pt x="257" y="26"/>
                    <a:pt x="257" y="26"/>
                    <a:pt x="257" y="26"/>
                  </a:cubicBezTo>
                  <a:cubicBezTo>
                    <a:pt x="258" y="24"/>
                    <a:pt x="261" y="22"/>
                    <a:pt x="263" y="23"/>
                  </a:cubicBezTo>
                  <a:cubicBezTo>
                    <a:pt x="265" y="24"/>
                    <a:pt x="267" y="27"/>
                    <a:pt x="266" y="29"/>
                  </a:cubicBezTo>
                  <a:cubicBezTo>
                    <a:pt x="266" y="29"/>
                    <a:pt x="266" y="29"/>
                    <a:pt x="266" y="29"/>
                  </a:cubicBezTo>
                  <a:cubicBezTo>
                    <a:pt x="265" y="31"/>
                    <a:pt x="263" y="32"/>
                    <a:pt x="262" y="32"/>
                  </a:cubicBezTo>
                  <a:cubicBezTo>
                    <a:pt x="261" y="32"/>
                    <a:pt x="261" y="32"/>
                    <a:pt x="260" y="31"/>
                  </a:cubicBezTo>
                  <a:close/>
                  <a:moveTo>
                    <a:pt x="0" y="6"/>
                  </a:moveTo>
                  <a:cubicBezTo>
                    <a:pt x="0" y="3"/>
                    <a:pt x="1" y="1"/>
                    <a:pt x="4" y="1"/>
                  </a:cubicBezTo>
                  <a:cubicBezTo>
                    <a:pt x="9" y="0"/>
                    <a:pt x="11" y="9"/>
                    <a:pt x="5" y="9"/>
                  </a:cubicBezTo>
                  <a:cubicBezTo>
                    <a:pt x="5" y="9"/>
                    <a:pt x="5" y="10"/>
                    <a:pt x="5" y="10"/>
                  </a:cubicBezTo>
                  <a:cubicBezTo>
                    <a:pt x="2" y="10"/>
                    <a:pt x="1" y="8"/>
                    <a:pt x="0" y="6"/>
                  </a:cubicBezTo>
                  <a:close/>
                  <a:moveTo>
                    <a:pt x="267" y="9"/>
                  </a:moveTo>
                  <a:cubicBezTo>
                    <a:pt x="264" y="9"/>
                    <a:pt x="263" y="6"/>
                    <a:pt x="263" y="4"/>
                  </a:cubicBezTo>
                  <a:cubicBezTo>
                    <a:pt x="263" y="4"/>
                    <a:pt x="263" y="4"/>
                    <a:pt x="263" y="4"/>
                  </a:cubicBezTo>
                  <a:cubicBezTo>
                    <a:pt x="264" y="2"/>
                    <a:pt x="266" y="0"/>
                    <a:pt x="268" y="1"/>
                  </a:cubicBezTo>
                  <a:cubicBezTo>
                    <a:pt x="271" y="1"/>
                    <a:pt x="272" y="3"/>
                    <a:pt x="272" y="6"/>
                  </a:cubicBezTo>
                  <a:cubicBezTo>
                    <a:pt x="272" y="6"/>
                    <a:pt x="272" y="6"/>
                    <a:pt x="272" y="6"/>
                  </a:cubicBezTo>
                  <a:cubicBezTo>
                    <a:pt x="272" y="6"/>
                    <a:pt x="272" y="6"/>
                    <a:pt x="272" y="6"/>
                  </a:cubicBezTo>
                  <a:cubicBezTo>
                    <a:pt x="272" y="6"/>
                    <a:pt x="272" y="6"/>
                    <a:pt x="272" y="6"/>
                  </a:cubicBezTo>
                  <a:cubicBezTo>
                    <a:pt x="272" y="8"/>
                    <a:pt x="270" y="9"/>
                    <a:pt x="268" y="9"/>
                  </a:cubicBezTo>
                  <a:cubicBezTo>
                    <a:pt x="267" y="9"/>
                    <a:pt x="267" y="9"/>
                    <a:pt x="267"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6" name="Google Shape;1386;p50"/>
            <p:cNvSpPr/>
            <p:nvPr/>
          </p:nvSpPr>
          <p:spPr>
            <a:xfrm>
              <a:off x="8535988" y="830263"/>
              <a:ext cx="55563" cy="49213"/>
            </a:xfrm>
            <a:custGeom>
              <a:avLst/>
              <a:gdLst/>
              <a:ahLst/>
              <a:cxnLst/>
              <a:rect l="l" t="t" r="r" b="b"/>
              <a:pathLst>
                <a:path w="15" h="13" extrusionOk="0">
                  <a:moveTo>
                    <a:pt x="9" y="13"/>
                  </a:moveTo>
                  <a:cubicBezTo>
                    <a:pt x="0" y="13"/>
                    <a:pt x="5" y="0"/>
                    <a:pt x="12" y="6"/>
                  </a:cubicBezTo>
                  <a:cubicBezTo>
                    <a:pt x="15" y="8"/>
                    <a:pt x="12" y="13"/>
                    <a:pt x="9"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7" name="Google Shape;1387;p50"/>
            <p:cNvSpPr/>
            <p:nvPr/>
          </p:nvSpPr>
          <p:spPr>
            <a:xfrm>
              <a:off x="7537451" y="857251"/>
              <a:ext cx="49213" cy="41275"/>
            </a:xfrm>
            <a:custGeom>
              <a:avLst/>
              <a:gdLst/>
              <a:ahLst/>
              <a:cxnLst/>
              <a:rect l="l" t="t" r="r" b="b"/>
              <a:pathLst>
                <a:path w="13" h="11" extrusionOk="0">
                  <a:moveTo>
                    <a:pt x="7" y="11"/>
                  </a:moveTo>
                  <a:cubicBezTo>
                    <a:pt x="0" y="11"/>
                    <a:pt x="1" y="0"/>
                    <a:pt x="8" y="2"/>
                  </a:cubicBezTo>
                  <a:cubicBezTo>
                    <a:pt x="13" y="3"/>
                    <a:pt x="12" y="11"/>
                    <a:pt x="7"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8" name="Google Shape;1388;p50"/>
            <p:cNvSpPr/>
            <p:nvPr/>
          </p:nvSpPr>
          <p:spPr>
            <a:xfrm>
              <a:off x="6964363" y="942976"/>
              <a:ext cx="606425" cy="246063"/>
            </a:xfrm>
            <a:custGeom>
              <a:avLst/>
              <a:gdLst/>
              <a:ahLst/>
              <a:cxnLst/>
              <a:rect l="l" t="t" r="r" b="b"/>
              <a:pathLst>
                <a:path w="161" h="65" extrusionOk="0">
                  <a:moveTo>
                    <a:pt x="69" y="65"/>
                  </a:moveTo>
                  <a:cubicBezTo>
                    <a:pt x="66" y="65"/>
                    <a:pt x="64" y="63"/>
                    <a:pt x="65" y="60"/>
                  </a:cubicBezTo>
                  <a:cubicBezTo>
                    <a:pt x="65" y="60"/>
                    <a:pt x="65" y="60"/>
                    <a:pt x="65" y="60"/>
                  </a:cubicBezTo>
                  <a:cubicBezTo>
                    <a:pt x="65" y="58"/>
                    <a:pt x="67" y="56"/>
                    <a:pt x="70" y="56"/>
                  </a:cubicBezTo>
                  <a:cubicBezTo>
                    <a:pt x="72" y="57"/>
                    <a:pt x="74" y="59"/>
                    <a:pt x="74" y="61"/>
                  </a:cubicBezTo>
                  <a:cubicBezTo>
                    <a:pt x="74" y="61"/>
                    <a:pt x="74" y="61"/>
                    <a:pt x="74" y="61"/>
                  </a:cubicBezTo>
                  <a:cubicBezTo>
                    <a:pt x="73" y="64"/>
                    <a:pt x="71" y="65"/>
                    <a:pt x="69" y="65"/>
                  </a:cubicBezTo>
                  <a:cubicBezTo>
                    <a:pt x="69" y="65"/>
                    <a:pt x="69" y="65"/>
                    <a:pt x="69" y="65"/>
                  </a:cubicBezTo>
                  <a:close/>
                  <a:moveTo>
                    <a:pt x="87" y="61"/>
                  </a:moveTo>
                  <a:cubicBezTo>
                    <a:pt x="87" y="59"/>
                    <a:pt x="88" y="57"/>
                    <a:pt x="91" y="56"/>
                  </a:cubicBezTo>
                  <a:cubicBezTo>
                    <a:pt x="93" y="56"/>
                    <a:pt x="96" y="58"/>
                    <a:pt x="96" y="60"/>
                  </a:cubicBezTo>
                  <a:cubicBezTo>
                    <a:pt x="96" y="60"/>
                    <a:pt x="96" y="60"/>
                    <a:pt x="96" y="60"/>
                  </a:cubicBezTo>
                  <a:cubicBezTo>
                    <a:pt x="96" y="63"/>
                    <a:pt x="95" y="65"/>
                    <a:pt x="92" y="65"/>
                  </a:cubicBezTo>
                  <a:cubicBezTo>
                    <a:pt x="92" y="65"/>
                    <a:pt x="92" y="65"/>
                    <a:pt x="91" y="65"/>
                  </a:cubicBezTo>
                  <a:cubicBezTo>
                    <a:pt x="89" y="65"/>
                    <a:pt x="87" y="64"/>
                    <a:pt x="87" y="61"/>
                  </a:cubicBezTo>
                  <a:close/>
                  <a:moveTo>
                    <a:pt x="46" y="59"/>
                  </a:moveTo>
                  <a:cubicBezTo>
                    <a:pt x="44" y="58"/>
                    <a:pt x="43" y="55"/>
                    <a:pt x="44" y="53"/>
                  </a:cubicBezTo>
                  <a:cubicBezTo>
                    <a:pt x="44" y="53"/>
                    <a:pt x="44" y="53"/>
                    <a:pt x="44" y="53"/>
                  </a:cubicBezTo>
                  <a:cubicBezTo>
                    <a:pt x="45" y="50"/>
                    <a:pt x="47" y="49"/>
                    <a:pt x="50" y="50"/>
                  </a:cubicBezTo>
                  <a:cubicBezTo>
                    <a:pt x="52" y="51"/>
                    <a:pt x="53" y="54"/>
                    <a:pt x="52" y="56"/>
                  </a:cubicBezTo>
                  <a:cubicBezTo>
                    <a:pt x="52" y="56"/>
                    <a:pt x="52" y="56"/>
                    <a:pt x="52" y="56"/>
                  </a:cubicBezTo>
                  <a:cubicBezTo>
                    <a:pt x="51" y="58"/>
                    <a:pt x="49" y="59"/>
                    <a:pt x="48" y="59"/>
                  </a:cubicBezTo>
                  <a:cubicBezTo>
                    <a:pt x="47" y="59"/>
                    <a:pt x="47" y="59"/>
                    <a:pt x="46" y="59"/>
                  </a:cubicBezTo>
                  <a:close/>
                  <a:moveTo>
                    <a:pt x="109" y="56"/>
                  </a:moveTo>
                  <a:cubicBezTo>
                    <a:pt x="108" y="54"/>
                    <a:pt x="109" y="51"/>
                    <a:pt x="111" y="50"/>
                  </a:cubicBezTo>
                  <a:cubicBezTo>
                    <a:pt x="113" y="49"/>
                    <a:pt x="116" y="50"/>
                    <a:pt x="117" y="53"/>
                  </a:cubicBezTo>
                  <a:cubicBezTo>
                    <a:pt x="117" y="53"/>
                    <a:pt x="117" y="53"/>
                    <a:pt x="117" y="53"/>
                  </a:cubicBezTo>
                  <a:cubicBezTo>
                    <a:pt x="118" y="55"/>
                    <a:pt x="117" y="58"/>
                    <a:pt x="115" y="59"/>
                  </a:cubicBezTo>
                  <a:cubicBezTo>
                    <a:pt x="114" y="59"/>
                    <a:pt x="114" y="59"/>
                    <a:pt x="113" y="59"/>
                  </a:cubicBezTo>
                  <a:cubicBezTo>
                    <a:pt x="111" y="59"/>
                    <a:pt x="110" y="58"/>
                    <a:pt x="109" y="56"/>
                  </a:cubicBezTo>
                  <a:close/>
                  <a:moveTo>
                    <a:pt x="26" y="46"/>
                  </a:moveTo>
                  <a:cubicBezTo>
                    <a:pt x="24" y="44"/>
                    <a:pt x="24" y="41"/>
                    <a:pt x="26" y="40"/>
                  </a:cubicBezTo>
                  <a:cubicBezTo>
                    <a:pt x="26" y="40"/>
                    <a:pt x="26" y="40"/>
                    <a:pt x="26" y="40"/>
                  </a:cubicBezTo>
                  <a:cubicBezTo>
                    <a:pt x="27" y="38"/>
                    <a:pt x="30" y="37"/>
                    <a:pt x="32" y="39"/>
                  </a:cubicBezTo>
                  <a:cubicBezTo>
                    <a:pt x="32" y="39"/>
                    <a:pt x="32" y="39"/>
                    <a:pt x="32" y="39"/>
                  </a:cubicBezTo>
                  <a:cubicBezTo>
                    <a:pt x="34" y="41"/>
                    <a:pt x="34" y="44"/>
                    <a:pt x="32" y="45"/>
                  </a:cubicBezTo>
                  <a:cubicBezTo>
                    <a:pt x="32" y="45"/>
                    <a:pt x="32" y="45"/>
                    <a:pt x="32" y="45"/>
                  </a:cubicBezTo>
                  <a:cubicBezTo>
                    <a:pt x="31" y="46"/>
                    <a:pt x="30" y="47"/>
                    <a:pt x="29" y="47"/>
                  </a:cubicBezTo>
                  <a:cubicBezTo>
                    <a:pt x="28" y="47"/>
                    <a:pt x="27" y="47"/>
                    <a:pt x="26" y="46"/>
                  </a:cubicBezTo>
                  <a:close/>
                  <a:moveTo>
                    <a:pt x="128" y="45"/>
                  </a:moveTo>
                  <a:cubicBezTo>
                    <a:pt x="127" y="43"/>
                    <a:pt x="127" y="41"/>
                    <a:pt x="129" y="39"/>
                  </a:cubicBezTo>
                  <a:cubicBezTo>
                    <a:pt x="129" y="39"/>
                    <a:pt x="129" y="39"/>
                    <a:pt x="129" y="39"/>
                  </a:cubicBezTo>
                  <a:cubicBezTo>
                    <a:pt x="131" y="37"/>
                    <a:pt x="133" y="38"/>
                    <a:pt x="135" y="40"/>
                  </a:cubicBezTo>
                  <a:cubicBezTo>
                    <a:pt x="135" y="40"/>
                    <a:pt x="135" y="40"/>
                    <a:pt x="135" y="40"/>
                  </a:cubicBezTo>
                  <a:cubicBezTo>
                    <a:pt x="137" y="41"/>
                    <a:pt x="136" y="44"/>
                    <a:pt x="135" y="46"/>
                  </a:cubicBezTo>
                  <a:cubicBezTo>
                    <a:pt x="135" y="46"/>
                    <a:pt x="135" y="46"/>
                    <a:pt x="135" y="46"/>
                  </a:cubicBezTo>
                  <a:cubicBezTo>
                    <a:pt x="135" y="46"/>
                    <a:pt x="135" y="46"/>
                    <a:pt x="135" y="46"/>
                  </a:cubicBezTo>
                  <a:cubicBezTo>
                    <a:pt x="134" y="46"/>
                    <a:pt x="133" y="47"/>
                    <a:pt x="132" y="47"/>
                  </a:cubicBezTo>
                  <a:cubicBezTo>
                    <a:pt x="130" y="47"/>
                    <a:pt x="129" y="46"/>
                    <a:pt x="128" y="45"/>
                  </a:cubicBezTo>
                  <a:close/>
                  <a:moveTo>
                    <a:pt x="11" y="28"/>
                  </a:moveTo>
                  <a:cubicBezTo>
                    <a:pt x="9" y="26"/>
                    <a:pt x="10" y="23"/>
                    <a:pt x="12" y="22"/>
                  </a:cubicBezTo>
                  <a:cubicBezTo>
                    <a:pt x="12" y="22"/>
                    <a:pt x="12" y="22"/>
                    <a:pt x="12" y="22"/>
                  </a:cubicBezTo>
                  <a:cubicBezTo>
                    <a:pt x="14" y="21"/>
                    <a:pt x="17" y="21"/>
                    <a:pt x="18" y="23"/>
                  </a:cubicBezTo>
                  <a:cubicBezTo>
                    <a:pt x="18" y="23"/>
                    <a:pt x="18" y="23"/>
                    <a:pt x="18" y="23"/>
                  </a:cubicBezTo>
                  <a:cubicBezTo>
                    <a:pt x="19" y="25"/>
                    <a:pt x="19" y="28"/>
                    <a:pt x="17" y="29"/>
                  </a:cubicBezTo>
                  <a:cubicBezTo>
                    <a:pt x="17" y="29"/>
                    <a:pt x="17" y="29"/>
                    <a:pt x="17" y="29"/>
                  </a:cubicBezTo>
                  <a:cubicBezTo>
                    <a:pt x="16" y="30"/>
                    <a:pt x="15" y="30"/>
                    <a:pt x="14" y="30"/>
                  </a:cubicBezTo>
                  <a:cubicBezTo>
                    <a:pt x="13" y="30"/>
                    <a:pt x="11" y="29"/>
                    <a:pt x="11" y="28"/>
                  </a:cubicBezTo>
                  <a:close/>
                  <a:moveTo>
                    <a:pt x="144" y="29"/>
                  </a:moveTo>
                  <a:cubicBezTo>
                    <a:pt x="142" y="28"/>
                    <a:pt x="141" y="25"/>
                    <a:pt x="143" y="23"/>
                  </a:cubicBezTo>
                  <a:cubicBezTo>
                    <a:pt x="143" y="23"/>
                    <a:pt x="143" y="23"/>
                    <a:pt x="143" y="23"/>
                  </a:cubicBezTo>
                  <a:cubicBezTo>
                    <a:pt x="144" y="21"/>
                    <a:pt x="147" y="20"/>
                    <a:pt x="149" y="22"/>
                  </a:cubicBezTo>
                  <a:cubicBezTo>
                    <a:pt x="149" y="22"/>
                    <a:pt x="149" y="22"/>
                    <a:pt x="149" y="22"/>
                  </a:cubicBezTo>
                  <a:cubicBezTo>
                    <a:pt x="151" y="23"/>
                    <a:pt x="151" y="26"/>
                    <a:pt x="150" y="28"/>
                  </a:cubicBezTo>
                  <a:cubicBezTo>
                    <a:pt x="150" y="28"/>
                    <a:pt x="150" y="28"/>
                    <a:pt x="150" y="28"/>
                  </a:cubicBezTo>
                  <a:cubicBezTo>
                    <a:pt x="149" y="29"/>
                    <a:pt x="148" y="30"/>
                    <a:pt x="146" y="30"/>
                  </a:cubicBezTo>
                  <a:cubicBezTo>
                    <a:pt x="145" y="30"/>
                    <a:pt x="145" y="30"/>
                    <a:pt x="144" y="29"/>
                  </a:cubicBezTo>
                  <a:close/>
                  <a:moveTo>
                    <a:pt x="1" y="7"/>
                  </a:moveTo>
                  <a:cubicBezTo>
                    <a:pt x="0" y="4"/>
                    <a:pt x="1" y="2"/>
                    <a:pt x="4" y="1"/>
                  </a:cubicBezTo>
                  <a:cubicBezTo>
                    <a:pt x="6" y="0"/>
                    <a:pt x="9" y="2"/>
                    <a:pt x="9" y="4"/>
                  </a:cubicBezTo>
                  <a:cubicBezTo>
                    <a:pt x="9" y="4"/>
                    <a:pt x="9" y="4"/>
                    <a:pt x="9" y="4"/>
                  </a:cubicBezTo>
                  <a:cubicBezTo>
                    <a:pt x="10" y="6"/>
                    <a:pt x="9" y="9"/>
                    <a:pt x="6" y="10"/>
                  </a:cubicBezTo>
                  <a:cubicBezTo>
                    <a:pt x="6" y="10"/>
                    <a:pt x="5" y="10"/>
                    <a:pt x="5" y="10"/>
                  </a:cubicBezTo>
                  <a:cubicBezTo>
                    <a:pt x="3" y="10"/>
                    <a:pt x="1" y="9"/>
                    <a:pt x="1" y="7"/>
                  </a:cubicBezTo>
                  <a:close/>
                  <a:moveTo>
                    <a:pt x="154" y="9"/>
                  </a:moveTo>
                  <a:cubicBezTo>
                    <a:pt x="152" y="9"/>
                    <a:pt x="151" y="6"/>
                    <a:pt x="151" y="4"/>
                  </a:cubicBezTo>
                  <a:cubicBezTo>
                    <a:pt x="151" y="4"/>
                    <a:pt x="151" y="4"/>
                    <a:pt x="151" y="4"/>
                  </a:cubicBezTo>
                  <a:cubicBezTo>
                    <a:pt x="152" y="2"/>
                    <a:pt x="155" y="0"/>
                    <a:pt x="157" y="1"/>
                  </a:cubicBezTo>
                  <a:cubicBezTo>
                    <a:pt x="159" y="2"/>
                    <a:pt x="161" y="4"/>
                    <a:pt x="160" y="6"/>
                  </a:cubicBezTo>
                  <a:cubicBezTo>
                    <a:pt x="160" y="6"/>
                    <a:pt x="160" y="6"/>
                    <a:pt x="160" y="6"/>
                  </a:cubicBezTo>
                  <a:cubicBezTo>
                    <a:pt x="160" y="6"/>
                    <a:pt x="160" y="6"/>
                    <a:pt x="160" y="6"/>
                  </a:cubicBezTo>
                  <a:cubicBezTo>
                    <a:pt x="160" y="6"/>
                    <a:pt x="160" y="6"/>
                    <a:pt x="160" y="6"/>
                  </a:cubicBezTo>
                  <a:cubicBezTo>
                    <a:pt x="159" y="8"/>
                    <a:pt x="158" y="10"/>
                    <a:pt x="156" y="10"/>
                  </a:cubicBezTo>
                  <a:cubicBezTo>
                    <a:pt x="155" y="10"/>
                    <a:pt x="155" y="10"/>
                    <a:pt x="154"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9" name="Google Shape;1389;p50"/>
            <p:cNvSpPr/>
            <p:nvPr/>
          </p:nvSpPr>
          <p:spPr>
            <a:xfrm>
              <a:off x="6942138" y="849313"/>
              <a:ext cx="52388" cy="49213"/>
            </a:xfrm>
            <a:custGeom>
              <a:avLst/>
              <a:gdLst/>
              <a:ahLst/>
              <a:cxnLst/>
              <a:rect l="l" t="t" r="r" b="b"/>
              <a:pathLst>
                <a:path w="14" h="13" extrusionOk="0">
                  <a:moveTo>
                    <a:pt x="8" y="13"/>
                  </a:moveTo>
                  <a:cubicBezTo>
                    <a:pt x="0" y="12"/>
                    <a:pt x="5" y="0"/>
                    <a:pt x="11" y="5"/>
                  </a:cubicBezTo>
                  <a:cubicBezTo>
                    <a:pt x="14" y="8"/>
                    <a:pt x="12" y="13"/>
                    <a:pt x="8"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90" name="Google Shape;1390;p50"/>
          <p:cNvSpPr/>
          <p:nvPr/>
        </p:nvSpPr>
        <p:spPr>
          <a:xfrm>
            <a:off x="6728620" y="2148830"/>
            <a:ext cx="1601980" cy="1580340"/>
          </a:xfrm>
          <a:custGeom>
            <a:avLst/>
            <a:gdLst/>
            <a:ahLst/>
            <a:cxnLst/>
            <a:rect l="l" t="t" r="r" b="b"/>
            <a:pathLst>
              <a:path w="811" h="800" extrusionOk="0">
                <a:moveTo>
                  <a:pt x="405" y="800"/>
                </a:moveTo>
                <a:cubicBezTo>
                  <a:pt x="405" y="800"/>
                  <a:pt x="405" y="800"/>
                  <a:pt x="405" y="800"/>
                </a:cubicBezTo>
                <a:cubicBezTo>
                  <a:pt x="213" y="800"/>
                  <a:pt x="4" y="675"/>
                  <a:pt x="0" y="400"/>
                </a:cubicBezTo>
                <a:cubicBezTo>
                  <a:pt x="0" y="400"/>
                  <a:pt x="0" y="400"/>
                  <a:pt x="0" y="400"/>
                </a:cubicBezTo>
                <a:cubicBezTo>
                  <a:pt x="4" y="125"/>
                  <a:pt x="213" y="0"/>
                  <a:pt x="405" y="0"/>
                </a:cubicBezTo>
                <a:cubicBezTo>
                  <a:pt x="405" y="0"/>
                  <a:pt x="405" y="0"/>
                  <a:pt x="405" y="0"/>
                </a:cubicBezTo>
                <a:cubicBezTo>
                  <a:pt x="597" y="0"/>
                  <a:pt x="806" y="125"/>
                  <a:pt x="811" y="400"/>
                </a:cubicBezTo>
                <a:cubicBezTo>
                  <a:pt x="806" y="675"/>
                  <a:pt x="597" y="800"/>
                  <a:pt x="405" y="800"/>
                </a:cubicBezTo>
                <a:close/>
                <a:moveTo>
                  <a:pt x="4" y="400"/>
                </a:moveTo>
                <a:cubicBezTo>
                  <a:pt x="8" y="672"/>
                  <a:pt x="215" y="796"/>
                  <a:pt x="405" y="796"/>
                </a:cubicBezTo>
                <a:cubicBezTo>
                  <a:pt x="595" y="796"/>
                  <a:pt x="802" y="672"/>
                  <a:pt x="807" y="400"/>
                </a:cubicBezTo>
                <a:cubicBezTo>
                  <a:pt x="802" y="128"/>
                  <a:pt x="595" y="4"/>
                  <a:pt x="405" y="4"/>
                </a:cubicBezTo>
                <a:cubicBezTo>
                  <a:pt x="215" y="4"/>
                  <a:pt x="8" y="128"/>
                  <a:pt x="4" y="40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1" name="Google Shape;1391;p50"/>
          <p:cNvSpPr/>
          <p:nvPr/>
        </p:nvSpPr>
        <p:spPr>
          <a:xfrm rot="-5400000">
            <a:off x="2047776" y="2177174"/>
            <a:ext cx="560901" cy="3076624"/>
          </a:xfrm>
          <a:custGeom>
            <a:avLst/>
            <a:gdLst/>
            <a:ahLst/>
            <a:cxnLst/>
            <a:rect l="l" t="t" r="r" b="b"/>
            <a:pathLst>
              <a:path w="284" h="1557" extrusionOk="0">
                <a:moveTo>
                  <a:pt x="0" y="1557"/>
                </a:moveTo>
                <a:cubicBezTo>
                  <a:pt x="0" y="284"/>
                  <a:pt x="0" y="284"/>
                  <a:pt x="0" y="284"/>
                </a:cubicBezTo>
                <a:cubicBezTo>
                  <a:pt x="0" y="127"/>
                  <a:pt x="127" y="0"/>
                  <a:pt x="284" y="0"/>
                </a:cubicBezTo>
                <a:cubicBezTo>
                  <a:pt x="284" y="3"/>
                  <a:pt x="284" y="3"/>
                  <a:pt x="284" y="3"/>
                </a:cubicBezTo>
                <a:cubicBezTo>
                  <a:pt x="129" y="3"/>
                  <a:pt x="3" y="129"/>
                  <a:pt x="3" y="284"/>
                </a:cubicBezTo>
                <a:cubicBezTo>
                  <a:pt x="3" y="1557"/>
                  <a:pt x="3" y="1557"/>
                  <a:pt x="3" y="1557"/>
                </a:cubicBezTo>
                <a:lnTo>
                  <a:pt x="0" y="1557"/>
                </a:ln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2" name="Google Shape;1392;p50"/>
          <p:cNvSpPr/>
          <p:nvPr/>
        </p:nvSpPr>
        <p:spPr>
          <a:xfrm>
            <a:off x="4136912" y="1960378"/>
            <a:ext cx="1402252" cy="2714619"/>
          </a:xfrm>
          <a:custGeom>
            <a:avLst/>
            <a:gdLst/>
            <a:ahLst/>
            <a:cxnLst/>
            <a:rect l="l" t="t" r="r" b="b"/>
            <a:pathLst>
              <a:path w="710" h="1374" extrusionOk="0">
                <a:moveTo>
                  <a:pt x="710" y="1374"/>
                </a:moveTo>
                <a:cubicBezTo>
                  <a:pt x="707" y="1374"/>
                  <a:pt x="707" y="1374"/>
                  <a:pt x="707" y="1374"/>
                </a:cubicBezTo>
                <a:cubicBezTo>
                  <a:pt x="707" y="355"/>
                  <a:pt x="707" y="355"/>
                  <a:pt x="707" y="355"/>
                </a:cubicBezTo>
                <a:cubicBezTo>
                  <a:pt x="707" y="161"/>
                  <a:pt x="549" y="3"/>
                  <a:pt x="355" y="3"/>
                </a:cubicBezTo>
                <a:cubicBezTo>
                  <a:pt x="161" y="3"/>
                  <a:pt x="3" y="161"/>
                  <a:pt x="3" y="355"/>
                </a:cubicBezTo>
                <a:cubicBezTo>
                  <a:pt x="3" y="1374"/>
                  <a:pt x="3" y="1374"/>
                  <a:pt x="3" y="1374"/>
                </a:cubicBezTo>
                <a:cubicBezTo>
                  <a:pt x="0" y="1374"/>
                  <a:pt x="0" y="1374"/>
                  <a:pt x="0" y="1374"/>
                </a:cubicBezTo>
                <a:cubicBezTo>
                  <a:pt x="0" y="355"/>
                  <a:pt x="0" y="355"/>
                  <a:pt x="0" y="355"/>
                </a:cubicBezTo>
                <a:cubicBezTo>
                  <a:pt x="0" y="160"/>
                  <a:pt x="159" y="0"/>
                  <a:pt x="355" y="0"/>
                </a:cubicBezTo>
                <a:cubicBezTo>
                  <a:pt x="551" y="0"/>
                  <a:pt x="710" y="160"/>
                  <a:pt x="710" y="355"/>
                </a:cubicBezTo>
                <a:lnTo>
                  <a:pt x="710" y="1374"/>
                </a:ln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3" name="Google Shape;1393;p50"/>
          <p:cNvSpPr/>
          <p:nvPr/>
        </p:nvSpPr>
        <p:spPr>
          <a:xfrm>
            <a:off x="4239273" y="2062738"/>
            <a:ext cx="1199197" cy="2612262"/>
          </a:xfrm>
          <a:custGeom>
            <a:avLst/>
            <a:gdLst/>
            <a:ahLst/>
            <a:cxnLst/>
            <a:rect l="l" t="t" r="r" b="b"/>
            <a:pathLst>
              <a:path w="607" h="1322" extrusionOk="0">
                <a:moveTo>
                  <a:pt x="607" y="1322"/>
                </a:moveTo>
                <a:cubicBezTo>
                  <a:pt x="604" y="1322"/>
                  <a:pt x="604" y="1322"/>
                  <a:pt x="604" y="1322"/>
                </a:cubicBezTo>
                <a:cubicBezTo>
                  <a:pt x="604" y="303"/>
                  <a:pt x="604" y="303"/>
                  <a:pt x="604" y="303"/>
                </a:cubicBezTo>
                <a:cubicBezTo>
                  <a:pt x="604" y="138"/>
                  <a:pt x="469" y="3"/>
                  <a:pt x="303" y="3"/>
                </a:cubicBezTo>
                <a:cubicBezTo>
                  <a:pt x="137" y="3"/>
                  <a:pt x="3" y="138"/>
                  <a:pt x="3" y="303"/>
                </a:cubicBezTo>
                <a:cubicBezTo>
                  <a:pt x="3" y="1322"/>
                  <a:pt x="3" y="1322"/>
                  <a:pt x="3" y="1322"/>
                </a:cubicBezTo>
                <a:cubicBezTo>
                  <a:pt x="0" y="1322"/>
                  <a:pt x="0" y="1322"/>
                  <a:pt x="0" y="1322"/>
                </a:cubicBezTo>
                <a:cubicBezTo>
                  <a:pt x="0" y="303"/>
                  <a:pt x="0" y="303"/>
                  <a:pt x="0" y="303"/>
                </a:cubicBezTo>
                <a:cubicBezTo>
                  <a:pt x="0" y="136"/>
                  <a:pt x="136" y="0"/>
                  <a:pt x="303" y="0"/>
                </a:cubicBezTo>
                <a:cubicBezTo>
                  <a:pt x="471" y="0"/>
                  <a:pt x="607" y="136"/>
                  <a:pt x="607" y="303"/>
                </a:cubicBezTo>
                <a:lnTo>
                  <a:pt x="607" y="1322"/>
                </a:ln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4" name="Google Shape;1394;p50"/>
          <p:cNvSpPr/>
          <p:nvPr/>
        </p:nvSpPr>
        <p:spPr>
          <a:xfrm>
            <a:off x="4339968" y="2163434"/>
            <a:ext cx="995308" cy="2511566"/>
          </a:xfrm>
          <a:custGeom>
            <a:avLst/>
            <a:gdLst/>
            <a:ahLst/>
            <a:cxnLst/>
            <a:rect l="l" t="t" r="r" b="b"/>
            <a:pathLst>
              <a:path w="504" h="1271" extrusionOk="0">
                <a:moveTo>
                  <a:pt x="504" y="1271"/>
                </a:moveTo>
                <a:cubicBezTo>
                  <a:pt x="501" y="1271"/>
                  <a:pt x="501" y="1271"/>
                  <a:pt x="501" y="1271"/>
                </a:cubicBezTo>
                <a:cubicBezTo>
                  <a:pt x="501" y="252"/>
                  <a:pt x="501" y="252"/>
                  <a:pt x="501" y="252"/>
                </a:cubicBezTo>
                <a:cubicBezTo>
                  <a:pt x="501" y="115"/>
                  <a:pt x="390" y="3"/>
                  <a:pt x="252" y="3"/>
                </a:cubicBezTo>
                <a:cubicBezTo>
                  <a:pt x="115" y="3"/>
                  <a:pt x="3" y="115"/>
                  <a:pt x="3" y="252"/>
                </a:cubicBezTo>
                <a:cubicBezTo>
                  <a:pt x="3" y="1271"/>
                  <a:pt x="3" y="1271"/>
                  <a:pt x="3" y="1271"/>
                </a:cubicBezTo>
                <a:cubicBezTo>
                  <a:pt x="0" y="1271"/>
                  <a:pt x="0" y="1271"/>
                  <a:pt x="0" y="1271"/>
                </a:cubicBezTo>
                <a:cubicBezTo>
                  <a:pt x="0" y="252"/>
                  <a:pt x="0" y="252"/>
                  <a:pt x="0" y="252"/>
                </a:cubicBezTo>
                <a:cubicBezTo>
                  <a:pt x="0" y="113"/>
                  <a:pt x="113" y="0"/>
                  <a:pt x="252" y="0"/>
                </a:cubicBezTo>
                <a:cubicBezTo>
                  <a:pt x="391" y="0"/>
                  <a:pt x="504" y="113"/>
                  <a:pt x="504" y="252"/>
                </a:cubicBezTo>
                <a:lnTo>
                  <a:pt x="504" y="127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5" name="Google Shape;1395;p50"/>
          <p:cNvSpPr/>
          <p:nvPr/>
        </p:nvSpPr>
        <p:spPr>
          <a:xfrm>
            <a:off x="5760436" y="2266626"/>
            <a:ext cx="791420" cy="2408372"/>
          </a:xfrm>
          <a:custGeom>
            <a:avLst/>
            <a:gdLst/>
            <a:ahLst/>
            <a:cxnLst/>
            <a:rect l="l" t="t" r="r" b="b"/>
            <a:pathLst>
              <a:path w="401" h="1219" extrusionOk="0">
                <a:moveTo>
                  <a:pt x="401" y="1219"/>
                </a:moveTo>
                <a:cubicBezTo>
                  <a:pt x="398" y="1219"/>
                  <a:pt x="398" y="1219"/>
                  <a:pt x="398" y="1219"/>
                </a:cubicBezTo>
                <a:cubicBezTo>
                  <a:pt x="398" y="200"/>
                  <a:pt x="398" y="200"/>
                  <a:pt x="398" y="200"/>
                </a:cubicBezTo>
                <a:cubicBezTo>
                  <a:pt x="398" y="92"/>
                  <a:pt x="309" y="3"/>
                  <a:pt x="200" y="3"/>
                </a:cubicBezTo>
                <a:cubicBezTo>
                  <a:pt x="91" y="3"/>
                  <a:pt x="3" y="92"/>
                  <a:pt x="3" y="200"/>
                </a:cubicBezTo>
                <a:cubicBezTo>
                  <a:pt x="3" y="1219"/>
                  <a:pt x="3" y="1219"/>
                  <a:pt x="3" y="1219"/>
                </a:cubicBezTo>
                <a:cubicBezTo>
                  <a:pt x="0" y="1219"/>
                  <a:pt x="0" y="1219"/>
                  <a:pt x="0" y="1219"/>
                </a:cubicBezTo>
                <a:cubicBezTo>
                  <a:pt x="0" y="200"/>
                  <a:pt x="0" y="200"/>
                  <a:pt x="0" y="200"/>
                </a:cubicBezTo>
                <a:cubicBezTo>
                  <a:pt x="0" y="90"/>
                  <a:pt x="90" y="0"/>
                  <a:pt x="200" y="0"/>
                </a:cubicBezTo>
                <a:cubicBezTo>
                  <a:pt x="311" y="0"/>
                  <a:pt x="401" y="90"/>
                  <a:pt x="401" y="200"/>
                </a:cubicBezTo>
                <a:lnTo>
                  <a:pt x="401" y="1219"/>
                </a:ln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6" name="Google Shape;1396;p50"/>
          <p:cNvSpPr/>
          <p:nvPr/>
        </p:nvSpPr>
        <p:spPr>
          <a:xfrm>
            <a:off x="5861132" y="2368986"/>
            <a:ext cx="588364" cy="2306012"/>
          </a:xfrm>
          <a:custGeom>
            <a:avLst/>
            <a:gdLst/>
            <a:ahLst/>
            <a:cxnLst/>
            <a:rect l="l" t="t" r="r" b="b"/>
            <a:pathLst>
              <a:path w="298" h="1167" extrusionOk="0">
                <a:moveTo>
                  <a:pt x="298" y="1167"/>
                </a:moveTo>
                <a:cubicBezTo>
                  <a:pt x="295" y="1167"/>
                  <a:pt x="295" y="1167"/>
                  <a:pt x="295" y="1167"/>
                </a:cubicBezTo>
                <a:cubicBezTo>
                  <a:pt x="295" y="148"/>
                  <a:pt x="295" y="148"/>
                  <a:pt x="295" y="148"/>
                </a:cubicBezTo>
                <a:cubicBezTo>
                  <a:pt x="295" y="68"/>
                  <a:pt x="230" y="3"/>
                  <a:pt x="149" y="3"/>
                </a:cubicBezTo>
                <a:cubicBezTo>
                  <a:pt x="69" y="3"/>
                  <a:pt x="3" y="68"/>
                  <a:pt x="3" y="148"/>
                </a:cubicBezTo>
                <a:cubicBezTo>
                  <a:pt x="3" y="1167"/>
                  <a:pt x="3" y="1167"/>
                  <a:pt x="3" y="1167"/>
                </a:cubicBezTo>
                <a:cubicBezTo>
                  <a:pt x="0" y="1167"/>
                  <a:pt x="0" y="1167"/>
                  <a:pt x="0" y="1167"/>
                </a:cubicBezTo>
                <a:cubicBezTo>
                  <a:pt x="0" y="148"/>
                  <a:pt x="0" y="148"/>
                  <a:pt x="0" y="148"/>
                </a:cubicBezTo>
                <a:cubicBezTo>
                  <a:pt x="0" y="66"/>
                  <a:pt x="67" y="0"/>
                  <a:pt x="149" y="0"/>
                </a:cubicBezTo>
                <a:cubicBezTo>
                  <a:pt x="231" y="0"/>
                  <a:pt x="298" y="66"/>
                  <a:pt x="298" y="148"/>
                </a:cubicBezTo>
                <a:lnTo>
                  <a:pt x="298" y="1167"/>
                </a:ln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7" name="Google Shape;1397;p50"/>
          <p:cNvSpPr/>
          <p:nvPr/>
        </p:nvSpPr>
        <p:spPr>
          <a:xfrm>
            <a:off x="7222533" y="3920649"/>
            <a:ext cx="614162" cy="614160"/>
          </a:xfrm>
          <a:custGeom>
            <a:avLst/>
            <a:gdLst/>
            <a:ahLst/>
            <a:cxnLst/>
            <a:rect l="l" t="t" r="r" b="b"/>
            <a:pathLst>
              <a:path w="311" h="311" extrusionOk="0">
                <a:moveTo>
                  <a:pt x="114" y="311"/>
                </a:moveTo>
                <a:cubicBezTo>
                  <a:pt x="0" y="197"/>
                  <a:pt x="0" y="197"/>
                  <a:pt x="0" y="197"/>
                </a:cubicBezTo>
                <a:cubicBezTo>
                  <a:pt x="0" y="196"/>
                  <a:pt x="41" y="43"/>
                  <a:pt x="42" y="42"/>
                </a:cubicBezTo>
                <a:cubicBezTo>
                  <a:pt x="43" y="42"/>
                  <a:pt x="196" y="1"/>
                  <a:pt x="197" y="0"/>
                </a:cubicBezTo>
                <a:cubicBezTo>
                  <a:pt x="311" y="114"/>
                  <a:pt x="311" y="114"/>
                  <a:pt x="311" y="114"/>
                </a:cubicBezTo>
                <a:cubicBezTo>
                  <a:pt x="310" y="115"/>
                  <a:pt x="269" y="268"/>
                  <a:pt x="269" y="269"/>
                </a:cubicBezTo>
                <a:cubicBezTo>
                  <a:pt x="268" y="270"/>
                  <a:pt x="115" y="311"/>
                  <a:pt x="114" y="311"/>
                </a:cubicBezTo>
                <a:close/>
                <a:moveTo>
                  <a:pt x="4" y="196"/>
                </a:moveTo>
                <a:cubicBezTo>
                  <a:pt x="115" y="307"/>
                  <a:pt x="115" y="307"/>
                  <a:pt x="115" y="307"/>
                </a:cubicBezTo>
                <a:cubicBezTo>
                  <a:pt x="266" y="266"/>
                  <a:pt x="266" y="266"/>
                  <a:pt x="266" y="266"/>
                </a:cubicBezTo>
                <a:cubicBezTo>
                  <a:pt x="306" y="115"/>
                  <a:pt x="306" y="115"/>
                  <a:pt x="306" y="115"/>
                </a:cubicBezTo>
                <a:cubicBezTo>
                  <a:pt x="196" y="5"/>
                  <a:pt x="196" y="5"/>
                  <a:pt x="196" y="5"/>
                </a:cubicBezTo>
                <a:cubicBezTo>
                  <a:pt x="45" y="45"/>
                  <a:pt x="45" y="45"/>
                  <a:pt x="45" y="45"/>
                </a:cubicBezTo>
                <a:lnTo>
                  <a:pt x="4" y="19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401"/>
        <p:cNvGrpSpPr/>
        <p:nvPr/>
      </p:nvGrpSpPr>
      <p:grpSpPr>
        <a:xfrm>
          <a:off x="0" y="0"/>
          <a:ext cx="0" cy="0"/>
          <a:chOff x="0" y="0"/>
          <a:chExt cx="0" cy="0"/>
        </a:xfrm>
      </p:grpSpPr>
      <p:sp>
        <p:nvSpPr>
          <p:cNvPr id="1402" name="Google Shape;1402;p51"/>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403" name="Google Shape;1403;p51"/>
          <p:cNvSpPr txBox="1">
            <a:spLocks noGrp="1"/>
          </p:cNvSpPr>
          <p:nvPr>
            <p:ph type="subTitle" idx="1"/>
          </p:nvPr>
        </p:nvSpPr>
        <p:spPr>
          <a:xfrm>
            <a:off x="720000" y="1149525"/>
            <a:ext cx="7710600" cy="23622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Did you like the resources in this template? Get them at these websites:</a:t>
            </a:r>
            <a:endParaRPr/>
          </a:p>
          <a:p>
            <a:pPr marL="0" lvl="0" indent="0" algn="l" rtl="0">
              <a:lnSpc>
                <a:spcPct val="115000"/>
              </a:lnSpc>
              <a:spcBef>
                <a:spcPts val="1000"/>
              </a:spcBef>
              <a:spcAft>
                <a:spcPts val="0"/>
              </a:spcAft>
              <a:buNone/>
            </a:pPr>
            <a:r>
              <a:rPr lang="en" b="1"/>
              <a:t>Photos</a:t>
            </a:r>
            <a:endParaRPr b="1"/>
          </a:p>
          <a:p>
            <a:pPr marL="457200" lvl="0" indent="-317500" algn="l" rtl="0">
              <a:lnSpc>
                <a:spcPct val="115000"/>
              </a:lnSpc>
              <a:spcBef>
                <a:spcPts val="0"/>
              </a:spcBef>
              <a:spcAft>
                <a:spcPts val="0"/>
              </a:spcAft>
              <a:buSzPts val="1400"/>
              <a:buFont typeface="Lato"/>
              <a:buChar char="●"/>
            </a:pPr>
            <a:r>
              <a:rPr lang="en" u="sng">
                <a:hlinkClick r:id="rId3"/>
              </a:rPr>
              <a:t>W</a:t>
            </a:r>
            <a:r>
              <a:rPr lang="en" u="sng">
                <a:hlinkClick r:id="rId3"/>
              </a:rPr>
              <a:t>hite paper texture background</a:t>
            </a:r>
            <a:endParaRPr/>
          </a:p>
          <a:p>
            <a:pPr marL="0" lvl="0" indent="0" algn="l" rtl="0">
              <a:lnSpc>
                <a:spcPct val="115000"/>
              </a:lnSpc>
              <a:spcBef>
                <a:spcPts val="0"/>
              </a:spcBef>
              <a:spcAft>
                <a:spcPts val="0"/>
              </a:spcAft>
              <a:buNone/>
            </a:pPr>
            <a:r>
              <a:rPr lang="en" b="1"/>
              <a:t>Icons</a:t>
            </a:r>
            <a:endParaRPr b="1"/>
          </a:p>
          <a:p>
            <a:pPr marL="457200" lvl="0" indent="-317500" algn="l" rtl="0">
              <a:lnSpc>
                <a:spcPct val="115000"/>
              </a:lnSpc>
              <a:spcBef>
                <a:spcPts val="0"/>
              </a:spcBef>
              <a:spcAft>
                <a:spcPts val="0"/>
              </a:spcAft>
              <a:buSzPts val="1400"/>
              <a:buFont typeface="Lato"/>
              <a:buChar char="●"/>
            </a:pPr>
            <a:r>
              <a:rPr lang="en" u="sng">
                <a:hlinkClick r:id="rId4"/>
              </a:rPr>
              <a:t>Icon Pack: Mental Health | Lineal</a:t>
            </a:r>
            <a:endParaRPr/>
          </a:p>
          <a:p>
            <a:pPr marL="457200" lvl="0" indent="-317500" algn="l" rtl="0">
              <a:lnSpc>
                <a:spcPct val="115000"/>
              </a:lnSpc>
              <a:spcBef>
                <a:spcPts val="0"/>
              </a:spcBef>
              <a:spcAft>
                <a:spcPts val="0"/>
              </a:spcAft>
              <a:buSzPts val="1400"/>
              <a:buChar char="●"/>
            </a:pPr>
            <a:r>
              <a:rPr lang="en" u="sng">
                <a:hlinkClick r:id="rId5"/>
              </a:rPr>
              <a:t>Icon Pack: History | Lineal</a:t>
            </a:r>
            <a:endParaRPr/>
          </a:p>
          <a:p>
            <a:pPr marL="0" lvl="0" indent="0" algn="l" rtl="0">
              <a:lnSpc>
                <a:spcPct val="115000"/>
              </a:lnSpc>
              <a:spcBef>
                <a:spcPts val="0"/>
              </a:spcBef>
              <a:spcAft>
                <a:spcPts val="0"/>
              </a:spcAft>
              <a:buNone/>
            </a:pPr>
            <a:r>
              <a:rPr lang="en" b="1"/>
              <a:t>Illustrations</a:t>
            </a:r>
            <a:endParaRPr b="1"/>
          </a:p>
          <a:p>
            <a:pPr marL="457200" lvl="0" indent="-317500" algn="l" rtl="0">
              <a:spcBef>
                <a:spcPts val="0"/>
              </a:spcBef>
              <a:spcAft>
                <a:spcPts val="0"/>
              </a:spcAft>
              <a:buSzPts val="1400"/>
              <a:buFont typeface="Lato"/>
              <a:buChar char="●"/>
            </a:pPr>
            <a:r>
              <a:rPr lang="en" u="sng">
                <a:hlinkClick r:id="rId6"/>
              </a:rPr>
              <a:t>Young student learning in the library</a:t>
            </a:r>
            <a:endParaRPr sz="1600"/>
          </a:p>
        </p:txBody>
      </p:sp>
      <p:grpSp>
        <p:nvGrpSpPr>
          <p:cNvPr id="1404" name="Google Shape;1404;p51"/>
          <p:cNvGrpSpPr/>
          <p:nvPr/>
        </p:nvGrpSpPr>
        <p:grpSpPr>
          <a:xfrm rot="10800000">
            <a:off x="6929168" y="3965664"/>
            <a:ext cx="5611922" cy="64395"/>
            <a:chOff x="2290561" y="4544171"/>
            <a:chExt cx="5611922" cy="64395"/>
          </a:xfrm>
        </p:grpSpPr>
        <p:sp>
          <p:nvSpPr>
            <p:cNvPr id="1405" name="Google Shape;1405;p51"/>
            <p:cNvSpPr/>
            <p:nvPr/>
          </p:nvSpPr>
          <p:spPr>
            <a:xfrm>
              <a:off x="2290561" y="4569922"/>
              <a:ext cx="5516100" cy="12900"/>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6" name="Google Shape;1406;p51"/>
            <p:cNvSpPr/>
            <p:nvPr/>
          </p:nvSpPr>
          <p:spPr>
            <a:xfrm>
              <a:off x="7789434" y="4544171"/>
              <a:ext cx="113049" cy="64395"/>
            </a:xfrm>
            <a:custGeom>
              <a:avLst/>
              <a:gdLst/>
              <a:ahLst/>
              <a:cxnLst/>
              <a:rect l="l" t="t" r="r" b="b"/>
              <a:pathLst>
                <a:path w="79" h="45" extrusionOk="0">
                  <a:moveTo>
                    <a:pt x="0" y="23"/>
                  </a:moveTo>
                  <a:lnTo>
                    <a:pt x="39" y="0"/>
                  </a:lnTo>
                  <a:lnTo>
                    <a:pt x="79" y="23"/>
                  </a:lnTo>
                  <a:lnTo>
                    <a:pt x="39" y="45"/>
                  </a:lnTo>
                  <a:lnTo>
                    <a:pt x="0" y="2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407" name="Google Shape;1407;p51"/>
          <p:cNvSpPr/>
          <p:nvPr/>
        </p:nvSpPr>
        <p:spPr>
          <a:xfrm>
            <a:off x="6929187" y="2591107"/>
            <a:ext cx="2720976" cy="4967292"/>
          </a:xfrm>
          <a:custGeom>
            <a:avLst/>
            <a:gdLst/>
            <a:ahLst/>
            <a:cxnLst/>
            <a:rect l="l" t="t" r="r" b="b"/>
            <a:pathLst>
              <a:path w="2292" h="4183" extrusionOk="0">
                <a:moveTo>
                  <a:pt x="1146" y="4183"/>
                </a:moveTo>
                <a:cubicBezTo>
                  <a:pt x="840" y="4183"/>
                  <a:pt x="552" y="4064"/>
                  <a:pt x="336" y="3847"/>
                </a:cubicBezTo>
                <a:cubicBezTo>
                  <a:pt x="119" y="3631"/>
                  <a:pt x="0" y="3343"/>
                  <a:pt x="0" y="3037"/>
                </a:cubicBezTo>
                <a:cubicBezTo>
                  <a:pt x="0" y="1145"/>
                  <a:pt x="0" y="1145"/>
                  <a:pt x="0" y="1145"/>
                </a:cubicBezTo>
                <a:cubicBezTo>
                  <a:pt x="0" y="839"/>
                  <a:pt x="119" y="552"/>
                  <a:pt x="336" y="335"/>
                </a:cubicBezTo>
                <a:cubicBezTo>
                  <a:pt x="552" y="119"/>
                  <a:pt x="840" y="0"/>
                  <a:pt x="1146" y="0"/>
                </a:cubicBezTo>
                <a:cubicBezTo>
                  <a:pt x="1452" y="0"/>
                  <a:pt x="1740" y="119"/>
                  <a:pt x="1956" y="335"/>
                </a:cubicBezTo>
                <a:cubicBezTo>
                  <a:pt x="2173" y="552"/>
                  <a:pt x="2292" y="839"/>
                  <a:pt x="2292" y="1145"/>
                </a:cubicBezTo>
                <a:cubicBezTo>
                  <a:pt x="2292" y="3037"/>
                  <a:pt x="2292" y="3037"/>
                  <a:pt x="2292" y="3037"/>
                </a:cubicBezTo>
                <a:cubicBezTo>
                  <a:pt x="2292" y="3343"/>
                  <a:pt x="2173" y="3631"/>
                  <a:pt x="1956" y="3847"/>
                </a:cubicBezTo>
                <a:cubicBezTo>
                  <a:pt x="1740" y="4064"/>
                  <a:pt x="1452" y="4183"/>
                  <a:pt x="1146" y="4183"/>
                </a:cubicBezTo>
                <a:close/>
                <a:moveTo>
                  <a:pt x="1146" y="12"/>
                </a:moveTo>
                <a:cubicBezTo>
                  <a:pt x="521" y="12"/>
                  <a:pt x="12" y="520"/>
                  <a:pt x="12" y="1145"/>
                </a:cubicBezTo>
                <a:cubicBezTo>
                  <a:pt x="12" y="3037"/>
                  <a:pt x="12" y="3037"/>
                  <a:pt x="12" y="3037"/>
                </a:cubicBezTo>
                <a:cubicBezTo>
                  <a:pt x="12" y="3662"/>
                  <a:pt x="521" y="4171"/>
                  <a:pt x="1146" y="4171"/>
                </a:cubicBezTo>
                <a:cubicBezTo>
                  <a:pt x="1146" y="4171"/>
                  <a:pt x="1146" y="4171"/>
                  <a:pt x="1146" y="4171"/>
                </a:cubicBezTo>
                <a:cubicBezTo>
                  <a:pt x="1771" y="4171"/>
                  <a:pt x="2280" y="3662"/>
                  <a:pt x="2280" y="3037"/>
                </a:cubicBezTo>
                <a:cubicBezTo>
                  <a:pt x="2280" y="1145"/>
                  <a:pt x="2280" y="1145"/>
                  <a:pt x="2280" y="1145"/>
                </a:cubicBezTo>
                <a:cubicBezTo>
                  <a:pt x="2280" y="520"/>
                  <a:pt x="1771" y="12"/>
                  <a:pt x="1146"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1"/>
        <p:cNvGrpSpPr/>
        <p:nvPr/>
      </p:nvGrpSpPr>
      <p:grpSpPr>
        <a:xfrm>
          <a:off x="0" y="0"/>
          <a:ext cx="0" cy="0"/>
          <a:chOff x="0" y="0"/>
          <a:chExt cx="0" cy="0"/>
        </a:xfrm>
      </p:grpSpPr>
      <p:sp>
        <p:nvSpPr>
          <p:cNvPr id="1412" name="Google Shape;1412;p5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413" name="Google Shape;1413;p52"/>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 action="ppaction://noaction"/>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4"/>
              </a:rPr>
              <a:t>https://slidesgo.com/faqs</a:t>
            </a:r>
            <a:r>
              <a:rPr lang="en" sz="1100">
                <a:solidFill>
                  <a:schemeClr val="lt1"/>
                </a:solidFill>
              </a:rPr>
              <a:t> and </a:t>
            </a:r>
            <a:r>
              <a:rPr lang="en" sz="1100" b="1" u="sng">
                <a:solidFill>
                  <a:schemeClr val="hlink"/>
                </a:solidFill>
                <a:hlinkClick r:id="rId5"/>
              </a:rPr>
              <a:t>https://slidesgo.com/slidesgo-school</a:t>
            </a:r>
            <a:endParaRPr sz="1000">
              <a:solidFill>
                <a:srgbClr val="FFFFFF"/>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7"/>
        <p:cNvGrpSpPr/>
        <p:nvPr/>
      </p:nvGrpSpPr>
      <p:grpSpPr>
        <a:xfrm>
          <a:off x="0" y="0"/>
          <a:ext cx="0" cy="0"/>
          <a:chOff x="0" y="0"/>
          <a:chExt cx="0" cy="0"/>
        </a:xfrm>
      </p:grpSpPr>
      <p:sp>
        <p:nvSpPr>
          <p:cNvPr id="1418" name="Google Shape;1418;p53"/>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 action="ppaction://noaction"/>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4"/>
              </a:rPr>
              <a:t>https://slidesgo.com/faqs</a:t>
            </a:r>
            <a:r>
              <a:rPr lang="en" sz="1100">
                <a:solidFill>
                  <a:schemeClr val="lt1"/>
                </a:solidFill>
              </a:rPr>
              <a:t> and </a:t>
            </a:r>
            <a:r>
              <a:rPr lang="en" sz="1100" b="1" u="sng">
                <a:solidFill>
                  <a:schemeClr val="hlink"/>
                </a:solidFill>
                <a:hlinkClick r:id="rId5"/>
              </a:rPr>
              <a:t>https://slidesgo.com/slidesgo-school</a:t>
            </a:r>
            <a:endParaRPr sz="1000">
              <a:solidFill>
                <a:schemeClr val="lt1"/>
              </a:solidFill>
            </a:endParaRPr>
          </a:p>
        </p:txBody>
      </p:sp>
      <p:sp>
        <p:nvSpPr>
          <p:cNvPr id="1419" name="Google Shape;1419;p5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23"/>
        <p:cNvGrpSpPr/>
        <p:nvPr/>
      </p:nvGrpSpPr>
      <p:grpSpPr>
        <a:xfrm>
          <a:off x="0" y="0"/>
          <a:ext cx="0" cy="0"/>
          <a:chOff x="0" y="0"/>
          <a:chExt cx="0" cy="0"/>
        </a:xfrm>
      </p:grpSpPr>
      <p:sp>
        <p:nvSpPr>
          <p:cNvPr id="1424" name="Google Shape;1424;p54"/>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DM Sans</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https://fonts.google.com/specimen/DM+Sans</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Lato</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https://fonts.google.com/specimen/Lato</a:t>
            </a:r>
            <a:r>
              <a:rPr lang="en" sz="1100">
                <a:solidFill>
                  <a:schemeClr val="lt1"/>
                </a:solidFill>
              </a:rPr>
              <a:t>)</a:t>
            </a:r>
            <a:endParaRPr sz="1100">
              <a:solidFill>
                <a:schemeClr val="lt1"/>
              </a:solidFill>
            </a:endParaRPr>
          </a:p>
        </p:txBody>
      </p:sp>
      <p:sp>
        <p:nvSpPr>
          <p:cNvPr id="1425" name="Google Shape;1425;p54"/>
          <p:cNvSpPr/>
          <p:nvPr/>
        </p:nvSpPr>
        <p:spPr>
          <a:xfrm>
            <a:off x="2583563" y="2947825"/>
            <a:ext cx="791400" cy="754200"/>
          </a:xfrm>
          <a:prstGeom prst="roundRect">
            <a:avLst>
              <a:gd name="adj" fmla="val 16667"/>
            </a:avLst>
          </a:prstGeom>
          <a:solidFill>
            <a:srgbClr val="4B473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4"/>
          <p:cNvSpPr/>
          <p:nvPr/>
        </p:nvSpPr>
        <p:spPr>
          <a:xfrm>
            <a:off x="3645382" y="2947800"/>
            <a:ext cx="791400" cy="754200"/>
          </a:xfrm>
          <a:prstGeom prst="roundRect">
            <a:avLst>
              <a:gd name="adj" fmla="val 16667"/>
            </a:avLst>
          </a:prstGeom>
          <a:solidFill>
            <a:srgbClr val="745D2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4"/>
          <p:cNvSpPr/>
          <p:nvPr/>
        </p:nvSpPr>
        <p:spPr>
          <a:xfrm>
            <a:off x="4707202" y="2947800"/>
            <a:ext cx="791400" cy="754200"/>
          </a:xfrm>
          <a:prstGeom prst="roundRect">
            <a:avLst>
              <a:gd name="adj" fmla="val 16667"/>
            </a:avLst>
          </a:prstGeom>
          <a:solidFill>
            <a:srgbClr val="FDF9E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4"/>
          <p:cNvSpPr txBox="1"/>
          <p:nvPr/>
        </p:nvSpPr>
        <p:spPr>
          <a:xfrm>
            <a:off x="258356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#4b4739</a:t>
            </a:r>
            <a:endParaRPr sz="1000">
              <a:solidFill>
                <a:srgbClr val="FFFFFF"/>
              </a:solidFill>
            </a:endParaRPr>
          </a:p>
        </p:txBody>
      </p:sp>
      <p:sp>
        <p:nvSpPr>
          <p:cNvPr id="1429" name="Google Shape;1429;p54"/>
          <p:cNvSpPr txBox="1"/>
          <p:nvPr/>
        </p:nvSpPr>
        <p:spPr>
          <a:xfrm>
            <a:off x="364538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#745d28</a:t>
            </a:r>
            <a:endParaRPr sz="1000">
              <a:solidFill>
                <a:srgbClr val="FFFFFF"/>
              </a:solidFill>
            </a:endParaRPr>
          </a:p>
        </p:txBody>
      </p:sp>
      <p:sp>
        <p:nvSpPr>
          <p:cNvPr id="1430" name="Google Shape;1430;p54"/>
          <p:cNvSpPr txBox="1"/>
          <p:nvPr/>
        </p:nvSpPr>
        <p:spPr>
          <a:xfrm>
            <a:off x="470721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B4739"/>
                </a:solidFill>
              </a:rPr>
              <a:t>#fdf9ed</a:t>
            </a:r>
            <a:endParaRPr sz="1000">
              <a:solidFill>
                <a:srgbClr val="4B4739"/>
              </a:solidFill>
            </a:endParaRPr>
          </a:p>
        </p:txBody>
      </p:sp>
      <p:sp>
        <p:nvSpPr>
          <p:cNvPr id="1431" name="Google Shape;1431;p54"/>
          <p:cNvSpPr/>
          <p:nvPr/>
        </p:nvSpPr>
        <p:spPr>
          <a:xfrm>
            <a:off x="5769038" y="2947800"/>
            <a:ext cx="791400" cy="754200"/>
          </a:xfrm>
          <a:prstGeom prst="roundRect">
            <a:avLst>
              <a:gd name="adj" fmla="val 16667"/>
            </a:avLst>
          </a:prstGeom>
          <a:solidFill>
            <a:srgbClr val="EEDFB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4"/>
          <p:cNvSpPr txBox="1"/>
          <p:nvPr/>
        </p:nvSpPr>
        <p:spPr>
          <a:xfrm>
            <a:off x="576903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B4739"/>
                </a:solidFill>
              </a:rPr>
              <a:t>#eedfb8</a:t>
            </a:r>
            <a:endParaRPr sz="1000">
              <a:solidFill>
                <a:srgbClr val="4B4739"/>
              </a:solidFill>
            </a:endParaRPr>
          </a:p>
        </p:txBody>
      </p:sp>
      <p:sp>
        <p:nvSpPr>
          <p:cNvPr id="1433" name="Google Shape;1433;p54"/>
          <p:cNvSpPr/>
          <p:nvPr/>
        </p:nvSpPr>
        <p:spPr>
          <a:xfrm>
            <a:off x="3645388" y="3878900"/>
            <a:ext cx="791400" cy="754200"/>
          </a:xfrm>
          <a:prstGeom prst="roundRect">
            <a:avLst>
              <a:gd name="adj" fmla="val 16667"/>
            </a:avLst>
          </a:prstGeom>
          <a:solidFill>
            <a:srgbClr val="B1995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4"/>
          <p:cNvSpPr/>
          <p:nvPr/>
        </p:nvSpPr>
        <p:spPr>
          <a:xfrm>
            <a:off x="4707207" y="3878900"/>
            <a:ext cx="791400" cy="754200"/>
          </a:xfrm>
          <a:prstGeom prst="roundRect">
            <a:avLst>
              <a:gd name="adj" fmla="val 16667"/>
            </a:avLst>
          </a:prstGeom>
          <a:solidFill>
            <a:srgbClr val="BBAE8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4"/>
          <p:cNvSpPr/>
          <p:nvPr/>
        </p:nvSpPr>
        <p:spPr>
          <a:xfrm>
            <a:off x="5769027" y="3878900"/>
            <a:ext cx="791400" cy="754200"/>
          </a:xfrm>
          <a:prstGeom prst="roundRect">
            <a:avLst>
              <a:gd name="adj" fmla="val 16667"/>
            </a:avLst>
          </a:prstGeom>
          <a:solidFill>
            <a:schemeClr val="lt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4"/>
          <p:cNvSpPr txBox="1"/>
          <p:nvPr/>
        </p:nvSpPr>
        <p:spPr>
          <a:xfrm>
            <a:off x="3645388"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B4739"/>
                </a:solidFill>
              </a:rPr>
              <a:t>#b19951</a:t>
            </a:r>
            <a:endParaRPr sz="1000">
              <a:solidFill>
                <a:srgbClr val="4B4739"/>
              </a:solidFill>
            </a:endParaRPr>
          </a:p>
        </p:txBody>
      </p:sp>
      <p:sp>
        <p:nvSpPr>
          <p:cNvPr id="1437" name="Google Shape;1437;p54"/>
          <p:cNvSpPr txBox="1"/>
          <p:nvPr/>
        </p:nvSpPr>
        <p:spPr>
          <a:xfrm>
            <a:off x="4707213"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B4739"/>
                </a:solidFill>
              </a:rPr>
              <a:t>#bbae88</a:t>
            </a:r>
            <a:endParaRPr sz="1000">
              <a:solidFill>
                <a:srgbClr val="4B4739"/>
              </a:solidFill>
            </a:endParaRPr>
          </a:p>
        </p:txBody>
      </p:sp>
      <p:sp>
        <p:nvSpPr>
          <p:cNvPr id="1438" name="Google Shape;1438;p54"/>
          <p:cNvSpPr txBox="1"/>
          <p:nvPr/>
        </p:nvSpPr>
        <p:spPr>
          <a:xfrm>
            <a:off x="5769038"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B4739"/>
                </a:solidFill>
              </a:rPr>
              <a:t>#ffffff</a:t>
            </a:r>
            <a:endParaRPr sz="1000">
              <a:solidFill>
                <a:srgbClr val="4B4739"/>
              </a:solidFill>
            </a:endParaRPr>
          </a:p>
        </p:txBody>
      </p:sp>
      <p:sp>
        <p:nvSpPr>
          <p:cNvPr id="1439" name="Google Shape;1439;p54"/>
          <p:cNvSpPr/>
          <p:nvPr/>
        </p:nvSpPr>
        <p:spPr>
          <a:xfrm>
            <a:off x="2583563" y="3878900"/>
            <a:ext cx="791400" cy="754200"/>
          </a:xfrm>
          <a:prstGeom prst="roundRect">
            <a:avLst>
              <a:gd name="adj" fmla="val 16667"/>
            </a:avLst>
          </a:prstGeom>
          <a:solidFill>
            <a:srgbClr val="D3930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4"/>
          <p:cNvSpPr txBox="1"/>
          <p:nvPr/>
        </p:nvSpPr>
        <p:spPr>
          <a:xfrm>
            <a:off x="2583563"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#d39306</a:t>
            </a:r>
            <a:endParaRPr sz="1000">
              <a:solidFill>
                <a:srgbClr val="FFFFFF"/>
              </a:solidFill>
            </a:endParaRPr>
          </a:p>
        </p:txBody>
      </p:sp>
      <p:sp>
        <p:nvSpPr>
          <p:cNvPr id="1441" name="Google Shape;1441;p5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45"/>
        <p:cNvGrpSpPr/>
        <p:nvPr/>
      </p:nvGrpSpPr>
      <p:grpSpPr>
        <a:xfrm>
          <a:off x="0" y="0"/>
          <a:ext cx="0" cy="0"/>
          <a:chOff x="0" y="0"/>
          <a:chExt cx="0" cy="0"/>
        </a:xfrm>
      </p:grpSpPr>
      <p:sp>
        <p:nvSpPr>
          <p:cNvPr id="1446" name="Google Shape;1446;p55"/>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447" name="Google Shape;1447;p5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448" name="Google Shape;1448;p55"/>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449" name="Google Shape;1449;p55">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450" name="Google Shape;1450;p55">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451" name="Google Shape;1451;p55">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452" name="Google Shape;1452;p55">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453" name="Google Shape;1453;p55"/>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454" name="Google Shape;1454;p55"/>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455" name="Google Shape;1455;p55"/>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456" name="Google Shape;1456;p55"/>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457" name="Google Shape;1457;p55">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1"/>
        <p:cNvGrpSpPr/>
        <p:nvPr/>
      </p:nvGrpSpPr>
      <p:grpSpPr>
        <a:xfrm>
          <a:off x="0" y="0"/>
          <a:ext cx="0" cy="0"/>
          <a:chOff x="0" y="0"/>
          <a:chExt cx="0" cy="0"/>
        </a:xfrm>
      </p:grpSpPr>
      <p:sp>
        <p:nvSpPr>
          <p:cNvPr id="1462" name="Google Shape;1462;p56"/>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463" name="Google Shape;1463;p56"/>
          <p:cNvGrpSpPr/>
          <p:nvPr/>
        </p:nvGrpSpPr>
        <p:grpSpPr>
          <a:xfrm>
            <a:off x="5117640" y="3085736"/>
            <a:ext cx="474294" cy="551291"/>
            <a:chOff x="4727025" y="1332775"/>
            <a:chExt cx="59900" cy="69625"/>
          </a:xfrm>
        </p:grpSpPr>
        <p:sp>
          <p:nvSpPr>
            <p:cNvPr id="1464" name="Google Shape;1464;p5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 name="Google Shape;1466;p56"/>
          <p:cNvGrpSpPr/>
          <p:nvPr/>
        </p:nvGrpSpPr>
        <p:grpSpPr>
          <a:xfrm>
            <a:off x="5731296" y="2314340"/>
            <a:ext cx="555653" cy="557031"/>
            <a:chOff x="4820425" y="1329900"/>
            <a:chExt cx="70175" cy="70350"/>
          </a:xfrm>
        </p:grpSpPr>
        <p:sp>
          <p:nvSpPr>
            <p:cNvPr id="1467" name="Google Shape;1467;p5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 name="Google Shape;1471;p56"/>
          <p:cNvGrpSpPr/>
          <p:nvPr/>
        </p:nvGrpSpPr>
        <p:grpSpPr>
          <a:xfrm>
            <a:off x="6357664" y="2318845"/>
            <a:ext cx="582574" cy="533871"/>
            <a:chOff x="4903200" y="1331525"/>
            <a:chExt cx="73575" cy="67425"/>
          </a:xfrm>
        </p:grpSpPr>
        <p:sp>
          <p:nvSpPr>
            <p:cNvPr id="1472" name="Google Shape;1472;p5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 name="Google Shape;1474;p56"/>
          <p:cNvGrpSpPr/>
          <p:nvPr/>
        </p:nvGrpSpPr>
        <p:grpSpPr>
          <a:xfrm>
            <a:off x="5717142" y="3078709"/>
            <a:ext cx="583960" cy="565345"/>
            <a:chOff x="4815575" y="1416800"/>
            <a:chExt cx="73750" cy="71400"/>
          </a:xfrm>
        </p:grpSpPr>
        <p:sp>
          <p:nvSpPr>
            <p:cNvPr id="1475" name="Google Shape;1475;p5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56"/>
          <p:cNvGrpSpPr/>
          <p:nvPr/>
        </p:nvGrpSpPr>
        <p:grpSpPr>
          <a:xfrm>
            <a:off x="6351924" y="3108896"/>
            <a:ext cx="589898" cy="504970"/>
            <a:chOff x="4902475" y="1418875"/>
            <a:chExt cx="74500" cy="63775"/>
          </a:xfrm>
        </p:grpSpPr>
        <p:sp>
          <p:nvSpPr>
            <p:cNvPr id="1479" name="Google Shape;1479;p5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 name="Google Shape;1481;p56"/>
          <p:cNvGrpSpPr/>
          <p:nvPr/>
        </p:nvGrpSpPr>
        <p:grpSpPr>
          <a:xfrm>
            <a:off x="5727139" y="3826000"/>
            <a:ext cx="563967" cy="567127"/>
            <a:chOff x="4818100" y="1507675"/>
            <a:chExt cx="71225" cy="71625"/>
          </a:xfrm>
        </p:grpSpPr>
        <p:sp>
          <p:nvSpPr>
            <p:cNvPr id="1482" name="Google Shape;1482;p5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 name="Google Shape;1486;p56"/>
          <p:cNvGrpSpPr/>
          <p:nvPr/>
        </p:nvGrpSpPr>
        <p:grpSpPr>
          <a:xfrm>
            <a:off x="5040636" y="3829461"/>
            <a:ext cx="628301" cy="588505"/>
            <a:chOff x="4721450" y="1509475"/>
            <a:chExt cx="79350" cy="74325"/>
          </a:xfrm>
        </p:grpSpPr>
        <p:sp>
          <p:nvSpPr>
            <p:cNvPr id="1487" name="Google Shape;1487;p5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 name="Google Shape;1491;p56"/>
          <p:cNvGrpSpPr/>
          <p:nvPr/>
        </p:nvGrpSpPr>
        <p:grpSpPr>
          <a:xfrm>
            <a:off x="6386170" y="3814027"/>
            <a:ext cx="557038" cy="562772"/>
            <a:chOff x="4906800" y="1507500"/>
            <a:chExt cx="70350" cy="71075"/>
          </a:xfrm>
        </p:grpSpPr>
        <p:sp>
          <p:nvSpPr>
            <p:cNvPr id="1492" name="Google Shape;1492;p5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56"/>
          <p:cNvGrpSpPr/>
          <p:nvPr/>
        </p:nvGrpSpPr>
        <p:grpSpPr>
          <a:xfrm>
            <a:off x="4423778" y="2340963"/>
            <a:ext cx="517934" cy="517934"/>
            <a:chOff x="3736598" y="2170606"/>
            <a:chExt cx="404889" cy="404889"/>
          </a:xfrm>
        </p:grpSpPr>
        <p:sp>
          <p:nvSpPr>
            <p:cNvPr id="1498" name="Google Shape;1498;p5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 name="Google Shape;1502;p56"/>
          <p:cNvGrpSpPr/>
          <p:nvPr/>
        </p:nvGrpSpPr>
        <p:grpSpPr>
          <a:xfrm>
            <a:off x="3690839" y="2341061"/>
            <a:ext cx="586986" cy="517740"/>
            <a:chOff x="3161917" y="2170682"/>
            <a:chExt cx="458870" cy="404737"/>
          </a:xfrm>
        </p:grpSpPr>
        <p:sp>
          <p:nvSpPr>
            <p:cNvPr id="1503" name="Google Shape;1503;p5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 name="Google Shape;1506;p56"/>
          <p:cNvGrpSpPr/>
          <p:nvPr/>
        </p:nvGrpSpPr>
        <p:grpSpPr>
          <a:xfrm>
            <a:off x="3713860" y="3102400"/>
            <a:ext cx="540943" cy="517963"/>
            <a:chOff x="3179914" y="2889488"/>
            <a:chExt cx="422876" cy="404911"/>
          </a:xfrm>
        </p:grpSpPr>
        <p:sp>
          <p:nvSpPr>
            <p:cNvPr id="1507" name="Google Shape;1507;p5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 name="Google Shape;1513;p56"/>
          <p:cNvGrpSpPr/>
          <p:nvPr/>
        </p:nvGrpSpPr>
        <p:grpSpPr>
          <a:xfrm>
            <a:off x="4414654" y="3102358"/>
            <a:ext cx="536180" cy="518047"/>
            <a:chOff x="3729467" y="2889422"/>
            <a:chExt cx="419153" cy="404977"/>
          </a:xfrm>
        </p:grpSpPr>
        <p:sp>
          <p:nvSpPr>
            <p:cNvPr id="1514" name="Google Shape;1514;p5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 name="Google Shape;1521;p56"/>
          <p:cNvGrpSpPr/>
          <p:nvPr/>
        </p:nvGrpSpPr>
        <p:grpSpPr>
          <a:xfrm>
            <a:off x="1951688" y="3445787"/>
            <a:ext cx="965351" cy="134611"/>
            <a:chOff x="4411970" y="2962952"/>
            <a:chExt cx="706544" cy="104212"/>
          </a:xfrm>
        </p:grpSpPr>
        <p:sp>
          <p:nvSpPr>
            <p:cNvPr id="1522" name="Google Shape;1522;p5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 name="Google Shape;1526;p56"/>
          <p:cNvGrpSpPr/>
          <p:nvPr/>
        </p:nvGrpSpPr>
        <p:grpSpPr>
          <a:xfrm>
            <a:off x="1951688" y="3041077"/>
            <a:ext cx="960158" cy="289172"/>
            <a:chOff x="4411970" y="2726085"/>
            <a:chExt cx="643107" cy="193659"/>
          </a:xfrm>
        </p:grpSpPr>
        <p:sp>
          <p:nvSpPr>
            <p:cNvPr id="1527" name="Google Shape;1527;p5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 name="Google Shape;1530;p56"/>
          <p:cNvGrpSpPr/>
          <p:nvPr/>
        </p:nvGrpSpPr>
        <p:grpSpPr>
          <a:xfrm>
            <a:off x="960185" y="3295400"/>
            <a:ext cx="811503" cy="252584"/>
            <a:chOff x="4411970" y="4340222"/>
            <a:chExt cx="779467" cy="242683"/>
          </a:xfrm>
        </p:grpSpPr>
        <p:sp>
          <p:nvSpPr>
            <p:cNvPr id="1531" name="Google Shape;1531;p5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 name="Google Shape;1534;p56"/>
          <p:cNvGrpSpPr/>
          <p:nvPr/>
        </p:nvGrpSpPr>
        <p:grpSpPr>
          <a:xfrm>
            <a:off x="1951688" y="2709308"/>
            <a:ext cx="965160" cy="216230"/>
            <a:chOff x="4411970" y="2468674"/>
            <a:chExt cx="747317" cy="167425"/>
          </a:xfrm>
        </p:grpSpPr>
        <p:sp>
          <p:nvSpPr>
            <p:cNvPr id="1535" name="Google Shape;1535;p5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 name="Google Shape;1537;p56"/>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8" name="Google Shape;1538;p56"/>
          <p:cNvGrpSpPr/>
          <p:nvPr/>
        </p:nvGrpSpPr>
        <p:grpSpPr>
          <a:xfrm>
            <a:off x="959254" y="2334687"/>
            <a:ext cx="1959041" cy="208784"/>
            <a:chOff x="6336019" y="3733725"/>
            <a:chExt cx="2566206" cy="351310"/>
          </a:xfrm>
        </p:grpSpPr>
        <p:sp>
          <p:nvSpPr>
            <p:cNvPr id="1539" name="Google Shape;1539;p5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 name="Google Shape;1543;p56"/>
          <p:cNvGrpSpPr/>
          <p:nvPr/>
        </p:nvGrpSpPr>
        <p:grpSpPr>
          <a:xfrm>
            <a:off x="1951688" y="3950602"/>
            <a:ext cx="946551" cy="153200"/>
            <a:chOff x="4404545" y="3301592"/>
            <a:chExt cx="782403" cy="129272"/>
          </a:xfrm>
        </p:grpSpPr>
        <p:sp>
          <p:nvSpPr>
            <p:cNvPr id="1544" name="Google Shape;1544;p5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 name="Google Shape;1546;p56"/>
          <p:cNvGrpSpPr/>
          <p:nvPr/>
        </p:nvGrpSpPr>
        <p:grpSpPr>
          <a:xfrm>
            <a:off x="1951688" y="3695937"/>
            <a:ext cx="962257" cy="139127"/>
            <a:chOff x="4411970" y="3131459"/>
            <a:chExt cx="710520" cy="117397"/>
          </a:xfrm>
        </p:grpSpPr>
        <p:sp>
          <p:nvSpPr>
            <p:cNvPr id="1547" name="Google Shape;1547;p5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9" name="Google Shape;1549;p56"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0" name="Google Shape;1550;p56"/>
          <p:cNvGrpSpPr/>
          <p:nvPr/>
        </p:nvGrpSpPr>
        <p:grpSpPr>
          <a:xfrm>
            <a:off x="951833" y="3621603"/>
            <a:ext cx="823838" cy="458988"/>
            <a:chOff x="4411970" y="1801825"/>
            <a:chExt cx="734586" cy="409262"/>
          </a:xfrm>
        </p:grpSpPr>
        <p:sp>
          <p:nvSpPr>
            <p:cNvPr id="1551" name="Google Shape;1551;p5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 name="Google Shape;1553;p56"/>
          <p:cNvGrpSpPr/>
          <p:nvPr/>
        </p:nvGrpSpPr>
        <p:grpSpPr>
          <a:xfrm>
            <a:off x="3056804" y="2339173"/>
            <a:ext cx="521514" cy="521514"/>
            <a:chOff x="5681300" y="2527788"/>
            <a:chExt cx="805800" cy="805800"/>
          </a:xfrm>
        </p:grpSpPr>
        <p:sp>
          <p:nvSpPr>
            <p:cNvPr id="1554" name="Google Shape;1554;p5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 name="Google Shape;1556;p56"/>
          <p:cNvGrpSpPr/>
          <p:nvPr/>
        </p:nvGrpSpPr>
        <p:grpSpPr>
          <a:xfrm>
            <a:off x="3051044" y="3094865"/>
            <a:ext cx="533033" cy="533033"/>
            <a:chOff x="4049800" y="640400"/>
            <a:chExt cx="858900" cy="858900"/>
          </a:xfrm>
        </p:grpSpPr>
        <p:sp>
          <p:nvSpPr>
            <p:cNvPr id="1557" name="Google Shape;1557;p5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 name="Google Shape;1559;p56"/>
          <p:cNvGrpSpPr/>
          <p:nvPr/>
        </p:nvGrpSpPr>
        <p:grpSpPr>
          <a:xfrm>
            <a:off x="2976527" y="3772543"/>
            <a:ext cx="682068" cy="682068"/>
            <a:chOff x="5080188" y="927900"/>
            <a:chExt cx="961200" cy="961200"/>
          </a:xfrm>
        </p:grpSpPr>
        <p:sp>
          <p:nvSpPr>
            <p:cNvPr id="1560" name="Google Shape;1560;p5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56"/>
          <p:cNvGrpSpPr/>
          <p:nvPr/>
        </p:nvGrpSpPr>
        <p:grpSpPr>
          <a:xfrm>
            <a:off x="4440026" y="3869234"/>
            <a:ext cx="505650" cy="504006"/>
            <a:chOff x="6039282" y="1042577"/>
            <a:chExt cx="734315" cy="731929"/>
          </a:xfrm>
        </p:grpSpPr>
        <p:sp>
          <p:nvSpPr>
            <p:cNvPr id="1569" name="Google Shape;1569;p5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 name="Google Shape;1590;p56"/>
          <p:cNvGrpSpPr/>
          <p:nvPr/>
        </p:nvGrpSpPr>
        <p:grpSpPr>
          <a:xfrm>
            <a:off x="5052628" y="2298862"/>
            <a:ext cx="567744" cy="602136"/>
            <a:chOff x="1825800" y="1651625"/>
            <a:chExt cx="539989" cy="571775"/>
          </a:xfrm>
        </p:grpSpPr>
        <p:sp>
          <p:nvSpPr>
            <p:cNvPr id="1591" name="Google Shape;1591;p5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 name="Google Shape;1595;p56"/>
          <p:cNvGrpSpPr/>
          <p:nvPr/>
        </p:nvGrpSpPr>
        <p:grpSpPr>
          <a:xfrm>
            <a:off x="3727557" y="3855579"/>
            <a:ext cx="508123" cy="507955"/>
            <a:chOff x="1897577" y="2802432"/>
            <a:chExt cx="492176" cy="492014"/>
          </a:xfrm>
        </p:grpSpPr>
        <p:sp>
          <p:nvSpPr>
            <p:cNvPr id="1596" name="Google Shape;1596;p5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 name="Google Shape;1608;p56"/>
          <p:cNvGrpSpPr/>
          <p:nvPr/>
        </p:nvGrpSpPr>
        <p:grpSpPr>
          <a:xfrm>
            <a:off x="959087" y="4169123"/>
            <a:ext cx="809227" cy="200842"/>
            <a:chOff x="2013045" y="4813233"/>
            <a:chExt cx="921986" cy="228854"/>
          </a:xfrm>
        </p:grpSpPr>
        <p:sp>
          <p:nvSpPr>
            <p:cNvPr id="1609" name="Google Shape;1609;p5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 name="Google Shape;1611;p56"/>
          <p:cNvGrpSpPr/>
          <p:nvPr/>
        </p:nvGrpSpPr>
        <p:grpSpPr>
          <a:xfrm>
            <a:off x="967547" y="2656004"/>
            <a:ext cx="792421" cy="269941"/>
            <a:chOff x="1046767" y="4756633"/>
            <a:chExt cx="859646" cy="292841"/>
          </a:xfrm>
        </p:grpSpPr>
        <p:sp>
          <p:nvSpPr>
            <p:cNvPr id="1612" name="Google Shape;1612;p5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Google Shape;1615;p56"/>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6"/>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6"/>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6"/>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9" name="Google Shape;1619;p56"/>
          <p:cNvGrpSpPr/>
          <p:nvPr/>
        </p:nvGrpSpPr>
        <p:grpSpPr>
          <a:xfrm>
            <a:off x="7103403" y="2550562"/>
            <a:ext cx="166473" cy="141497"/>
            <a:chOff x="4660325" y="1866850"/>
            <a:chExt cx="68350" cy="58100"/>
          </a:xfrm>
        </p:grpSpPr>
        <p:sp>
          <p:nvSpPr>
            <p:cNvPr id="1620" name="Google Shape;1620;p5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 name="Google Shape;1622;p56"/>
          <p:cNvGrpSpPr/>
          <p:nvPr/>
        </p:nvGrpSpPr>
        <p:grpSpPr>
          <a:xfrm>
            <a:off x="7412747" y="2576286"/>
            <a:ext cx="162515" cy="90049"/>
            <a:chOff x="4791775" y="1877500"/>
            <a:chExt cx="66725" cy="36975"/>
          </a:xfrm>
        </p:grpSpPr>
        <p:sp>
          <p:nvSpPr>
            <p:cNvPr id="1623" name="Google Shape;1623;p5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 name="Google Shape;1625;p56"/>
          <p:cNvGrpSpPr/>
          <p:nvPr/>
        </p:nvGrpSpPr>
        <p:grpSpPr>
          <a:xfrm>
            <a:off x="7734460" y="2576286"/>
            <a:ext cx="144979" cy="90049"/>
            <a:chOff x="4923925" y="1877500"/>
            <a:chExt cx="59525" cy="36975"/>
          </a:xfrm>
        </p:grpSpPr>
        <p:sp>
          <p:nvSpPr>
            <p:cNvPr id="1626" name="Google Shape;1626;p5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 name="Google Shape;1628;p56"/>
          <p:cNvGrpSpPr/>
          <p:nvPr/>
        </p:nvGrpSpPr>
        <p:grpSpPr>
          <a:xfrm>
            <a:off x="8028952" y="2558477"/>
            <a:ext cx="141447" cy="125667"/>
            <a:chOff x="5058450" y="1870100"/>
            <a:chExt cx="58075" cy="51600"/>
          </a:xfrm>
        </p:grpSpPr>
        <p:sp>
          <p:nvSpPr>
            <p:cNvPr id="1629" name="Google Shape;1629;p5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 name="Google Shape;1631;p56"/>
          <p:cNvGrpSpPr/>
          <p:nvPr/>
        </p:nvGrpSpPr>
        <p:grpSpPr>
          <a:xfrm>
            <a:off x="7443466" y="2980885"/>
            <a:ext cx="101077" cy="107645"/>
            <a:chOff x="4811425" y="2065025"/>
            <a:chExt cx="41500" cy="44200"/>
          </a:xfrm>
        </p:grpSpPr>
        <p:sp>
          <p:nvSpPr>
            <p:cNvPr id="1632" name="Google Shape;1632;p5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 name="Google Shape;1634;p56"/>
          <p:cNvGrpSpPr/>
          <p:nvPr/>
        </p:nvGrpSpPr>
        <p:grpSpPr>
          <a:xfrm>
            <a:off x="7735904" y="2981098"/>
            <a:ext cx="120867" cy="107218"/>
            <a:chOff x="4929875" y="2065025"/>
            <a:chExt cx="49625" cy="44025"/>
          </a:xfrm>
        </p:grpSpPr>
        <p:sp>
          <p:nvSpPr>
            <p:cNvPr id="1635" name="Google Shape;1635;p5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 name="Google Shape;1637;p56"/>
          <p:cNvGrpSpPr/>
          <p:nvPr/>
        </p:nvGrpSpPr>
        <p:grpSpPr>
          <a:xfrm>
            <a:off x="8064572" y="2984112"/>
            <a:ext cx="70206" cy="101191"/>
            <a:chOff x="5083925" y="2066350"/>
            <a:chExt cx="28825" cy="41550"/>
          </a:xfrm>
        </p:grpSpPr>
        <p:sp>
          <p:nvSpPr>
            <p:cNvPr id="1638" name="Google Shape;1638;p5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56"/>
          <p:cNvGrpSpPr/>
          <p:nvPr/>
        </p:nvGrpSpPr>
        <p:grpSpPr>
          <a:xfrm>
            <a:off x="7096126" y="2999759"/>
            <a:ext cx="181026" cy="69896"/>
            <a:chOff x="4659775" y="2072775"/>
            <a:chExt cx="74325" cy="28700"/>
          </a:xfrm>
        </p:grpSpPr>
        <p:sp>
          <p:nvSpPr>
            <p:cNvPr id="1641" name="Google Shape;1641;p5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 name="Google Shape;1644;p56"/>
          <p:cNvGrpSpPr/>
          <p:nvPr/>
        </p:nvGrpSpPr>
        <p:grpSpPr>
          <a:xfrm>
            <a:off x="8015982" y="2790324"/>
            <a:ext cx="167387" cy="89197"/>
            <a:chOff x="4662475" y="1976500"/>
            <a:chExt cx="68725" cy="36625"/>
          </a:xfrm>
        </p:grpSpPr>
        <p:sp>
          <p:nvSpPr>
            <p:cNvPr id="1645" name="Google Shape;1645;p5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56"/>
          <p:cNvGrpSpPr/>
          <p:nvPr/>
        </p:nvGrpSpPr>
        <p:grpSpPr>
          <a:xfrm>
            <a:off x="7712887" y="2793764"/>
            <a:ext cx="166899" cy="82317"/>
            <a:chOff x="4920150" y="1977875"/>
            <a:chExt cx="68525" cy="33800"/>
          </a:xfrm>
        </p:grpSpPr>
        <p:sp>
          <p:nvSpPr>
            <p:cNvPr id="1649" name="Google Shape;1649;p5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 name="Google Shape;1652;p56"/>
          <p:cNvGrpSpPr/>
          <p:nvPr/>
        </p:nvGrpSpPr>
        <p:grpSpPr>
          <a:xfrm>
            <a:off x="7124044" y="3197682"/>
            <a:ext cx="125190" cy="127859"/>
            <a:chOff x="4676550" y="2160575"/>
            <a:chExt cx="51400" cy="52500"/>
          </a:xfrm>
        </p:grpSpPr>
        <p:sp>
          <p:nvSpPr>
            <p:cNvPr id="1653" name="Google Shape;1653;p5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 name="Google Shape;1656;p56"/>
          <p:cNvGrpSpPr/>
          <p:nvPr/>
        </p:nvGrpSpPr>
        <p:grpSpPr>
          <a:xfrm>
            <a:off x="7421302" y="3204714"/>
            <a:ext cx="145405" cy="113794"/>
            <a:chOff x="4768325" y="2163475"/>
            <a:chExt cx="59700" cy="46725"/>
          </a:xfrm>
        </p:grpSpPr>
        <p:sp>
          <p:nvSpPr>
            <p:cNvPr id="1657" name="Google Shape;1657;p5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9" name="Google Shape;1659;p56"/>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6"/>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6"/>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6"/>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6"/>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6"/>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 name="Google Shape;1665;p56"/>
          <p:cNvGrpSpPr/>
          <p:nvPr/>
        </p:nvGrpSpPr>
        <p:grpSpPr>
          <a:xfrm>
            <a:off x="7437621" y="3459808"/>
            <a:ext cx="112768" cy="106853"/>
            <a:chOff x="4768575" y="2253950"/>
            <a:chExt cx="46300" cy="43875"/>
          </a:xfrm>
        </p:grpSpPr>
        <p:sp>
          <p:nvSpPr>
            <p:cNvPr id="1666" name="Google Shape;1666;p5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56"/>
          <p:cNvGrpSpPr/>
          <p:nvPr/>
        </p:nvGrpSpPr>
        <p:grpSpPr>
          <a:xfrm>
            <a:off x="7737243" y="3948834"/>
            <a:ext cx="118187" cy="146246"/>
            <a:chOff x="4960900" y="2433225"/>
            <a:chExt cx="48525" cy="60050"/>
          </a:xfrm>
        </p:grpSpPr>
        <p:sp>
          <p:nvSpPr>
            <p:cNvPr id="1669" name="Google Shape;1669;p5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6"/>
          <p:cNvGrpSpPr/>
          <p:nvPr/>
        </p:nvGrpSpPr>
        <p:grpSpPr>
          <a:xfrm>
            <a:off x="7425808" y="4212895"/>
            <a:ext cx="136394" cy="143810"/>
            <a:chOff x="4854075" y="2527625"/>
            <a:chExt cx="56000" cy="59050"/>
          </a:xfrm>
        </p:grpSpPr>
        <p:sp>
          <p:nvSpPr>
            <p:cNvPr id="1672" name="Google Shape;1672;p5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4" name="Google Shape;1674;p56"/>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6"/>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6"/>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7" name="Google Shape;1677;p56"/>
          <p:cNvGrpSpPr/>
          <p:nvPr/>
        </p:nvGrpSpPr>
        <p:grpSpPr>
          <a:xfrm>
            <a:off x="8050020" y="3676639"/>
            <a:ext cx="99312" cy="160797"/>
            <a:chOff x="5059700" y="2334775"/>
            <a:chExt cx="40775" cy="66025"/>
          </a:xfrm>
        </p:grpSpPr>
        <p:sp>
          <p:nvSpPr>
            <p:cNvPr id="1678" name="Google Shape;1678;p5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 name="Google Shape;1687;p56"/>
          <p:cNvGrpSpPr/>
          <p:nvPr/>
        </p:nvGrpSpPr>
        <p:grpSpPr>
          <a:xfrm>
            <a:off x="8007184" y="3941771"/>
            <a:ext cx="184984" cy="160371"/>
            <a:chOff x="5037700" y="2430325"/>
            <a:chExt cx="75950" cy="65850"/>
          </a:xfrm>
        </p:grpSpPr>
        <p:sp>
          <p:nvSpPr>
            <p:cNvPr id="1688" name="Google Shape;1688;p5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56"/>
          <p:cNvGrpSpPr/>
          <p:nvPr/>
        </p:nvGrpSpPr>
        <p:grpSpPr>
          <a:xfrm>
            <a:off x="7426689" y="3708223"/>
            <a:ext cx="173014" cy="97629"/>
            <a:chOff x="4756975" y="2341800"/>
            <a:chExt cx="91975" cy="51925"/>
          </a:xfrm>
        </p:grpSpPr>
        <p:sp>
          <p:nvSpPr>
            <p:cNvPr id="1691" name="Google Shape;1691;p5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 name="Google Shape;1711;p56"/>
          <p:cNvGrpSpPr/>
          <p:nvPr/>
        </p:nvGrpSpPr>
        <p:grpSpPr>
          <a:xfrm>
            <a:off x="7693626" y="4196920"/>
            <a:ext cx="212497" cy="175761"/>
            <a:chOff x="4943575" y="2516350"/>
            <a:chExt cx="98675" cy="81700"/>
          </a:xfrm>
        </p:grpSpPr>
        <p:sp>
          <p:nvSpPr>
            <p:cNvPr id="1712" name="Google Shape;1712;p5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0" name="Google Shape;1790;p56"/>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6"/>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6"/>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6"/>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798"/>
        <p:cNvGrpSpPr/>
        <p:nvPr/>
      </p:nvGrpSpPr>
      <p:grpSpPr>
        <a:xfrm>
          <a:off x="0" y="0"/>
          <a:ext cx="0" cy="0"/>
          <a:chOff x="0" y="0"/>
          <a:chExt cx="0" cy="0"/>
        </a:xfrm>
      </p:grpSpPr>
      <p:grpSp>
        <p:nvGrpSpPr>
          <p:cNvPr id="1799" name="Google Shape;1799;p57"/>
          <p:cNvGrpSpPr/>
          <p:nvPr/>
        </p:nvGrpSpPr>
        <p:grpSpPr>
          <a:xfrm>
            <a:off x="6681268" y="3584496"/>
            <a:ext cx="560636" cy="516497"/>
            <a:chOff x="6652051" y="3714143"/>
            <a:chExt cx="560636" cy="516497"/>
          </a:xfrm>
        </p:grpSpPr>
        <p:grpSp>
          <p:nvGrpSpPr>
            <p:cNvPr id="1800" name="Google Shape;1800;p57"/>
            <p:cNvGrpSpPr/>
            <p:nvPr/>
          </p:nvGrpSpPr>
          <p:grpSpPr>
            <a:xfrm>
              <a:off x="6669657" y="3716715"/>
              <a:ext cx="466768" cy="464314"/>
              <a:chOff x="3139766" y="765669"/>
              <a:chExt cx="886380" cy="881888"/>
            </a:xfrm>
          </p:grpSpPr>
          <p:grpSp>
            <p:nvGrpSpPr>
              <p:cNvPr id="1801" name="Google Shape;1801;p57"/>
              <p:cNvGrpSpPr/>
              <p:nvPr/>
            </p:nvGrpSpPr>
            <p:grpSpPr>
              <a:xfrm>
                <a:off x="3139766" y="765669"/>
                <a:ext cx="886380" cy="881888"/>
                <a:chOff x="3139766" y="765669"/>
                <a:chExt cx="886380" cy="881888"/>
              </a:xfrm>
            </p:grpSpPr>
            <p:sp>
              <p:nvSpPr>
                <p:cNvPr id="1802" name="Google Shape;1802;p5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1" name="Google Shape;1811;p5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5" name="Google Shape;1815;p5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 name="Google Shape;1816;p57"/>
          <p:cNvGrpSpPr/>
          <p:nvPr/>
        </p:nvGrpSpPr>
        <p:grpSpPr>
          <a:xfrm>
            <a:off x="7679978" y="3065079"/>
            <a:ext cx="104231" cy="320340"/>
            <a:chOff x="7564426" y="3224343"/>
            <a:chExt cx="119985" cy="368801"/>
          </a:xfrm>
        </p:grpSpPr>
        <p:sp>
          <p:nvSpPr>
            <p:cNvPr id="1817" name="Google Shape;1817;p5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 name="Google Shape;1819;p57"/>
          <p:cNvGrpSpPr/>
          <p:nvPr/>
        </p:nvGrpSpPr>
        <p:grpSpPr>
          <a:xfrm>
            <a:off x="7379466" y="3059180"/>
            <a:ext cx="189489" cy="332132"/>
            <a:chOff x="8370831" y="3202002"/>
            <a:chExt cx="218129" cy="382376"/>
          </a:xfrm>
        </p:grpSpPr>
        <p:sp>
          <p:nvSpPr>
            <p:cNvPr id="1820" name="Google Shape;1820;p5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57"/>
          <p:cNvGrpSpPr/>
          <p:nvPr/>
        </p:nvGrpSpPr>
        <p:grpSpPr>
          <a:xfrm>
            <a:off x="8102855" y="3470312"/>
            <a:ext cx="309429" cy="267000"/>
            <a:chOff x="6742064" y="3750480"/>
            <a:chExt cx="399315" cy="344560"/>
          </a:xfrm>
        </p:grpSpPr>
        <p:sp>
          <p:nvSpPr>
            <p:cNvPr id="1823" name="Google Shape;1823;p5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7"/>
          <p:cNvGrpSpPr/>
          <p:nvPr/>
        </p:nvGrpSpPr>
        <p:grpSpPr>
          <a:xfrm>
            <a:off x="7641874" y="3821360"/>
            <a:ext cx="180437" cy="281608"/>
            <a:chOff x="7248525" y="3739696"/>
            <a:chExt cx="230531" cy="359790"/>
          </a:xfrm>
        </p:grpSpPr>
        <p:sp>
          <p:nvSpPr>
            <p:cNvPr id="1826" name="Google Shape;1826;p5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8" name="Google Shape;1828;p57"/>
          <p:cNvGrpSpPr/>
          <p:nvPr/>
        </p:nvGrpSpPr>
        <p:grpSpPr>
          <a:xfrm>
            <a:off x="7887794" y="3464584"/>
            <a:ext cx="162896" cy="278710"/>
            <a:chOff x="7601242" y="3729267"/>
            <a:chExt cx="222566" cy="380803"/>
          </a:xfrm>
        </p:grpSpPr>
        <p:sp>
          <p:nvSpPr>
            <p:cNvPr id="1829" name="Google Shape;1829;p5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57"/>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2" name="Google Shape;1832;p57"/>
          <p:cNvGrpSpPr/>
          <p:nvPr/>
        </p:nvGrpSpPr>
        <p:grpSpPr>
          <a:xfrm>
            <a:off x="7377439" y="3465724"/>
            <a:ext cx="193543" cy="275990"/>
            <a:chOff x="8304647" y="3738687"/>
            <a:chExt cx="225076" cy="320956"/>
          </a:xfrm>
        </p:grpSpPr>
        <p:sp>
          <p:nvSpPr>
            <p:cNvPr id="1833" name="Google Shape;1833;p5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 name="Google Shape;1836;p57"/>
          <p:cNvGrpSpPr/>
          <p:nvPr/>
        </p:nvGrpSpPr>
        <p:grpSpPr>
          <a:xfrm>
            <a:off x="7649932" y="3465724"/>
            <a:ext cx="178492" cy="275990"/>
            <a:chOff x="8615101" y="3738687"/>
            <a:chExt cx="207573" cy="320956"/>
          </a:xfrm>
        </p:grpSpPr>
        <p:sp>
          <p:nvSpPr>
            <p:cNvPr id="1837" name="Google Shape;1837;p5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0" name="Google Shape;1840;p57"/>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1" name="Google Shape;1841;p57"/>
          <p:cNvGrpSpPr/>
          <p:nvPr/>
        </p:nvGrpSpPr>
        <p:grpSpPr>
          <a:xfrm>
            <a:off x="7875463" y="3868385"/>
            <a:ext cx="187557" cy="187557"/>
            <a:chOff x="8565775" y="671075"/>
            <a:chExt cx="441000" cy="441000"/>
          </a:xfrm>
        </p:grpSpPr>
        <p:sp>
          <p:nvSpPr>
            <p:cNvPr id="1842" name="Google Shape;1842;p5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4" name="Google Shape;1844;p57"/>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7"/>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57"/>
          <p:cNvGrpSpPr/>
          <p:nvPr/>
        </p:nvGrpSpPr>
        <p:grpSpPr>
          <a:xfrm>
            <a:off x="6029935" y="2940910"/>
            <a:ext cx="587865" cy="517731"/>
            <a:chOff x="6000718" y="3070557"/>
            <a:chExt cx="587865" cy="517731"/>
          </a:xfrm>
        </p:grpSpPr>
        <p:sp>
          <p:nvSpPr>
            <p:cNvPr id="1847" name="Google Shape;1847;p5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 name="Google Shape;1857;p57"/>
          <p:cNvGrpSpPr/>
          <p:nvPr/>
        </p:nvGrpSpPr>
        <p:grpSpPr>
          <a:xfrm>
            <a:off x="6044740" y="3584570"/>
            <a:ext cx="557665" cy="516387"/>
            <a:chOff x="6015523" y="3714217"/>
            <a:chExt cx="557665" cy="516387"/>
          </a:xfrm>
        </p:grpSpPr>
        <p:grpSp>
          <p:nvGrpSpPr>
            <p:cNvPr id="1858" name="Google Shape;1858;p57"/>
            <p:cNvGrpSpPr/>
            <p:nvPr/>
          </p:nvGrpSpPr>
          <p:grpSpPr>
            <a:xfrm>
              <a:off x="6036094" y="3716980"/>
              <a:ext cx="529822" cy="510480"/>
              <a:chOff x="3148311" y="-545634"/>
              <a:chExt cx="1006118" cy="969572"/>
            </a:xfrm>
          </p:grpSpPr>
          <p:sp>
            <p:nvSpPr>
              <p:cNvPr id="1859" name="Google Shape;1859;p5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9" name="Google Shape;1869;p5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 name="Google Shape;1870;p57"/>
          <p:cNvGrpSpPr/>
          <p:nvPr/>
        </p:nvGrpSpPr>
        <p:grpSpPr>
          <a:xfrm>
            <a:off x="6673522" y="2943981"/>
            <a:ext cx="576302" cy="511871"/>
            <a:chOff x="6644304" y="3073628"/>
            <a:chExt cx="576302" cy="511871"/>
          </a:xfrm>
        </p:grpSpPr>
        <p:grpSp>
          <p:nvGrpSpPr>
            <p:cNvPr id="1871" name="Google Shape;1871;p57"/>
            <p:cNvGrpSpPr/>
            <p:nvPr/>
          </p:nvGrpSpPr>
          <p:grpSpPr>
            <a:xfrm>
              <a:off x="6712169" y="3073651"/>
              <a:ext cx="481611" cy="506713"/>
              <a:chOff x="1833536" y="-546641"/>
              <a:chExt cx="914567" cy="962419"/>
            </a:xfrm>
          </p:grpSpPr>
          <p:grpSp>
            <p:nvGrpSpPr>
              <p:cNvPr id="1872" name="Google Shape;1872;p57"/>
              <p:cNvGrpSpPr/>
              <p:nvPr/>
            </p:nvGrpSpPr>
            <p:grpSpPr>
              <a:xfrm>
                <a:off x="1833536" y="-524249"/>
                <a:ext cx="914567" cy="940027"/>
                <a:chOff x="1833536" y="-524249"/>
                <a:chExt cx="914567" cy="940027"/>
              </a:xfrm>
            </p:grpSpPr>
            <p:sp>
              <p:nvSpPr>
                <p:cNvPr id="1873" name="Google Shape;1873;p5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8" name="Google Shape;1878;p5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2" name="Google Shape;1882;p5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 name="Google Shape;1883;p57"/>
          <p:cNvGrpSpPr/>
          <p:nvPr/>
        </p:nvGrpSpPr>
        <p:grpSpPr>
          <a:xfrm>
            <a:off x="752796" y="2869970"/>
            <a:ext cx="2622876" cy="1333540"/>
            <a:chOff x="238125" y="1038125"/>
            <a:chExt cx="7146800" cy="3633625"/>
          </a:xfrm>
        </p:grpSpPr>
        <p:sp>
          <p:nvSpPr>
            <p:cNvPr id="1884" name="Google Shape;1884;p5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6" name="Google Shape;3456;p57"/>
          <p:cNvGrpSpPr/>
          <p:nvPr/>
        </p:nvGrpSpPr>
        <p:grpSpPr>
          <a:xfrm>
            <a:off x="5938558" y="1033351"/>
            <a:ext cx="2435960" cy="1297725"/>
            <a:chOff x="233350" y="949250"/>
            <a:chExt cx="7137300" cy="3802300"/>
          </a:xfrm>
        </p:grpSpPr>
        <p:sp>
          <p:nvSpPr>
            <p:cNvPr id="3457" name="Google Shape;3457;p5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8" name="Google Shape;3508;p57"/>
          <p:cNvGrpSpPr/>
          <p:nvPr/>
        </p:nvGrpSpPr>
        <p:grpSpPr>
          <a:xfrm>
            <a:off x="731715" y="995041"/>
            <a:ext cx="2665073" cy="1317140"/>
            <a:chOff x="793334" y="1192826"/>
            <a:chExt cx="2665073" cy="1317140"/>
          </a:xfrm>
        </p:grpSpPr>
        <p:sp>
          <p:nvSpPr>
            <p:cNvPr id="3509" name="Google Shape;3509;p5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6" name="Google Shape;7476;p57"/>
          <p:cNvGrpSpPr/>
          <p:nvPr/>
        </p:nvGrpSpPr>
        <p:grpSpPr>
          <a:xfrm>
            <a:off x="3450485" y="919691"/>
            <a:ext cx="2310381" cy="1488888"/>
            <a:chOff x="229225" y="549050"/>
            <a:chExt cx="7161750" cy="4615275"/>
          </a:xfrm>
        </p:grpSpPr>
        <p:sp>
          <p:nvSpPr>
            <p:cNvPr id="7477" name="Google Shape;7477;p5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4" name="Google Shape;7594;p57"/>
          <p:cNvGrpSpPr/>
          <p:nvPr/>
        </p:nvGrpSpPr>
        <p:grpSpPr>
          <a:xfrm>
            <a:off x="3548403" y="2849588"/>
            <a:ext cx="2310282" cy="1374222"/>
            <a:chOff x="238125" y="732525"/>
            <a:chExt cx="7130500" cy="4241425"/>
          </a:xfrm>
        </p:grpSpPr>
        <p:sp>
          <p:nvSpPr>
            <p:cNvPr id="7595" name="Google Shape;7595;p5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712"/>
        <p:cNvGrpSpPr/>
        <p:nvPr/>
      </p:nvGrpSpPr>
      <p:grpSpPr>
        <a:xfrm>
          <a:off x="0" y="0"/>
          <a:ext cx="0" cy="0"/>
          <a:chOff x="0" y="0"/>
          <a:chExt cx="0" cy="0"/>
        </a:xfrm>
      </p:grpSpPr>
      <p:grpSp>
        <p:nvGrpSpPr>
          <p:cNvPr id="7713" name="Google Shape;7713;p58"/>
          <p:cNvGrpSpPr/>
          <p:nvPr/>
        </p:nvGrpSpPr>
        <p:grpSpPr>
          <a:xfrm>
            <a:off x="2100560" y="3398663"/>
            <a:ext cx="1102891" cy="760337"/>
            <a:chOff x="4967783" y="2151471"/>
            <a:chExt cx="3920692" cy="2702940"/>
          </a:xfrm>
        </p:grpSpPr>
        <p:grpSp>
          <p:nvGrpSpPr>
            <p:cNvPr id="7714" name="Google Shape;7714;p58"/>
            <p:cNvGrpSpPr/>
            <p:nvPr/>
          </p:nvGrpSpPr>
          <p:grpSpPr>
            <a:xfrm>
              <a:off x="5045709" y="2252109"/>
              <a:ext cx="3761071" cy="2501708"/>
              <a:chOff x="2691784" y="1805334"/>
              <a:chExt cx="3761071" cy="2501708"/>
            </a:xfrm>
          </p:grpSpPr>
          <p:sp>
            <p:nvSpPr>
              <p:cNvPr id="7715" name="Google Shape;7715;p5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2" name="Google Shape;7722;p58"/>
            <p:cNvGrpSpPr/>
            <p:nvPr/>
          </p:nvGrpSpPr>
          <p:grpSpPr>
            <a:xfrm>
              <a:off x="4967783" y="2151471"/>
              <a:ext cx="3920692" cy="2702940"/>
              <a:chOff x="2613858" y="1704696"/>
              <a:chExt cx="3920692" cy="2702940"/>
            </a:xfrm>
          </p:grpSpPr>
          <p:sp>
            <p:nvSpPr>
              <p:cNvPr id="7723" name="Google Shape;7723;p5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28" name="Google Shape;7728;p58"/>
          <p:cNvGrpSpPr/>
          <p:nvPr/>
        </p:nvGrpSpPr>
        <p:grpSpPr>
          <a:xfrm>
            <a:off x="3504468" y="1286940"/>
            <a:ext cx="1561911" cy="708580"/>
            <a:chOff x="3530532" y="1496185"/>
            <a:chExt cx="1561911" cy="708580"/>
          </a:xfrm>
        </p:grpSpPr>
        <p:grpSp>
          <p:nvGrpSpPr>
            <p:cNvPr id="7729" name="Google Shape;7729;p58"/>
            <p:cNvGrpSpPr/>
            <p:nvPr/>
          </p:nvGrpSpPr>
          <p:grpSpPr>
            <a:xfrm>
              <a:off x="3720318" y="1857562"/>
              <a:ext cx="1372125" cy="54"/>
              <a:chOff x="3720318" y="1857562"/>
              <a:chExt cx="1372125" cy="54"/>
            </a:xfrm>
          </p:grpSpPr>
          <p:cxnSp>
            <p:nvCxnSpPr>
              <p:cNvPr id="7730" name="Google Shape;7730;p58"/>
              <p:cNvCxnSpPr>
                <a:endCxn id="773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32" name="Google Shape;7732;p5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33" name="Google Shape;7733;p5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34" name="Google Shape;7734;p58"/>
              <p:cNvCxnSpPr>
                <a:stCxn id="773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735" name="Google Shape;7735;p58"/>
            <p:cNvGrpSpPr/>
            <p:nvPr/>
          </p:nvGrpSpPr>
          <p:grpSpPr>
            <a:xfrm>
              <a:off x="3567462" y="1496185"/>
              <a:ext cx="286500" cy="272914"/>
              <a:chOff x="3567462" y="1496185"/>
              <a:chExt cx="286500" cy="272914"/>
            </a:xfrm>
          </p:grpSpPr>
          <p:cxnSp>
            <p:nvCxnSpPr>
              <p:cNvPr id="7736" name="Google Shape;7736;p5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37" name="Google Shape;7737;p5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38" name="Google Shape;7738;p5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0" name="Google Shape;7740;p58"/>
            <p:cNvGrpSpPr/>
            <p:nvPr/>
          </p:nvGrpSpPr>
          <p:grpSpPr>
            <a:xfrm>
              <a:off x="3929014" y="1960574"/>
              <a:ext cx="286500" cy="242342"/>
              <a:chOff x="3929014" y="1960574"/>
              <a:chExt cx="286500" cy="242342"/>
            </a:xfrm>
          </p:grpSpPr>
          <p:cxnSp>
            <p:nvCxnSpPr>
              <p:cNvPr id="7741" name="Google Shape;7741;p5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742" name="Google Shape;7742;p5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3" name="Google Shape;7743;p58"/>
            <p:cNvGrpSpPr/>
            <p:nvPr/>
          </p:nvGrpSpPr>
          <p:grpSpPr>
            <a:xfrm>
              <a:off x="4290828" y="1496185"/>
              <a:ext cx="286500" cy="272914"/>
              <a:chOff x="4290828" y="1496185"/>
              <a:chExt cx="286500" cy="272914"/>
            </a:xfrm>
          </p:grpSpPr>
          <p:cxnSp>
            <p:nvCxnSpPr>
              <p:cNvPr id="7744" name="Google Shape;7744;p5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45" name="Google Shape;7745;p5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6" name="Google Shape;7746;p5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7" name="Google Shape;7747;p58"/>
            <p:cNvGrpSpPr/>
            <p:nvPr/>
          </p:nvGrpSpPr>
          <p:grpSpPr>
            <a:xfrm>
              <a:off x="4657726" y="1959674"/>
              <a:ext cx="286500" cy="245092"/>
              <a:chOff x="4657726" y="1959674"/>
              <a:chExt cx="286500" cy="245092"/>
            </a:xfrm>
          </p:grpSpPr>
          <p:cxnSp>
            <p:nvCxnSpPr>
              <p:cNvPr id="7748" name="Google Shape;7748;p5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749" name="Google Shape;7749;p5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50" name="Google Shape;7750;p58"/>
          <p:cNvGrpSpPr/>
          <p:nvPr/>
        </p:nvGrpSpPr>
        <p:grpSpPr>
          <a:xfrm>
            <a:off x="3486488" y="2149036"/>
            <a:ext cx="1597032" cy="378649"/>
            <a:chOff x="3512551" y="2358282"/>
            <a:chExt cx="1597032" cy="378649"/>
          </a:xfrm>
        </p:grpSpPr>
        <p:grpSp>
          <p:nvGrpSpPr>
            <p:cNvPr id="7751" name="Google Shape;7751;p58"/>
            <p:cNvGrpSpPr/>
            <p:nvPr/>
          </p:nvGrpSpPr>
          <p:grpSpPr>
            <a:xfrm>
              <a:off x="3738198" y="2553002"/>
              <a:ext cx="1145834" cy="117"/>
              <a:chOff x="3738198" y="2553002"/>
              <a:chExt cx="1145834" cy="117"/>
            </a:xfrm>
          </p:grpSpPr>
          <p:cxnSp>
            <p:nvCxnSpPr>
              <p:cNvPr id="7752" name="Google Shape;7752;p5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53" name="Google Shape;7753;p5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54" name="Google Shape;7754;p58"/>
              <p:cNvCxnSpPr>
                <a:stCxn id="7755" idx="6"/>
                <a:endCxn id="775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757" name="Google Shape;7757;p58"/>
            <p:cNvGrpSpPr/>
            <p:nvPr/>
          </p:nvGrpSpPr>
          <p:grpSpPr>
            <a:xfrm>
              <a:off x="3969644" y="2440153"/>
              <a:ext cx="225900" cy="296779"/>
              <a:chOff x="3969644" y="2440153"/>
              <a:chExt cx="225900" cy="296779"/>
            </a:xfrm>
          </p:grpSpPr>
          <p:cxnSp>
            <p:nvCxnSpPr>
              <p:cNvPr id="7758" name="Google Shape;7758;p5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756" name="Google Shape;7756;p5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0" name="Google Shape;7760;p58"/>
            <p:cNvGrpSpPr/>
            <p:nvPr/>
          </p:nvGrpSpPr>
          <p:grpSpPr>
            <a:xfrm>
              <a:off x="4426818" y="2358282"/>
              <a:ext cx="225600" cy="307471"/>
              <a:chOff x="4426818" y="2358282"/>
              <a:chExt cx="225600" cy="307471"/>
            </a:xfrm>
          </p:grpSpPr>
          <p:cxnSp>
            <p:nvCxnSpPr>
              <p:cNvPr id="7761" name="Google Shape;7761;p58"/>
              <p:cNvCxnSpPr>
                <a:stCxn id="776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763" name="Google Shape;7763;p5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4" name="Google Shape;7764;p58"/>
            <p:cNvGrpSpPr/>
            <p:nvPr/>
          </p:nvGrpSpPr>
          <p:grpSpPr>
            <a:xfrm>
              <a:off x="4883984" y="2440153"/>
              <a:ext cx="225600" cy="296479"/>
              <a:chOff x="4883984" y="2440153"/>
              <a:chExt cx="225600" cy="296479"/>
            </a:xfrm>
          </p:grpSpPr>
          <p:cxnSp>
            <p:nvCxnSpPr>
              <p:cNvPr id="7765" name="Google Shape;7765;p5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766" name="Google Shape;7766;p5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8" name="Google Shape;7768;p58"/>
            <p:cNvGrpSpPr/>
            <p:nvPr/>
          </p:nvGrpSpPr>
          <p:grpSpPr>
            <a:xfrm>
              <a:off x="3512551" y="2358356"/>
              <a:ext cx="225647" cy="307629"/>
              <a:chOff x="2182679" y="2005014"/>
              <a:chExt cx="792300" cy="1080158"/>
            </a:xfrm>
          </p:grpSpPr>
          <p:cxnSp>
            <p:nvCxnSpPr>
              <p:cNvPr id="7769" name="Google Shape;7769;p58"/>
              <p:cNvCxnSpPr>
                <a:stCxn id="777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755" name="Google Shape;7755;p5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71" name="Google Shape;7771;p58"/>
          <p:cNvGrpSpPr/>
          <p:nvPr/>
        </p:nvGrpSpPr>
        <p:grpSpPr>
          <a:xfrm>
            <a:off x="6846570" y="972834"/>
            <a:ext cx="1559809" cy="722610"/>
            <a:chOff x="634175" y="2986275"/>
            <a:chExt cx="3147949" cy="1458344"/>
          </a:xfrm>
        </p:grpSpPr>
        <p:cxnSp>
          <p:nvCxnSpPr>
            <p:cNvPr id="7772" name="Google Shape;7772;p58"/>
            <p:cNvCxnSpPr>
              <a:stCxn id="7773" idx="4"/>
              <a:endCxn id="777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775" name="Google Shape;7775;p58"/>
            <p:cNvCxnSpPr>
              <a:stCxn id="7774" idx="0"/>
              <a:endCxn id="777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77" name="Google Shape;7777;p58"/>
            <p:cNvCxnSpPr>
              <a:stCxn id="7776" idx="4"/>
              <a:endCxn id="777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79" name="Google Shape;7779;p58"/>
            <p:cNvCxnSpPr>
              <a:stCxn id="7778" idx="0"/>
              <a:endCxn id="778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780" name="Google Shape;7780;p5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76" name="Google Shape;7776;p5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73" name="Google Shape;7773;p5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78" name="Google Shape;7778;p5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74" name="Google Shape;7774;p5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781" name="Google Shape;7781;p58"/>
          <p:cNvGrpSpPr/>
          <p:nvPr/>
        </p:nvGrpSpPr>
        <p:grpSpPr>
          <a:xfrm>
            <a:off x="3500360" y="2682741"/>
            <a:ext cx="1570719" cy="294123"/>
            <a:chOff x="998425" y="1182125"/>
            <a:chExt cx="1065400" cy="199500"/>
          </a:xfrm>
        </p:grpSpPr>
        <p:sp>
          <p:nvSpPr>
            <p:cNvPr id="7782" name="Google Shape;7782;p5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58"/>
          <p:cNvGrpSpPr/>
          <p:nvPr/>
        </p:nvGrpSpPr>
        <p:grpSpPr>
          <a:xfrm>
            <a:off x="6843616" y="1800228"/>
            <a:ext cx="1565716" cy="366729"/>
            <a:chOff x="1247650" y="2075423"/>
            <a:chExt cx="6648477" cy="1557238"/>
          </a:xfrm>
        </p:grpSpPr>
        <p:sp>
          <p:nvSpPr>
            <p:cNvPr id="7788" name="Google Shape;7788;p5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4" name="Google Shape;7794;p58"/>
          <p:cNvGrpSpPr/>
          <p:nvPr/>
        </p:nvGrpSpPr>
        <p:grpSpPr>
          <a:xfrm>
            <a:off x="6827928" y="2949043"/>
            <a:ext cx="1597061" cy="663440"/>
            <a:chOff x="6796238" y="3158297"/>
            <a:chExt cx="1630319" cy="677257"/>
          </a:xfrm>
        </p:grpSpPr>
        <p:cxnSp>
          <p:nvCxnSpPr>
            <p:cNvPr id="7795" name="Google Shape;7795;p5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796" name="Google Shape;7796;p5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797" name="Google Shape;7797;p5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798" name="Google Shape;7798;p5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799" name="Google Shape;7799;p58"/>
            <p:cNvGrpSpPr/>
            <p:nvPr/>
          </p:nvGrpSpPr>
          <p:grpSpPr>
            <a:xfrm>
              <a:off x="6796238" y="3311904"/>
              <a:ext cx="1630319" cy="377697"/>
              <a:chOff x="6796238" y="3311904"/>
              <a:chExt cx="1630319" cy="377697"/>
            </a:xfrm>
          </p:grpSpPr>
          <p:sp>
            <p:nvSpPr>
              <p:cNvPr id="7800" name="Google Shape;7800;p5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03" name="Google Shape;7803;p58"/>
          <p:cNvGrpSpPr/>
          <p:nvPr/>
        </p:nvGrpSpPr>
        <p:grpSpPr>
          <a:xfrm>
            <a:off x="5349066" y="970435"/>
            <a:ext cx="1368606" cy="1593805"/>
            <a:chOff x="1839112" y="2209163"/>
            <a:chExt cx="1918159" cy="2233784"/>
          </a:xfrm>
        </p:grpSpPr>
        <p:sp>
          <p:nvSpPr>
            <p:cNvPr id="7804" name="Google Shape;7804;p5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07" name="Google Shape;7807;p58"/>
            <p:cNvCxnSpPr>
              <a:stCxn id="7804" idx="6"/>
              <a:endCxn id="780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08" name="Google Shape;7808;p58"/>
            <p:cNvCxnSpPr>
              <a:stCxn id="7805" idx="4"/>
              <a:endCxn id="780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810" name="Google Shape;7810;p58"/>
            <p:cNvCxnSpPr>
              <a:stCxn id="7809" idx="6"/>
              <a:endCxn id="780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11" name="Google Shape;7811;p58"/>
            <p:cNvCxnSpPr>
              <a:stCxn id="7806" idx="4"/>
              <a:endCxn id="781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809" name="Google Shape;7809;p5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14" name="Google Shape;7814;p58"/>
            <p:cNvCxnSpPr>
              <a:endCxn id="781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815" name="Google Shape;7815;p58"/>
          <p:cNvGrpSpPr/>
          <p:nvPr/>
        </p:nvGrpSpPr>
        <p:grpSpPr>
          <a:xfrm>
            <a:off x="3481439" y="976671"/>
            <a:ext cx="1637968" cy="154942"/>
            <a:chOff x="238125" y="2506075"/>
            <a:chExt cx="7115411" cy="673075"/>
          </a:xfrm>
        </p:grpSpPr>
        <p:sp>
          <p:nvSpPr>
            <p:cNvPr id="7816" name="Google Shape;7816;p5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58"/>
          <p:cNvGrpSpPr/>
          <p:nvPr/>
        </p:nvGrpSpPr>
        <p:grpSpPr>
          <a:xfrm>
            <a:off x="720124" y="1298269"/>
            <a:ext cx="2476762" cy="91743"/>
            <a:chOff x="1464850" y="436376"/>
            <a:chExt cx="6001362" cy="222300"/>
          </a:xfrm>
        </p:grpSpPr>
        <p:sp>
          <p:nvSpPr>
            <p:cNvPr id="7822" name="Google Shape;7822;p5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27" name="Google Shape;7827;p5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28" name="Google Shape;7828;p5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29" name="Google Shape;7829;p5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30" name="Google Shape;7830;p5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831" name="Google Shape;7831;p58"/>
          <p:cNvGrpSpPr/>
          <p:nvPr/>
        </p:nvGrpSpPr>
        <p:grpSpPr>
          <a:xfrm>
            <a:off x="706391" y="2533734"/>
            <a:ext cx="1452710" cy="651923"/>
            <a:chOff x="803162" y="2667727"/>
            <a:chExt cx="1411906" cy="633611"/>
          </a:xfrm>
        </p:grpSpPr>
        <p:cxnSp>
          <p:nvCxnSpPr>
            <p:cNvPr id="7832" name="Google Shape;7832;p58"/>
            <p:cNvCxnSpPr>
              <a:stCxn id="7833" idx="2"/>
              <a:endCxn id="783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35" name="Google Shape;7835;p58"/>
            <p:cNvCxnSpPr>
              <a:stCxn id="7836" idx="0"/>
              <a:endCxn id="783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37" name="Google Shape;7837;p58"/>
            <p:cNvCxnSpPr>
              <a:stCxn id="7836" idx="2"/>
              <a:endCxn id="783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39" name="Google Shape;7839;p58"/>
            <p:cNvCxnSpPr>
              <a:stCxn id="7840" idx="0"/>
              <a:endCxn id="783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41" name="Google Shape;7841;p58"/>
            <p:cNvCxnSpPr>
              <a:stCxn id="7834" idx="2"/>
              <a:endCxn id="784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43" name="Google Shape;7843;p58"/>
            <p:cNvCxnSpPr>
              <a:stCxn id="7844" idx="0"/>
              <a:endCxn id="783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840" name="Google Shape;7840;p5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38" name="Google Shape;7838;p5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4" name="Google Shape;7844;p5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2" name="Google Shape;7842;p5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34" name="Google Shape;7834;p5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36" name="Google Shape;7836;p5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33" name="Google Shape;7833;p5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845" name="Google Shape;7845;p58"/>
          <p:cNvGrpSpPr/>
          <p:nvPr/>
        </p:nvGrpSpPr>
        <p:grpSpPr>
          <a:xfrm>
            <a:off x="706393" y="969273"/>
            <a:ext cx="2518541" cy="209309"/>
            <a:chOff x="803163" y="1111966"/>
            <a:chExt cx="2447800" cy="203430"/>
          </a:xfrm>
        </p:grpSpPr>
        <p:grpSp>
          <p:nvGrpSpPr>
            <p:cNvPr id="7846" name="Google Shape;7846;p58"/>
            <p:cNvGrpSpPr/>
            <p:nvPr/>
          </p:nvGrpSpPr>
          <p:grpSpPr>
            <a:xfrm>
              <a:off x="1958180" y="1111966"/>
              <a:ext cx="588019" cy="121396"/>
              <a:chOff x="4808316" y="2800065"/>
              <a:chExt cx="1999386" cy="412910"/>
            </a:xfrm>
          </p:grpSpPr>
          <p:sp>
            <p:nvSpPr>
              <p:cNvPr id="7847" name="Google Shape;7847;p5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48" name="Google Shape;7848;p58"/>
              <p:cNvGrpSpPr/>
              <p:nvPr/>
            </p:nvGrpSpPr>
            <p:grpSpPr>
              <a:xfrm>
                <a:off x="4808316" y="2800065"/>
                <a:ext cx="92400" cy="411825"/>
                <a:chOff x="845575" y="2563700"/>
                <a:chExt cx="92400" cy="411825"/>
              </a:xfrm>
            </p:grpSpPr>
            <p:cxnSp>
              <p:nvCxnSpPr>
                <p:cNvPr id="7849" name="Google Shape;7849;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50" name="Google Shape;7850;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851" name="Google Shape;7851;p5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852" name="Google Shape;7852;p5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3" name="Google Shape;7853;p58"/>
            <p:cNvGrpSpPr/>
            <p:nvPr/>
          </p:nvGrpSpPr>
          <p:grpSpPr>
            <a:xfrm>
              <a:off x="803163" y="1111974"/>
              <a:ext cx="591158" cy="121545"/>
              <a:chOff x="803163" y="1111974"/>
              <a:chExt cx="591158" cy="121545"/>
            </a:xfrm>
          </p:grpSpPr>
          <p:grpSp>
            <p:nvGrpSpPr>
              <p:cNvPr id="7854" name="Google Shape;7854;p58"/>
              <p:cNvGrpSpPr/>
              <p:nvPr/>
            </p:nvGrpSpPr>
            <p:grpSpPr>
              <a:xfrm>
                <a:off x="803163" y="1111974"/>
                <a:ext cx="27175" cy="121077"/>
                <a:chOff x="845575" y="2563700"/>
                <a:chExt cx="92400" cy="411825"/>
              </a:xfrm>
            </p:grpSpPr>
            <p:cxnSp>
              <p:nvCxnSpPr>
                <p:cNvPr id="7855" name="Google Shape;7855;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56" name="Google Shape;7856;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7" name="Google Shape;7857;p5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8" name="Google Shape;7858;p58"/>
            <p:cNvGrpSpPr/>
            <p:nvPr/>
          </p:nvGrpSpPr>
          <p:grpSpPr>
            <a:xfrm>
              <a:off x="1381910" y="1194219"/>
              <a:ext cx="588341" cy="121177"/>
              <a:chOff x="1381910" y="1194219"/>
              <a:chExt cx="588341" cy="121177"/>
            </a:xfrm>
          </p:grpSpPr>
          <p:grpSp>
            <p:nvGrpSpPr>
              <p:cNvPr id="7859" name="Google Shape;7859;p58"/>
              <p:cNvGrpSpPr/>
              <p:nvPr/>
            </p:nvGrpSpPr>
            <p:grpSpPr>
              <a:xfrm rot="10800000">
                <a:off x="1381910" y="1194319"/>
                <a:ext cx="27175" cy="121077"/>
                <a:chOff x="2070100" y="2563700"/>
                <a:chExt cx="92400" cy="411825"/>
              </a:xfrm>
            </p:grpSpPr>
            <p:cxnSp>
              <p:nvCxnSpPr>
                <p:cNvPr id="7860" name="Google Shape;7860;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61" name="Google Shape;7861;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2" name="Google Shape;7862;p5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3" name="Google Shape;7863;p58"/>
            <p:cNvGrpSpPr/>
            <p:nvPr/>
          </p:nvGrpSpPr>
          <p:grpSpPr>
            <a:xfrm>
              <a:off x="2532079" y="1194219"/>
              <a:ext cx="704927" cy="121177"/>
              <a:chOff x="2532079" y="1194219"/>
              <a:chExt cx="704927" cy="121177"/>
            </a:xfrm>
          </p:grpSpPr>
          <p:grpSp>
            <p:nvGrpSpPr>
              <p:cNvPr id="7864" name="Google Shape;7864;p58"/>
              <p:cNvGrpSpPr/>
              <p:nvPr/>
            </p:nvGrpSpPr>
            <p:grpSpPr>
              <a:xfrm rot="10800000">
                <a:off x="2532079" y="1194319"/>
                <a:ext cx="27175" cy="121077"/>
                <a:chOff x="2070100" y="2563700"/>
                <a:chExt cx="92400" cy="411825"/>
              </a:xfrm>
            </p:grpSpPr>
            <p:cxnSp>
              <p:nvCxnSpPr>
                <p:cNvPr id="7865" name="Google Shape;7865;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66" name="Google Shape;7866;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7" name="Google Shape;7867;p5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68" name="Google Shape;7868;p58"/>
          <p:cNvGrpSpPr/>
          <p:nvPr/>
        </p:nvGrpSpPr>
        <p:grpSpPr>
          <a:xfrm>
            <a:off x="3499403" y="3665904"/>
            <a:ext cx="1567778" cy="491677"/>
            <a:chOff x="5194708" y="3484366"/>
            <a:chExt cx="3148148" cy="987304"/>
          </a:xfrm>
        </p:grpSpPr>
        <p:grpSp>
          <p:nvGrpSpPr>
            <p:cNvPr id="7869" name="Google Shape;7869;p58"/>
            <p:cNvGrpSpPr/>
            <p:nvPr/>
          </p:nvGrpSpPr>
          <p:grpSpPr>
            <a:xfrm>
              <a:off x="7531521" y="3484366"/>
              <a:ext cx="811335" cy="987304"/>
              <a:chOff x="3379425" y="1617275"/>
              <a:chExt cx="1090650" cy="1327200"/>
            </a:xfrm>
          </p:grpSpPr>
          <p:sp>
            <p:nvSpPr>
              <p:cNvPr id="7870" name="Google Shape;7870;p5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3" name="Google Shape;7873;p58"/>
            <p:cNvGrpSpPr/>
            <p:nvPr/>
          </p:nvGrpSpPr>
          <p:grpSpPr>
            <a:xfrm>
              <a:off x="6752546" y="3484366"/>
              <a:ext cx="811428" cy="987304"/>
              <a:chOff x="2332275" y="1617275"/>
              <a:chExt cx="1090775" cy="1327200"/>
            </a:xfrm>
          </p:grpSpPr>
          <p:sp>
            <p:nvSpPr>
              <p:cNvPr id="7874" name="Google Shape;7874;p5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7" name="Google Shape;7877;p58"/>
            <p:cNvGrpSpPr/>
            <p:nvPr/>
          </p:nvGrpSpPr>
          <p:grpSpPr>
            <a:xfrm>
              <a:off x="5973664" y="3484366"/>
              <a:ext cx="811335" cy="987304"/>
              <a:chOff x="1285250" y="1617275"/>
              <a:chExt cx="1090650" cy="1327200"/>
            </a:xfrm>
          </p:grpSpPr>
          <p:sp>
            <p:nvSpPr>
              <p:cNvPr id="7878" name="Google Shape;7878;p5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1" name="Google Shape;7881;p58"/>
            <p:cNvGrpSpPr/>
            <p:nvPr/>
          </p:nvGrpSpPr>
          <p:grpSpPr>
            <a:xfrm>
              <a:off x="5194708" y="3484366"/>
              <a:ext cx="811409" cy="987304"/>
              <a:chOff x="238125" y="1617275"/>
              <a:chExt cx="1090750" cy="1327200"/>
            </a:xfrm>
          </p:grpSpPr>
          <p:sp>
            <p:nvSpPr>
              <p:cNvPr id="7882" name="Google Shape;7882;p5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85" name="Google Shape;7885;p58"/>
          <p:cNvGrpSpPr/>
          <p:nvPr/>
        </p:nvGrpSpPr>
        <p:grpSpPr>
          <a:xfrm>
            <a:off x="3460012" y="3146315"/>
            <a:ext cx="1616964" cy="346256"/>
            <a:chOff x="1808063" y="4294338"/>
            <a:chExt cx="3370782" cy="721817"/>
          </a:xfrm>
        </p:grpSpPr>
        <p:sp>
          <p:nvSpPr>
            <p:cNvPr id="7886" name="Google Shape;7886;p5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58"/>
          <p:cNvGrpSpPr/>
          <p:nvPr/>
        </p:nvGrpSpPr>
        <p:grpSpPr>
          <a:xfrm>
            <a:off x="738224" y="3432344"/>
            <a:ext cx="1295882" cy="646587"/>
            <a:chOff x="834100" y="3642869"/>
            <a:chExt cx="1259483" cy="628426"/>
          </a:xfrm>
        </p:grpSpPr>
        <p:sp>
          <p:nvSpPr>
            <p:cNvPr id="7897" name="Google Shape;7897;p5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22" name="Google Shape;7922;p58"/>
            <p:cNvGrpSpPr/>
            <p:nvPr/>
          </p:nvGrpSpPr>
          <p:grpSpPr>
            <a:xfrm>
              <a:off x="1360364" y="3847835"/>
              <a:ext cx="208119" cy="224359"/>
              <a:chOff x="1360769" y="3847100"/>
              <a:chExt cx="208119" cy="224359"/>
            </a:xfrm>
          </p:grpSpPr>
          <p:sp>
            <p:nvSpPr>
              <p:cNvPr id="7923" name="Google Shape;7923;p5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3" name="Google Shape;7943;p5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7" name="Google Shape;7957;p58"/>
          <p:cNvGrpSpPr/>
          <p:nvPr/>
        </p:nvGrpSpPr>
        <p:grpSpPr>
          <a:xfrm rot="5400000">
            <a:off x="5951337" y="3228841"/>
            <a:ext cx="164064" cy="1414916"/>
            <a:chOff x="4428249" y="1369375"/>
            <a:chExt cx="36905" cy="429569"/>
          </a:xfrm>
        </p:grpSpPr>
        <p:sp>
          <p:nvSpPr>
            <p:cNvPr id="7958" name="Google Shape;7958;p5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58"/>
          <p:cNvGrpSpPr/>
          <p:nvPr/>
        </p:nvGrpSpPr>
        <p:grpSpPr>
          <a:xfrm rot="10800000" flipH="1">
            <a:off x="5323766" y="2817385"/>
            <a:ext cx="1419207" cy="24808"/>
            <a:chOff x="219558" y="4738465"/>
            <a:chExt cx="5852400" cy="102300"/>
          </a:xfrm>
        </p:grpSpPr>
        <p:cxnSp>
          <p:nvCxnSpPr>
            <p:cNvPr id="7991" name="Google Shape;7991;p5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992" name="Google Shape;7992;p5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58"/>
          <p:cNvGrpSpPr/>
          <p:nvPr/>
        </p:nvGrpSpPr>
        <p:grpSpPr>
          <a:xfrm>
            <a:off x="5335084" y="3190448"/>
            <a:ext cx="1396570" cy="385016"/>
            <a:chOff x="5286284" y="2966544"/>
            <a:chExt cx="1396570" cy="385016"/>
          </a:xfrm>
        </p:grpSpPr>
        <p:cxnSp>
          <p:nvCxnSpPr>
            <p:cNvPr id="7998" name="Google Shape;7998;p5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999" name="Google Shape;7999;p5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000" name="Google Shape;8000;p58"/>
            <p:cNvGrpSpPr/>
            <p:nvPr/>
          </p:nvGrpSpPr>
          <p:grpSpPr>
            <a:xfrm>
              <a:off x="5287688" y="3173364"/>
              <a:ext cx="1395166" cy="74100"/>
              <a:chOff x="5287688" y="3173364"/>
              <a:chExt cx="1395166" cy="74100"/>
            </a:xfrm>
          </p:grpSpPr>
          <p:cxnSp>
            <p:nvCxnSpPr>
              <p:cNvPr id="8001" name="Google Shape;8001;p5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002" name="Google Shape;8002;p5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003" name="Google Shape;8003;p5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04" name="Google Shape;8004;p5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05" name="Google Shape;8005;p5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06" name="Google Shape;8006;p5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07" name="Google Shape;8007;p5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08" name="Google Shape;8008;p5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009" name="Google Shape;8009;p5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010" name="Google Shape;8010;p58"/>
          <p:cNvGrpSpPr/>
          <p:nvPr/>
        </p:nvGrpSpPr>
        <p:grpSpPr>
          <a:xfrm>
            <a:off x="2021150" y="1609224"/>
            <a:ext cx="1182276" cy="662027"/>
            <a:chOff x="2029517" y="1732295"/>
            <a:chExt cx="1149068" cy="643432"/>
          </a:xfrm>
        </p:grpSpPr>
        <p:grpSp>
          <p:nvGrpSpPr>
            <p:cNvPr id="8011" name="Google Shape;8011;p58"/>
            <p:cNvGrpSpPr/>
            <p:nvPr/>
          </p:nvGrpSpPr>
          <p:grpSpPr>
            <a:xfrm>
              <a:off x="2708660" y="1746937"/>
              <a:ext cx="455427" cy="244429"/>
              <a:chOff x="2700693" y="1746937"/>
              <a:chExt cx="455427" cy="244429"/>
            </a:xfrm>
          </p:grpSpPr>
          <p:grpSp>
            <p:nvGrpSpPr>
              <p:cNvPr id="8012" name="Google Shape;8012;p58"/>
              <p:cNvGrpSpPr/>
              <p:nvPr/>
            </p:nvGrpSpPr>
            <p:grpSpPr>
              <a:xfrm>
                <a:off x="2905682" y="1782817"/>
                <a:ext cx="250438" cy="208549"/>
                <a:chOff x="2905682" y="1782817"/>
                <a:chExt cx="250438" cy="208549"/>
              </a:xfrm>
            </p:grpSpPr>
            <p:cxnSp>
              <p:nvCxnSpPr>
                <p:cNvPr id="8013" name="Google Shape;8013;p5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14" name="Google Shape;8014;p5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58"/>
              <p:cNvGrpSpPr/>
              <p:nvPr/>
            </p:nvGrpSpPr>
            <p:grpSpPr>
              <a:xfrm>
                <a:off x="2700693" y="1746937"/>
                <a:ext cx="449967" cy="72374"/>
                <a:chOff x="2700693" y="1746937"/>
                <a:chExt cx="449967" cy="72374"/>
              </a:xfrm>
            </p:grpSpPr>
            <p:cxnSp>
              <p:nvCxnSpPr>
                <p:cNvPr id="8016" name="Google Shape;8016;p5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17" name="Google Shape;8017;p5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18" name="Google Shape;8018;p58"/>
            <p:cNvGrpSpPr/>
            <p:nvPr/>
          </p:nvGrpSpPr>
          <p:grpSpPr>
            <a:xfrm>
              <a:off x="2029517" y="1732295"/>
              <a:ext cx="1149068" cy="643432"/>
              <a:chOff x="2029517" y="1732295"/>
              <a:chExt cx="1149068" cy="643432"/>
            </a:xfrm>
          </p:grpSpPr>
          <p:grpSp>
            <p:nvGrpSpPr>
              <p:cNvPr id="8019" name="Google Shape;8019;p58"/>
              <p:cNvGrpSpPr/>
              <p:nvPr/>
            </p:nvGrpSpPr>
            <p:grpSpPr>
              <a:xfrm>
                <a:off x="2703618" y="2103152"/>
                <a:ext cx="474966" cy="260017"/>
                <a:chOff x="2703618" y="2103152"/>
                <a:chExt cx="474966" cy="260017"/>
              </a:xfrm>
            </p:grpSpPr>
            <p:grpSp>
              <p:nvGrpSpPr>
                <p:cNvPr id="8020" name="Google Shape;8020;p58"/>
                <p:cNvGrpSpPr/>
                <p:nvPr/>
              </p:nvGrpSpPr>
              <p:grpSpPr>
                <a:xfrm>
                  <a:off x="2703618" y="2290640"/>
                  <a:ext cx="450291" cy="72529"/>
                  <a:chOff x="2703618" y="2290640"/>
                  <a:chExt cx="450291" cy="72529"/>
                </a:xfrm>
              </p:grpSpPr>
              <p:cxnSp>
                <p:nvCxnSpPr>
                  <p:cNvPr id="8021" name="Google Shape;8021;p5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22" name="Google Shape;8022;p5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58"/>
                <p:cNvGrpSpPr/>
                <p:nvPr/>
              </p:nvGrpSpPr>
              <p:grpSpPr>
                <a:xfrm>
                  <a:off x="2908607" y="2103152"/>
                  <a:ext cx="269977" cy="223538"/>
                  <a:chOff x="2908607" y="2103152"/>
                  <a:chExt cx="269977" cy="223538"/>
                </a:xfrm>
              </p:grpSpPr>
              <p:cxnSp>
                <p:nvCxnSpPr>
                  <p:cNvPr id="8024" name="Google Shape;8024;p5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25" name="Google Shape;8025;p5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26" name="Google Shape;8026;p58"/>
              <p:cNvGrpSpPr/>
              <p:nvPr/>
            </p:nvGrpSpPr>
            <p:grpSpPr>
              <a:xfrm>
                <a:off x="2029517" y="1732295"/>
                <a:ext cx="685827" cy="643432"/>
                <a:chOff x="2029517" y="1732295"/>
                <a:chExt cx="685827" cy="643432"/>
              </a:xfrm>
            </p:grpSpPr>
            <p:sp>
              <p:nvSpPr>
                <p:cNvPr id="8027" name="Google Shape;8027;p5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8" name="Google Shape;8028;p58"/>
                <p:cNvGrpSpPr/>
                <p:nvPr/>
              </p:nvGrpSpPr>
              <p:grpSpPr>
                <a:xfrm>
                  <a:off x="2158948" y="1732295"/>
                  <a:ext cx="556396" cy="333108"/>
                  <a:chOff x="2158948" y="1732295"/>
                  <a:chExt cx="556396" cy="333108"/>
                </a:xfrm>
              </p:grpSpPr>
              <p:cxnSp>
                <p:nvCxnSpPr>
                  <p:cNvPr id="8029" name="Google Shape;8029;p5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30" name="Google Shape;8030;p5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1" name="Google Shape;8031;p58"/>
                <p:cNvGrpSpPr/>
                <p:nvPr/>
              </p:nvGrpSpPr>
              <p:grpSpPr>
                <a:xfrm>
                  <a:off x="2159908" y="2065057"/>
                  <a:ext cx="550884" cy="310670"/>
                  <a:chOff x="2159908" y="2065057"/>
                  <a:chExt cx="550884" cy="310670"/>
                </a:xfrm>
              </p:grpSpPr>
              <p:cxnSp>
                <p:nvCxnSpPr>
                  <p:cNvPr id="8032" name="Google Shape;8032;p5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33" name="Google Shape;8033;p5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034" name="Google Shape;8034;p58"/>
          <p:cNvGrpSpPr/>
          <p:nvPr/>
        </p:nvGrpSpPr>
        <p:grpSpPr>
          <a:xfrm>
            <a:off x="706399" y="1556837"/>
            <a:ext cx="962651" cy="810058"/>
            <a:chOff x="844912" y="1681380"/>
            <a:chExt cx="935611" cy="787305"/>
          </a:xfrm>
        </p:grpSpPr>
        <p:grpSp>
          <p:nvGrpSpPr>
            <p:cNvPr id="8035" name="Google Shape;8035;p58"/>
            <p:cNvGrpSpPr/>
            <p:nvPr/>
          </p:nvGrpSpPr>
          <p:grpSpPr>
            <a:xfrm>
              <a:off x="844912" y="1819635"/>
              <a:ext cx="329836" cy="510016"/>
              <a:chOff x="844912" y="1819635"/>
              <a:chExt cx="329836" cy="510016"/>
            </a:xfrm>
          </p:grpSpPr>
          <p:sp>
            <p:nvSpPr>
              <p:cNvPr id="8036" name="Google Shape;8036;p5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8"/>
            <p:cNvGrpSpPr/>
            <p:nvPr/>
          </p:nvGrpSpPr>
          <p:grpSpPr>
            <a:xfrm>
              <a:off x="1284601" y="2158168"/>
              <a:ext cx="495923" cy="310517"/>
              <a:chOff x="1284601" y="2158168"/>
              <a:chExt cx="495923" cy="310517"/>
            </a:xfrm>
          </p:grpSpPr>
          <p:sp>
            <p:nvSpPr>
              <p:cNvPr id="8043" name="Google Shape;8043;p5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44" name="Google Shape;8044;p58"/>
              <p:cNvGrpSpPr/>
              <p:nvPr/>
            </p:nvGrpSpPr>
            <p:grpSpPr>
              <a:xfrm>
                <a:off x="1507666" y="2158168"/>
                <a:ext cx="272858" cy="310517"/>
                <a:chOff x="1507666" y="2158168"/>
                <a:chExt cx="272858" cy="310517"/>
              </a:xfrm>
            </p:grpSpPr>
            <p:grpSp>
              <p:nvGrpSpPr>
                <p:cNvPr id="8045" name="Google Shape;8045;p58"/>
                <p:cNvGrpSpPr/>
                <p:nvPr/>
              </p:nvGrpSpPr>
              <p:grpSpPr>
                <a:xfrm>
                  <a:off x="1507666" y="2176104"/>
                  <a:ext cx="166395" cy="273149"/>
                  <a:chOff x="1507666" y="2176104"/>
                  <a:chExt cx="166395" cy="273149"/>
                </a:xfrm>
              </p:grpSpPr>
              <p:sp>
                <p:nvSpPr>
                  <p:cNvPr id="8046" name="Google Shape;8046;p5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3" name="Google Shape;8053;p5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5" name="Google Shape;8055;p58"/>
            <p:cNvGrpSpPr/>
            <p:nvPr/>
          </p:nvGrpSpPr>
          <p:grpSpPr>
            <a:xfrm>
              <a:off x="1284601" y="1681380"/>
              <a:ext cx="495923" cy="310517"/>
              <a:chOff x="1284601" y="1681380"/>
              <a:chExt cx="495923" cy="310517"/>
            </a:xfrm>
          </p:grpSpPr>
          <p:sp>
            <p:nvSpPr>
              <p:cNvPr id="8056" name="Google Shape;8056;p5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7" name="Google Shape;8057;p58"/>
              <p:cNvGrpSpPr/>
              <p:nvPr/>
            </p:nvGrpSpPr>
            <p:grpSpPr>
              <a:xfrm>
                <a:off x="1507666" y="1681380"/>
                <a:ext cx="272858" cy="310517"/>
                <a:chOff x="1507666" y="1681380"/>
                <a:chExt cx="272858" cy="310517"/>
              </a:xfrm>
            </p:grpSpPr>
            <p:grpSp>
              <p:nvGrpSpPr>
                <p:cNvPr id="8058" name="Google Shape;8058;p58"/>
                <p:cNvGrpSpPr/>
                <p:nvPr/>
              </p:nvGrpSpPr>
              <p:grpSpPr>
                <a:xfrm>
                  <a:off x="1507666" y="1700120"/>
                  <a:ext cx="166395" cy="272984"/>
                  <a:chOff x="1507666" y="1700120"/>
                  <a:chExt cx="166395" cy="272984"/>
                </a:xfrm>
              </p:grpSpPr>
              <p:sp>
                <p:nvSpPr>
                  <p:cNvPr id="8059" name="Google Shape;8059;p5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6" name="Google Shape;8066;p5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68" name="Google Shape;8068;p58"/>
          <p:cNvGrpSpPr/>
          <p:nvPr/>
        </p:nvGrpSpPr>
        <p:grpSpPr>
          <a:xfrm>
            <a:off x="6815339" y="2324267"/>
            <a:ext cx="1622269" cy="552443"/>
            <a:chOff x="6894650" y="2574740"/>
            <a:chExt cx="1445100" cy="492111"/>
          </a:xfrm>
        </p:grpSpPr>
        <p:sp>
          <p:nvSpPr>
            <p:cNvPr id="8069" name="Google Shape;8069;p5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74" name="Google Shape;8074;p5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075" name="Google Shape;8075;p58"/>
          <p:cNvGrpSpPr/>
          <p:nvPr/>
        </p:nvGrpSpPr>
        <p:grpSpPr>
          <a:xfrm>
            <a:off x="6834882" y="3698522"/>
            <a:ext cx="1583206" cy="475705"/>
            <a:chOff x="6953919" y="3907920"/>
            <a:chExt cx="1377300" cy="475705"/>
          </a:xfrm>
        </p:grpSpPr>
        <p:cxnSp>
          <p:nvCxnSpPr>
            <p:cNvPr id="8076" name="Google Shape;8076;p5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77" name="Google Shape;8077;p5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078" name="Google Shape;8078;p5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79" name="Google Shape;8079;p5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080" name="Google Shape;8080;p5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081" name="Google Shape;8081;p58"/>
          <p:cNvGrpSpPr/>
          <p:nvPr/>
        </p:nvGrpSpPr>
        <p:grpSpPr>
          <a:xfrm>
            <a:off x="2338470" y="2459668"/>
            <a:ext cx="836286" cy="824529"/>
            <a:chOff x="2389399" y="2595741"/>
            <a:chExt cx="812796" cy="801369"/>
          </a:xfrm>
        </p:grpSpPr>
        <p:grpSp>
          <p:nvGrpSpPr>
            <p:cNvPr id="8082" name="Google Shape;8082;p58"/>
            <p:cNvGrpSpPr/>
            <p:nvPr/>
          </p:nvGrpSpPr>
          <p:grpSpPr>
            <a:xfrm>
              <a:off x="2492145" y="2881565"/>
              <a:ext cx="607300" cy="229751"/>
              <a:chOff x="2492145" y="2881565"/>
              <a:chExt cx="607300" cy="229751"/>
            </a:xfrm>
          </p:grpSpPr>
          <p:sp>
            <p:nvSpPr>
              <p:cNvPr id="8083" name="Google Shape;8083;p5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6" name="Google Shape;8086;p58"/>
            <p:cNvGrpSpPr/>
            <p:nvPr/>
          </p:nvGrpSpPr>
          <p:grpSpPr>
            <a:xfrm>
              <a:off x="2389399" y="2595741"/>
              <a:ext cx="812796" cy="296825"/>
              <a:chOff x="2389399" y="2595741"/>
              <a:chExt cx="812796" cy="296825"/>
            </a:xfrm>
          </p:grpSpPr>
          <p:grpSp>
            <p:nvGrpSpPr>
              <p:cNvPr id="8087" name="Google Shape;8087;p58"/>
              <p:cNvGrpSpPr/>
              <p:nvPr/>
            </p:nvGrpSpPr>
            <p:grpSpPr>
              <a:xfrm>
                <a:off x="2389399" y="2595741"/>
                <a:ext cx="363638" cy="296825"/>
                <a:chOff x="2389399" y="2595741"/>
                <a:chExt cx="363638" cy="296825"/>
              </a:xfrm>
            </p:grpSpPr>
            <p:grpSp>
              <p:nvGrpSpPr>
                <p:cNvPr id="8088" name="Google Shape;8088;p58"/>
                <p:cNvGrpSpPr/>
                <p:nvPr/>
              </p:nvGrpSpPr>
              <p:grpSpPr>
                <a:xfrm>
                  <a:off x="2493852" y="2794333"/>
                  <a:ext cx="259185" cy="98232"/>
                  <a:chOff x="2493852" y="2794333"/>
                  <a:chExt cx="259185" cy="98232"/>
                </a:xfrm>
              </p:grpSpPr>
              <p:sp>
                <p:nvSpPr>
                  <p:cNvPr id="8089" name="Google Shape;8089;p5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2" name="Google Shape;8092;p58"/>
                <p:cNvGrpSpPr/>
                <p:nvPr/>
              </p:nvGrpSpPr>
              <p:grpSpPr>
                <a:xfrm>
                  <a:off x="2389399" y="2595741"/>
                  <a:ext cx="224343" cy="182054"/>
                  <a:chOff x="2389399" y="2595741"/>
                  <a:chExt cx="224343" cy="182054"/>
                </a:xfrm>
              </p:grpSpPr>
              <p:sp>
                <p:nvSpPr>
                  <p:cNvPr id="8093" name="Google Shape;8093;p5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95" name="Google Shape;8095;p58"/>
              <p:cNvGrpSpPr/>
              <p:nvPr/>
            </p:nvGrpSpPr>
            <p:grpSpPr>
              <a:xfrm>
                <a:off x="2683630" y="2595741"/>
                <a:ext cx="224334" cy="296825"/>
                <a:chOff x="2683630" y="2595741"/>
                <a:chExt cx="224334" cy="296825"/>
              </a:xfrm>
            </p:grpSpPr>
            <p:grpSp>
              <p:nvGrpSpPr>
                <p:cNvPr id="8096" name="Google Shape;8096;p58"/>
                <p:cNvGrpSpPr/>
                <p:nvPr/>
              </p:nvGrpSpPr>
              <p:grpSpPr>
                <a:xfrm>
                  <a:off x="2788083" y="2794333"/>
                  <a:ext cx="15356" cy="98232"/>
                  <a:chOff x="2788083" y="2794333"/>
                  <a:chExt cx="15356" cy="98232"/>
                </a:xfrm>
              </p:grpSpPr>
              <p:sp>
                <p:nvSpPr>
                  <p:cNvPr id="8097" name="Google Shape;8097;p5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0" name="Google Shape;8100;p58"/>
                <p:cNvGrpSpPr/>
                <p:nvPr/>
              </p:nvGrpSpPr>
              <p:grpSpPr>
                <a:xfrm>
                  <a:off x="2683630" y="2595741"/>
                  <a:ext cx="224334" cy="182054"/>
                  <a:chOff x="2683630" y="2595741"/>
                  <a:chExt cx="224334" cy="182054"/>
                </a:xfrm>
              </p:grpSpPr>
              <p:sp>
                <p:nvSpPr>
                  <p:cNvPr id="8101" name="Google Shape;8101;p5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03" name="Google Shape;8103;p58"/>
              <p:cNvGrpSpPr/>
              <p:nvPr/>
            </p:nvGrpSpPr>
            <p:grpSpPr>
              <a:xfrm>
                <a:off x="2838475" y="2595741"/>
                <a:ext cx="363719" cy="296825"/>
                <a:chOff x="2838475" y="2595741"/>
                <a:chExt cx="363719" cy="296825"/>
              </a:xfrm>
            </p:grpSpPr>
            <p:grpSp>
              <p:nvGrpSpPr>
                <p:cNvPr id="8104" name="Google Shape;8104;p58"/>
                <p:cNvGrpSpPr/>
                <p:nvPr/>
              </p:nvGrpSpPr>
              <p:grpSpPr>
                <a:xfrm>
                  <a:off x="2838475" y="2794333"/>
                  <a:ext cx="259185" cy="98232"/>
                  <a:chOff x="2838475" y="2794333"/>
                  <a:chExt cx="259185" cy="98232"/>
                </a:xfrm>
              </p:grpSpPr>
              <p:sp>
                <p:nvSpPr>
                  <p:cNvPr id="8105" name="Google Shape;8105;p5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8" name="Google Shape;8108;p58"/>
                <p:cNvGrpSpPr/>
                <p:nvPr/>
              </p:nvGrpSpPr>
              <p:grpSpPr>
                <a:xfrm>
                  <a:off x="2977852" y="2595741"/>
                  <a:ext cx="224343" cy="182054"/>
                  <a:chOff x="2977852" y="2595741"/>
                  <a:chExt cx="224343" cy="182054"/>
                </a:xfrm>
              </p:grpSpPr>
              <p:sp>
                <p:nvSpPr>
                  <p:cNvPr id="8109" name="Google Shape;8109;p5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11" name="Google Shape;8111;p58"/>
            <p:cNvGrpSpPr/>
            <p:nvPr/>
          </p:nvGrpSpPr>
          <p:grpSpPr>
            <a:xfrm>
              <a:off x="2389399" y="3100241"/>
              <a:ext cx="812796" cy="296869"/>
              <a:chOff x="2389399" y="3100241"/>
              <a:chExt cx="812796" cy="296869"/>
            </a:xfrm>
          </p:grpSpPr>
          <p:grpSp>
            <p:nvGrpSpPr>
              <p:cNvPr id="8112" name="Google Shape;8112;p58"/>
              <p:cNvGrpSpPr/>
              <p:nvPr/>
            </p:nvGrpSpPr>
            <p:grpSpPr>
              <a:xfrm>
                <a:off x="2683630" y="3100241"/>
                <a:ext cx="224334" cy="296869"/>
                <a:chOff x="2683630" y="3100241"/>
                <a:chExt cx="224334" cy="296869"/>
              </a:xfrm>
            </p:grpSpPr>
            <p:grpSp>
              <p:nvGrpSpPr>
                <p:cNvPr id="8113" name="Google Shape;8113;p58"/>
                <p:cNvGrpSpPr/>
                <p:nvPr/>
              </p:nvGrpSpPr>
              <p:grpSpPr>
                <a:xfrm>
                  <a:off x="2788083" y="3100241"/>
                  <a:ext cx="15356" cy="98237"/>
                  <a:chOff x="2788083" y="3100241"/>
                  <a:chExt cx="15356" cy="98237"/>
                </a:xfrm>
              </p:grpSpPr>
              <p:sp>
                <p:nvSpPr>
                  <p:cNvPr id="8114" name="Google Shape;8114;p5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7" name="Google Shape;8117;p58"/>
                <p:cNvGrpSpPr/>
                <p:nvPr/>
              </p:nvGrpSpPr>
              <p:grpSpPr>
                <a:xfrm>
                  <a:off x="2683630" y="3215065"/>
                  <a:ext cx="224334" cy="182045"/>
                  <a:chOff x="2683630" y="3215065"/>
                  <a:chExt cx="224334" cy="182045"/>
                </a:xfrm>
              </p:grpSpPr>
              <p:sp>
                <p:nvSpPr>
                  <p:cNvPr id="8118" name="Google Shape;8118;p5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0" name="Google Shape;8120;p58"/>
              <p:cNvGrpSpPr/>
              <p:nvPr/>
            </p:nvGrpSpPr>
            <p:grpSpPr>
              <a:xfrm>
                <a:off x="2389399" y="3100241"/>
                <a:ext cx="363638" cy="296869"/>
                <a:chOff x="2389399" y="3100241"/>
                <a:chExt cx="363638" cy="296869"/>
              </a:xfrm>
            </p:grpSpPr>
            <p:grpSp>
              <p:nvGrpSpPr>
                <p:cNvPr id="8121" name="Google Shape;8121;p58"/>
                <p:cNvGrpSpPr/>
                <p:nvPr/>
              </p:nvGrpSpPr>
              <p:grpSpPr>
                <a:xfrm>
                  <a:off x="2493852" y="3100241"/>
                  <a:ext cx="259185" cy="98237"/>
                  <a:chOff x="2493852" y="3100241"/>
                  <a:chExt cx="259185" cy="98237"/>
                </a:xfrm>
              </p:grpSpPr>
              <p:sp>
                <p:nvSpPr>
                  <p:cNvPr id="8122" name="Google Shape;8122;p5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5" name="Google Shape;8125;p58"/>
                <p:cNvGrpSpPr/>
                <p:nvPr/>
              </p:nvGrpSpPr>
              <p:grpSpPr>
                <a:xfrm>
                  <a:off x="2389399" y="3215065"/>
                  <a:ext cx="224343" cy="182045"/>
                  <a:chOff x="2389399" y="3215065"/>
                  <a:chExt cx="224343" cy="182045"/>
                </a:xfrm>
              </p:grpSpPr>
              <p:sp>
                <p:nvSpPr>
                  <p:cNvPr id="8126" name="Google Shape;8126;p5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8" name="Google Shape;8128;p58"/>
              <p:cNvGrpSpPr/>
              <p:nvPr/>
            </p:nvGrpSpPr>
            <p:grpSpPr>
              <a:xfrm>
                <a:off x="2838475" y="3100241"/>
                <a:ext cx="363719" cy="296869"/>
                <a:chOff x="2838475" y="3100241"/>
                <a:chExt cx="363719" cy="296869"/>
              </a:xfrm>
            </p:grpSpPr>
            <p:grpSp>
              <p:nvGrpSpPr>
                <p:cNvPr id="8129" name="Google Shape;8129;p58"/>
                <p:cNvGrpSpPr/>
                <p:nvPr/>
              </p:nvGrpSpPr>
              <p:grpSpPr>
                <a:xfrm>
                  <a:off x="2838475" y="3100241"/>
                  <a:ext cx="259185" cy="98237"/>
                  <a:chOff x="2838475" y="3100241"/>
                  <a:chExt cx="259185" cy="98237"/>
                </a:xfrm>
              </p:grpSpPr>
              <p:sp>
                <p:nvSpPr>
                  <p:cNvPr id="8130" name="Google Shape;8130;p5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58"/>
                <p:cNvGrpSpPr/>
                <p:nvPr/>
              </p:nvGrpSpPr>
              <p:grpSpPr>
                <a:xfrm>
                  <a:off x="2977852" y="3215065"/>
                  <a:ext cx="224343" cy="182045"/>
                  <a:chOff x="2977852" y="3215065"/>
                  <a:chExt cx="224343" cy="182045"/>
                </a:xfrm>
              </p:grpSpPr>
              <p:sp>
                <p:nvSpPr>
                  <p:cNvPr id="8134" name="Google Shape;8134;p5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139"/>
        <p:cNvGrpSpPr/>
        <p:nvPr/>
      </p:nvGrpSpPr>
      <p:grpSpPr>
        <a:xfrm>
          <a:off x="0" y="0"/>
          <a:ext cx="0" cy="0"/>
          <a:chOff x="0" y="0"/>
          <a:chExt cx="0" cy="0"/>
        </a:xfrm>
      </p:grpSpPr>
      <p:grpSp>
        <p:nvGrpSpPr>
          <p:cNvPr id="8140" name="Google Shape;8140;p59"/>
          <p:cNvGrpSpPr/>
          <p:nvPr/>
        </p:nvGrpSpPr>
        <p:grpSpPr>
          <a:xfrm>
            <a:off x="702088" y="3155922"/>
            <a:ext cx="2390414" cy="1024800"/>
            <a:chOff x="728925" y="3296613"/>
            <a:chExt cx="2390414" cy="1024800"/>
          </a:xfrm>
        </p:grpSpPr>
        <p:grpSp>
          <p:nvGrpSpPr>
            <p:cNvPr id="8141" name="Google Shape;8141;p59"/>
            <p:cNvGrpSpPr/>
            <p:nvPr/>
          </p:nvGrpSpPr>
          <p:grpSpPr>
            <a:xfrm>
              <a:off x="728925" y="3619800"/>
              <a:ext cx="2390414" cy="500893"/>
              <a:chOff x="728925" y="3619800"/>
              <a:chExt cx="2390414" cy="500893"/>
            </a:xfrm>
          </p:grpSpPr>
          <p:sp>
            <p:nvSpPr>
              <p:cNvPr id="8142" name="Google Shape;8142;p5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43" name="Google Shape;8143;p5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44" name="Google Shape;8144;p59"/>
            <p:cNvGrpSpPr/>
            <p:nvPr/>
          </p:nvGrpSpPr>
          <p:grpSpPr>
            <a:xfrm>
              <a:off x="1348050" y="3296613"/>
              <a:ext cx="1706152" cy="1024800"/>
              <a:chOff x="1348050" y="3296613"/>
              <a:chExt cx="1706152" cy="1024800"/>
            </a:xfrm>
          </p:grpSpPr>
          <p:sp>
            <p:nvSpPr>
              <p:cNvPr id="8145" name="Google Shape;8145;p5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46" name="Google Shape;8146;p5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47" name="Google Shape;8147;p5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48" name="Google Shape;8148;p5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49" name="Google Shape;8149;p5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50" name="Google Shape;8150;p59"/>
            <p:cNvGrpSpPr/>
            <p:nvPr/>
          </p:nvGrpSpPr>
          <p:grpSpPr>
            <a:xfrm>
              <a:off x="1455707" y="3654858"/>
              <a:ext cx="1491150" cy="417657"/>
              <a:chOff x="1455707" y="3654858"/>
              <a:chExt cx="1491150" cy="417657"/>
            </a:xfrm>
          </p:grpSpPr>
          <p:sp>
            <p:nvSpPr>
              <p:cNvPr id="8151" name="Google Shape;8151;p5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5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5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171" name="Google Shape;8171;p59"/>
          <p:cNvGraphicFramePr/>
          <p:nvPr/>
        </p:nvGraphicFramePr>
        <p:xfrm>
          <a:off x="5937787" y="2153834"/>
          <a:ext cx="3000000" cy="3000000"/>
        </p:xfrm>
        <a:graphic>
          <a:graphicData uri="http://schemas.openxmlformats.org/drawingml/2006/table">
            <a:tbl>
              <a:tblPr>
                <a:noFill/>
                <a:tableStyleId>{BBA4B85B-C6BC-4E5F-98F4-0400EEE86A36}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172" name="Google Shape;8172;p59"/>
          <p:cNvGrpSpPr/>
          <p:nvPr/>
        </p:nvGrpSpPr>
        <p:grpSpPr>
          <a:xfrm>
            <a:off x="710464" y="981599"/>
            <a:ext cx="2396505" cy="976502"/>
            <a:chOff x="749309" y="1112739"/>
            <a:chExt cx="2371603" cy="976502"/>
          </a:xfrm>
        </p:grpSpPr>
        <p:grpSp>
          <p:nvGrpSpPr>
            <p:cNvPr id="8173" name="Google Shape;8173;p59"/>
            <p:cNvGrpSpPr/>
            <p:nvPr/>
          </p:nvGrpSpPr>
          <p:grpSpPr>
            <a:xfrm>
              <a:off x="1092126" y="1112739"/>
              <a:ext cx="2028786" cy="975464"/>
              <a:chOff x="1092126" y="1112739"/>
              <a:chExt cx="2028786" cy="975464"/>
            </a:xfrm>
          </p:grpSpPr>
          <p:sp>
            <p:nvSpPr>
              <p:cNvPr id="8174" name="Google Shape;8174;p5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5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5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8" name="Google Shape;8198;p59"/>
            <p:cNvGrpSpPr/>
            <p:nvPr/>
          </p:nvGrpSpPr>
          <p:grpSpPr>
            <a:xfrm>
              <a:off x="749309" y="1112739"/>
              <a:ext cx="314700" cy="975464"/>
              <a:chOff x="749309" y="1112739"/>
              <a:chExt cx="314700" cy="975464"/>
            </a:xfrm>
          </p:grpSpPr>
          <p:sp>
            <p:nvSpPr>
              <p:cNvPr id="8199" name="Google Shape;8199;p5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3" name="Google Shape;8203;p5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207" name="Google Shape;8207;p59"/>
          <p:cNvGraphicFramePr/>
          <p:nvPr/>
        </p:nvGraphicFramePr>
        <p:xfrm>
          <a:off x="5937812" y="981584"/>
          <a:ext cx="3000000" cy="3000000"/>
        </p:xfrm>
        <a:graphic>
          <a:graphicData uri="http://schemas.openxmlformats.org/drawingml/2006/table">
            <a:tbl>
              <a:tblPr>
                <a:noFill/>
                <a:tableStyleId>{BBA4B85B-C6BC-4E5F-98F4-0400EEE86A36}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208" name="Google Shape;8208;p59"/>
          <p:cNvGraphicFramePr/>
          <p:nvPr/>
        </p:nvGraphicFramePr>
        <p:xfrm>
          <a:off x="3358675" y="2153834"/>
          <a:ext cx="3000000" cy="3000000"/>
        </p:xfrm>
        <a:graphic>
          <a:graphicData uri="http://schemas.openxmlformats.org/drawingml/2006/table">
            <a:tbl>
              <a:tblPr>
                <a:noFill/>
                <a:tableStyleId>{BBA4B85B-C6BC-4E5F-98F4-0400EEE86A36}</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09" name="Google Shape;8209;p59"/>
          <p:cNvGrpSpPr/>
          <p:nvPr/>
        </p:nvGrpSpPr>
        <p:grpSpPr>
          <a:xfrm>
            <a:off x="3360661" y="3144795"/>
            <a:ext cx="2363377" cy="1047062"/>
            <a:chOff x="3358399" y="3285485"/>
            <a:chExt cx="2363377" cy="1047062"/>
          </a:xfrm>
        </p:grpSpPr>
        <p:grpSp>
          <p:nvGrpSpPr>
            <p:cNvPr id="8210" name="Google Shape;8210;p59"/>
            <p:cNvGrpSpPr/>
            <p:nvPr/>
          </p:nvGrpSpPr>
          <p:grpSpPr>
            <a:xfrm>
              <a:off x="3358412" y="3285485"/>
              <a:ext cx="2363244" cy="139500"/>
              <a:chOff x="3358412" y="3285485"/>
              <a:chExt cx="2363244" cy="139500"/>
            </a:xfrm>
          </p:grpSpPr>
          <p:sp>
            <p:nvSpPr>
              <p:cNvPr id="8211" name="Google Shape;8211;p5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6" name="Google Shape;8216;p59"/>
            <p:cNvGrpSpPr/>
            <p:nvPr/>
          </p:nvGrpSpPr>
          <p:grpSpPr>
            <a:xfrm>
              <a:off x="3358412" y="3466996"/>
              <a:ext cx="2363244" cy="139500"/>
              <a:chOff x="3358412" y="3466996"/>
              <a:chExt cx="2363244" cy="139500"/>
            </a:xfrm>
          </p:grpSpPr>
          <p:sp>
            <p:nvSpPr>
              <p:cNvPr id="8217" name="Google Shape;8217;p5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59"/>
            <p:cNvGrpSpPr/>
            <p:nvPr/>
          </p:nvGrpSpPr>
          <p:grpSpPr>
            <a:xfrm>
              <a:off x="3358412" y="3648507"/>
              <a:ext cx="2363244" cy="139500"/>
              <a:chOff x="3358412" y="3648507"/>
              <a:chExt cx="2363244" cy="139500"/>
            </a:xfrm>
          </p:grpSpPr>
          <p:sp>
            <p:nvSpPr>
              <p:cNvPr id="8223" name="Google Shape;8223;p5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8" name="Google Shape;8228;p59"/>
            <p:cNvGrpSpPr/>
            <p:nvPr/>
          </p:nvGrpSpPr>
          <p:grpSpPr>
            <a:xfrm>
              <a:off x="3358412" y="3830018"/>
              <a:ext cx="2363244" cy="139500"/>
              <a:chOff x="3358412" y="3830018"/>
              <a:chExt cx="2363244" cy="139500"/>
            </a:xfrm>
          </p:grpSpPr>
          <p:sp>
            <p:nvSpPr>
              <p:cNvPr id="8229" name="Google Shape;8229;p5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4" name="Google Shape;8234;p59"/>
            <p:cNvGrpSpPr/>
            <p:nvPr/>
          </p:nvGrpSpPr>
          <p:grpSpPr>
            <a:xfrm>
              <a:off x="3358399" y="4011514"/>
              <a:ext cx="2363377" cy="139537"/>
              <a:chOff x="3294800" y="4134603"/>
              <a:chExt cx="2638876" cy="152400"/>
            </a:xfrm>
          </p:grpSpPr>
          <p:sp>
            <p:nvSpPr>
              <p:cNvPr id="8235" name="Google Shape;8235;p5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59"/>
            <p:cNvGrpSpPr/>
            <p:nvPr/>
          </p:nvGrpSpPr>
          <p:grpSpPr>
            <a:xfrm>
              <a:off x="3358399" y="4193010"/>
              <a:ext cx="2363377" cy="139537"/>
              <a:chOff x="3294800" y="4134603"/>
              <a:chExt cx="2638876" cy="152400"/>
            </a:xfrm>
          </p:grpSpPr>
          <p:sp>
            <p:nvSpPr>
              <p:cNvPr id="8241" name="Google Shape;8241;p5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246" name="Google Shape;8246;p59"/>
          <p:cNvGraphicFramePr/>
          <p:nvPr/>
        </p:nvGraphicFramePr>
        <p:xfrm>
          <a:off x="711463" y="2153834"/>
          <a:ext cx="3000000" cy="3000000"/>
        </p:xfrm>
        <a:graphic>
          <a:graphicData uri="http://schemas.openxmlformats.org/drawingml/2006/table">
            <a:tbl>
              <a:tblPr>
                <a:noFill/>
                <a:tableStyleId>{BBA4B85B-C6BC-4E5F-98F4-0400EEE86A36}</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47" name="Google Shape;8247;p59"/>
          <p:cNvGrpSpPr/>
          <p:nvPr/>
        </p:nvGrpSpPr>
        <p:grpSpPr>
          <a:xfrm>
            <a:off x="4161132" y="2557649"/>
            <a:ext cx="1302095" cy="60959"/>
            <a:chOff x="3558802" y="4011427"/>
            <a:chExt cx="1866000" cy="111300"/>
          </a:xfrm>
        </p:grpSpPr>
        <p:sp>
          <p:nvSpPr>
            <p:cNvPr id="8248" name="Google Shape;8248;p5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0" name="Google Shape;8250;p59"/>
          <p:cNvGrpSpPr/>
          <p:nvPr/>
        </p:nvGrpSpPr>
        <p:grpSpPr>
          <a:xfrm>
            <a:off x="4706620" y="2839808"/>
            <a:ext cx="914340" cy="60959"/>
            <a:chOff x="3558802" y="4011427"/>
            <a:chExt cx="1866000" cy="111300"/>
          </a:xfrm>
        </p:grpSpPr>
        <p:sp>
          <p:nvSpPr>
            <p:cNvPr id="8251" name="Google Shape;8251;p5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3" name="Google Shape;8253;p59"/>
          <p:cNvGrpSpPr/>
          <p:nvPr/>
        </p:nvGrpSpPr>
        <p:grpSpPr>
          <a:xfrm>
            <a:off x="5871419" y="3167606"/>
            <a:ext cx="2522867" cy="1001454"/>
            <a:chOff x="1904318" y="789980"/>
            <a:chExt cx="1489472" cy="606868"/>
          </a:xfrm>
        </p:grpSpPr>
        <p:cxnSp>
          <p:nvCxnSpPr>
            <p:cNvPr id="8254" name="Google Shape;8254;p5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55" name="Google Shape;8255;p5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56" name="Google Shape;8256;p5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257" name="Google Shape;8257;p59"/>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258" name="Google Shape;8258;p59"/>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259" name="Google Shape;8259;p59"/>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260" name="Google Shape;8260;p59"/>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261" name="Google Shape;8261;p5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9"/>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268" name="Google Shape;8268;p59"/>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269" name="Google Shape;8269;p59"/>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270" name="Google Shape;8270;p5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1" name="Google Shape;8271;p59"/>
          <p:cNvGrpSpPr/>
          <p:nvPr/>
        </p:nvGrpSpPr>
        <p:grpSpPr>
          <a:xfrm>
            <a:off x="3355824" y="951642"/>
            <a:ext cx="2363393" cy="1005865"/>
            <a:chOff x="3292400" y="1193188"/>
            <a:chExt cx="2615240" cy="1131075"/>
          </a:xfrm>
        </p:grpSpPr>
        <p:sp>
          <p:nvSpPr>
            <p:cNvPr id="8272" name="Google Shape;8272;p5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73" name="Google Shape;8273;p5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74" name="Google Shape;8274;p5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275" name="Google Shape;8275;p5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276" name="Google Shape;8276;p5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277" name="Google Shape;8277;p5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278" name="Google Shape;8278;p5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279" name="Google Shape;8279;p5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280" name="Google Shape;8280;p5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281" name="Google Shape;8281;p5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282" name="Google Shape;8282;p5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83" name="Google Shape;8283;p5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284" name="Google Shape;8284;p5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85" name="Google Shape;8285;p5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286" name="Google Shape;8286;p59"/>
            <p:cNvGrpSpPr/>
            <p:nvPr/>
          </p:nvGrpSpPr>
          <p:grpSpPr>
            <a:xfrm>
              <a:off x="3748438" y="1378608"/>
              <a:ext cx="2159202" cy="903971"/>
              <a:chOff x="1683525" y="2179850"/>
              <a:chExt cx="4519050" cy="2134525"/>
            </a:xfrm>
          </p:grpSpPr>
          <p:sp>
            <p:nvSpPr>
              <p:cNvPr id="8287" name="Google Shape;8287;p5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88" name="Google Shape;8288;p5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89" name="Google Shape;8289;p5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0" name="Google Shape;8290;p5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1" name="Google Shape;8291;p5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2" name="Google Shape;8292;p5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3" name="Google Shape;8293;p5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4" name="Google Shape;8294;p5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5" name="Google Shape;8295;p5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6" name="Google Shape;8296;p5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7" name="Google Shape;8297;p5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98" name="Google Shape;8298;p5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302"/>
        <p:cNvGrpSpPr/>
        <p:nvPr/>
      </p:nvGrpSpPr>
      <p:grpSpPr>
        <a:xfrm>
          <a:off x="0" y="0"/>
          <a:ext cx="0" cy="0"/>
          <a:chOff x="0" y="0"/>
          <a:chExt cx="0" cy="0"/>
        </a:xfrm>
      </p:grpSpPr>
      <p:grpSp>
        <p:nvGrpSpPr>
          <p:cNvPr id="8303" name="Google Shape;8303;p60"/>
          <p:cNvGrpSpPr/>
          <p:nvPr/>
        </p:nvGrpSpPr>
        <p:grpSpPr>
          <a:xfrm>
            <a:off x="4796690" y="970936"/>
            <a:ext cx="745431" cy="718863"/>
            <a:chOff x="4249973" y="1201875"/>
            <a:chExt cx="1958568" cy="1888762"/>
          </a:xfrm>
        </p:grpSpPr>
        <p:sp>
          <p:nvSpPr>
            <p:cNvPr id="8304" name="Google Shape;8304;p6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5" name="Google Shape;8305;p60"/>
            <p:cNvGrpSpPr/>
            <p:nvPr/>
          </p:nvGrpSpPr>
          <p:grpSpPr>
            <a:xfrm>
              <a:off x="5853086" y="1789142"/>
              <a:ext cx="355454" cy="1048099"/>
              <a:chOff x="5576108" y="2016725"/>
              <a:chExt cx="565200" cy="1666560"/>
            </a:xfrm>
          </p:grpSpPr>
          <p:sp>
            <p:nvSpPr>
              <p:cNvPr id="8306" name="Google Shape;8306;p6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07" name="Google Shape;8307;p6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8" name="Google Shape;8308;p60"/>
            <p:cNvGrpSpPr/>
            <p:nvPr/>
          </p:nvGrpSpPr>
          <p:grpSpPr>
            <a:xfrm>
              <a:off x="4869455" y="2691676"/>
              <a:ext cx="1013897" cy="398961"/>
              <a:chOff x="4012057" y="3451825"/>
              <a:chExt cx="1612175" cy="634379"/>
            </a:xfrm>
          </p:grpSpPr>
          <p:sp>
            <p:nvSpPr>
              <p:cNvPr id="8309" name="Google Shape;8309;p6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10" name="Google Shape;8310;p6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1" name="Google Shape;8311;p60"/>
            <p:cNvGrpSpPr/>
            <p:nvPr/>
          </p:nvGrpSpPr>
          <p:grpSpPr>
            <a:xfrm>
              <a:off x="4276937" y="2155961"/>
              <a:ext cx="651965" cy="891358"/>
              <a:chOff x="3069908" y="2599997"/>
              <a:chExt cx="1036675" cy="1417328"/>
            </a:xfrm>
          </p:grpSpPr>
          <p:sp>
            <p:nvSpPr>
              <p:cNvPr id="8312" name="Google Shape;8312;p6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13" name="Google Shape;8313;p6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4" name="Google Shape;8314;p60"/>
            <p:cNvGrpSpPr/>
            <p:nvPr/>
          </p:nvGrpSpPr>
          <p:grpSpPr>
            <a:xfrm>
              <a:off x="5054918" y="1201875"/>
              <a:ext cx="999548" cy="602711"/>
              <a:chOff x="4306958" y="1082925"/>
              <a:chExt cx="1589359" cy="958358"/>
            </a:xfrm>
          </p:grpSpPr>
          <p:sp>
            <p:nvSpPr>
              <p:cNvPr id="8315" name="Google Shape;8315;p6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16" name="Google Shape;8316;p6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7" name="Google Shape;8317;p60"/>
            <p:cNvGrpSpPr/>
            <p:nvPr/>
          </p:nvGrpSpPr>
          <p:grpSpPr>
            <a:xfrm>
              <a:off x="4249973" y="1303451"/>
              <a:ext cx="799317" cy="841334"/>
              <a:chOff x="3027033" y="1244439"/>
              <a:chExt cx="1270977" cy="1337786"/>
            </a:xfrm>
          </p:grpSpPr>
          <p:sp>
            <p:nvSpPr>
              <p:cNvPr id="8318" name="Google Shape;8318;p6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19" name="Google Shape;8319;p6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20" name="Google Shape;8320;p60"/>
          <p:cNvGrpSpPr/>
          <p:nvPr/>
        </p:nvGrpSpPr>
        <p:grpSpPr>
          <a:xfrm>
            <a:off x="713063" y="1849386"/>
            <a:ext cx="761767" cy="729896"/>
            <a:chOff x="2657744" y="2337745"/>
            <a:chExt cx="832987" cy="798137"/>
          </a:xfrm>
        </p:grpSpPr>
        <p:sp>
          <p:nvSpPr>
            <p:cNvPr id="8321" name="Google Shape;8321;p6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7" name="Google Shape;8327;p60"/>
          <p:cNvGrpSpPr/>
          <p:nvPr/>
        </p:nvGrpSpPr>
        <p:grpSpPr>
          <a:xfrm>
            <a:off x="3224027" y="1852592"/>
            <a:ext cx="685569" cy="723586"/>
            <a:chOff x="3398134" y="2057755"/>
            <a:chExt cx="704087" cy="743130"/>
          </a:xfrm>
        </p:grpSpPr>
        <p:grpSp>
          <p:nvGrpSpPr>
            <p:cNvPr id="8328" name="Google Shape;8328;p60"/>
            <p:cNvGrpSpPr/>
            <p:nvPr/>
          </p:nvGrpSpPr>
          <p:grpSpPr>
            <a:xfrm>
              <a:off x="3398134" y="2290183"/>
              <a:ext cx="315300" cy="219900"/>
              <a:chOff x="3398134" y="2290183"/>
              <a:chExt cx="315300" cy="219900"/>
            </a:xfrm>
          </p:grpSpPr>
          <p:sp>
            <p:nvSpPr>
              <p:cNvPr id="8329" name="Google Shape;8329;p6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30" name="Google Shape;8330;p60"/>
              <p:cNvCxnSpPr>
                <a:stCxn id="832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331" name="Google Shape;8331;p60"/>
            <p:cNvGrpSpPr/>
            <p:nvPr/>
          </p:nvGrpSpPr>
          <p:grpSpPr>
            <a:xfrm>
              <a:off x="3547823" y="2467358"/>
              <a:ext cx="219900" cy="333527"/>
              <a:chOff x="3547823" y="2467358"/>
              <a:chExt cx="219900" cy="333527"/>
            </a:xfrm>
          </p:grpSpPr>
          <p:sp>
            <p:nvSpPr>
              <p:cNvPr id="8332" name="Google Shape;8332;p6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33" name="Google Shape;8333;p6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334" name="Google Shape;8334;p60"/>
            <p:cNvGrpSpPr/>
            <p:nvPr/>
          </p:nvGrpSpPr>
          <p:grpSpPr>
            <a:xfrm>
              <a:off x="3734138" y="2467358"/>
              <a:ext cx="219900" cy="333527"/>
              <a:chOff x="3734138" y="2467358"/>
              <a:chExt cx="219900" cy="333527"/>
            </a:xfrm>
          </p:grpSpPr>
          <p:sp>
            <p:nvSpPr>
              <p:cNvPr id="8335" name="Google Shape;8335;p6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36" name="Google Shape;8336;p6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337" name="Google Shape;8337;p60"/>
            <p:cNvGrpSpPr/>
            <p:nvPr/>
          </p:nvGrpSpPr>
          <p:grpSpPr>
            <a:xfrm>
              <a:off x="3787560" y="2288011"/>
              <a:ext cx="314661" cy="219900"/>
              <a:chOff x="3787560" y="2288011"/>
              <a:chExt cx="314661" cy="219900"/>
            </a:xfrm>
          </p:grpSpPr>
          <p:sp>
            <p:nvSpPr>
              <p:cNvPr id="8338" name="Google Shape;8338;p6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39" name="Google Shape;8339;p6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340" name="Google Shape;8340;p60"/>
            <p:cNvGrpSpPr/>
            <p:nvPr/>
          </p:nvGrpSpPr>
          <p:grpSpPr>
            <a:xfrm>
              <a:off x="3637290" y="2057755"/>
              <a:ext cx="219900" cy="335499"/>
              <a:chOff x="3637290" y="2057755"/>
              <a:chExt cx="219900" cy="335499"/>
            </a:xfrm>
          </p:grpSpPr>
          <p:sp>
            <p:nvSpPr>
              <p:cNvPr id="8341" name="Google Shape;8341;p6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342" name="Google Shape;8342;p6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343" name="Google Shape;8343;p60"/>
          <p:cNvGrpSpPr/>
          <p:nvPr/>
        </p:nvGrpSpPr>
        <p:grpSpPr>
          <a:xfrm>
            <a:off x="4899249" y="1859288"/>
            <a:ext cx="710153" cy="710153"/>
            <a:chOff x="5007123" y="2079403"/>
            <a:chExt cx="687600" cy="687600"/>
          </a:xfrm>
        </p:grpSpPr>
        <p:sp>
          <p:nvSpPr>
            <p:cNvPr id="8344" name="Google Shape;8344;p6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8" name="Google Shape;8348;p60"/>
          <p:cNvGrpSpPr/>
          <p:nvPr/>
        </p:nvGrpSpPr>
        <p:grpSpPr>
          <a:xfrm>
            <a:off x="5708687" y="1853794"/>
            <a:ext cx="720998" cy="721183"/>
            <a:chOff x="5797446" y="2063053"/>
            <a:chExt cx="698100" cy="698280"/>
          </a:xfrm>
        </p:grpSpPr>
        <p:sp>
          <p:nvSpPr>
            <p:cNvPr id="8349" name="Google Shape;8349;p6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3" name="Google Shape;8353;p60"/>
          <p:cNvGrpSpPr/>
          <p:nvPr/>
        </p:nvGrpSpPr>
        <p:grpSpPr>
          <a:xfrm>
            <a:off x="8153834" y="3499399"/>
            <a:ext cx="280585" cy="673164"/>
            <a:chOff x="8075075" y="3754290"/>
            <a:chExt cx="255612" cy="613194"/>
          </a:xfrm>
        </p:grpSpPr>
        <p:grpSp>
          <p:nvGrpSpPr>
            <p:cNvPr id="8354" name="Google Shape;8354;p60"/>
            <p:cNvGrpSpPr/>
            <p:nvPr/>
          </p:nvGrpSpPr>
          <p:grpSpPr>
            <a:xfrm>
              <a:off x="8075075" y="3754290"/>
              <a:ext cx="255612" cy="613194"/>
              <a:chOff x="8075075" y="3754290"/>
              <a:chExt cx="255612" cy="613194"/>
            </a:xfrm>
          </p:grpSpPr>
          <p:sp>
            <p:nvSpPr>
              <p:cNvPr id="8355" name="Google Shape;8355;p6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7" name="Google Shape;8357;p6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8" name="Google Shape;8358;p60"/>
          <p:cNvGrpSpPr/>
          <p:nvPr/>
        </p:nvGrpSpPr>
        <p:grpSpPr>
          <a:xfrm>
            <a:off x="5270892" y="3488196"/>
            <a:ext cx="470352" cy="683745"/>
            <a:chOff x="1697726" y="3244179"/>
            <a:chExt cx="788124" cy="1146069"/>
          </a:xfrm>
        </p:grpSpPr>
        <p:sp>
          <p:nvSpPr>
            <p:cNvPr id="8359" name="Google Shape;8359;p6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1" name="Google Shape;8361;p60"/>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2" name="Google Shape;8362;p60"/>
          <p:cNvGrpSpPr/>
          <p:nvPr/>
        </p:nvGrpSpPr>
        <p:grpSpPr>
          <a:xfrm>
            <a:off x="5892043" y="3499398"/>
            <a:ext cx="293891" cy="293845"/>
            <a:chOff x="6134814" y="3754290"/>
            <a:chExt cx="293891" cy="293845"/>
          </a:xfrm>
        </p:grpSpPr>
        <p:sp>
          <p:nvSpPr>
            <p:cNvPr id="8363" name="Google Shape;8363;p6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60"/>
          <p:cNvGrpSpPr/>
          <p:nvPr/>
        </p:nvGrpSpPr>
        <p:grpSpPr>
          <a:xfrm>
            <a:off x="5892043" y="3878069"/>
            <a:ext cx="293891" cy="293891"/>
            <a:chOff x="6134814" y="4086186"/>
            <a:chExt cx="293891" cy="293891"/>
          </a:xfrm>
        </p:grpSpPr>
        <p:sp>
          <p:nvSpPr>
            <p:cNvPr id="8366" name="Google Shape;8366;p6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8" name="Google Shape;8368;p60"/>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0"/>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0" name="Google Shape;8370;p60"/>
          <p:cNvGrpSpPr/>
          <p:nvPr/>
        </p:nvGrpSpPr>
        <p:grpSpPr>
          <a:xfrm>
            <a:off x="7817018" y="2706762"/>
            <a:ext cx="622883" cy="621944"/>
            <a:chOff x="1187048" y="238125"/>
            <a:chExt cx="5256397" cy="5248476"/>
          </a:xfrm>
        </p:grpSpPr>
        <p:sp>
          <p:nvSpPr>
            <p:cNvPr id="8371" name="Google Shape;8371;p6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5" name="Google Shape;8375;p60"/>
          <p:cNvGrpSpPr/>
          <p:nvPr/>
        </p:nvGrpSpPr>
        <p:grpSpPr>
          <a:xfrm>
            <a:off x="2274123" y="2716370"/>
            <a:ext cx="1310987" cy="612407"/>
            <a:chOff x="238125" y="1188750"/>
            <a:chExt cx="7140450" cy="3335550"/>
          </a:xfrm>
        </p:grpSpPr>
        <p:sp>
          <p:nvSpPr>
            <p:cNvPr id="8376" name="Google Shape;8376;p6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1" name="Google Shape;8381;p60"/>
          <p:cNvGrpSpPr/>
          <p:nvPr/>
        </p:nvGrpSpPr>
        <p:grpSpPr>
          <a:xfrm>
            <a:off x="6599995" y="2706925"/>
            <a:ext cx="1110299" cy="621702"/>
            <a:chOff x="238125" y="1335475"/>
            <a:chExt cx="5418735" cy="3034175"/>
          </a:xfrm>
        </p:grpSpPr>
        <p:sp>
          <p:nvSpPr>
            <p:cNvPr id="8382" name="Google Shape;8382;p6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60"/>
          <p:cNvGrpSpPr/>
          <p:nvPr/>
        </p:nvGrpSpPr>
        <p:grpSpPr>
          <a:xfrm>
            <a:off x="5417655" y="2703822"/>
            <a:ext cx="1074451" cy="627181"/>
            <a:chOff x="5359127" y="2910889"/>
            <a:chExt cx="1097723" cy="640831"/>
          </a:xfrm>
        </p:grpSpPr>
        <p:grpSp>
          <p:nvGrpSpPr>
            <p:cNvPr id="8386" name="Google Shape;8386;p60"/>
            <p:cNvGrpSpPr/>
            <p:nvPr/>
          </p:nvGrpSpPr>
          <p:grpSpPr>
            <a:xfrm>
              <a:off x="5929791" y="3263088"/>
              <a:ext cx="527060" cy="287097"/>
              <a:chOff x="5929791" y="3263088"/>
              <a:chExt cx="527060" cy="287097"/>
            </a:xfrm>
          </p:grpSpPr>
          <p:sp>
            <p:nvSpPr>
              <p:cNvPr id="8387" name="Google Shape;8387;p6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88" name="Google Shape;8388;p6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389" name="Google Shape;8389;p60"/>
            <p:cNvGrpSpPr/>
            <p:nvPr/>
          </p:nvGrpSpPr>
          <p:grpSpPr>
            <a:xfrm>
              <a:off x="5359127" y="3263089"/>
              <a:ext cx="526428" cy="288631"/>
              <a:chOff x="5359127" y="3263089"/>
              <a:chExt cx="526428" cy="288631"/>
            </a:xfrm>
          </p:grpSpPr>
          <p:sp>
            <p:nvSpPr>
              <p:cNvPr id="8390" name="Google Shape;8390;p6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91" name="Google Shape;8391;p6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392" name="Google Shape;8392;p60"/>
            <p:cNvGrpSpPr/>
            <p:nvPr/>
          </p:nvGrpSpPr>
          <p:grpSpPr>
            <a:xfrm>
              <a:off x="5551525" y="2910889"/>
              <a:ext cx="520901" cy="610283"/>
              <a:chOff x="5551525" y="2910889"/>
              <a:chExt cx="520901" cy="610283"/>
            </a:xfrm>
          </p:grpSpPr>
          <p:sp>
            <p:nvSpPr>
              <p:cNvPr id="8393" name="Google Shape;8393;p6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94" name="Google Shape;8394;p6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395" name="Google Shape;8395;p60"/>
            <p:cNvGrpSpPr/>
            <p:nvPr/>
          </p:nvGrpSpPr>
          <p:grpSpPr>
            <a:xfrm>
              <a:off x="5743962" y="2919100"/>
              <a:ext cx="623674" cy="284502"/>
              <a:chOff x="5743962" y="2919100"/>
              <a:chExt cx="623674" cy="284502"/>
            </a:xfrm>
          </p:grpSpPr>
          <p:sp>
            <p:nvSpPr>
              <p:cNvPr id="8396" name="Google Shape;8396;p6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97" name="Google Shape;8397;p6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398" name="Google Shape;8398;p60"/>
          <p:cNvGrpSpPr/>
          <p:nvPr/>
        </p:nvGrpSpPr>
        <p:grpSpPr>
          <a:xfrm>
            <a:off x="7568868" y="1854534"/>
            <a:ext cx="874976" cy="719600"/>
            <a:chOff x="7608988" y="2093194"/>
            <a:chExt cx="817276" cy="672147"/>
          </a:xfrm>
        </p:grpSpPr>
        <p:cxnSp>
          <p:nvCxnSpPr>
            <p:cNvPr id="8399" name="Google Shape;8399;p6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00" name="Google Shape;8400;p6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01" name="Google Shape;8401;p6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02" name="Google Shape;8402;p6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03" name="Google Shape;8403;p6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404" name="Google Shape;8404;p6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405" name="Google Shape;8405;p60"/>
            <p:cNvGrpSpPr/>
            <p:nvPr/>
          </p:nvGrpSpPr>
          <p:grpSpPr>
            <a:xfrm>
              <a:off x="7721175" y="2093194"/>
              <a:ext cx="599587" cy="623846"/>
              <a:chOff x="7721175" y="2093194"/>
              <a:chExt cx="599587" cy="623846"/>
            </a:xfrm>
          </p:grpSpPr>
          <p:grpSp>
            <p:nvGrpSpPr>
              <p:cNvPr id="8406" name="Google Shape;8406;p60"/>
              <p:cNvGrpSpPr/>
              <p:nvPr/>
            </p:nvGrpSpPr>
            <p:grpSpPr>
              <a:xfrm>
                <a:off x="7721175" y="2093194"/>
                <a:ext cx="291605" cy="623846"/>
                <a:chOff x="9405575" y="2061418"/>
                <a:chExt cx="291605" cy="623846"/>
              </a:xfrm>
            </p:grpSpPr>
            <p:sp>
              <p:nvSpPr>
                <p:cNvPr id="8407" name="Google Shape;8407;p6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60"/>
              <p:cNvGrpSpPr/>
              <p:nvPr/>
            </p:nvGrpSpPr>
            <p:grpSpPr>
              <a:xfrm flipH="1">
                <a:off x="8029157" y="2093194"/>
                <a:ext cx="291605" cy="623846"/>
                <a:chOff x="9405575" y="2061418"/>
                <a:chExt cx="291605" cy="623846"/>
              </a:xfrm>
            </p:grpSpPr>
            <p:sp>
              <p:nvSpPr>
                <p:cNvPr id="8415" name="Google Shape;8415;p6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22" name="Google Shape;8422;p60"/>
          <p:cNvGrpSpPr/>
          <p:nvPr/>
        </p:nvGrpSpPr>
        <p:grpSpPr>
          <a:xfrm>
            <a:off x="4013304" y="970936"/>
            <a:ext cx="712557" cy="785901"/>
            <a:chOff x="4206459" y="1191441"/>
            <a:chExt cx="712557" cy="785901"/>
          </a:xfrm>
        </p:grpSpPr>
        <p:sp>
          <p:nvSpPr>
            <p:cNvPr id="8423" name="Google Shape;8423;p6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7" name="Google Shape;8427;p60"/>
            <p:cNvGrpSpPr/>
            <p:nvPr/>
          </p:nvGrpSpPr>
          <p:grpSpPr>
            <a:xfrm>
              <a:off x="4644280" y="1290523"/>
              <a:ext cx="143716" cy="29463"/>
              <a:chOff x="4644280" y="1290523"/>
              <a:chExt cx="143716" cy="29463"/>
            </a:xfrm>
          </p:grpSpPr>
          <p:sp>
            <p:nvSpPr>
              <p:cNvPr id="8428" name="Google Shape;8428;p6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60"/>
            <p:cNvGrpSpPr/>
            <p:nvPr/>
          </p:nvGrpSpPr>
          <p:grpSpPr>
            <a:xfrm>
              <a:off x="4356567" y="1191441"/>
              <a:ext cx="143690" cy="29488"/>
              <a:chOff x="4356567" y="1191441"/>
              <a:chExt cx="143690" cy="29488"/>
            </a:xfrm>
          </p:grpSpPr>
          <p:sp>
            <p:nvSpPr>
              <p:cNvPr id="8433" name="Google Shape;8433;p6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7" name="Google Shape;8437;p60"/>
            <p:cNvGrpSpPr/>
            <p:nvPr/>
          </p:nvGrpSpPr>
          <p:grpSpPr>
            <a:xfrm>
              <a:off x="4339009" y="1863727"/>
              <a:ext cx="143703" cy="29476"/>
              <a:chOff x="4339009" y="1863727"/>
              <a:chExt cx="143703" cy="29476"/>
            </a:xfrm>
          </p:grpSpPr>
          <p:sp>
            <p:nvSpPr>
              <p:cNvPr id="8438" name="Google Shape;8438;p6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2" name="Google Shape;8442;p60"/>
            <p:cNvGrpSpPr/>
            <p:nvPr/>
          </p:nvGrpSpPr>
          <p:grpSpPr>
            <a:xfrm>
              <a:off x="4206459" y="1607315"/>
              <a:ext cx="29539" cy="142899"/>
              <a:chOff x="4206459" y="1607315"/>
              <a:chExt cx="29539" cy="142899"/>
            </a:xfrm>
          </p:grpSpPr>
          <p:sp>
            <p:nvSpPr>
              <p:cNvPr id="8443" name="Google Shape;8443;p6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47" name="Google Shape;8447;p6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1" name="Google Shape;8451;p60"/>
            <p:cNvGrpSpPr/>
            <p:nvPr/>
          </p:nvGrpSpPr>
          <p:grpSpPr>
            <a:xfrm>
              <a:off x="4889463" y="1423737"/>
              <a:ext cx="29552" cy="142899"/>
              <a:chOff x="4889463" y="1423737"/>
              <a:chExt cx="29552" cy="142899"/>
            </a:xfrm>
          </p:grpSpPr>
          <p:sp>
            <p:nvSpPr>
              <p:cNvPr id="8452" name="Google Shape;8452;p6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6" name="Google Shape;8456;p60"/>
            <p:cNvGrpSpPr/>
            <p:nvPr/>
          </p:nvGrpSpPr>
          <p:grpSpPr>
            <a:xfrm>
              <a:off x="4771663" y="1876896"/>
              <a:ext cx="108651" cy="100447"/>
              <a:chOff x="4771663" y="1876896"/>
              <a:chExt cx="108651" cy="100447"/>
            </a:xfrm>
          </p:grpSpPr>
          <p:sp>
            <p:nvSpPr>
              <p:cNvPr id="8457" name="Google Shape;8457;p6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61" name="Google Shape;8461;p60"/>
          <p:cNvGrpSpPr/>
          <p:nvPr/>
        </p:nvGrpSpPr>
        <p:grpSpPr>
          <a:xfrm>
            <a:off x="4008780" y="1854159"/>
            <a:ext cx="791287" cy="720350"/>
            <a:chOff x="267375" y="1071875"/>
            <a:chExt cx="470500" cy="428550"/>
          </a:xfrm>
        </p:grpSpPr>
        <p:sp>
          <p:nvSpPr>
            <p:cNvPr id="8462" name="Google Shape;8462;p6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0" name="Google Shape;8470;p60"/>
          <p:cNvGrpSpPr/>
          <p:nvPr/>
        </p:nvGrpSpPr>
        <p:grpSpPr>
          <a:xfrm>
            <a:off x="709275" y="3498789"/>
            <a:ext cx="1408444" cy="673166"/>
            <a:chOff x="712664" y="3693287"/>
            <a:chExt cx="1460738" cy="698160"/>
          </a:xfrm>
        </p:grpSpPr>
        <p:grpSp>
          <p:nvGrpSpPr>
            <p:cNvPr id="8471" name="Google Shape;8471;p60"/>
            <p:cNvGrpSpPr/>
            <p:nvPr/>
          </p:nvGrpSpPr>
          <p:grpSpPr>
            <a:xfrm>
              <a:off x="1380079" y="4133090"/>
              <a:ext cx="234048" cy="258099"/>
              <a:chOff x="1380079" y="4133090"/>
              <a:chExt cx="234048" cy="258099"/>
            </a:xfrm>
          </p:grpSpPr>
          <p:sp>
            <p:nvSpPr>
              <p:cNvPr id="8472" name="Google Shape;8472;p6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5" name="Google Shape;8475;p60"/>
            <p:cNvGrpSpPr/>
            <p:nvPr/>
          </p:nvGrpSpPr>
          <p:grpSpPr>
            <a:xfrm>
              <a:off x="884610" y="3864082"/>
              <a:ext cx="1118566" cy="527275"/>
              <a:chOff x="890961" y="3865463"/>
              <a:chExt cx="1115221" cy="525698"/>
            </a:xfrm>
          </p:grpSpPr>
          <p:sp>
            <p:nvSpPr>
              <p:cNvPr id="8476" name="Google Shape;8476;p6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9" name="Google Shape;8479;p60"/>
            <p:cNvGrpSpPr/>
            <p:nvPr/>
          </p:nvGrpSpPr>
          <p:grpSpPr>
            <a:xfrm>
              <a:off x="712664" y="3693287"/>
              <a:ext cx="1460738" cy="698160"/>
              <a:chOff x="712664" y="3693025"/>
              <a:chExt cx="1460738" cy="698160"/>
            </a:xfrm>
          </p:grpSpPr>
          <p:sp>
            <p:nvSpPr>
              <p:cNvPr id="8480" name="Google Shape;8480;p6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6" name="Google Shape;8486;p60"/>
          <p:cNvGrpSpPr/>
          <p:nvPr/>
        </p:nvGrpSpPr>
        <p:grpSpPr>
          <a:xfrm>
            <a:off x="3146990" y="970936"/>
            <a:ext cx="795485" cy="738831"/>
            <a:chOff x="3348603" y="1236445"/>
            <a:chExt cx="749256" cy="695894"/>
          </a:xfrm>
        </p:grpSpPr>
        <p:grpSp>
          <p:nvGrpSpPr>
            <p:cNvPr id="8487" name="Google Shape;8487;p60"/>
            <p:cNvGrpSpPr/>
            <p:nvPr/>
          </p:nvGrpSpPr>
          <p:grpSpPr>
            <a:xfrm>
              <a:off x="3583779" y="1236445"/>
              <a:ext cx="293795" cy="285811"/>
              <a:chOff x="3750225" y="1774000"/>
              <a:chExt cx="149575" cy="145525"/>
            </a:xfrm>
          </p:grpSpPr>
          <p:sp>
            <p:nvSpPr>
              <p:cNvPr id="8488" name="Google Shape;8488;p6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0" name="Google Shape;8490;p60"/>
            <p:cNvGrpSpPr/>
            <p:nvPr/>
          </p:nvGrpSpPr>
          <p:grpSpPr>
            <a:xfrm>
              <a:off x="3775534" y="1462599"/>
              <a:ext cx="322325" cy="285958"/>
              <a:chOff x="3847850" y="1889150"/>
              <a:chExt cx="164100" cy="145600"/>
            </a:xfrm>
          </p:grpSpPr>
          <p:sp>
            <p:nvSpPr>
              <p:cNvPr id="8491" name="Google Shape;8491;p6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3" name="Google Shape;8493;p60"/>
            <p:cNvGrpSpPr/>
            <p:nvPr/>
          </p:nvGrpSpPr>
          <p:grpSpPr>
            <a:xfrm>
              <a:off x="3545329" y="1646528"/>
              <a:ext cx="293746" cy="285811"/>
              <a:chOff x="3730650" y="1982800"/>
              <a:chExt cx="149550" cy="145525"/>
            </a:xfrm>
          </p:grpSpPr>
          <p:sp>
            <p:nvSpPr>
              <p:cNvPr id="8494" name="Google Shape;8494;p6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60"/>
            <p:cNvGrpSpPr/>
            <p:nvPr/>
          </p:nvGrpSpPr>
          <p:grpSpPr>
            <a:xfrm>
              <a:off x="3348603" y="1415046"/>
              <a:ext cx="294384" cy="284387"/>
              <a:chOff x="3630494" y="1864938"/>
              <a:chExt cx="149875" cy="144800"/>
            </a:xfrm>
          </p:grpSpPr>
          <p:sp>
            <p:nvSpPr>
              <p:cNvPr id="8497" name="Google Shape;8497;p6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99" name="Google Shape;8499;p60"/>
          <p:cNvGrpSpPr/>
          <p:nvPr/>
        </p:nvGrpSpPr>
        <p:grpSpPr>
          <a:xfrm>
            <a:off x="2268517" y="3493832"/>
            <a:ext cx="1324924" cy="678083"/>
            <a:chOff x="2413923" y="3711366"/>
            <a:chExt cx="1374117" cy="703260"/>
          </a:xfrm>
        </p:grpSpPr>
        <p:grpSp>
          <p:nvGrpSpPr>
            <p:cNvPr id="8500" name="Google Shape;8500;p60"/>
            <p:cNvGrpSpPr/>
            <p:nvPr/>
          </p:nvGrpSpPr>
          <p:grpSpPr>
            <a:xfrm>
              <a:off x="2413923" y="3711366"/>
              <a:ext cx="1374117" cy="703260"/>
              <a:chOff x="2413923" y="3711366"/>
              <a:chExt cx="1374117" cy="703260"/>
            </a:xfrm>
          </p:grpSpPr>
          <p:sp>
            <p:nvSpPr>
              <p:cNvPr id="8501" name="Google Shape;8501;p6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2" name="Google Shape;8502;p60"/>
              <p:cNvGrpSpPr/>
              <p:nvPr/>
            </p:nvGrpSpPr>
            <p:grpSpPr>
              <a:xfrm>
                <a:off x="2600284" y="3808654"/>
                <a:ext cx="234506" cy="138009"/>
                <a:chOff x="2600284" y="3808654"/>
                <a:chExt cx="234506" cy="138009"/>
              </a:xfrm>
            </p:grpSpPr>
            <p:sp>
              <p:nvSpPr>
                <p:cNvPr id="8503" name="Google Shape;8503;p6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04" name="Google Shape;8504;p6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05" name="Google Shape;8505;p60"/>
              <p:cNvGrpSpPr/>
              <p:nvPr/>
            </p:nvGrpSpPr>
            <p:grpSpPr>
              <a:xfrm>
                <a:off x="3359659" y="3805664"/>
                <a:ext cx="232294" cy="141000"/>
                <a:chOff x="3359659" y="3805664"/>
                <a:chExt cx="232294" cy="141000"/>
              </a:xfrm>
            </p:grpSpPr>
            <p:sp>
              <p:nvSpPr>
                <p:cNvPr id="8506" name="Google Shape;8506;p6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07" name="Google Shape;8507;p6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08" name="Google Shape;8508;p60"/>
              <p:cNvGrpSpPr/>
              <p:nvPr/>
            </p:nvGrpSpPr>
            <p:grpSpPr>
              <a:xfrm>
                <a:off x="3067316" y="3711366"/>
                <a:ext cx="66900" cy="166809"/>
                <a:chOff x="3067316" y="3711366"/>
                <a:chExt cx="66900" cy="166809"/>
              </a:xfrm>
            </p:grpSpPr>
            <p:sp>
              <p:nvSpPr>
                <p:cNvPr id="8509" name="Google Shape;8509;p6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0" name="Google Shape;8510;p6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11" name="Google Shape;8511;p60"/>
              <p:cNvGrpSpPr/>
              <p:nvPr/>
            </p:nvGrpSpPr>
            <p:grpSpPr>
              <a:xfrm>
                <a:off x="2413923" y="4058666"/>
                <a:ext cx="224119" cy="66900"/>
                <a:chOff x="2413923" y="4058666"/>
                <a:chExt cx="224119" cy="66900"/>
              </a:xfrm>
            </p:grpSpPr>
            <p:sp>
              <p:nvSpPr>
                <p:cNvPr id="8512" name="Google Shape;8512;p6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3" name="Google Shape;8513;p6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14" name="Google Shape;8514;p60"/>
              <p:cNvGrpSpPr/>
              <p:nvPr/>
            </p:nvGrpSpPr>
            <p:grpSpPr>
              <a:xfrm>
                <a:off x="3564643" y="4058666"/>
                <a:ext cx="223397" cy="66900"/>
                <a:chOff x="3564643" y="4058666"/>
                <a:chExt cx="223397" cy="66900"/>
              </a:xfrm>
            </p:grpSpPr>
            <p:sp>
              <p:nvSpPr>
                <p:cNvPr id="8515" name="Google Shape;8515;p6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6" name="Google Shape;8516;p6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517" name="Google Shape;8517;p60"/>
            <p:cNvGrpSpPr/>
            <p:nvPr/>
          </p:nvGrpSpPr>
          <p:grpSpPr>
            <a:xfrm>
              <a:off x="2633353" y="3965763"/>
              <a:ext cx="933975" cy="445687"/>
              <a:chOff x="2633353" y="3965763"/>
              <a:chExt cx="933975" cy="445687"/>
            </a:xfrm>
          </p:grpSpPr>
          <p:sp>
            <p:nvSpPr>
              <p:cNvPr id="8518" name="Google Shape;8518;p6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20" name="Google Shape;8520;p60"/>
          <p:cNvGrpSpPr/>
          <p:nvPr/>
        </p:nvGrpSpPr>
        <p:grpSpPr>
          <a:xfrm>
            <a:off x="6392789" y="1044380"/>
            <a:ext cx="1131087" cy="587383"/>
            <a:chOff x="238125" y="999450"/>
            <a:chExt cx="7140700" cy="3708225"/>
          </a:xfrm>
        </p:grpSpPr>
        <p:sp>
          <p:nvSpPr>
            <p:cNvPr id="8521" name="Google Shape;8521;p6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0" name="Google Shape;8530;p60"/>
          <p:cNvGrpSpPr/>
          <p:nvPr/>
        </p:nvGrpSpPr>
        <p:grpSpPr>
          <a:xfrm>
            <a:off x="3744240" y="3493874"/>
            <a:ext cx="1375854" cy="678131"/>
            <a:chOff x="3913765" y="3641905"/>
            <a:chExt cx="1522805" cy="750560"/>
          </a:xfrm>
        </p:grpSpPr>
        <p:grpSp>
          <p:nvGrpSpPr>
            <p:cNvPr id="8531" name="Google Shape;8531;p60"/>
            <p:cNvGrpSpPr/>
            <p:nvPr/>
          </p:nvGrpSpPr>
          <p:grpSpPr>
            <a:xfrm>
              <a:off x="3913765" y="3997002"/>
              <a:ext cx="1522805" cy="395463"/>
              <a:chOff x="3913765" y="3997002"/>
              <a:chExt cx="1522805" cy="395463"/>
            </a:xfrm>
          </p:grpSpPr>
          <p:grpSp>
            <p:nvGrpSpPr>
              <p:cNvPr id="8532" name="Google Shape;8532;p60"/>
              <p:cNvGrpSpPr/>
              <p:nvPr/>
            </p:nvGrpSpPr>
            <p:grpSpPr>
              <a:xfrm>
                <a:off x="3913765" y="4138659"/>
                <a:ext cx="507602" cy="253806"/>
                <a:chOff x="3913765" y="4138659"/>
                <a:chExt cx="507602" cy="253806"/>
              </a:xfrm>
            </p:grpSpPr>
            <p:sp>
              <p:nvSpPr>
                <p:cNvPr id="8533" name="Google Shape;8533;p6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535" name="Google Shape;8535;p60"/>
              <p:cNvGrpSpPr/>
              <p:nvPr/>
            </p:nvGrpSpPr>
            <p:grpSpPr>
              <a:xfrm>
                <a:off x="4421361" y="3997002"/>
                <a:ext cx="507618" cy="395463"/>
                <a:chOff x="4421361" y="3997002"/>
                <a:chExt cx="507618" cy="395463"/>
              </a:xfrm>
            </p:grpSpPr>
            <p:sp>
              <p:nvSpPr>
                <p:cNvPr id="8536" name="Google Shape;8536;p6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8" name="Google Shape;8538;p60"/>
              <p:cNvGrpSpPr/>
              <p:nvPr/>
            </p:nvGrpSpPr>
            <p:grpSpPr>
              <a:xfrm>
                <a:off x="4928973" y="4189418"/>
                <a:ext cx="507596" cy="203047"/>
                <a:chOff x="4928973" y="4189418"/>
                <a:chExt cx="507596" cy="203047"/>
              </a:xfrm>
            </p:grpSpPr>
            <p:sp>
              <p:nvSpPr>
                <p:cNvPr id="8539" name="Google Shape;8539;p6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1" name="Google Shape;8541;p60"/>
            <p:cNvGrpSpPr/>
            <p:nvPr/>
          </p:nvGrpSpPr>
          <p:grpSpPr>
            <a:xfrm>
              <a:off x="4482186" y="3641905"/>
              <a:ext cx="397605" cy="349784"/>
              <a:chOff x="2906375" y="1159725"/>
              <a:chExt cx="1860575" cy="1636800"/>
            </a:xfrm>
          </p:grpSpPr>
          <p:sp>
            <p:nvSpPr>
              <p:cNvPr id="8542" name="Google Shape;8542;p6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6" name="Google Shape;8546;p60"/>
          <p:cNvGrpSpPr/>
          <p:nvPr/>
        </p:nvGrpSpPr>
        <p:grpSpPr>
          <a:xfrm>
            <a:off x="6528949" y="1853801"/>
            <a:ext cx="940737" cy="721067"/>
            <a:chOff x="6599718" y="2068734"/>
            <a:chExt cx="940737" cy="721067"/>
          </a:xfrm>
        </p:grpSpPr>
        <p:sp>
          <p:nvSpPr>
            <p:cNvPr id="8547" name="Google Shape;8547;p6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3" name="Google Shape;8553;p60"/>
            <p:cNvGrpSpPr/>
            <p:nvPr/>
          </p:nvGrpSpPr>
          <p:grpSpPr>
            <a:xfrm>
              <a:off x="6836957" y="2068734"/>
              <a:ext cx="461892" cy="721067"/>
              <a:chOff x="6836957" y="2068734"/>
              <a:chExt cx="461892" cy="721067"/>
            </a:xfrm>
          </p:grpSpPr>
          <p:sp>
            <p:nvSpPr>
              <p:cNvPr id="8554" name="Google Shape;8554;p6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0" name="Google Shape;8560;p60"/>
              <p:cNvGrpSpPr/>
              <p:nvPr/>
            </p:nvGrpSpPr>
            <p:grpSpPr>
              <a:xfrm>
                <a:off x="6836957" y="2068734"/>
                <a:ext cx="461892" cy="721067"/>
                <a:chOff x="6836957" y="2068734"/>
                <a:chExt cx="461892" cy="721067"/>
              </a:xfrm>
            </p:grpSpPr>
            <p:sp>
              <p:nvSpPr>
                <p:cNvPr id="8561" name="Google Shape;8561;p6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68" name="Google Shape;8568;p60"/>
          <p:cNvGrpSpPr/>
          <p:nvPr/>
        </p:nvGrpSpPr>
        <p:grpSpPr>
          <a:xfrm>
            <a:off x="2412267" y="1858147"/>
            <a:ext cx="712577" cy="712374"/>
            <a:chOff x="2559249" y="2069323"/>
            <a:chExt cx="685566" cy="685634"/>
          </a:xfrm>
        </p:grpSpPr>
        <p:sp>
          <p:nvSpPr>
            <p:cNvPr id="8569" name="Google Shape;8569;p6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60"/>
          <p:cNvGrpSpPr/>
          <p:nvPr/>
        </p:nvGrpSpPr>
        <p:grpSpPr>
          <a:xfrm>
            <a:off x="7594705" y="970936"/>
            <a:ext cx="845645" cy="711911"/>
            <a:chOff x="951975" y="315800"/>
            <a:chExt cx="5860325" cy="4933550"/>
          </a:xfrm>
        </p:grpSpPr>
        <p:sp>
          <p:nvSpPr>
            <p:cNvPr id="8583" name="Google Shape;8583;p6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60"/>
          <p:cNvGrpSpPr/>
          <p:nvPr/>
        </p:nvGrpSpPr>
        <p:grpSpPr>
          <a:xfrm>
            <a:off x="3691834" y="2707045"/>
            <a:ext cx="1617932" cy="621724"/>
            <a:chOff x="3862800" y="3038525"/>
            <a:chExt cx="1329006" cy="510698"/>
          </a:xfrm>
        </p:grpSpPr>
        <p:sp>
          <p:nvSpPr>
            <p:cNvPr id="8592" name="Google Shape;8592;p6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4" name="Google Shape;8594;p60"/>
            <p:cNvGrpSpPr/>
            <p:nvPr/>
          </p:nvGrpSpPr>
          <p:grpSpPr>
            <a:xfrm>
              <a:off x="3967075" y="3040337"/>
              <a:ext cx="1019927" cy="402126"/>
              <a:chOff x="3967075" y="3040337"/>
              <a:chExt cx="1019927" cy="402126"/>
            </a:xfrm>
          </p:grpSpPr>
          <p:sp>
            <p:nvSpPr>
              <p:cNvPr id="8595" name="Google Shape;8595;p6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7" name="Google Shape;8597;p60"/>
            <p:cNvGrpSpPr/>
            <p:nvPr/>
          </p:nvGrpSpPr>
          <p:grpSpPr>
            <a:xfrm>
              <a:off x="4186700" y="3040337"/>
              <a:ext cx="390475" cy="183289"/>
              <a:chOff x="4186700" y="3040337"/>
              <a:chExt cx="390475" cy="183289"/>
            </a:xfrm>
          </p:grpSpPr>
          <p:sp>
            <p:nvSpPr>
              <p:cNvPr id="8598" name="Google Shape;8598;p6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60"/>
            <p:cNvGrpSpPr/>
            <p:nvPr/>
          </p:nvGrpSpPr>
          <p:grpSpPr>
            <a:xfrm>
              <a:off x="4073727" y="3040337"/>
              <a:ext cx="697794" cy="296263"/>
              <a:chOff x="4073727" y="3040337"/>
              <a:chExt cx="697794" cy="296263"/>
            </a:xfrm>
          </p:grpSpPr>
          <p:sp>
            <p:nvSpPr>
              <p:cNvPr id="8601" name="Google Shape;8601;p6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3" name="Google Shape;8603;p60"/>
            <p:cNvGrpSpPr/>
            <p:nvPr/>
          </p:nvGrpSpPr>
          <p:grpSpPr>
            <a:xfrm>
              <a:off x="3862800" y="3038525"/>
              <a:ext cx="1329006" cy="510698"/>
              <a:chOff x="3862800" y="3038525"/>
              <a:chExt cx="1329006" cy="510698"/>
            </a:xfrm>
          </p:grpSpPr>
          <p:sp>
            <p:nvSpPr>
              <p:cNvPr id="8604" name="Google Shape;8604;p6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06" name="Google Shape;8606;p60"/>
          <p:cNvGrpSpPr/>
          <p:nvPr/>
        </p:nvGrpSpPr>
        <p:grpSpPr>
          <a:xfrm>
            <a:off x="700156" y="970936"/>
            <a:ext cx="883205" cy="775176"/>
            <a:chOff x="649648" y="271400"/>
            <a:chExt cx="6215377" cy="5455143"/>
          </a:xfrm>
        </p:grpSpPr>
        <p:sp>
          <p:nvSpPr>
            <p:cNvPr id="8607" name="Google Shape;8607;p6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9" name="Google Shape;8619;p60"/>
          <p:cNvGrpSpPr/>
          <p:nvPr/>
        </p:nvGrpSpPr>
        <p:grpSpPr>
          <a:xfrm>
            <a:off x="2308457" y="970936"/>
            <a:ext cx="767704" cy="815489"/>
            <a:chOff x="2499700" y="1135950"/>
            <a:chExt cx="732402" cy="777990"/>
          </a:xfrm>
        </p:grpSpPr>
        <p:grpSp>
          <p:nvGrpSpPr>
            <p:cNvPr id="8620" name="Google Shape;8620;p60"/>
            <p:cNvGrpSpPr/>
            <p:nvPr/>
          </p:nvGrpSpPr>
          <p:grpSpPr>
            <a:xfrm>
              <a:off x="2499700" y="1135950"/>
              <a:ext cx="732402" cy="694705"/>
              <a:chOff x="2499700" y="1135950"/>
              <a:chExt cx="732402" cy="694705"/>
            </a:xfrm>
          </p:grpSpPr>
          <p:sp>
            <p:nvSpPr>
              <p:cNvPr id="8621" name="Google Shape;8621;p6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60"/>
            <p:cNvGrpSpPr/>
            <p:nvPr/>
          </p:nvGrpSpPr>
          <p:grpSpPr>
            <a:xfrm>
              <a:off x="2517909" y="1188726"/>
              <a:ext cx="702702" cy="725214"/>
              <a:chOff x="2517909" y="1188726"/>
              <a:chExt cx="702702" cy="725214"/>
            </a:xfrm>
          </p:grpSpPr>
          <p:sp>
            <p:nvSpPr>
              <p:cNvPr id="8649" name="Google Shape;8649;p6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4" name="Google Shape;8654;p60"/>
          <p:cNvGrpSpPr/>
          <p:nvPr/>
        </p:nvGrpSpPr>
        <p:grpSpPr>
          <a:xfrm>
            <a:off x="1654189" y="970936"/>
            <a:ext cx="583439" cy="870229"/>
            <a:chOff x="1716825" y="1121550"/>
            <a:chExt cx="622800" cy="928938"/>
          </a:xfrm>
        </p:grpSpPr>
        <p:grpSp>
          <p:nvGrpSpPr>
            <p:cNvPr id="8655" name="Google Shape;8655;p60"/>
            <p:cNvGrpSpPr/>
            <p:nvPr/>
          </p:nvGrpSpPr>
          <p:grpSpPr>
            <a:xfrm>
              <a:off x="1716825" y="1121550"/>
              <a:ext cx="622800" cy="928938"/>
              <a:chOff x="1716825" y="1121550"/>
              <a:chExt cx="622800" cy="928938"/>
            </a:xfrm>
          </p:grpSpPr>
          <p:cxnSp>
            <p:nvCxnSpPr>
              <p:cNvPr id="8656" name="Google Shape;8656;p6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657" name="Google Shape;8657;p6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60"/>
            <p:cNvGrpSpPr/>
            <p:nvPr/>
          </p:nvGrpSpPr>
          <p:grpSpPr>
            <a:xfrm>
              <a:off x="1768050" y="1172775"/>
              <a:ext cx="520200" cy="832000"/>
              <a:chOff x="1768050" y="1172775"/>
              <a:chExt cx="520200" cy="832000"/>
            </a:xfrm>
          </p:grpSpPr>
          <p:cxnSp>
            <p:nvCxnSpPr>
              <p:cNvPr id="8659" name="Google Shape;8659;p6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660" name="Google Shape;8660;p6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60"/>
            <p:cNvGrpSpPr/>
            <p:nvPr/>
          </p:nvGrpSpPr>
          <p:grpSpPr>
            <a:xfrm>
              <a:off x="1820100" y="1225475"/>
              <a:ext cx="416400" cy="729575"/>
              <a:chOff x="1820100" y="1225475"/>
              <a:chExt cx="416400" cy="729575"/>
            </a:xfrm>
          </p:grpSpPr>
          <p:cxnSp>
            <p:nvCxnSpPr>
              <p:cNvPr id="8662" name="Google Shape;8662;p6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663" name="Google Shape;8663;p6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4" name="Google Shape;8664;p60"/>
            <p:cNvGrpSpPr/>
            <p:nvPr/>
          </p:nvGrpSpPr>
          <p:grpSpPr>
            <a:xfrm>
              <a:off x="1874250" y="1278825"/>
              <a:ext cx="308100" cy="605275"/>
              <a:chOff x="1874250" y="1278825"/>
              <a:chExt cx="308100" cy="605275"/>
            </a:xfrm>
          </p:grpSpPr>
          <p:cxnSp>
            <p:nvCxnSpPr>
              <p:cNvPr id="8665" name="Google Shape;8665;p6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666" name="Google Shape;8666;p6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7" name="Google Shape;8667;p6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8" name="Google Shape;8668;p60"/>
          <p:cNvGrpSpPr/>
          <p:nvPr/>
        </p:nvGrpSpPr>
        <p:grpSpPr>
          <a:xfrm>
            <a:off x="1574012" y="1857258"/>
            <a:ext cx="739072" cy="714152"/>
            <a:chOff x="4334725" y="1355875"/>
            <a:chExt cx="3106650" cy="3001900"/>
          </a:xfrm>
        </p:grpSpPr>
        <p:grpSp>
          <p:nvGrpSpPr>
            <p:cNvPr id="8669" name="Google Shape;8669;p60"/>
            <p:cNvGrpSpPr/>
            <p:nvPr/>
          </p:nvGrpSpPr>
          <p:grpSpPr>
            <a:xfrm>
              <a:off x="4516050" y="1724875"/>
              <a:ext cx="2693725" cy="2632900"/>
              <a:chOff x="4516050" y="1724875"/>
              <a:chExt cx="2693725" cy="2632900"/>
            </a:xfrm>
          </p:grpSpPr>
          <p:sp>
            <p:nvSpPr>
              <p:cNvPr id="8670" name="Google Shape;8670;p6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60"/>
            <p:cNvGrpSpPr/>
            <p:nvPr/>
          </p:nvGrpSpPr>
          <p:grpSpPr>
            <a:xfrm>
              <a:off x="4334725" y="1355875"/>
              <a:ext cx="3106650" cy="2709650"/>
              <a:chOff x="4334725" y="1355875"/>
              <a:chExt cx="3106650" cy="2709650"/>
            </a:xfrm>
          </p:grpSpPr>
          <p:sp>
            <p:nvSpPr>
              <p:cNvPr id="8674" name="Google Shape;8674;p6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77" name="Google Shape;8677;p60"/>
          <p:cNvGrpSpPr/>
          <p:nvPr/>
        </p:nvGrpSpPr>
        <p:grpSpPr>
          <a:xfrm>
            <a:off x="7690961" y="3488029"/>
            <a:ext cx="312074" cy="684173"/>
            <a:chOff x="7645573" y="3754300"/>
            <a:chExt cx="293855" cy="644170"/>
          </a:xfrm>
        </p:grpSpPr>
        <p:sp>
          <p:nvSpPr>
            <p:cNvPr id="8678" name="Google Shape;8678;p6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60"/>
          <p:cNvGrpSpPr/>
          <p:nvPr/>
        </p:nvGrpSpPr>
        <p:grpSpPr>
          <a:xfrm>
            <a:off x="5612949" y="970936"/>
            <a:ext cx="709011" cy="739359"/>
            <a:chOff x="5830645" y="1256617"/>
            <a:chExt cx="530340" cy="553040"/>
          </a:xfrm>
        </p:grpSpPr>
        <p:grpSp>
          <p:nvGrpSpPr>
            <p:cNvPr id="8681" name="Google Shape;8681;p60"/>
            <p:cNvGrpSpPr/>
            <p:nvPr/>
          </p:nvGrpSpPr>
          <p:grpSpPr>
            <a:xfrm>
              <a:off x="5830645" y="1256617"/>
              <a:ext cx="259743" cy="269909"/>
              <a:chOff x="5830645" y="1256617"/>
              <a:chExt cx="259743" cy="269909"/>
            </a:xfrm>
          </p:grpSpPr>
          <p:sp>
            <p:nvSpPr>
              <p:cNvPr id="8682" name="Google Shape;8682;p6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60"/>
            <p:cNvGrpSpPr/>
            <p:nvPr/>
          </p:nvGrpSpPr>
          <p:grpSpPr>
            <a:xfrm>
              <a:off x="6101293" y="1256617"/>
              <a:ext cx="259692" cy="269909"/>
              <a:chOff x="6101293" y="1256617"/>
              <a:chExt cx="259692" cy="269909"/>
            </a:xfrm>
          </p:grpSpPr>
          <p:sp>
            <p:nvSpPr>
              <p:cNvPr id="8685" name="Google Shape;8685;p6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7" name="Google Shape;8687;p60"/>
            <p:cNvGrpSpPr/>
            <p:nvPr/>
          </p:nvGrpSpPr>
          <p:grpSpPr>
            <a:xfrm>
              <a:off x="5830645" y="1539749"/>
              <a:ext cx="259692" cy="269909"/>
              <a:chOff x="5830645" y="1539749"/>
              <a:chExt cx="259692" cy="269909"/>
            </a:xfrm>
          </p:grpSpPr>
          <p:sp>
            <p:nvSpPr>
              <p:cNvPr id="8688" name="Google Shape;8688;p6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0" name="Google Shape;8690;p60"/>
            <p:cNvGrpSpPr/>
            <p:nvPr/>
          </p:nvGrpSpPr>
          <p:grpSpPr>
            <a:xfrm>
              <a:off x="6101293" y="1539749"/>
              <a:ext cx="259692" cy="269909"/>
              <a:chOff x="6101293" y="1539749"/>
              <a:chExt cx="259692" cy="269909"/>
            </a:xfrm>
          </p:grpSpPr>
          <p:sp>
            <p:nvSpPr>
              <p:cNvPr id="8691" name="Google Shape;8691;p6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3" name="Google Shape;8693;p6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60"/>
          <p:cNvGrpSpPr/>
          <p:nvPr/>
        </p:nvGrpSpPr>
        <p:grpSpPr>
          <a:xfrm>
            <a:off x="714444" y="2707052"/>
            <a:ext cx="1452955" cy="621360"/>
            <a:chOff x="732422" y="2990152"/>
            <a:chExt cx="1337773" cy="572102"/>
          </a:xfrm>
        </p:grpSpPr>
        <p:sp>
          <p:nvSpPr>
            <p:cNvPr id="8695" name="Google Shape;8695;p6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8704"/>
        <p:cNvGrpSpPr/>
        <p:nvPr/>
      </p:nvGrpSpPr>
      <p:grpSpPr>
        <a:xfrm>
          <a:off x="0" y="0"/>
          <a:ext cx="0" cy="0"/>
          <a:chOff x="0" y="0"/>
          <a:chExt cx="0" cy="0"/>
        </a:xfrm>
      </p:grpSpPr>
      <p:grpSp>
        <p:nvGrpSpPr>
          <p:cNvPr id="8705" name="Google Shape;8705;p61"/>
          <p:cNvGrpSpPr/>
          <p:nvPr/>
        </p:nvGrpSpPr>
        <p:grpSpPr>
          <a:xfrm>
            <a:off x="708579" y="965872"/>
            <a:ext cx="1636117" cy="1526144"/>
            <a:chOff x="729238" y="1179665"/>
            <a:chExt cx="1636117" cy="1526144"/>
          </a:xfrm>
        </p:grpSpPr>
        <p:grpSp>
          <p:nvGrpSpPr>
            <p:cNvPr id="8706" name="Google Shape;8706;p61"/>
            <p:cNvGrpSpPr/>
            <p:nvPr/>
          </p:nvGrpSpPr>
          <p:grpSpPr>
            <a:xfrm>
              <a:off x="729238" y="1179665"/>
              <a:ext cx="80700" cy="1526144"/>
              <a:chOff x="729238" y="1179665"/>
              <a:chExt cx="80700" cy="1526144"/>
            </a:xfrm>
          </p:grpSpPr>
          <p:sp>
            <p:nvSpPr>
              <p:cNvPr id="8707" name="Google Shape;8707;p6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61"/>
            <p:cNvGrpSpPr/>
            <p:nvPr/>
          </p:nvGrpSpPr>
          <p:grpSpPr>
            <a:xfrm>
              <a:off x="903098" y="1179665"/>
              <a:ext cx="80700" cy="1526144"/>
              <a:chOff x="903098" y="1179665"/>
              <a:chExt cx="80700" cy="1526144"/>
            </a:xfrm>
          </p:grpSpPr>
          <p:sp>
            <p:nvSpPr>
              <p:cNvPr id="8718" name="Google Shape;8718;p6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61"/>
            <p:cNvGrpSpPr/>
            <p:nvPr/>
          </p:nvGrpSpPr>
          <p:grpSpPr>
            <a:xfrm>
              <a:off x="1076958" y="1179665"/>
              <a:ext cx="80700" cy="1526144"/>
              <a:chOff x="1076958" y="1179665"/>
              <a:chExt cx="80700" cy="1526144"/>
            </a:xfrm>
          </p:grpSpPr>
          <p:sp>
            <p:nvSpPr>
              <p:cNvPr id="8729" name="Google Shape;8729;p6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9" name="Google Shape;8739;p61"/>
            <p:cNvGrpSpPr/>
            <p:nvPr/>
          </p:nvGrpSpPr>
          <p:grpSpPr>
            <a:xfrm>
              <a:off x="1247707" y="1179665"/>
              <a:ext cx="80700" cy="1526144"/>
              <a:chOff x="1247707" y="1179665"/>
              <a:chExt cx="80700" cy="1526144"/>
            </a:xfrm>
          </p:grpSpPr>
          <p:sp>
            <p:nvSpPr>
              <p:cNvPr id="8740" name="Google Shape;8740;p6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61"/>
            <p:cNvGrpSpPr/>
            <p:nvPr/>
          </p:nvGrpSpPr>
          <p:grpSpPr>
            <a:xfrm>
              <a:off x="1421567" y="1179665"/>
              <a:ext cx="80700" cy="1526144"/>
              <a:chOff x="1421567" y="1179665"/>
              <a:chExt cx="80700" cy="1526144"/>
            </a:xfrm>
          </p:grpSpPr>
          <p:sp>
            <p:nvSpPr>
              <p:cNvPr id="8751" name="Google Shape;8751;p6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61"/>
            <p:cNvGrpSpPr/>
            <p:nvPr/>
          </p:nvGrpSpPr>
          <p:grpSpPr>
            <a:xfrm>
              <a:off x="1592327" y="1179665"/>
              <a:ext cx="80700" cy="1526144"/>
              <a:chOff x="1592327" y="1179665"/>
              <a:chExt cx="80700" cy="1526144"/>
            </a:xfrm>
          </p:grpSpPr>
          <p:sp>
            <p:nvSpPr>
              <p:cNvPr id="8762" name="Google Shape;8762;p6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61"/>
            <p:cNvGrpSpPr/>
            <p:nvPr/>
          </p:nvGrpSpPr>
          <p:grpSpPr>
            <a:xfrm>
              <a:off x="1766187" y="1179665"/>
              <a:ext cx="80700" cy="1526144"/>
              <a:chOff x="1766187" y="1179665"/>
              <a:chExt cx="80700" cy="1526144"/>
            </a:xfrm>
          </p:grpSpPr>
          <p:sp>
            <p:nvSpPr>
              <p:cNvPr id="8773" name="Google Shape;8773;p6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61"/>
            <p:cNvGrpSpPr/>
            <p:nvPr/>
          </p:nvGrpSpPr>
          <p:grpSpPr>
            <a:xfrm>
              <a:off x="1936935" y="1179665"/>
              <a:ext cx="80700" cy="1526144"/>
              <a:chOff x="1936935" y="1179665"/>
              <a:chExt cx="80700" cy="1526144"/>
            </a:xfrm>
          </p:grpSpPr>
          <p:sp>
            <p:nvSpPr>
              <p:cNvPr id="8784" name="Google Shape;8784;p6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4" name="Google Shape;8794;p61"/>
            <p:cNvGrpSpPr/>
            <p:nvPr/>
          </p:nvGrpSpPr>
          <p:grpSpPr>
            <a:xfrm>
              <a:off x="2110795" y="1179665"/>
              <a:ext cx="80700" cy="1526144"/>
              <a:chOff x="2110795" y="1179665"/>
              <a:chExt cx="80700" cy="1526144"/>
            </a:xfrm>
          </p:grpSpPr>
          <p:sp>
            <p:nvSpPr>
              <p:cNvPr id="8795" name="Google Shape;8795;p6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61"/>
            <p:cNvGrpSpPr/>
            <p:nvPr/>
          </p:nvGrpSpPr>
          <p:grpSpPr>
            <a:xfrm>
              <a:off x="2284655" y="1179665"/>
              <a:ext cx="80700" cy="1526144"/>
              <a:chOff x="2284655" y="1179665"/>
              <a:chExt cx="80700" cy="1526144"/>
            </a:xfrm>
          </p:grpSpPr>
          <p:sp>
            <p:nvSpPr>
              <p:cNvPr id="8806" name="Google Shape;8806;p6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16" name="Google Shape;8816;p61"/>
          <p:cNvGrpSpPr/>
          <p:nvPr/>
        </p:nvGrpSpPr>
        <p:grpSpPr>
          <a:xfrm>
            <a:off x="2603245" y="985011"/>
            <a:ext cx="1364248" cy="1102133"/>
            <a:chOff x="2623904" y="1198803"/>
            <a:chExt cx="1364248" cy="1102133"/>
          </a:xfrm>
        </p:grpSpPr>
        <p:grpSp>
          <p:nvGrpSpPr>
            <p:cNvPr id="8817" name="Google Shape;8817;p61"/>
            <p:cNvGrpSpPr/>
            <p:nvPr/>
          </p:nvGrpSpPr>
          <p:grpSpPr>
            <a:xfrm>
              <a:off x="2623907" y="1198803"/>
              <a:ext cx="1364245" cy="273000"/>
              <a:chOff x="2623907" y="1198803"/>
              <a:chExt cx="1364245" cy="273000"/>
            </a:xfrm>
          </p:grpSpPr>
          <p:sp>
            <p:nvSpPr>
              <p:cNvPr id="8818" name="Google Shape;8818;p6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3" name="Google Shape;8823;p61"/>
            <p:cNvGrpSpPr/>
            <p:nvPr/>
          </p:nvGrpSpPr>
          <p:grpSpPr>
            <a:xfrm>
              <a:off x="2623904" y="1476964"/>
              <a:ext cx="1364245" cy="273000"/>
              <a:chOff x="2623904" y="1476964"/>
              <a:chExt cx="1364245" cy="273000"/>
            </a:xfrm>
          </p:grpSpPr>
          <p:sp>
            <p:nvSpPr>
              <p:cNvPr id="8824" name="Google Shape;8824;p6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9" name="Google Shape;8829;p61"/>
            <p:cNvGrpSpPr/>
            <p:nvPr/>
          </p:nvGrpSpPr>
          <p:grpSpPr>
            <a:xfrm>
              <a:off x="2623907" y="1749775"/>
              <a:ext cx="1364245" cy="273000"/>
              <a:chOff x="2623907" y="1749775"/>
              <a:chExt cx="1364245" cy="273000"/>
            </a:xfrm>
          </p:grpSpPr>
          <p:sp>
            <p:nvSpPr>
              <p:cNvPr id="8830" name="Google Shape;8830;p6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5" name="Google Shape;8835;p61"/>
            <p:cNvGrpSpPr/>
            <p:nvPr/>
          </p:nvGrpSpPr>
          <p:grpSpPr>
            <a:xfrm>
              <a:off x="2623904" y="2027936"/>
              <a:ext cx="1364245" cy="273000"/>
              <a:chOff x="2623904" y="2027936"/>
              <a:chExt cx="1364245" cy="273000"/>
            </a:xfrm>
          </p:grpSpPr>
          <p:sp>
            <p:nvSpPr>
              <p:cNvPr id="8836" name="Google Shape;8836;p6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1" name="Google Shape;8841;p61"/>
          <p:cNvGrpSpPr/>
          <p:nvPr/>
        </p:nvGrpSpPr>
        <p:grpSpPr>
          <a:xfrm>
            <a:off x="2592706" y="2444193"/>
            <a:ext cx="1387541" cy="159124"/>
            <a:chOff x="3200660" y="2180272"/>
            <a:chExt cx="2563824" cy="378237"/>
          </a:xfrm>
        </p:grpSpPr>
        <p:sp>
          <p:nvSpPr>
            <p:cNvPr id="8842" name="Google Shape;8842;p6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0" name="Google Shape;8860;p61"/>
          <p:cNvGrpSpPr/>
          <p:nvPr/>
        </p:nvGrpSpPr>
        <p:grpSpPr>
          <a:xfrm>
            <a:off x="2589231" y="2722018"/>
            <a:ext cx="1390502" cy="159625"/>
            <a:chOff x="3530150" y="2790075"/>
            <a:chExt cx="1962600" cy="225300"/>
          </a:xfrm>
        </p:grpSpPr>
        <p:sp>
          <p:nvSpPr>
            <p:cNvPr id="8861" name="Google Shape;8861;p6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61"/>
          <p:cNvGrpSpPr/>
          <p:nvPr/>
        </p:nvGrpSpPr>
        <p:grpSpPr>
          <a:xfrm>
            <a:off x="2589884" y="3000344"/>
            <a:ext cx="1411629" cy="153761"/>
            <a:chOff x="3558802" y="4011427"/>
            <a:chExt cx="1866000" cy="111300"/>
          </a:xfrm>
        </p:grpSpPr>
        <p:sp>
          <p:nvSpPr>
            <p:cNvPr id="8864" name="Google Shape;8864;p6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6" name="Google Shape;8866;p61"/>
          <p:cNvGrpSpPr/>
          <p:nvPr/>
        </p:nvGrpSpPr>
        <p:grpSpPr>
          <a:xfrm>
            <a:off x="2589576" y="2205744"/>
            <a:ext cx="1383503" cy="119749"/>
            <a:chOff x="3465975" y="2270276"/>
            <a:chExt cx="1986364" cy="171929"/>
          </a:xfrm>
        </p:grpSpPr>
        <p:sp>
          <p:nvSpPr>
            <p:cNvPr id="8867" name="Google Shape;8867;p6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61"/>
          <p:cNvGrpSpPr/>
          <p:nvPr/>
        </p:nvGrpSpPr>
        <p:grpSpPr>
          <a:xfrm>
            <a:off x="2600584" y="3569394"/>
            <a:ext cx="1369531" cy="195460"/>
            <a:chOff x="723300" y="4253549"/>
            <a:chExt cx="2276482" cy="324900"/>
          </a:xfrm>
        </p:grpSpPr>
        <p:sp>
          <p:nvSpPr>
            <p:cNvPr id="8876" name="Google Shape;8876;p6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1" name="Google Shape;8881;p61"/>
          <p:cNvGrpSpPr/>
          <p:nvPr/>
        </p:nvGrpSpPr>
        <p:grpSpPr>
          <a:xfrm>
            <a:off x="2590145" y="3270574"/>
            <a:ext cx="1389066" cy="180119"/>
            <a:chOff x="705948" y="3788465"/>
            <a:chExt cx="2308953" cy="299400"/>
          </a:xfrm>
        </p:grpSpPr>
        <p:sp>
          <p:nvSpPr>
            <p:cNvPr id="8882" name="Google Shape;8882;p6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61"/>
          <p:cNvGrpSpPr/>
          <p:nvPr/>
        </p:nvGrpSpPr>
        <p:grpSpPr>
          <a:xfrm>
            <a:off x="2638082" y="3883554"/>
            <a:ext cx="1304609" cy="294074"/>
            <a:chOff x="2658741" y="4097347"/>
            <a:chExt cx="1304609" cy="294074"/>
          </a:xfrm>
        </p:grpSpPr>
        <p:grpSp>
          <p:nvGrpSpPr>
            <p:cNvPr id="8888" name="Google Shape;8888;p61"/>
            <p:cNvGrpSpPr/>
            <p:nvPr/>
          </p:nvGrpSpPr>
          <p:grpSpPr>
            <a:xfrm>
              <a:off x="2658741" y="4097347"/>
              <a:ext cx="118572" cy="294074"/>
              <a:chOff x="3343310" y="4475555"/>
              <a:chExt cx="127717" cy="316753"/>
            </a:xfrm>
          </p:grpSpPr>
          <p:sp>
            <p:nvSpPr>
              <p:cNvPr id="8889" name="Google Shape;8889;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61"/>
            <p:cNvGrpSpPr/>
            <p:nvPr/>
          </p:nvGrpSpPr>
          <p:grpSpPr>
            <a:xfrm>
              <a:off x="3815519" y="4098388"/>
              <a:ext cx="147831" cy="291991"/>
              <a:chOff x="3527539" y="4476677"/>
              <a:chExt cx="159232" cy="314510"/>
            </a:xfrm>
          </p:grpSpPr>
          <p:sp>
            <p:nvSpPr>
              <p:cNvPr id="8892" name="Google Shape;8892;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4" name="Google Shape;8894;p61"/>
            <p:cNvGrpSpPr/>
            <p:nvPr/>
          </p:nvGrpSpPr>
          <p:grpSpPr>
            <a:xfrm>
              <a:off x="3511696" y="4098388"/>
              <a:ext cx="147831" cy="291991"/>
              <a:chOff x="3527539" y="4476677"/>
              <a:chExt cx="159232" cy="314510"/>
            </a:xfrm>
          </p:grpSpPr>
          <p:sp>
            <p:nvSpPr>
              <p:cNvPr id="8895" name="Google Shape;8895;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1"/>
            <p:cNvGrpSpPr/>
            <p:nvPr/>
          </p:nvGrpSpPr>
          <p:grpSpPr>
            <a:xfrm>
              <a:off x="3207874" y="4098388"/>
              <a:ext cx="147831" cy="291991"/>
              <a:chOff x="3527539" y="4476677"/>
              <a:chExt cx="159232" cy="314510"/>
            </a:xfrm>
          </p:grpSpPr>
          <p:sp>
            <p:nvSpPr>
              <p:cNvPr id="8898" name="Google Shape;8898;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61"/>
            <p:cNvGrpSpPr/>
            <p:nvPr/>
          </p:nvGrpSpPr>
          <p:grpSpPr>
            <a:xfrm>
              <a:off x="2933305" y="4097347"/>
              <a:ext cx="118572" cy="294074"/>
              <a:chOff x="3343310" y="4475555"/>
              <a:chExt cx="127717" cy="316753"/>
            </a:xfrm>
          </p:grpSpPr>
          <p:sp>
            <p:nvSpPr>
              <p:cNvPr id="8901" name="Google Shape;8901;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03" name="Google Shape;8903;p61"/>
          <p:cNvGrpSpPr/>
          <p:nvPr/>
        </p:nvGrpSpPr>
        <p:grpSpPr>
          <a:xfrm>
            <a:off x="4256912" y="1866676"/>
            <a:ext cx="1433821" cy="191501"/>
            <a:chOff x="4273350" y="2080469"/>
            <a:chExt cx="1433821" cy="191501"/>
          </a:xfrm>
        </p:grpSpPr>
        <p:grpSp>
          <p:nvGrpSpPr>
            <p:cNvPr id="8904" name="Google Shape;8904;p61"/>
            <p:cNvGrpSpPr/>
            <p:nvPr/>
          </p:nvGrpSpPr>
          <p:grpSpPr>
            <a:xfrm>
              <a:off x="4273350" y="2080469"/>
              <a:ext cx="1433821" cy="0"/>
              <a:chOff x="5224975" y="2962250"/>
              <a:chExt cx="1544400" cy="0"/>
            </a:xfrm>
          </p:grpSpPr>
          <p:cxnSp>
            <p:nvCxnSpPr>
              <p:cNvPr id="8905" name="Google Shape;8905;p6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06" name="Google Shape;8906;p6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907" name="Google Shape;8907;p61"/>
            <p:cNvGrpSpPr/>
            <p:nvPr/>
          </p:nvGrpSpPr>
          <p:grpSpPr>
            <a:xfrm>
              <a:off x="4273350" y="2271969"/>
              <a:ext cx="1433821" cy="0"/>
              <a:chOff x="5224975" y="2962250"/>
              <a:chExt cx="1544400" cy="0"/>
            </a:xfrm>
          </p:grpSpPr>
          <p:cxnSp>
            <p:nvCxnSpPr>
              <p:cNvPr id="8908" name="Google Shape;8908;p6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09" name="Google Shape;8909;p6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910" name="Google Shape;8910;p61"/>
          <p:cNvGrpSpPr/>
          <p:nvPr/>
        </p:nvGrpSpPr>
        <p:grpSpPr>
          <a:xfrm>
            <a:off x="4258467" y="969244"/>
            <a:ext cx="1430711" cy="743389"/>
            <a:chOff x="5159450" y="1919950"/>
            <a:chExt cx="1541050" cy="862500"/>
          </a:xfrm>
        </p:grpSpPr>
        <p:sp>
          <p:nvSpPr>
            <p:cNvPr id="8911" name="Google Shape;8911;p6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vi-VN"/>
            </a:p>
          </p:txBody>
        </p:sp>
        <p:grpSp>
          <p:nvGrpSpPr>
            <p:cNvPr id="8912" name="Google Shape;8912;p61"/>
            <p:cNvGrpSpPr/>
            <p:nvPr/>
          </p:nvGrpSpPr>
          <p:grpSpPr>
            <a:xfrm>
              <a:off x="5159450" y="1919950"/>
              <a:ext cx="1541050" cy="862500"/>
              <a:chOff x="5159450" y="1919950"/>
              <a:chExt cx="1541050" cy="862500"/>
            </a:xfrm>
          </p:grpSpPr>
          <p:cxnSp>
            <p:nvCxnSpPr>
              <p:cNvPr id="8913" name="Google Shape;8913;p6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914" name="Google Shape;8914;p6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915" name="Google Shape;8915;p61"/>
          <p:cNvGrpSpPr/>
          <p:nvPr/>
        </p:nvGrpSpPr>
        <p:grpSpPr>
          <a:xfrm>
            <a:off x="4248581" y="2192571"/>
            <a:ext cx="1450484" cy="1052087"/>
            <a:chOff x="5230575" y="1554475"/>
            <a:chExt cx="2137150" cy="1550150"/>
          </a:xfrm>
        </p:grpSpPr>
        <p:sp>
          <p:nvSpPr>
            <p:cNvPr id="8916" name="Google Shape;8916;p6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61"/>
          <p:cNvGrpSpPr/>
          <p:nvPr/>
        </p:nvGrpSpPr>
        <p:grpSpPr>
          <a:xfrm rot="10800000">
            <a:off x="4265131" y="3284761"/>
            <a:ext cx="1417383" cy="887946"/>
            <a:chOff x="5645403" y="2920021"/>
            <a:chExt cx="2650800" cy="2180614"/>
          </a:xfrm>
        </p:grpSpPr>
        <p:sp>
          <p:nvSpPr>
            <p:cNvPr id="8930" name="Google Shape;8930;p6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1" name="Google Shape;8931;p61"/>
            <p:cNvCxnSpPr>
              <a:stCxn id="893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932" name="Google Shape;8932;p6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3" name="Google Shape;8933;p61"/>
            <p:cNvCxnSpPr>
              <a:endCxn id="893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934" name="Google Shape;8934;p6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5" name="Google Shape;8935;p61"/>
            <p:cNvCxnSpPr>
              <a:stCxn id="893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936" name="Google Shape;8936;p6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7" name="Google Shape;8937;p61"/>
            <p:cNvCxnSpPr>
              <a:endCxn id="893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938" name="Google Shape;8938;p61"/>
          <p:cNvGrpSpPr/>
          <p:nvPr/>
        </p:nvGrpSpPr>
        <p:grpSpPr>
          <a:xfrm>
            <a:off x="7365491" y="2188116"/>
            <a:ext cx="1071743" cy="1021579"/>
            <a:chOff x="7189833" y="2022667"/>
            <a:chExt cx="1251159" cy="1192597"/>
          </a:xfrm>
        </p:grpSpPr>
        <p:sp>
          <p:nvSpPr>
            <p:cNvPr id="8939" name="Google Shape;8939;p6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3" name="Google Shape;8943;p61"/>
          <p:cNvGrpSpPr/>
          <p:nvPr/>
        </p:nvGrpSpPr>
        <p:grpSpPr>
          <a:xfrm>
            <a:off x="706762" y="2614523"/>
            <a:ext cx="1695374" cy="1560837"/>
            <a:chOff x="727421" y="2828315"/>
            <a:chExt cx="1695374" cy="1560837"/>
          </a:xfrm>
        </p:grpSpPr>
        <p:grpSp>
          <p:nvGrpSpPr>
            <p:cNvPr id="8944" name="Google Shape;8944;p61"/>
            <p:cNvGrpSpPr/>
            <p:nvPr/>
          </p:nvGrpSpPr>
          <p:grpSpPr>
            <a:xfrm>
              <a:off x="819108" y="2882501"/>
              <a:ext cx="103104" cy="1426186"/>
              <a:chOff x="4674013" y="3100904"/>
              <a:chExt cx="122758" cy="1698043"/>
            </a:xfrm>
          </p:grpSpPr>
          <p:sp>
            <p:nvSpPr>
              <p:cNvPr id="8945" name="Google Shape;8945;p6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1"/>
            <p:cNvGrpSpPr/>
            <p:nvPr/>
          </p:nvGrpSpPr>
          <p:grpSpPr>
            <a:xfrm>
              <a:off x="1062475" y="2882501"/>
              <a:ext cx="103104" cy="1426186"/>
              <a:chOff x="4940438" y="3100904"/>
              <a:chExt cx="122758" cy="1698043"/>
            </a:xfrm>
          </p:grpSpPr>
          <p:sp>
            <p:nvSpPr>
              <p:cNvPr id="8953" name="Google Shape;8953;p6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61"/>
            <p:cNvGrpSpPr/>
            <p:nvPr/>
          </p:nvGrpSpPr>
          <p:grpSpPr>
            <a:xfrm>
              <a:off x="1299324" y="2882501"/>
              <a:ext cx="103104" cy="1426186"/>
              <a:chOff x="5206863" y="3100904"/>
              <a:chExt cx="122758" cy="1698043"/>
            </a:xfrm>
          </p:grpSpPr>
          <p:sp>
            <p:nvSpPr>
              <p:cNvPr id="8961" name="Google Shape;8961;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61"/>
            <p:cNvGrpSpPr/>
            <p:nvPr/>
          </p:nvGrpSpPr>
          <p:grpSpPr>
            <a:xfrm>
              <a:off x="1786057" y="2882501"/>
              <a:ext cx="103104" cy="1426186"/>
              <a:chOff x="6006138" y="3143629"/>
              <a:chExt cx="122758" cy="1698043"/>
            </a:xfrm>
          </p:grpSpPr>
          <p:sp>
            <p:nvSpPr>
              <p:cNvPr id="8969" name="Google Shape;8969;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61"/>
            <p:cNvGrpSpPr/>
            <p:nvPr/>
          </p:nvGrpSpPr>
          <p:grpSpPr>
            <a:xfrm>
              <a:off x="2029422" y="2882501"/>
              <a:ext cx="103104" cy="1426186"/>
              <a:chOff x="6805413" y="3100904"/>
              <a:chExt cx="122758" cy="1698043"/>
            </a:xfrm>
          </p:grpSpPr>
          <p:sp>
            <p:nvSpPr>
              <p:cNvPr id="8977" name="Google Shape;8977;p6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4" name="Google Shape;8984;p61"/>
            <p:cNvGrpSpPr/>
            <p:nvPr/>
          </p:nvGrpSpPr>
          <p:grpSpPr>
            <a:xfrm>
              <a:off x="727421" y="2828315"/>
              <a:ext cx="1695374" cy="1560837"/>
              <a:chOff x="734799" y="2782450"/>
              <a:chExt cx="1571100" cy="1577400"/>
            </a:xfrm>
          </p:grpSpPr>
          <p:cxnSp>
            <p:nvCxnSpPr>
              <p:cNvPr id="8985" name="Google Shape;8985;p6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986" name="Google Shape;8986;p6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987" name="Google Shape;8987;p61"/>
            <p:cNvGrpSpPr/>
            <p:nvPr/>
          </p:nvGrpSpPr>
          <p:grpSpPr>
            <a:xfrm>
              <a:off x="2272795" y="2882501"/>
              <a:ext cx="103104" cy="1426186"/>
              <a:chOff x="5206863" y="3100904"/>
              <a:chExt cx="122758" cy="1698043"/>
            </a:xfrm>
          </p:grpSpPr>
          <p:sp>
            <p:nvSpPr>
              <p:cNvPr id="8988" name="Google Shape;8988;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5" name="Google Shape;8995;p61"/>
            <p:cNvGrpSpPr/>
            <p:nvPr/>
          </p:nvGrpSpPr>
          <p:grpSpPr>
            <a:xfrm>
              <a:off x="1542694" y="2882501"/>
              <a:ext cx="103104" cy="1426186"/>
              <a:chOff x="6006138" y="3143629"/>
              <a:chExt cx="122758" cy="1698043"/>
            </a:xfrm>
          </p:grpSpPr>
          <p:sp>
            <p:nvSpPr>
              <p:cNvPr id="8996" name="Google Shape;8996;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03" name="Google Shape;9003;p61"/>
          <p:cNvGrpSpPr/>
          <p:nvPr/>
        </p:nvGrpSpPr>
        <p:grpSpPr>
          <a:xfrm>
            <a:off x="5915341" y="2192094"/>
            <a:ext cx="1248543" cy="1025319"/>
            <a:chOff x="5183758" y="1210600"/>
            <a:chExt cx="3605380" cy="2960783"/>
          </a:xfrm>
        </p:grpSpPr>
        <p:sp>
          <p:nvSpPr>
            <p:cNvPr id="9004" name="Google Shape;9004;p6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08" name="Google Shape;9008;p6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009" name="Google Shape;9009;p6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010" name="Google Shape;9010;p6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011" name="Google Shape;9011;p6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012" name="Google Shape;9012;p6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3" name="Google Shape;9013;p61"/>
          <p:cNvGrpSpPr/>
          <p:nvPr/>
        </p:nvGrpSpPr>
        <p:grpSpPr>
          <a:xfrm>
            <a:off x="5772403" y="3330411"/>
            <a:ext cx="2664831" cy="843440"/>
            <a:chOff x="5916567" y="1099697"/>
            <a:chExt cx="2556683" cy="809211"/>
          </a:xfrm>
        </p:grpSpPr>
        <p:sp>
          <p:nvSpPr>
            <p:cNvPr id="9014" name="Google Shape;9014;p6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2" name="Google Shape;9022;p61"/>
          <p:cNvGrpSpPr/>
          <p:nvPr/>
        </p:nvGrpSpPr>
        <p:grpSpPr>
          <a:xfrm>
            <a:off x="5879943" y="979270"/>
            <a:ext cx="1299851" cy="1023338"/>
            <a:chOff x="5900602" y="1193063"/>
            <a:chExt cx="1299851" cy="1023338"/>
          </a:xfrm>
        </p:grpSpPr>
        <p:grpSp>
          <p:nvGrpSpPr>
            <p:cNvPr id="9023" name="Google Shape;9023;p61"/>
            <p:cNvGrpSpPr/>
            <p:nvPr/>
          </p:nvGrpSpPr>
          <p:grpSpPr>
            <a:xfrm>
              <a:off x="6743564" y="1193063"/>
              <a:ext cx="456889" cy="700379"/>
              <a:chOff x="6743564" y="1193063"/>
              <a:chExt cx="456889" cy="700379"/>
            </a:xfrm>
          </p:grpSpPr>
          <p:grpSp>
            <p:nvGrpSpPr>
              <p:cNvPr id="9024" name="Google Shape;9024;p61"/>
              <p:cNvGrpSpPr/>
              <p:nvPr/>
            </p:nvGrpSpPr>
            <p:grpSpPr>
              <a:xfrm>
                <a:off x="6743564" y="1690731"/>
                <a:ext cx="214402" cy="202710"/>
                <a:chOff x="6743564" y="1690731"/>
                <a:chExt cx="214402" cy="202710"/>
              </a:xfrm>
            </p:grpSpPr>
            <p:sp>
              <p:nvSpPr>
                <p:cNvPr id="9025" name="Google Shape;9025;p6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7" name="Google Shape;9027;p61"/>
              <p:cNvGrpSpPr/>
              <p:nvPr/>
            </p:nvGrpSpPr>
            <p:grpSpPr>
              <a:xfrm>
                <a:off x="6915505" y="1193063"/>
                <a:ext cx="284947" cy="589637"/>
                <a:chOff x="6915505" y="1193063"/>
                <a:chExt cx="284947" cy="589637"/>
              </a:xfrm>
            </p:grpSpPr>
            <p:sp>
              <p:nvSpPr>
                <p:cNvPr id="9028" name="Google Shape;9028;p6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29" name="Google Shape;9029;p6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030" name="Google Shape;9030;p61"/>
            <p:cNvGrpSpPr/>
            <p:nvPr/>
          </p:nvGrpSpPr>
          <p:grpSpPr>
            <a:xfrm>
              <a:off x="6520337" y="1193063"/>
              <a:ext cx="341815" cy="801589"/>
              <a:chOff x="6520337" y="1193063"/>
              <a:chExt cx="341815" cy="801589"/>
            </a:xfrm>
          </p:grpSpPr>
          <p:grpSp>
            <p:nvGrpSpPr>
              <p:cNvPr id="9031" name="Google Shape;9031;p61"/>
              <p:cNvGrpSpPr/>
              <p:nvPr/>
            </p:nvGrpSpPr>
            <p:grpSpPr>
              <a:xfrm>
                <a:off x="6520337" y="1589527"/>
                <a:ext cx="213950" cy="405125"/>
                <a:chOff x="6520337" y="1589527"/>
                <a:chExt cx="213950" cy="405125"/>
              </a:xfrm>
            </p:grpSpPr>
            <p:sp>
              <p:nvSpPr>
                <p:cNvPr id="9032" name="Google Shape;9032;p6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4" name="Google Shape;9034;p61"/>
              <p:cNvGrpSpPr/>
              <p:nvPr/>
            </p:nvGrpSpPr>
            <p:grpSpPr>
              <a:xfrm>
                <a:off x="6577204" y="1193063"/>
                <a:ext cx="284947" cy="453562"/>
                <a:chOff x="6577204" y="1193063"/>
                <a:chExt cx="284947" cy="453562"/>
              </a:xfrm>
            </p:grpSpPr>
            <p:sp>
              <p:nvSpPr>
                <p:cNvPr id="9035" name="Google Shape;9035;p6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36" name="Google Shape;9036;p6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037" name="Google Shape;9037;p61"/>
            <p:cNvGrpSpPr/>
            <p:nvPr/>
          </p:nvGrpSpPr>
          <p:grpSpPr>
            <a:xfrm>
              <a:off x="6238903" y="1193063"/>
              <a:ext cx="300475" cy="901782"/>
              <a:chOff x="6238903" y="1193063"/>
              <a:chExt cx="300475" cy="901782"/>
            </a:xfrm>
          </p:grpSpPr>
          <p:grpSp>
            <p:nvGrpSpPr>
              <p:cNvPr id="9038" name="Google Shape;9038;p61"/>
              <p:cNvGrpSpPr/>
              <p:nvPr/>
            </p:nvGrpSpPr>
            <p:grpSpPr>
              <a:xfrm>
                <a:off x="6290865" y="1489315"/>
                <a:ext cx="248514" cy="605530"/>
                <a:chOff x="6290865" y="1489315"/>
                <a:chExt cx="248514" cy="605530"/>
              </a:xfrm>
            </p:grpSpPr>
            <p:sp>
              <p:nvSpPr>
                <p:cNvPr id="9039" name="Google Shape;9039;p6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1" name="Google Shape;9041;p61"/>
              <p:cNvGrpSpPr/>
              <p:nvPr/>
            </p:nvGrpSpPr>
            <p:grpSpPr>
              <a:xfrm>
                <a:off x="6238903" y="1193063"/>
                <a:ext cx="284947" cy="327512"/>
                <a:chOff x="6238903" y="1193063"/>
                <a:chExt cx="284947" cy="327512"/>
              </a:xfrm>
            </p:grpSpPr>
            <p:sp>
              <p:nvSpPr>
                <p:cNvPr id="9042" name="Google Shape;9042;p6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43" name="Google Shape;9043;p6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044" name="Google Shape;9044;p61"/>
            <p:cNvGrpSpPr/>
            <p:nvPr/>
          </p:nvGrpSpPr>
          <p:grpSpPr>
            <a:xfrm>
              <a:off x="5900602" y="1193063"/>
              <a:ext cx="444345" cy="1023338"/>
              <a:chOff x="5900602" y="1193063"/>
              <a:chExt cx="444345" cy="1023338"/>
            </a:xfrm>
          </p:grpSpPr>
          <p:grpSp>
            <p:nvGrpSpPr>
              <p:cNvPr id="9045" name="Google Shape;9045;p61"/>
              <p:cNvGrpSpPr/>
              <p:nvPr/>
            </p:nvGrpSpPr>
            <p:grpSpPr>
              <a:xfrm>
                <a:off x="6046501" y="1367785"/>
                <a:ext cx="298446" cy="848616"/>
                <a:chOff x="6046501" y="1367785"/>
                <a:chExt cx="298446" cy="848616"/>
              </a:xfrm>
            </p:grpSpPr>
            <p:sp>
              <p:nvSpPr>
                <p:cNvPr id="9046" name="Google Shape;9046;p6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8" name="Google Shape;9048;p61"/>
              <p:cNvGrpSpPr/>
              <p:nvPr/>
            </p:nvGrpSpPr>
            <p:grpSpPr>
              <a:xfrm>
                <a:off x="5900602" y="1193063"/>
                <a:ext cx="284947" cy="182312"/>
                <a:chOff x="5900602" y="1193063"/>
                <a:chExt cx="284947" cy="182312"/>
              </a:xfrm>
            </p:grpSpPr>
            <p:sp>
              <p:nvSpPr>
                <p:cNvPr id="9049" name="Google Shape;9049;p6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50" name="Google Shape;9050;p6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051" name="Google Shape;9051;p61"/>
          <p:cNvGrpSpPr/>
          <p:nvPr/>
        </p:nvGrpSpPr>
        <p:grpSpPr>
          <a:xfrm>
            <a:off x="7217825" y="979415"/>
            <a:ext cx="1219413" cy="1051365"/>
            <a:chOff x="7287122" y="1165658"/>
            <a:chExt cx="1219413" cy="1051365"/>
          </a:xfrm>
        </p:grpSpPr>
        <p:grpSp>
          <p:nvGrpSpPr>
            <p:cNvPr id="9052" name="Google Shape;9052;p61"/>
            <p:cNvGrpSpPr/>
            <p:nvPr/>
          </p:nvGrpSpPr>
          <p:grpSpPr>
            <a:xfrm>
              <a:off x="7287122" y="1969723"/>
              <a:ext cx="1219413" cy="247300"/>
              <a:chOff x="7287122" y="1969723"/>
              <a:chExt cx="1219413" cy="247300"/>
            </a:xfrm>
          </p:grpSpPr>
          <p:sp>
            <p:nvSpPr>
              <p:cNvPr id="9053" name="Google Shape;9053;p6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4" name="Google Shape;9054;p61"/>
              <p:cNvGrpSpPr/>
              <p:nvPr/>
            </p:nvGrpSpPr>
            <p:grpSpPr>
              <a:xfrm>
                <a:off x="7287122" y="2063892"/>
                <a:ext cx="1151753" cy="73428"/>
                <a:chOff x="7287122" y="2063892"/>
                <a:chExt cx="1151753" cy="73428"/>
              </a:xfrm>
            </p:grpSpPr>
            <p:sp>
              <p:nvSpPr>
                <p:cNvPr id="9055" name="Google Shape;9055;p6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56" name="Google Shape;9056;p6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057" name="Google Shape;9057;p61"/>
            <p:cNvGrpSpPr/>
            <p:nvPr/>
          </p:nvGrpSpPr>
          <p:grpSpPr>
            <a:xfrm>
              <a:off x="7287122" y="1712201"/>
              <a:ext cx="1219403" cy="246767"/>
              <a:chOff x="7287122" y="1712201"/>
              <a:chExt cx="1219403" cy="246767"/>
            </a:xfrm>
          </p:grpSpPr>
          <p:sp>
            <p:nvSpPr>
              <p:cNvPr id="9058" name="Google Shape;9058;p6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9" name="Google Shape;9059;p61"/>
              <p:cNvGrpSpPr/>
              <p:nvPr/>
            </p:nvGrpSpPr>
            <p:grpSpPr>
              <a:xfrm>
                <a:off x="7287122" y="1842861"/>
                <a:ext cx="1005303" cy="73419"/>
                <a:chOff x="7287122" y="1842861"/>
                <a:chExt cx="1005303" cy="73419"/>
              </a:xfrm>
            </p:grpSpPr>
            <p:sp>
              <p:nvSpPr>
                <p:cNvPr id="9060" name="Google Shape;9060;p6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1" name="Google Shape;9061;p6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062" name="Google Shape;9062;p61"/>
            <p:cNvGrpSpPr/>
            <p:nvPr/>
          </p:nvGrpSpPr>
          <p:grpSpPr>
            <a:xfrm>
              <a:off x="7287122" y="1447520"/>
              <a:ext cx="1219403" cy="286667"/>
              <a:chOff x="7287122" y="1447520"/>
              <a:chExt cx="1219403" cy="286667"/>
            </a:xfrm>
          </p:grpSpPr>
          <p:sp>
            <p:nvSpPr>
              <p:cNvPr id="9063" name="Google Shape;9063;p6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4" name="Google Shape;9064;p61"/>
              <p:cNvGrpSpPr/>
              <p:nvPr/>
            </p:nvGrpSpPr>
            <p:grpSpPr>
              <a:xfrm>
                <a:off x="7287122" y="1581977"/>
                <a:ext cx="852803" cy="73428"/>
                <a:chOff x="7287122" y="1581977"/>
                <a:chExt cx="852803" cy="73428"/>
              </a:xfrm>
            </p:grpSpPr>
            <p:sp>
              <p:nvSpPr>
                <p:cNvPr id="9065" name="Google Shape;9065;p6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6" name="Google Shape;9066;p6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067" name="Google Shape;9067;p61"/>
            <p:cNvGrpSpPr/>
            <p:nvPr/>
          </p:nvGrpSpPr>
          <p:grpSpPr>
            <a:xfrm>
              <a:off x="7287122" y="1165658"/>
              <a:ext cx="1219403" cy="344253"/>
              <a:chOff x="7287122" y="1165658"/>
              <a:chExt cx="1219403" cy="344253"/>
            </a:xfrm>
          </p:grpSpPr>
          <p:sp>
            <p:nvSpPr>
              <p:cNvPr id="9068" name="Google Shape;9068;p6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9" name="Google Shape;9069;p61"/>
              <p:cNvGrpSpPr/>
              <p:nvPr/>
            </p:nvGrpSpPr>
            <p:grpSpPr>
              <a:xfrm>
                <a:off x="7287122" y="1341025"/>
                <a:ext cx="695703" cy="73419"/>
                <a:chOff x="7287122" y="1341025"/>
                <a:chExt cx="695703" cy="73419"/>
              </a:xfrm>
            </p:grpSpPr>
            <p:sp>
              <p:nvSpPr>
                <p:cNvPr id="9070" name="Google Shape;9070;p6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71" name="Google Shape;9071;p6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75"/>
        <p:cNvGrpSpPr/>
        <p:nvPr/>
      </p:nvGrpSpPr>
      <p:grpSpPr>
        <a:xfrm>
          <a:off x="0" y="0"/>
          <a:ext cx="0" cy="0"/>
          <a:chOff x="0" y="0"/>
          <a:chExt cx="0" cy="0"/>
        </a:xfrm>
      </p:grpSpPr>
      <p:grpSp>
        <p:nvGrpSpPr>
          <p:cNvPr id="9076" name="Google Shape;9076;p62"/>
          <p:cNvGrpSpPr/>
          <p:nvPr/>
        </p:nvGrpSpPr>
        <p:grpSpPr>
          <a:xfrm>
            <a:off x="846551" y="2273217"/>
            <a:ext cx="415546" cy="355053"/>
            <a:chOff x="866243" y="2291587"/>
            <a:chExt cx="415546" cy="355053"/>
          </a:xfrm>
        </p:grpSpPr>
        <p:sp>
          <p:nvSpPr>
            <p:cNvPr id="9077" name="Google Shape;9077;p6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2" name="Google Shape;9082;p62"/>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3" name="Google Shape;9083;p62"/>
          <p:cNvGrpSpPr/>
          <p:nvPr/>
        </p:nvGrpSpPr>
        <p:grpSpPr>
          <a:xfrm>
            <a:off x="1938828" y="2284205"/>
            <a:ext cx="359213" cy="327807"/>
            <a:chOff x="1958520" y="2302574"/>
            <a:chExt cx="359213" cy="327807"/>
          </a:xfrm>
        </p:grpSpPr>
        <p:sp>
          <p:nvSpPr>
            <p:cNvPr id="9084" name="Google Shape;9084;p6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7" name="Google Shape;9087;p62"/>
          <p:cNvGrpSpPr/>
          <p:nvPr/>
        </p:nvGrpSpPr>
        <p:grpSpPr>
          <a:xfrm>
            <a:off x="2560190" y="2269057"/>
            <a:ext cx="207582" cy="359594"/>
            <a:chOff x="2656082" y="2287427"/>
            <a:chExt cx="207582" cy="359594"/>
          </a:xfrm>
        </p:grpSpPr>
        <p:sp>
          <p:nvSpPr>
            <p:cNvPr id="9088" name="Google Shape;9088;p6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2" name="Google Shape;9092;p62"/>
          <p:cNvGrpSpPr/>
          <p:nvPr/>
        </p:nvGrpSpPr>
        <p:grpSpPr>
          <a:xfrm>
            <a:off x="3029961" y="2303099"/>
            <a:ext cx="362991" cy="290018"/>
            <a:chOff x="3049653" y="2321468"/>
            <a:chExt cx="362991" cy="290018"/>
          </a:xfrm>
        </p:grpSpPr>
        <p:sp>
          <p:nvSpPr>
            <p:cNvPr id="9093" name="Google Shape;9093;p6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62"/>
          <p:cNvGrpSpPr/>
          <p:nvPr/>
        </p:nvGrpSpPr>
        <p:grpSpPr>
          <a:xfrm>
            <a:off x="3544551" y="2271534"/>
            <a:ext cx="422342" cy="355243"/>
            <a:chOff x="3564243" y="2289904"/>
            <a:chExt cx="422342" cy="355243"/>
          </a:xfrm>
        </p:grpSpPr>
        <p:sp>
          <p:nvSpPr>
            <p:cNvPr id="9098" name="Google Shape;9098;p6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3" name="Google Shape;9103;p62"/>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4" name="Google Shape;9104;p62"/>
          <p:cNvGrpSpPr/>
          <p:nvPr/>
        </p:nvGrpSpPr>
        <p:grpSpPr>
          <a:xfrm>
            <a:off x="4668202" y="2271344"/>
            <a:ext cx="359594" cy="353909"/>
            <a:chOff x="4687894" y="2289713"/>
            <a:chExt cx="359594" cy="353909"/>
          </a:xfrm>
        </p:grpSpPr>
        <p:sp>
          <p:nvSpPr>
            <p:cNvPr id="9105" name="Google Shape;9105;p6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8" name="Google Shape;9108;p62"/>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9" name="Google Shape;9109;p62"/>
          <p:cNvGrpSpPr/>
          <p:nvPr/>
        </p:nvGrpSpPr>
        <p:grpSpPr>
          <a:xfrm>
            <a:off x="6352932" y="2289857"/>
            <a:ext cx="263567" cy="317614"/>
            <a:chOff x="6421399" y="2308227"/>
            <a:chExt cx="263567" cy="317614"/>
          </a:xfrm>
        </p:grpSpPr>
        <p:sp>
          <p:nvSpPr>
            <p:cNvPr id="9110" name="Google Shape;9110;p6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62"/>
          <p:cNvGrpSpPr/>
          <p:nvPr/>
        </p:nvGrpSpPr>
        <p:grpSpPr>
          <a:xfrm>
            <a:off x="6850501" y="2277250"/>
            <a:ext cx="360356" cy="343462"/>
            <a:chOff x="6870193" y="2295620"/>
            <a:chExt cx="360356" cy="343462"/>
          </a:xfrm>
        </p:grpSpPr>
        <p:sp>
          <p:nvSpPr>
            <p:cNvPr id="9115" name="Google Shape;9115;p6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62"/>
          <p:cNvGrpSpPr/>
          <p:nvPr/>
        </p:nvGrpSpPr>
        <p:grpSpPr>
          <a:xfrm>
            <a:off x="7421773" y="2284490"/>
            <a:ext cx="342192" cy="327140"/>
            <a:chOff x="7441465" y="2302860"/>
            <a:chExt cx="342192" cy="327140"/>
          </a:xfrm>
        </p:grpSpPr>
        <p:sp>
          <p:nvSpPr>
            <p:cNvPr id="9118" name="Google Shape;9118;p6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0" name="Google Shape;9120;p62"/>
          <p:cNvGrpSpPr/>
          <p:nvPr/>
        </p:nvGrpSpPr>
        <p:grpSpPr>
          <a:xfrm>
            <a:off x="7969991" y="2331837"/>
            <a:ext cx="332761" cy="234066"/>
            <a:chOff x="7989683" y="2350207"/>
            <a:chExt cx="332761" cy="234066"/>
          </a:xfrm>
        </p:grpSpPr>
        <p:sp>
          <p:nvSpPr>
            <p:cNvPr id="9121" name="Google Shape;9121;p6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62"/>
          <p:cNvGrpSpPr/>
          <p:nvPr/>
        </p:nvGrpSpPr>
        <p:grpSpPr>
          <a:xfrm>
            <a:off x="5803602" y="2291381"/>
            <a:ext cx="315327" cy="314978"/>
            <a:chOff x="5823294" y="2309751"/>
            <a:chExt cx="315327" cy="314978"/>
          </a:xfrm>
        </p:grpSpPr>
        <p:sp>
          <p:nvSpPr>
            <p:cNvPr id="9128" name="Google Shape;9128;p6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62"/>
          <p:cNvGrpSpPr/>
          <p:nvPr/>
        </p:nvGrpSpPr>
        <p:grpSpPr>
          <a:xfrm>
            <a:off x="2477583" y="2725790"/>
            <a:ext cx="370930" cy="370549"/>
            <a:chOff x="2497275" y="2744159"/>
            <a:chExt cx="370930" cy="370549"/>
          </a:xfrm>
        </p:grpSpPr>
        <p:sp>
          <p:nvSpPr>
            <p:cNvPr id="9146" name="Google Shape;9146;p6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62"/>
          <p:cNvGrpSpPr/>
          <p:nvPr/>
        </p:nvGrpSpPr>
        <p:grpSpPr>
          <a:xfrm>
            <a:off x="841248" y="2728108"/>
            <a:ext cx="371883" cy="365691"/>
            <a:chOff x="860940" y="2746477"/>
            <a:chExt cx="371883" cy="365691"/>
          </a:xfrm>
        </p:grpSpPr>
        <p:sp>
          <p:nvSpPr>
            <p:cNvPr id="9153" name="Google Shape;9153;p6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62"/>
          <p:cNvGrpSpPr/>
          <p:nvPr/>
        </p:nvGrpSpPr>
        <p:grpSpPr>
          <a:xfrm>
            <a:off x="1431144" y="2747889"/>
            <a:ext cx="283985" cy="341080"/>
            <a:chOff x="1493849" y="2775533"/>
            <a:chExt cx="283985" cy="341080"/>
          </a:xfrm>
        </p:grpSpPr>
        <p:sp>
          <p:nvSpPr>
            <p:cNvPr id="9159" name="Google Shape;9159;p6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62"/>
          <p:cNvGrpSpPr/>
          <p:nvPr/>
        </p:nvGrpSpPr>
        <p:grpSpPr>
          <a:xfrm>
            <a:off x="1933144" y="2756052"/>
            <a:ext cx="372835" cy="342573"/>
            <a:chOff x="1952836" y="2774422"/>
            <a:chExt cx="372835" cy="342573"/>
          </a:xfrm>
        </p:grpSpPr>
        <p:sp>
          <p:nvSpPr>
            <p:cNvPr id="9162" name="Google Shape;9162;p6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62"/>
          <p:cNvGrpSpPr/>
          <p:nvPr/>
        </p:nvGrpSpPr>
        <p:grpSpPr>
          <a:xfrm>
            <a:off x="3060224" y="2726107"/>
            <a:ext cx="332729" cy="372518"/>
            <a:chOff x="3079916" y="2744477"/>
            <a:chExt cx="332729" cy="372518"/>
          </a:xfrm>
        </p:grpSpPr>
        <p:sp>
          <p:nvSpPr>
            <p:cNvPr id="9166" name="Google Shape;9166;p6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62"/>
          <p:cNvGrpSpPr/>
          <p:nvPr/>
        </p:nvGrpSpPr>
        <p:grpSpPr>
          <a:xfrm>
            <a:off x="3600884" y="2727155"/>
            <a:ext cx="336889" cy="355592"/>
            <a:chOff x="3620576" y="2745525"/>
            <a:chExt cx="336889" cy="355592"/>
          </a:xfrm>
        </p:grpSpPr>
        <p:sp>
          <p:nvSpPr>
            <p:cNvPr id="9170" name="Google Shape;9170;p6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62"/>
          <p:cNvGrpSpPr/>
          <p:nvPr/>
        </p:nvGrpSpPr>
        <p:grpSpPr>
          <a:xfrm>
            <a:off x="4107123" y="2742334"/>
            <a:ext cx="380393" cy="363118"/>
            <a:chOff x="4126815" y="2760704"/>
            <a:chExt cx="380393" cy="363118"/>
          </a:xfrm>
        </p:grpSpPr>
        <p:sp>
          <p:nvSpPr>
            <p:cNvPr id="9173" name="Google Shape;9173;p6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62"/>
          <p:cNvGrpSpPr/>
          <p:nvPr/>
        </p:nvGrpSpPr>
        <p:grpSpPr>
          <a:xfrm>
            <a:off x="4656294" y="2727314"/>
            <a:ext cx="381346" cy="368644"/>
            <a:chOff x="4675986" y="2745684"/>
            <a:chExt cx="381346" cy="368644"/>
          </a:xfrm>
        </p:grpSpPr>
        <p:sp>
          <p:nvSpPr>
            <p:cNvPr id="9178" name="Google Shape;9178;p6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0" name="Google Shape;9180;p62"/>
          <p:cNvGrpSpPr/>
          <p:nvPr/>
        </p:nvGrpSpPr>
        <p:grpSpPr>
          <a:xfrm>
            <a:off x="5200924" y="2772692"/>
            <a:ext cx="373185" cy="302466"/>
            <a:chOff x="5220616" y="2791061"/>
            <a:chExt cx="373185" cy="302466"/>
          </a:xfrm>
        </p:grpSpPr>
        <p:sp>
          <p:nvSpPr>
            <p:cNvPr id="9181" name="Google Shape;9181;p6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62"/>
          <p:cNvGrpSpPr/>
          <p:nvPr/>
        </p:nvGrpSpPr>
        <p:grpSpPr>
          <a:xfrm>
            <a:off x="5768969" y="2754147"/>
            <a:ext cx="284366" cy="344097"/>
            <a:chOff x="5864861" y="2772517"/>
            <a:chExt cx="284366" cy="344097"/>
          </a:xfrm>
        </p:grpSpPr>
        <p:sp>
          <p:nvSpPr>
            <p:cNvPr id="9200" name="Google Shape;9200;p6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06" name="Google Shape;9206;p62"/>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7" name="Google Shape;9207;p62"/>
          <p:cNvGrpSpPr/>
          <p:nvPr/>
        </p:nvGrpSpPr>
        <p:grpSpPr>
          <a:xfrm>
            <a:off x="6954467" y="2771168"/>
            <a:ext cx="255247" cy="327458"/>
            <a:chOff x="6974158" y="2789537"/>
            <a:chExt cx="255247" cy="327458"/>
          </a:xfrm>
        </p:grpSpPr>
        <p:sp>
          <p:nvSpPr>
            <p:cNvPr id="9208" name="Google Shape;9208;p6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62"/>
          <p:cNvGrpSpPr/>
          <p:nvPr/>
        </p:nvGrpSpPr>
        <p:grpSpPr>
          <a:xfrm>
            <a:off x="7511005" y="2771930"/>
            <a:ext cx="244291" cy="326314"/>
            <a:chOff x="7530697" y="2790299"/>
            <a:chExt cx="244291" cy="326314"/>
          </a:xfrm>
        </p:grpSpPr>
        <p:sp>
          <p:nvSpPr>
            <p:cNvPr id="9215" name="Google Shape;9215;p6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1" name="Google Shape;9221;p62"/>
          <p:cNvGrpSpPr/>
          <p:nvPr/>
        </p:nvGrpSpPr>
        <p:grpSpPr>
          <a:xfrm>
            <a:off x="7968499" y="2813878"/>
            <a:ext cx="332348" cy="283985"/>
            <a:chOff x="7988191" y="2832248"/>
            <a:chExt cx="332348" cy="283985"/>
          </a:xfrm>
        </p:grpSpPr>
        <p:sp>
          <p:nvSpPr>
            <p:cNvPr id="9222" name="Google Shape;9222;p6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5" name="Google Shape;9225;p62"/>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6" name="Google Shape;9226;p62"/>
          <p:cNvGrpSpPr/>
          <p:nvPr/>
        </p:nvGrpSpPr>
        <p:grpSpPr>
          <a:xfrm>
            <a:off x="3568748" y="3239998"/>
            <a:ext cx="364484" cy="262423"/>
            <a:chOff x="3588440" y="3258368"/>
            <a:chExt cx="364484" cy="262423"/>
          </a:xfrm>
        </p:grpSpPr>
        <p:sp>
          <p:nvSpPr>
            <p:cNvPr id="9227" name="Google Shape;9227;p6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3" name="Google Shape;9233;p62"/>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4" name="Google Shape;9234;p62"/>
          <p:cNvGrpSpPr/>
          <p:nvPr/>
        </p:nvGrpSpPr>
        <p:grpSpPr>
          <a:xfrm>
            <a:off x="5746125" y="3209355"/>
            <a:ext cx="364865" cy="324822"/>
            <a:chOff x="5765817" y="3227724"/>
            <a:chExt cx="364865" cy="324822"/>
          </a:xfrm>
        </p:grpSpPr>
        <p:sp>
          <p:nvSpPr>
            <p:cNvPr id="9235" name="Google Shape;9235;p6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62"/>
          <p:cNvGrpSpPr/>
          <p:nvPr/>
        </p:nvGrpSpPr>
        <p:grpSpPr>
          <a:xfrm>
            <a:off x="6208891" y="3219294"/>
            <a:ext cx="446539" cy="303895"/>
            <a:chOff x="6228583" y="3237664"/>
            <a:chExt cx="446539" cy="303895"/>
          </a:xfrm>
        </p:grpSpPr>
        <p:sp>
          <p:nvSpPr>
            <p:cNvPr id="9239" name="Google Shape;9239;p6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62"/>
          <p:cNvGrpSpPr/>
          <p:nvPr/>
        </p:nvGrpSpPr>
        <p:grpSpPr>
          <a:xfrm>
            <a:off x="846170" y="3188936"/>
            <a:ext cx="364484" cy="364897"/>
            <a:chOff x="865862" y="3207306"/>
            <a:chExt cx="364484" cy="364897"/>
          </a:xfrm>
        </p:grpSpPr>
        <p:sp>
          <p:nvSpPr>
            <p:cNvPr id="9257" name="Google Shape;9257;p6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1" name="Google Shape;9271;p62"/>
          <p:cNvGrpSpPr/>
          <p:nvPr/>
        </p:nvGrpSpPr>
        <p:grpSpPr>
          <a:xfrm>
            <a:off x="1384925" y="3208593"/>
            <a:ext cx="370168" cy="325965"/>
            <a:chOff x="1404617" y="3226962"/>
            <a:chExt cx="370168" cy="325965"/>
          </a:xfrm>
        </p:grpSpPr>
        <p:sp>
          <p:nvSpPr>
            <p:cNvPr id="9272" name="Google Shape;9272;p6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62"/>
          <p:cNvGrpSpPr/>
          <p:nvPr/>
        </p:nvGrpSpPr>
        <p:grpSpPr>
          <a:xfrm>
            <a:off x="1933711" y="3197724"/>
            <a:ext cx="366389" cy="354481"/>
            <a:chOff x="1954741" y="3212419"/>
            <a:chExt cx="366389" cy="354481"/>
          </a:xfrm>
        </p:grpSpPr>
        <p:sp>
          <p:nvSpPr>
            <p:cNvPr id="9282" name="Google Shape;9282;p6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9" name="Google Shape;9289;p62"/>
          <p:cNvGrpSpPr/>
          <p:nvPr/>
        </p:nvGrpSpPr>
        <p:grpSpPr>
          <a:xfrm>
            <a:off x="3023547" y="3197256"/>
            <a:ext cx="366008" cy="348670"/>
            <a:chOff x="3043239" y="3215626"/>
            <a:chExt cx="366008" cy="348670"/>
          </a:xfrm>
        </p:grpSpPr>
        <p:sp>
          <p:nvSpPr>
            <p:cNvPr id="9290" name="Google Shape;9290;p6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2" name="Google Shape;9292;p62"/>
          <p:cNvGrpSpPr/>
          <p:nvPr/>
        </p:nvGrpSpPr>
        <p:grpSpPr>
          <a:xfrm>
            <a:off x="4198641" y="3166613"/>
            <a:ext cx="209107" cy="383442"/>
            <a:chOff x="4218333" y="3184982"/>
            <a:chExt cx="209107" cy="383442"/>
          </a:xfrm>
        </p:grpSpPr>
        <p:sp>
          <p:nvSpPr>
            <p:cNvPr id="9293" name="Google Shape;9293;p6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5" name="Google Shape;9295;p62"/>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62"/>
          <p:cNvGrpSpPr/>
          <p:nvPr/>
        </p:nvGrpSpPr>
        <p:grpSpPr>
          <a:xfrm>
            <a:off x="6876953" y="3197637"/>
            <a:ext cx="322917" cy="347876"/>
            <a:chOff x="6896644" y="3216007"/>
            <a:chExt cx="322917" cy="347876"/>
          </a:xfrm>
        </p:grpSpPr>
        <p:sp>
          <p:nvSpPr>
            <p:cNvPr id="9297" name="Google Shape;9297;p6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4" name="Google Shape;9304;p62"/>
          <p:cNvGrpSpPr/>
          <p:nvPr/>
        </p:nvGrpSpPr>
        <p:grpSpPr>
          <a:xfrm>
            <a:off x="7409674" y="3204814"/>
            <a:ext cx="334634" cy="333904"/>
            <a:chOff x="7429366" y="3223183"/>
            <a:chExt cx="334634" cy="333904"/>
          </a:xfrm>
        </p:grpSpPr>
        <p:sp>
          <p:nvSpPr>
            <p:cNvPr id="9305" name="Google Shape;9305;p6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7" name="Google Shape;9307;p62"/>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8" name="Google Shape;9308;p62"/>
          <p:cNvGrpSpPr/>
          <p:nvPr/>
        </p:nvGrpSpPr>
        <p:grpSpPr>
          <a:xfrm>
            <a:off x="5196764" y="3707114"/>
            <a:ext cx="356196" cy="265631"/>
            <a:chOff x="5216456" y="3725484"/>
            <a:chExt cx="356196" cy="265631"/>
          </a:xfrm>
        </p:grpSpPr>
        <p:sp>
          <p:nvSpPr>
            <p:cNvPr id="9309" name="Google Shape;9309;p6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1" name="Google Shape;9311;p62"/>
          <p:cNvGrpSpPr/>
          <p:nvPr/>
        </p:nvGrpSpPr>
        <p:grpSpPr>
          <a:xfrm>
            <a:off x="6829701" y="3715625"/>
            <a:ext cx="355053" cy="248038"/>
            <a:chOff x="6849393" y="3733994"/>
            <a:chExt cx="355053" cy="248038"/>
          </a:xfrm>
        </p:grpSpPr>
        <p:sp>
          <p:nvSpPr>
            <p:cNvPr id="9312" name="Google Shape;9312;p6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62"/>
          <p:cNvGrpSpPr/>
          <p:nvPr/>
        </p:nvGrpSpPr>
        <p:grpSpPr>
          <a:xfrm>
            <a:off x="7899305" y="3696318"/>
            <a:ext cx="392111" cy="280206"/>
            <a:chOff x="7918997" y="3714687"/>
            <a:chExt cx="392111" cy="280206"/>
          </a:xfrm>
        </p:grpSpPr>
        <p:sp>
          <p:nvSpPr>
            <p:cNvPr id="9318" name="Google Shape;9318;p6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3" name="Google Shape;9323;p62"/>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4" name="Google Shape;9324;p62"/>
          <p:cNvGrpSpPr/>
          <p:nvPr/>
        </p:nvGrpSpPr>
        <p:grpSpPr>
          <a:xfrm>
            <a:off x="1389085" y="3662594"/>
            <a:ext cx="357720" cy="355148"/>
            <a:chOff x="1408777" y="3680964"/>
            <a:chExt cx="357720" cy="355148"/>
          </a:xfrm>
        </p:grpSpPr>
        <p:sp>
          <p:nvSpPr>
            <p:cNvPr id="9325" name="Google Shape;9325;p6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62"/>
          <p:cNvGrpSpPr/>
          <p:nvPr/>
        </p:nvGrpSpPr>
        <p:grpSpPr>
          <a:xfrm>
            <a:off x="1933144" y="3662594"/>
            <a:ext cx="357720" cy="355148"/>
            <a:chOff x="1952836" y="3680964"/>
            <a:chExt cx="357720" cy="355148"/>
          </a:xfrm>
        </p:grpSpPr>
        <p:sp>
          <p:nvSpPr>
            <p:cNvPr id="9331" name="Google Shape;9331;p6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62"/>
          <p:cNvGrpSpPr/>
          <p:nvPr/>
        </p:nvGrpSpPr>
        <p:grpSpPr>
          <a:xfrm>
            <a:off x="2477202" y="3662594"/>
            <a:ext cx="357720" cy="355148"/>
            <a:chOff x="2496894" y="3680964"/>
            <a:chExt cx="357720" cy="355148"/>
          </a:xfrm>
        </p:grpSpPr>
        <p:sp>
          <p:nvSpPr>
            <p:cNvPr id="9337" name="Google Shape;9337;p6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62"/>
          <p:cNvGrpSpPr/>
          <p:nvPr/>
        </p:nvGrpSpPr>
        <p:grpSpPr>
          <a:xfrm>
            <a:off x="3021292" y="3662689"/>
            <a:ext cx="356164" cy="355815"/>
            <a:chOff x="3040984" y="3681059"/>
            <a:chExt cx="356164" cy="355815"/>
          </a:xfrm>
        </p:grpSpPr>
        <p:sp>
          <p:nvSpPr>
            <p:cNvPr id="9343" name="Google Shape;9343;p6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6" name="Google Shape;9346;p62"/>
          <p:cNvGrpSpPr/>
          <p:nvPr/>
        </p:nvGrpSpPr>
        <p:grpSpPr>
          <a:xfrm>
            <a:off x="3564589" y="3680821"/>
            <a:ext cx="358069" cy="317995"/>
            <a:chOff x="3584280" y="3699191"/>
            <a:chExt cx="358069" cy="317995"/>
          </a:xfrm>
        </p:grpSpPr>
        <p:sp>
          <p:nvSpPr>
            <p:cNvPr id="9347" name="Google Shape;9347;p6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1" name="Google Shape;9351;p62"/>
          <p:cNvGrpSpPr/>
          <p:nvPr/>
        </p:nvGrpSpPr>
        <p:grpSpPr>
          <a:xfrm>
            <a:off x="4109790" y="3662689"/>
            <a:ext cx="355402" cy="354291"/>
            <a:chOff x="4129482" y="3681059"/>
            <a:chExt cx="355402" cy="354291"/>
          </a:xfrm>
        </p:grpSpPr>
        <p:sp>
          <p:nvSpPr>
            <p:cNvPr id="9352" name="Google Shape;9352;p6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6" name="Google Shape;9356;p62"/>
          <p:cNvGrpSpPr/>
          <p:nvPr/>
        </p:nvGrpSpPr>
        <p:grpSpPr>
          <a:xfrm>
            <a:off x="4653849" y="3661927"/>
            <a:ext cx="355434" cy="355815"/>
            <a:chOff x="4673540" y="3680297"/>
            <a:chExt cx="355434" cy="355815"/>
          </a:xfrm>
        </p:grpSpPr>
        <p:sp>
          <p:nvSpPr>
            <p:cNvPr id="9357" name="Google Shape;9357;p6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0" name="Google Shape;9360;p62"/>
          <p:cNvGrpSpPr/>
          <p:nvPr/>
        </p:nvGrpSpPr>
        <p:grpSpPr>
          <a:xfrm>
            <a:off x="5759716" y="3680821"/>
            <a:ext cx="317645" cy="318757"/>
            <a:chOff x="5779408" y="3699191"/>
            <a:chExt cx="317645" cy="318757"/>
          </a:xfrm>
        </p:grpSpPr>
        <p:sp>
          <p:nvSpPr>
            <p:cNvPr id="9361" name="Google Shape;9361;p6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3" name="Google Shape;9363;p62"/>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4" name="Google Shape;9364;p62"/>
          <p:cNvGrpSpPr/>
          <p:nvPr/>
        </p:nvGrpSpPr>
        <p:grpSpPr>
          <a:xfrm>
            <a:off x="7370743" y="3662499"/>
            <a:ext cx="372073" cy="355243"/>
            <a:chOff x="7390435" y="3680868"/>
            <a:chExt cx="372073" cy="355243"/>
          </a:xfrm>
        </p:grpSpPr>
        <p:sp>
          <p:nvSpPr>
            <p:cNvPr id="9365" name="Google Shape;9365;p6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1" name="Google Shape;9371;p62"/>
          <p:cNvGrpSpPr/>
          <p:nvPr/>
        </p:nvGrpSpPr>
        <p:grpSpPr>
          <a:xfrm>
            <a:off x="1392301" y="4119346"/>
            <a:ext cx="374709" cy="374010"/>
            <a:chOff x="1421638" y="4125629"/>
            <a:chExt cx="374709" cy="374010"/>
          </a:xfrm>
        </p:grpSpPr>
        <p:sp>
          <p:nvSpPr>
            <p:cNvPr id="9372" name="Google Shape;9372;p6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4" name="Google Shape;9374;p62"/>
          <p:cNvGrpSpPr/>
          <p:nvPr/>
        </p:nvGrpSpPr>
        <p:grpSpPr>
          <a:xfrm>
            <a:off x="1943917" y="4135255"/>
            <a:ext cx="357720" cy="342192"/>
            <a:chOff x="1973254" y="4156304"/>
            <a:chExt cx="357720" cy="342192"/>
          </a:xfrm>
        </p:grpSpPr>
        <p:sp>
          <p:nvSpPr>
            <p:cNvPr id="9375" name="Google Shape;9375;p6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1" name="Google Shape;9381;p62"/>
          <p:cNvGrpSpPr/>
          <p:nvPr/>
        </p:nvGrpSpPr>
        <p:grpSpPr>
          <a:xfrm>
            <a:off x="2494422" y="4136192"/>
            <a:ext cx="341049" cy="340318"/>
            <a:chOff x="2523759" y="4135505"/>
            <a:chExt cx="341049" cy="340318"/>
          </a:xfrm>
        </p:grpSpPr>
        <p:sp>
          <p:nvSpPr>
            <p:cNvPr id="9382" name="Google Shape;9382;p6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4" name="Google Shape;9384;p62"/>
          <p:cNvGrpSpPr/>
          <p:nvPr/>
        </p:nvGrpSpPr>
        <p:grpSpPr>
          <a:xfrm>
            <a:off x="3011266" y="4131175"/>
            <a:ext cx="392079" cy="350353"/>
            <a:chOff x="3040603" y="4130360"/>
            <a:chExt cx="392079" cy="350353"/>
          </a:xfrm>
        </p:grpSpPr>
        <p:sp>
          <p:nvSpPr>
            <p:cNvPr id="9385" name="Google Shape;9385;p6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5" name="Google Shape;9395;p62"/>
          <p:cNvGrpSpPr/>
          <p:nvPr/>
        </p:nvGrpSpPr>
        <p:grpSpPr>
          <a:xfrm>
            <a:off x="3632807" y="4136192"/>
            <a:ext cx="232955" cy="340318"/>
            <a:chOff x="3662144" y="4135505"/>
            <a:chExt cx="232955" cy="340318"/>
          </a:xfrm>
        </p:grpSpPr>
        <p:sp>
          <p:nvSpPr>
            <p:cNvPr id="9396" name="Google Shape;9396;p6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62"/>
          <p:cNvGrpSpPr/>
          <p:nvPr/>
        </p:nvGrpSpPr>
        <p:grpSpPr>
          <a:xfrm>
            <a:off x="4119801" y="4122029"/>
            <a:ext cx="344065" cy="368644"/>
            <a:chOff x="4149138" y="4121151"/>
            <a:chExt cx="344065" cy="368644"/>
          </a:xfrm>
        </p:grpSpPr>
        <p:sp>
          <p:nvSpPr>
            <p:cNvPr id="9401" name="Google Shape;9401;p6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3" name="Google Shape;9413;p62"/>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4" name="Google Shape;9414;p62"/>
          <p:cNvGrpSpPr/>
          <p:nvPr/>
        </p:nvGrpSpPr>
        <p:grpSpPr>
          <a:xfrm>
            <a:off x="5176925" y="4174949"/>
            <a:ext cx="397763" cy="262804"/>
            <a:chOff x="5206262" y="4174817"/>
            <a:chExt cx="397763" cy="262804"/>
          </a:xfrm>
        </p:grpSpPr>
        <p:sp>
          <p:nvSpPr>
            <p:cNvPr id="9415" name="Google Shape;9415;p6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62"/>
          <p:cNvGrpSpPr/>
          <p:nvPr/>
        </p:nvGrpSpPr>
        <p:grpSpPr>
          <a:xfrm>
            <a:off x="5698279" y="4161342"/>
            <a:ext cx="440505" cy="290018"/>
            <a:chOff x="5727616" y="4204699"/>
            <a:chExt cx="440505" cy="290018"/>
          </a:xfrm>
        </p:grpSpPr>
        <p:sp>
          <p:nvSpPr>
            <p:cNvPr id="9423" name="Google Shape;9423;p6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62"/>
          <p:cNvGrpSpPr/>
          <p:nvPr/>
        </p:nvGrpSpPr>
        <p:grpSpPr>
          <a:xfrm>
            <a:off x="6380726" y="4124093"/>
            <a:ext cx="159950" cy="364516"/>
            <a:chOff x="6410063" y="4135124"/>
            <a:chExt cx="159950" cy="364516"/>
          </a:xfrm>
        </p:grpSpPr>
        <p:sp>
          <p:nvSpPr>
            <p:cNvPr id="9432" name="Google Shape;9432;p6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62"/>
          <p:cNvGrpSpPr/>
          <p:nvPr/>
        </p:nvGrpSpPr>
        <p:grpSpPr>
          <a:xfrm>
            <a:off x="6641065" y="4124284"/>
            <a:ext cx="214378" cy="364135"/>
            <a:chOff x="6924652" y="4135505"/>
            <a:chExt cx="214378" cy="364135"/>
          </a:xfrm>
        </p:grpSpPr>
        <p:sp>
          <p:nvSpPr>
            <p:cNvPr id="9437" name="Google Shape;9437;p6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1" name="Google Shape;9441;p62"/>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442" name="Google Shape;9442;p6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9443" name="Google Shape;9443;p62"/>
          <p:cNvGrpSpPr/>
          <p:nvPr/>
        </p:nvGrpSpPr>
        <p:grpSpPr>
          <a:xfrm>
            <a:off x="841240" y="4119220"/>
            <a:ext cx="374177" cy="374263"/>
            <a:chOff x="775325" y="4143525"/>
            <a:chExt cx="468776" cy="468884"/>
          </a:xfrm>
        </p:grpSpPr>
        <p:sp>
          <p:nvSpPr>
            <p:cNvPr id="9444" name="Google Shape;9444;p62"/>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2"/>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2"/>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2"/>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8" name="Google Shape;9448;p62"/>
          <p:cNvGrpSpPr/>
          <p:nvPr/>
        </p:nvGrpSpPr>
        <p:grpSpPr>
          <a:xfrm>
            <a:off x="7015917" y="4114633"/>
            <a:ext cx="219464" cy="383437"/>
            <a:chOff x="1426400" y="1814750"/>
            <a:chExt cx="407850" cy="712575"/>
          </a:xfrm>
        </p:grpSpPr>
        <p:sp>
          <p:nvSpPr>
            <p:cNvPr id="9449" name="Google Shape;9449;p62"/>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2"/>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2"/>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2" name="Google Shape;9452;p62"/>
          <p:cNvGrpSpPr/>
          <p:nvPr/>
        </p:nvGrpSpPr>
        <p:grpSpPr>
          <a:xfrm>
            <a:off x="7391519" y="4149408"/>
            <a:ext cx="313833" cy="313887"/>
            <a:chOff x="1910075" y="2021700"/>
            <a:chExt cx="583225" cy="583325"/>
          </a:xfrm>
        </p:grpSpPr>
        <p:sp>
          <p:nvSpPr>
            <p:cNvPr id="9453" name="Google Shape;9453;p62"/>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2"/>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2"/>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6" name="Google Shape;9456;p62"/>
          <p:cNvGrpSpPr/>
          <p:nvPr/>
        </p:nvGrpSpPr>
        <p:grpSpPr>
          <a:xfrm>
            <a:off x="7861486" y="4189187"/>
            <a:ext cx="441255" cy="234329"/>
            <a:chOff x="2749275" y="2099575"/>
            <a:chExt cx="820025" cy="435475"/>
          </a:xfrm>
        </p:grpSpPr>
        <p:sp>
          <p:nvSpPr>
            <p:cNvPr id="9457" name="Google Shape;9457;p62"/>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2"/>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2"/>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2"/>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464"/>
        <p:cNvGrpSpPr/>
        <p:nvPr/>
      </p:nvGrpSpPr>
      <p:grpSpPr>
        <a:xfrm>
          <a:off x="0" y="0"/>
          <a:ext cx="0" cy="0"/>
          <a:chOff x="0" y="0"/>
          <a:chExt cx="0" cy="0"/>
        </a:xfrm>
      </p:grpSpPr>
      <p:grpSp>
        <p:nvGrpSpPr>
          <p:cNvPr id="9465" name="Google Shape;9465;p63"/>
          <p:cNvGrpSpPr/>
          <p:nvPr/>
        </p:nvGrpSpPr>
        <p:grpSpPr>
          <a:xfrm>
            <a:off x="1989449" y="4101269"/>
            <a:ext cx="374774" cy="346073"/>
            <a:chOff x="1989449" y="4282269"/>
            <a:chExt cx="374774" cy="346073"/>
          </a:xfrm>
        </p:grpSpPr>
        <p:sp>
          <p:nvSpPr>
            <p:cNvPr id="9466" name="Google Shape;9466;p6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63"/>
          <p:cNvGrpSpPr/>
          <p:nvPr/>
        </p:nvGrpSpPr>
        <p:grpSpPr>
          <a:xfrm>
            <a:off x="2487439" y="4099740"/>
            <a:ext cx="198775" cy="348972"/>
            <a:chOff x="2487439" y="4280740"/>
            <a:chExt cx="198775" cy="348972"/>
          </a:xfrm>
        </p:grpSpPr>
        <p:sp>
          <p:nvSpPr>
            <p:cNvPr id="9472" name="Google Shape;9472;p6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63"/>
          <p:cNvGrpSpPr/>
          <p:nvPr/>
        </p:nvGrpSpPr>
        <p:grpSpPr>
          <a:xfrm>
            <a:off x="2810958" y="4092923"/>
            <a:ext cx="353145" cy="361873"/>
            <a:chOff x="2810958" y="4273923"/>
            <a:chExt cx="353145" cy="361873"/>
          </a:xfrm>
        </p:grpSpPr>
        <p:sp>
          <p:nvSpPr>
            <p:cNvPr id="9477" name="Google Shape;9477;p6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4" name="Google Shape;9484;p63"/>
          <p:cNvGrpSpPr/>
          <p:nvPr/>
        </p:nvGrpSpPr>
        <p:grpSpPr>
          <a:xfrm>
            <a:off x="6275635" y="4101651"/>
            <a:ext cx="209383" cy="366778"/>
            <a:chOff x="6275635" y="4282651"/>
            <a:chExt cx="209383" cy="366778"/>
          </a:xfrm>
        </p:grpSpPr>
        <p:sp>
          <p:nvSpPr>
            <p:cNvPr id="9485" name="Google Shape;9485;p6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7" name="Google Shape;9487;p63"/>
          <p:cNvGrpSpPr/>
          <p:nvPr/>
        </p:nvGrpSpPr>
        <p:grpSpPr>
          <a:xfrm>
            <a:off x="6701186" y="4102033"/>
            <a:ext cx="280292" cy="366396"/>
            <a:chOff x="6701186" y="4283033"/>
            <a:chExt cx="280292" cy="366396"/>
          </a:xfrm>
        </p:grpSpPr>
        <p:sp>
          <p:nvSpPr>
            <p:cNvPr id="9488" name="Google Shape;9488;p6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63"/>
          <p:cNvGrpSpPr/>
          <p:nvPr/>
        </p:nvGrpSpPr>
        <p:grpSpPr>
          <a:xfrm>
            <a:off x="2609571" y="3643958"/>
            <a:ext cx="373627" cy="347347"/>
            <a:chOff x="2609571" y="3824958"/>
            <a:chExt cx="373627" cy="347347"/>
          </a:xfrm>
        </p:grpSpPr>
        <p:sp>
          <p:nvSpPr>
            <p:cNvPr id="9491" name="Google Shape;9491;p6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3" name="Google Shape;9493;p63"/>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4" name="Google Shape;9494;p63"/>
          <p:cNvGrpSpPr/>
          <p:nvPr/>
        </p:nvGrpSpPr>
        <p:grpSpPr>
          <a:xfrm>
            <a:off x="916127" y="3626056"/>
            <a:ext cx="221902" cy="380795"/>
            <a:chOff x="916127" y="3807056"/>
            <a:chExt cx="221902" cy="380795"/>
          </a:xfrm>
        </p:grpSpPr>
        <p:sp>
          <p:nvSpPr>
            <p:cNvPr id="9495" name="Google Shape;9495;p6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9" name="Google Shape;9499;p63"/>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3"/>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1" name="Google Shape;9501;p63"/>
          <p:cNvGrpSpPr/>
          <p:nvPr/>
        </p:nvGrpSpPr>
        <p:grpSpPr>
          <a:xfrm>
            <a:off x="3513010" y="3635134"/>
            <a:ext cx="362223" cy="361108"/>
            <a:chOff x="3513010" y="3816134"/>
            <a:chExt cx="362223" cy="361108"/>
          </a:xfrm>
        </p:grpSpPr>
        <p:sp>
          <p:nvSpPr>
            <p:cNvPr id="9502" name="Google Shape;9502;p6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63"/>
          <p:cNvGrpSpPr/>
          <p:nvPr/>
        </p:nvGrpSpPr>
        <p:grpSpPr>
          <a:xfrm>
            <a:off x="3950316" y="3639307"/>
            <a:ext cx="369805" cy="353782"/>
            <a:chOff x="3950316" y="3820307"/>
            <a:chExt cx="369805" cy="353782"/>
          </a:xfrm>
        </p:grpSpPr>
        <p:sp>
          <p:nvSpPr>
            <p:cNvPr id="9507" name="Google Shape;9507;p6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63"/>
          <p:cNvGrpSpPr/>
          <p:nvPr/>
        </p:nvGrpSpPr>
        <p:grpSpPr>
          <a:xfrm>
            <a:off x="1761909" y="3630961"/>
            <a:ext cx="307974" cy="371716"/>
            <a:chOff x="1761909" y="3811961"/>
            <a:chExt cx="307974" cy="371716"/>
          </a:xfrm>
        </p:grpSpPr>
        <p:sp>
          <p:nvSpPr>
            <p:cNvPr id="9512" name="Google Shape;9512;p6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63"/>
          <p:cNvGrpSpPr/>
          <p:nvPr/>
        </p:nvGrpSpPr>
        <p:grpSpPr>
          <a:xfrm>
            <a:off x="5373342" y="3627935"/>
            <a:ext cx="231395" cy="353145"/>
            <a:chOff x="5373342" y="3808935"/>
            <a:chExt cx="231395" cy="353145"/>
          </a:xfrm>
        </p:grpSpPr>
        <p:sp>
          <p:nvSpPr>
            <p:cNvPr id="9523" name="Google Shape;9523;p6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2" name="Google Shape;9532;p63"/>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3" name="Google Shape;9533;p63"/>
          <p:cNvGrpSpPr/>
          <p:nvPr/>
        </p:nvGrpSpPr>
        <p:grpSpPr>
          <a:xfrm>
            <a:off x="5833775" y="3628445"/>
            <a:ext cx="235185" cy="352253"/>
            <a:chOff x="5833775" y="3809445"/>
            <a:chExt cx="235185" cy="352253"/>
          </a:xfrm>
        </p:grpSpPr>
        <p:sp>
          <p:nvSpPr>
            <p:cNvPr id="9534" name="Google Shape;9534;p6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7" name="Google Shape;9537;p63"/>
          <p:cNvGrpSpPr/>
          <p:nvPr/>
        </p:nvGrpSpPr>
        <p:grpSpPr>
          <a:xfrm>
            <a:off x="4942472" y="3628318"/>
            <a:ext cx="238976" cy="352762"/>
            <a:chOff x="4942472" y="3809318"/>
            <a:chExt cx="238976" cy="352762"/>
          </a:xfrm>
        </p:grpSpPr>
        <p:sp>
          <p:nvSpPr>
            <p:cNvPr id="9538" name="Google Shape;9538;p6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5" name="Google Shape;9545;p63"/>
          <p:cNvGrpSpPr/>
          <p:nvPr/>
        </p:nvGrpSpPr>
        <p:grpSpPr>
          <a:xfrm>
            <a:off x="6266525" y="3626788"/>
            <a:ext cx="260223" cy="353527"/>
            <a:chOff x="6266525" y="3807788"/>
            <a:chExt cx="260223" cy="353527"/>
          </a:xfrm>
        </p:grpSpPr>
        <p:sp>
          <p:nvSpPr>
            <p:cNvPr id="9546" name="Google Shape;9546;p6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0" name="Google Shape;9550;p63"/>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1" name="Google Shape;9551;p63"/>
          <p:cNvGrpSpPr/>
          <p:nvPr/>
        </p:nvGrpSpPr>
        <p:grpSpPr>
          <a:xfrm>
            <a:off x="7184363" y="3628604"/>
            <a:ext cx="202184" cy="352762"/>
            <a:chOff x="7184363" y="3809604"/>
            <a:chExt cx="202184" cy="352762"/>
          </a:xfrm>
        </p:grpSpPr>
        <p:sp>
          <p:nvSpPr>
            <p:cNvPr id="9552" name="Google Shape;9552;p6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4" name="Google Shape;9554;p63"/>
          <p:cNvGrpSpPr/>
          <p:nvPr/>
        </p:nvGrpSpPr>
        <p:grpSpPr>
          <a:xfrm>
            <a:off x="7571624" y="3627935"/>
            <a:ext cx="292047" cy="352762"/>
            <a:chOff x="7571624" y="3808935"/>
            <a:chExt cx="292047" cy="352762"/>
          </a:xfrm>
        </p:grpSpPr>
        <p:sp>
          <p:nvSpPr>
            <p:cNvPr id="9555" name="Google Shape;9555;p6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63"/>
          <p:cNvGrpSpPr/>
          <p:nvPr/>
        </p:nvGrpSpPr>
        <p:grpSpPr>
          <a:xfrm>
            <a:off x="2174559" y="3175116"/>
            <a:ext cx="364135" cy="359930"/>
            <a:chOff x="2174559" y="3356116"/>
            <a:chExt cx="364135" cy="359930"/>
          </a:xfrm>
        </p:grpSpPr>
        <p:sp>
          <p:nvSpPr>
            <p:cNvPr id="9562" name="Google Shape;9562;p6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4" name="Google Shape;9564;p63"/>
          <p:cNvGrpSpPr/>
          <p:nvPr/>
        </p:nvGrpSpPr>
        <p:grpSpPr>
          <a:xfrm>
            <a:off x="1731934" y="3174639"/>
            <a:ext cx="368371" cy="361554"/>
            <a:chOff x="1731934" y="3355639"/>
            <a:chExt cx="368371" cy="361554"/>
          </a:xfrm>
        </p:grpSpPr>
        <p:sp>
          <p:nvSpPr>
            <p:cNvPr id="9565" name="Google Shape;9565;p6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3"/>
          <p:cNvGrpSpPr/>
          <p:nvPr/>
        </p:nvGrpSpPr>
        <p:grpSpPr>
          <a:xfrm>
            <a:off x="3990517" y="3173173"/>
            <a:ext cx="279559" cy="363402"/>
            <a:chOff x="3990517" y="3354173"/>
            <a:chExt cx="279559" cy="363402"/>
          </a:xfrm>
        </p:grpSpPr>
        <p:sp>
          <p:nvSpPr>
            <p:cNvPr id="9568" name="Google Shape;9568;p6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1" name="Google Shape;9571;p63"/>
          <p:cNvGrpSpPr/>
          <p:nvPr/>
        </p:nvGrpSpPr>
        <p:grpSpPr>
          <a:xfrm>
            <a:off x="3497847" y="3236374"/>
            <a:ext cx="379680" cy="237606"/>
            <a:chOff x="3497847" y="3417374"/>
            <a:chExt cx="379680" cy="237606"/>
          </a:xfrm>
        </p:grpSpPr>
        <p:sp>
          <p:nvSpPr>
            <p:cNvPr id="9572" name="Google Shape;9572;p6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63"/>
          <p:cNvGrpSpPr/>
          <p:nvPr/>
        </p:nvGrpSpPr>
        <p:grpSpPr>
          <a:xfrm>
            <a:off x="2612597" y="3186075"/>
            <a:ext cx="376271" cy="337982"/>
            <a:chOff x="2612597" y="3367075"/>
            <a:chExt cx="376271" cy="337982"/>
          </a:xfrm>
        </p:grpSpPr>
        <p:sp>
          <p:nvSpPr>
            <p:cNvPr id="9577" name="Google Shape;9577;p6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9" name="Google Shape;9579;p63"/>
          <p:cNvGrpSpPr/>
          <p:nvPr/>
        </p:nvGrpSpPr>
        <p:grpSpPr>
          <a:xfrm>
            <a:off x="3071914" y="3183431"/>
            <a:ext cx="343652" cy="342505"/>
            <a:chOff x="3071914" y="3364431"/>
            <a:chExt cx="343652" cy="342505"/>
          </a:xfrm>
        </p:grpSpPr>
        <p:sp>
          <p:nvSpPr>
            <p:cNvPr id="9580" name="Google Shape;9580;p6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63"/>
          <p:cNvGrpSpPr/>
          <p:nvPr/>
        </p:nvGrpSpPr>
        <p:grpSpPr>
          <a:xfrm>
            <a:off x="897141" y="3178875"/>
            <a:ext cx="257962" cy="352762"/>
            <a:chOff x="897141" y="3359875"/>
            <a:chExt cx="257962" cy="352762"/>
          </a:xfrm>
        </p:grpSpPr>
        <p:sp>
          <p:nvSpPr>
            <p:cNvPr id="9586" name="Google Shape;9586;p6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63"/>
          <p:cNvGrpSpPr/>
          <p:nvPr/>
        </p:nvGrpSpPr>
        <p:grpSpPr>
          <a:xfrm>
            <a:off x="1333682" y="3163330"/>
            <a:ext cx="271213" cy="383088"/>
            <a:chOff x="1333682" y="3344330"/>
            <a:chExt cx="271213" cy="383088"/>
          </a:xfrm>
        </p:grpSpPr>
        <p:sp>
          <p:nvSpPr>
            <p:cNvPr id="9595" name="Google Shape;9595;p6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63"/>
          <p:cNvGrpSpPr/>
          <p:nvPr/>
        </p:nvGrpSpPr>
        <p:grpSpPr>
          <a:xfrm>
            <a:off x="6664394" y="3165974"/>
            <a:ext cx="353113" cy="351998"/>
            <a:chOff x="6664394" y="3346974"/>
            <a:chExt cx="353113" cy="351998"/>
          </a:xfrm>
        </p:grpSpPr>
        <p:sp>
          <p:nvSpPr>
            <p:cNvPr id="9607" name="Google Shape;9607;p6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3"/>
          <p:cNvGrpSpPr/>
          <p:nvPr/>
        </p:nvGrpSpPr>
        <p:grpSpPr>
          <a:xfrm>
            <a:off x="849741" y="1778307"/>
            <a:ext cx="399398" cy="375443"/>
            <a:chOff x="849741" y="1959307"/>
            <a:chExt cx="399398" cy="375443"/>
          </a:xfrm>
        </p:grpSpPr>
        <p:sp>
          <p:nvSpPr>
            <p:cNvPr id="9613" name="Google Shape;9613;p6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3"/>
          <p:cNvGrpSpPr/>
          <p:nvPr/>
        </p:nvGrpSpPr>
        <p:grpSpPr>
          <a:xfrm>
            <a:off x="1284212" y="1782766"/>
            <a:ext cx="379489" cy="366046"/>
            <a:chOff x="1284212" y="1963766"/>
            <a:chExt cx="379489" cy="366046"/>
          </a:xfrm>
        </p:grpSpPr>
        <p:sp>
          <p:nvSpPr>
            <p:cNvPr id="9616" name="Google Shape;9616;p6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63"/>
          <p:cNvGrpSpPr/>
          <p:nvPr/>
        </p:nvGrpSpPr>
        <p:grpSpPr>
          <a:xfrm>
            <a:off x="3037766" y="1788564"/>
            <a:ext cx="370219" cy="354928"/>
            <a:chOff x="3037766" y="1969564"/>
            <a:chExt cx="370219" cy="354928"/>
          </a:xfrm>
        </p:grpSpPr>
        <p:sp>
          <p:nvSpPr>
            <p:cNvPr id="9619" name="Google Shape;9619;p6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3" name="Google Shape;9623;p63"/>
          <p:cNvGrpSpPr/>
          <p:nvPr/>
        </p:nvGrpSpPr>
        <p:grpSpPr>
          <a:xfrm>
            <a:off x="3982553" y="1790730"/>
            <a:ext cx="304566" cy="350501"/>
            <a:chOff x="3982553" y="1971730"/>
            <a:chExt cx="304566" cy="350501"/>
          </a:xfrm>
        </p:grpSpPr>
        <p:sp>
          <p:nvSpPr>
            <p:cNvPr id="9624" name="Google Shape;9624;p6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63"/>
          <p:cNvGrpSpPr/>
          <p:nvPr/>
        </p:nvGrpSpPr>
        <p:grpSpPr>
          <a:xfrm>
            <a:off x="2567841" y="1813124"/>
            <a:ext cx="399812" cy="306477"/>
            <a:chOff x="2567841" y="1994124"/>
            <a:chExt cx="399812" cy="306477"/>
          </a:xfrm>
        </p:grpSpPr>
        <p:sp>
          <p:nvSpPr>
            <p:cNvPr id="9627" name="Google Shape;9627;p6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63"/>
          <p:cNvGrpSpPr/>
          <p:nvPr/>
        </p:nvGrpSpPr>
        <p:grpSpPr>
          <a:xfrm>
            <a:off x="2212084" y="1779358"/>
            <a:ext cx="324698" cy="372863"/>
            <a:chOff x="2212084" y="1960358"/>
            <a:chExt cx="324698" cy="372863"/>
          </a:xfrm>
        </p:grpSpPr>
        <p:sp>
          <p:nvSpPr>
            <p:cNvPr id="9631" name="Google Shape;9631;p6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4" name="Google Shape;9634;p63"/>
          <p:cNvGrpSpPr/>
          <p:nvPr/>
        </p:nvGrpSpPr>
        <p:grpSpPr>
          <a:xfrm>
            <a:off x="1805901" y="1779358"/>
            <a:ext cx="284847" cy="373627"/>
            <a:chOff x="1805901" y="1960358"/>
            <a:chExt cx="284847" cy="373627"/>
          </a:xfrm>
        </p:grpSpPr>
        <p:sp>
          <p:nvSpPr>
            <p:cNvPr id="9635" name="Google Shape;9635;p6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7" name="Google Shape;9637;p63"/>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3"/>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3"/>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0" name="Google Shape;9640;p63"/>
          <p:cNvGrpSpPr/>
          <p:nvPr/>
        </p:nvGrpSpPr>
        <p:grpSpPr>
          <a:xfrm>
            <a:off x="6656812" y="1848388"/>
            <a:ext cx="368690" cy="245793"/>
            <a:chOff x="6656812" y="2029388"/>
            <a:chExt cx="368690" cy="245793"/>
          </a:xfrm>
        </p:grpSpPr>
        <p:sp>
          <p:nvSpPr>
            <p:cNvPr id="9641" name="Google Shape;9641;p6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3"/>
          <p:cNvGrpSpPr/>
          <p:nvPr/>
        </p:nvGrpSpPr>
        <p:grpSpPr>
          <a:xfrm>
            <a:off x="4869651" y="1831218"/>
            <a:ext cx="376654" cy="281566"/>
            <a:chOff x="4869651" y="2012218"/>
            <a:chExt cx="376654" cy="281566"/>
          </a:xfrm>
        </p:grpSpPr>
        <p:sp>
          <p:nvSpPr>
            <p:cNvPr id="9652" name="Google Shape;9652;p6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6" name="Google Shape;9656;p63"/>
          <p:cNvGrpSpPr/>
          <p:nvPr/>
        </p:nvGrpSpPr>
        <p:grpSpPr>
          <a:xfrm>
            <a:off x="5306224" y="1831313"/>
            <a:ext cx="367925" cy="281694"/>
            <a:chOff x="5306224" y="2012313"/>
            <a:chExt cx="367925" cy="281694"/>
          </a:xfrm>
        </p:grpSpPr>
        <p:sp>
          <p:nvSpPr>
            <p:cNvPr id="9657" name="Google Shape;9657;p6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9" name="Google Shape;9659;p63"/>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0" name="Google Shape;9660;p63"/>
          <p:cNvGrpSpPr/>
          <p:nvPr/>
        </p:nvGrpSpPr>
        <p:grpSpPr>
          <a:xfrm>
            <a:off x="6195998" y="1802102"/>
            <a:ext cx="368308" cy="338746"/>
            <a:chOff x="6195998" y="1983102"/>
            <a:chExt cx="368308" cy="338746"/>
          </a:xfrm>
        </p:grpSpPr>
        <p:sp>
          <p:nvSpPr>
            <p:cNvPr id="9661" name="Google Shape;9661;p6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63"/>
          <p:cNvGrpSpPr/>
          <p:nvPr/>
        </p:nvGrpSpPr>
        <p:grpSpPr>
          <a:xfrm>
            <a:off x="7542031" y="1830835"/>
            <a:ext cx="369072" cy="280037"/>
            <a:chOff x="7542031" y="2011835"/>
            <a:chExt cx="369072" cy="280037"/>
          </a:xfrm>
        </p:grpSpPr>
        <p:sp>
          <p:nvSpPr>
            <p:cNvPr id="9665" name="Google Shape;9665;p6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4" name="Google Shape;9674;p63"/>
          <p:cNvGrpSpPr/>
          <p:nvPr/>
        </p:nvGrpSpPr>
        <p:grpSpPr>
          <a:xfrm>
            <a:off x="8010427" y="3167503"/>
            <a:ext cx="278795" cy="351615"/>
            <a:chOff x="8010427" y="3348503"/>
            <a:chExt cx="278795" cy="351615"/>
          </a:xfrm>
        </p:grpSpPr>
        <p:sp>
          <p:nvSpPr>
            <p:cNvPr id="9675" name="Google Shape;9675;p6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9" name="Google Shape;9679;p63"/>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0" name="Google Shape;9680;p63"/>
          <p:cNvGrpSpPr/>
          <p:nvPr/>
        </p:nvGrpSpPr>
        <p:grpSpPr>
          <a:xfrm>
            <a:off x="7141900" y="3168204"/>
            <a:ext cx="281057" cy="351010"/>
            <a:chOff x="7141900" y="3349204"/>
            <a:chExt cx="281057" cy="351010"/>
          </a:xfrm>
        </p:grpSpPr>
        <p:sp>
          <p:nvSpPr>
            <p:cNvPr id="9681" name="Google Shape;9681;p6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3"/>
          <p:cNvGrpSpPr/>
          <p:nvPr/>
        </p:nvGrpSpPr>
        <p:grpSpPr>
          <a:xfrm>
            <a:off x="5314188" y="3169032"/>
            <a:ext cx="363752" cy="353113"/>
            <a:chOff x="5314188" y="3350032"/>
            <a:chExt cx="363752" cy="353113"/>
          </a:xfrm>
        </p:grpSpPr>
        <p:sp>
          <p:nvSpPr>
            <p:cNvPr id="9685" name="Google Shape;9685;p6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63"/>
          <p:cNvGrpSpPr/>
          <p:nvPr/>
        </p:nvGrpSpPr>
        <p:grpSpPr>
          <a:xfrm>
            <a:off x="5829984" y="3169032"/>
            <a:ext cx="220755" cy="352348"/>
            <a:chOff x="5829984" y="3350032"/>
            <a:chExt cx="220755" cy="352348"/>
          </a:xfrm>
        </p:grpSpPr>
        <p:sp>
          <p:nvSpPr>
            <p:cNvPr id="9688" name="Google Shape;9688;p6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2" name="Google Shape;9692;p63"/>
          <p:cNvGrpSpPr/>
          <p:nvPr/>
        </p:nvGrpSpPr>
        <p:grpSpPr>
          <a:xfrm>
            <a:off x="4882170" y="3168841"/>
            <a:ext cx="358464" cy="352316"/>
            <a:chOff x="4882170" y="3349841"/>
            <a:chExt cx="358464" cy="352316"/>
          </a:xfrm>
        </p:grpSpPr>
        <p:sp>
          <p:nvSpPr>
            <p:cNvPr id="9693" name="Google Shape;9693;p6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5" name="Google Shape;9695;p63"/>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3"/>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7" name="Google Shape;9697;p63"/>
          <p:cNvGrpSpPr/>
          <p:nvPr/>
        </p:nvGrpSpPr>
        <p:grpSpPr>
          <a:xfrm>
            <a:off x="3044965" y="2254220"/>
            <a:ext cx="400194" cy="324316"/>
            <a:chOff x="3044965" y="2435220"/>
            <a:chExt cx="400194" cy="324316"/>
          </a:xfrm>
        </p:grpSpPr>
        <p:sp>
          <p:nvSpPr>
            <p:cNvPr id="9698" name="Google Shape;9698;p6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63"/>
          <p:cNvGrpSpPr/>
          <p:nvPr/>
        </p:nvGrpSpPr>
        <p:grpSpPr>
          <a:xfrm>
            <a:off x="6203579" y="3167981"/>
            <a:ext cx="351615" cy="350373"/>
            <a:chOff x="6203579" y="3348981"/>
            <a:chExt cx="351615" cy="350373"/>
          </a:xfrm>
        </p:grpSpPr>
        <p:sp>
          <p:nvSpPr>
            <p:cNvPr id="9702" name="Google Shape;9702;p6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7" name="Google Shape;9707;p63"/>
          <p:cNvGrpSpPr/>
          <p:nvPr/>
        </p:nvGrpSpPr>
        <p:grpSpPr>
          <a:xfrm>
            <a:off x="4878379" y="2292892"/>
            <a:ext cx="367161" cy="287523"/>
            <a:chOff x="4878379" y="2473892"/>
            <a:chExt cx="367161" cy="287523"/>
          </a:xfrm>
        </p:grpSpPr>
        <p:sp>
          <p:nvSpPr>
            <p:cNvPr id="9708" name="Google Shape;9708;p6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63"/>
          <p:cNvGrpSpPr/>
          <p:nvPr/>
        </p:nvGrpSpPr>
        <p:grpSpPr>
          <a:xfrm>
            <a:off x="1325719" y="2706689"/>
            <a:ext cx="290581" cy="372481"/>
            <a:chOff x="1325719" y="2887689"/>
            <a:chExt cx="290581" cy="372481"/>
          </a:xfrm>
        </p:grpSpPr>
        <p:sp>
          <p:nvSpPr>
            <p:cNvPr id="9714" name="Google Shape;9714;p6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6" name="Google Shape;9716;p63"/>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7" name="Google Shape;9717;p63"/>
          <p:cNvGrpSpPr/>
          <p:nvPr/>
        </p:nvGrpSpPr>
        <p:grpSpPr>
          <a:xfrm>
            <a:off x="3510335" y="2711499"/>
            <a:ext cx="360726" cy="361204"/>
            <a:chOff x="3510335" y="2892499"/>
            <a:chExt cx="360726" cy="361204"/>
          </a:xfrm>
        </p:grpSpPr>
        <p:sp>
          <p:nvSpPr>
            <p:cNvPr id="9718" name="Google Shape;9718;p6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3" name="Google Shape;9723;p63"/>
          <p:cNvGrpSpPr/>
          <p:nvPr/>
        </p:nvGrpSpPr>
        <p:grpSpPr>
          <a:xfrm>
            <a:off x="3086313" y="2696049"/>
            <a:ext cx="320143" cy="392581"/>
            <a:chOff x="3086313" y="2877049"/>
            <a:chExt cx="320143" cy="392581"/>
          </a:xfrm>
        </p:grpSpPr>
        <p:sp>
          <p:nvSpPr>
            <p:cNvPr id="9724" name="Google Shape;9724;p6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6" name="Google Shape;9736;p63"/>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7" name="Google Shape;9737;p63"/>
          <p:cNvGrpSpPr/>
          <p:nvPr/>
        </p:nvGrpSpPr>
        <p:grpSpPr>
          <a:xfrm>
            <a:off x="861113" y="2704746"/>
            <a:ext cx="333809" cy="373277"/>
            <a:chOff x="861113" y="2885746"/>
            <a:chExt cx="333809" cy="373277"/>
          </a:xfrm>
        </p:grpSpPr>
        <p:sp>
          <p:nvSpPr>
            <p:cNvPr id="9738" name="Google Shape;9738;p6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1" name="Google Shape;9741;p63"/>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3"/>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3" name="Google Shape;9743;p63"/>
          <p:cNvGrpSpPr/>
          <p:nvPr/>
        </p:nvGrpSpPr>
        <p:grpSpPr>
          <a:xfrm>
            <a:off x="1297654" y="1323481"/>
            <a:ext cx="349354" cy="362223"/>
            <a:chOff x="1297654" y="1504481"/>
            <a:chExt cx="349354" cy="362223"/>
          </a:xfrm>
        </p:grpSpPr>
        <p:sp>
          <p:nvSpPr>
            <p:cNvPr id="9744" name="Google Shape;9744;p6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7" name="Google Shape;9747;p63"/>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8" name="Google Shape;9748;p63"/>
          <p:cNvGrpSpPr/>
          <p:nvPr/>
        </p:nvGrpSpPr>
        <p:grpSpPr>
          <a:xfrm>
            <a:off x="852385" y="1329916"/>
            <a:ext cx="353145" cy="351998"/>
            <a:chOff x="852385" y="1510916"/>
            <a:chExt cx="353145" cy="351998"/>
          </a:xfrm>
        </p:grpSpPr>
        <p:sp>
          <p:nvSpPr>
            <p:cNvPr id="9749" name="Google Shape;9749;p6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3"/>
          <p:cNvGrpSpPr/>
          <p:nvPr/>
        </p:nvGrpSpPr>
        <p:grpSpPr>
          <a:xfrm>
            <a:off x="1745217" y="1334471"/>
            <a:ext cx="343269" cy="342505"/>
            <a:chOff x="1745217" y="1515471"/>
            <a:chExt cx="343269" cy="342505"/>
          </a:xfrm>
        </p:grpSpPr>
        <p:sp>
          <p:nvSpPr>
            <p:cNvPr id="9753" name="Google Shape;9753;p6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7" name="Google Shape;9757;p63"/>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8" name="Google Shape;9758;p63"/>
          <p:cNvGrpSpPr/>
          <p:nvPr/>
        </p:nvGrpSpPr>
        <p:grpSpPr>
          <a:xfrm>
            <a:off x="3042703" y="1348137"/>
            <a:ext cx="411535" cy="315587"/>
            <a:chOff x="3042703" y="1529137"/>
            <a:chExt cx="411535" cy="315587"/>
          </a:xfrm>
        </p:grpSpPr>
        <p:sp>
          <p:nvSpPr>
            <p:cNvPr id="9759" name="Google Shape;9759;p6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9" name="Google Shape;9769;p63"/>
          <p:cNvGrpSpPr/>
          <p:nvPr/>
        </p:nvGrpSpPr>
        <p:grpSpPr>
          <a:xfrm>
            <a:off x="2629289" y="1363682"/>
            <a:ext cx="350501" cy="284497"/>
            <a:chOff x="2629289" y="1544682"/>
            <a:chExt cx="350501" cy="284497"/>
          </a:xfrm>
        </p:grpSpPr>
        <p:sp>
          <p:nvSpPr>
            <p:cNvPr id="9770" name="Google Shape;9770;p6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5" name="Google Shape;9775;p63"/>
          <p:cNvGrpSpPr/>
          <p:nvPr/>
        </p:nvGrpSpPr>
        <p:grpSpPr>
          <a:xfrm>
            <a:off x="5305077" y="1321633"/>
            <a:ext cx="367893" cy="365218"/>
            <a:chOff x="5305077" y="1502633"/>
            <a:chExt cx="367893" cy="365218"/>
          </a:xfrm>
        </p:grpSpPr>
        <p:sp>
          <p:nvSpPr>
            <p:cNvPr id="9776" name="Google Shape;9776;p6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8" name="Google Shape;9778;p63"/>
          <p:cNvGrpSpPr/>
          <p:nvPr/>
        </p:nvGrpSpPr>
        <p:grpSpPr>
          <a:xfrm>
            <a:off x="7100170" y="1319117"/>
            <a:ext cx="368308" cy="367033"/>
            <a:chOff x="7100170" y="1500117"/>
            <a:chExt cx="368308" cy="367033"/>
          </a:xfrm>
        </p:grpSpPr>
        <p:sp>
          <p:nvSpPr>
            <p:cNvPr id="9779" name="Google Shape;9779;p6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2" name="Google Shape;9792;p63"/>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3" name="Google Shape;9793;p63"/>
          <p:cNvGrpSpPr/>
          <p:nvPr/>
        </p:nvGrpSpPr>
        <p:grpSpPr>
          <a:xfrm>
            <a:off x="6649231" y="1319021"/>
            <a:ext cx="390287" cy="367065"/>
            <a:chOff x="6649231" y="1500021"/>
            <a:chExt cx="390287" cy="367065"/>
          </a:xfrm>
        </p:grpSpPr>
        <p:sp>
          <p:nvSpPr>
            <p:cNvPr id="9794" name="Google Shape;9794;p6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63"/>
          <p:cNvGrpSpPr/>
          <p:nvPr/>
        </p:nvGrpSpPr>
        <p:grpSpPr>
          <a:xfrm>
            <a:off x="5746938" y="1362503"/>
            <a:ext cx="387261" cy="280356"/>
            <a:chOff x="5746938" y="1543503"/>
            <a:chExt cx="387261" cy="280356"/>
          </a:xfrm>
        </p:grpSpPr>
        <p:sp>
          <p:nvSpPr>
            <p:cNvPr id="9807" name="Google Shape;9807;p6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63"/>
          <p:cNvGrpSpPr/>
          <p:nvPr/>
        </p:nvGrpSpPr>
        <p:grpSpPr>
          <a:xfrm>
            <a:off x="6196730" y="1344346"/>
            <a:ext cx="369072" cy="317467"/>
            <a:chOff x="6196730" y="1525346"/>
            <a:chExt cx="369072" cy="317467"/>
          </a:xfrm>
        </p:grpSpPr>
        <p:sp>
          <p:nvSpPr>
            <p:cNvPr id="9810" name="Google Shape;9810;p6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3" name="Google Shape;9813;p63"/>
          <p:cNvGrpSpPr/>
          <p:nvPr/>
        </p:nvGrpSpPr>
        <p:grpSpPr>
          <a:xfrm>
            <a:off x="4940592" y="1319690"/>
            <a:ext cx="246558" cy="367161"/>
            <a:chOff x="4940592" y="1500690"/>
            <a:chExt cx="246558" cy="367161"/>
          </a:xfrm>
        </p:grpSpPr>
        <p:sp>
          <p:nvSpPr>
            <p:cNvPr id="9814" name="Google Shape;9814;p6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8" name="Google Shape;9818;p63"/>
          <p:cNvGrpSpPr/>
          <p:nvPr/>
        </p:nvGrpSpPr>
        <p:grpSpPr>
          <a:xfrm>
            <a:off x="7964906" y="1318894"/>
            <a:ext cx="380858" cy="367575"/>
            <a:chOff x="7964906" y="1499894"/>
            <a:chExt cx="380858" cy="367575"/>
          </a:xfrm>
        </p:grpSpPr>
        <p:sp>
          <p:nvSpPr>
            <p:cNvPr id="9819" name="Google Shape;9819;p6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2" name="Google Shape;9822;p63"/>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3" name="Google Shape;9823;p63"/>
          <p:cNvGrpSpPr/>
          <p:nvPr/>
        </p:nvGrpSpPr>
        <p:grpSpPr>
          <a:xfrm>
            <a:off x="8007400" y="2721278"/>
            <a:ext cx="285230" cy="355597"/>
            <a:chOff x="8007400" y="2902278"/>
            <a:chExt cx="285230" cy="355597"/>
          </a:xfrm>
        </p:grpSpPr>
        <p:sp>
          <p:nvSpPr>
            <p:cNvPr id="9824" name="Google Shape;9824;p6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63"/>
          <p:cNvGrpSpPr/>
          <p:nvPr/>
        </p:nvGrpSpPr>
        <p:grpSpPr>
          <a:xfrm>
            <a:off x="6219124" y="2721788"/>
            <a:ext cx="318231" cy="355470"/>
            <a:chOff x="6219124" y="2902788"/>
            <a:chExt cx="318231" cy="355470"/>
          </a:xfrm>
        </p:grpSpPr>
        <p:sp>
          <p:nvSpPr>
            <p:cNvPr id="9827" name="Google Shape;9827;p6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63"/>
          <p:cNvGrpSpPr/>
          <p:nvPr/>
        </p:nvGrpSpPr>
        <p:grpSpPr>
          <a:xfrm>
            <a:off x="4969421" y="2721852"/>
            <a:ext cx="185109" cy="355406"/>
            <a:chOff x="4969421" y="2902852"/>
            <a:chExt cx="185109" cy="355406"/>
          </a:xfrm>
        </p:grpSpPr>
        <p:sp>
          <p:nvSpPr>
            <p:cNvPr id="9831" name="Google Shape;9831;p6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7" name="Google Shape;9837;p63"/>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3"/>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9" name="Google Shape;9839;p63"/>
          <p:cNvGrpSpPr/>
          <p:nvPr/>
        </p:nvGrpSpPr>
        <p:grpSpPr>
          <a:xfrm>
            <a:off x="6685259" y="2721852"/>
            <a:ext cx="311414" cy="355406"/>
            <a:chOff x="6685259" y="2902852"/>
            <a:chExt cx="311414" cy="355406"/>
          </a:xfrm>
        </p:grpSpPr>
        <p:sp>
          <p:nvSpPr>
            <p:cNvPr id="9840" name="Google Shape;9840;p6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3" name="Google Shape;9843;p63"/>
          <p:cNvGrpSpPr/>
          <p:nvPr/>
        </p:nvGrpSpPr>
        <p:grpSpPr>
          <a:xfrm>
            <a:off x="5309250" y="2722170"/>
            <a:ext cx="359579" cy="355852"/>
            <a:chOff x="5309250" y="2903170"/>
            <a:chExt cx="359579" cy="355852"/>
          </a:xfrm>
        </p:grpSpPr>
        <p:sp>
          <p:nvSpPr>
            <p:cNvPr id="9844" name="Google Shape;9844;p6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63"/>
          <p:cNvGrpSpPr/>
          <p:nvPr/>
        </p:nvGrpSpPr>
        <p:grpSpPr>
          <a:xfrm>
            <a:off x="2199565" y="2240172"/>
            <a:ext cx="312179" cy="353431"/>
            <a:chOff x="2199565" y="2421172"/>
            <a:chExt cx="312179" cy="353431"/>
          </a:xfrm>
        </p:grpSpPr>
        <p:sp>
          <p:nvSpPr>
            <p:cNvPr id="9848" name="Google Shape;9848;p6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63"/>
          <p:cNvGrpSpPr/>
          <p:nvPr/>
        </p:nvGrpSpPr>
        <p:grpSpPr>
          <a:xfrm>
            <a:off x="1750887" y="2244727"/>
            <a:ext cx="320143" cy="343269"/>
            <a:chOff x="1750887" y="2425727"/>
            <a:chExt cx="320143" cy="343269"/>
          </a:xfrm>
        </p:grpSpPr>
        <p:sp>
          <p:nvSpPr>
            <p:cNvPr id="9851" name="Google Shape;9851;p6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3" name="Google Shape;9853;p63"/>
          <p:cNvGrpSpPr/>
          <p:nvPr/>
        </p:nvGrpSpPr>
        <p:grpSpPr>
          <a:xfrm>
            <a:off x="1298037" y="2244727"/>
            <a:ext cx="338364" cy="342887"/>
            <a:chOff x="1298037" y="2425727"/>
            <a:chExt cx="338364" cy="342887"/>
          </a:xfrm>
        </p:grpSpPr>
        <p:sp>
          <p:nvSpPr>
            <p:cNvPr id="9854" name="Google Shape;9854;p6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8" name="Google Shape;9858;p63"/>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9" name="Google Shape;9859;p63"/>
          <p:cNvGrpSpPr/>
          <p:nvPr/>
        </p:nvGrpSpPr>
        <p:grpSpPr>
          <a:xfrm>
            <a:off x="3974207" y="2248009"/>
            <a:ext cx="320143" cy="338491"/>
            <a:chOff x="3974207" y="2429009"/>
            <a:chExt cx="320143" cy="338491"/>
          </a:xfrm>
        </p:grpSpPr>
        <p:sp>
          <p:nvSpPr>
            <p:cNvPr id="9860" name="Google Shape;9860;p6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63"/>
          <p:cNvGrpSpPr/>
          <p:nvPr/>
        </p:nvGrpSpPr>
        <p:grpSpPr>
          <a:xfrm>
            <a:off x="2623237" y="2250047"/>
            <a:ext cx="355024" cy="332630"/>
            <a:chOff x="2623237" y="2431047"/>
            <a:chExt cx="355024" cy="332630"/>
          </a:xfrm>
        </p:grpSpPr>
        <p:sp>
          <p:nvSpPr>
            <p:cNvPr id="9863" name="Google Shape;9863;p6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7" name="Google Shape;9867;p63"/>
          <p:cNvGrpSpPr/>
          <p:nvPr/>
        </p:nvGrpSpPr>
        <p:grpSpPr>
          <a:xfrm>
            <a:off x="6657194" y="2253073"/>
            <a:ext cx="375507" cy="367925"/>
            <a:chOff x="6657194" y="2434073"/>
            <a:chExt cx="375507" cy="367925"/>
          </a:xfrm>
        </p:grpSpPr>
        <p:sp>
          <p:nvSpPr>
            <p:cNvPr id="9868" name="Google Shape;9868;p6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63"/>
          <p:cNvGrpSpPr/>
          <p:nvPr/>
        </p:nvGrpSpPr>
        <p:grpSpPr>
          <a:xfrm>
            <a:off x="7101317" y="2260655"/>
            <a:ext cx="367925" cy="352380"/>
            <a:chOff x="7101317" y="2441655"/>
            <a:chExt cx="367925" cy="352380"/>
          </a:xfrm>
        </p:grpSpPr>
        <p:sp>
          <p:nvSpPr>
            <p:cNvPr id="9872" name="Google Shape;9872;p6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63"/>
          <p:cNvGrpSpPr/>
          <p:nvPr/>
        </p:nvGrpSpPr>
        <p:grpSpPr>
          <a:xfrm>
            <a:off x="5756399" y="2253456"/>
            <a:ext cx="367925" cy="367161"/>
            <a:chOff x="5756399" y="2434456"/>
            <a:chExt cx="367925" cy="367161"/>
          </a:xfrm>
        </p:grpSpPr>
        <p:sp>
          <p:nvSpPr>
            <p:cNvPr id="9875" name="Google Shape;9875;p6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2" name="Google Shape;9882;p63"/>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3"/>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4" name="Google Shape;9884;p63"/>
          <p:cNvGrpSpPr/>
          <p:nvPr/>
        </p:nvGrpSpPr>
        <p:grpSpPr>
          <a:xfrm>
            <a:off x="7964906" y="2253073"/>
            <a:ext cx="373627" cy="367925"/>
            <a:chOff x="7964906" y="2434073"/>
            <a:chExt cx="373627" cy="367925"/>
          </a:xfrm>
        </p:grpSpPr>
        <p:sp>
          <p:nvSpPr>
            <p:cNvPr id="9885" name="Google Shape;9885;p6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3"/>
          <p:cNvGrpSpPr/>
          <p:nvPr/>
        </p:nvGrpSpPr>
        <p:grpSpPr>
          <a:xfrm>
            <a:off x="6194086" y="2256737"/>
            <a:ext cx="369837" cy="360471"/>
            <a:chOff x="6194086" y="2437737"/>
            <a:chExt cx="369837" cy="360471"/>
          </a:xfrm>
        </p:grpSpPr>
        <p:sp>
          <p:nvSpPr>
            <p:cNvPr id="9888" name="Google Shape;9888;p6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0" name="Google Shape;9890;p63"/>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891" name="Google Shape;9891;p63"/>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95"/>
        <p:cNvGrpSpPr/>
        <p:nvPr/>
      </p:nvGrpSpPr>
      <p:grpSpPr>
        <a:xfrm>
          <a:off x="0" y="0"/>
          <a:ext cx="0" cy="0"/>
          <a:chOff x="0" y="0"/>
          <a:chExt cx="0" cy="0"/>
        </a:xfrm>
      </p:grpSpPr>
      <p:grpSp>
        <p:nvGrpSpPr>
          <p:cNvPr id="9896" name="Google Shape;9896;p64"/>
          <p:cNvGrpSpPr/>
          <p:nvPr/>
        </p:nvGrpSpPr>
        <p:grpSpPr>
          <a:xfrm>
            <a:off x="3122257" y="1334344"/>
            <a:ext cx="294850" cy="349434"/>
            <a:chOff x="3122257" y="1508594"/>
            <a:chExt cx="294850" cy="349434"/>
          </a:xfrm>
        </p:grpSpPr>
        <p:sp>
          <p:nvSpPr>
            <p:cNvPr id="9897" name="Google Shape;9897;p6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2" name="Google Shape;9902;p64"/>
          <p:cNvGrpSpPr/>
          <p:nvPr/>
        </p:nvGrpSpPr>
        <p:grpSpPr>
          <a:xfrm>
            <a:off x="910723" y="1333962"/>
            <a:ext cx="251660" cy="350166"/>
            <a:chOff x="910723" y="1508212"/>
            <a:chExt cx="251660" cy="350166"/>
          </a:xfrm>
        </p:grpSpPr>
        <p:sp>
          <p:nvSpPr>
            <p:cNvPr id="9903" name="Google Shape;9903;p6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0" name="Google Shape;9920;p64"/>
          <p:cNvGrpSpPr/>
          <p:nvPr/>
        </p:nvGrpSpPr>
        <p:grpSpPr>
          <a:xfrm>
            <a:off x="1308631" y="1333580"/>
            <a:ext cx="350166" cy="350198"/>
            <a:chOff x="1308631" y="1507830"/>
            <a:chExt cx="350166" cy="350198"/>
          </a:xfrm>
        </p:grpSpPr>
        <p:sp>
          <p:nvSpPr>
            <p:cNvPr id="9921" name="Google Shape;9921;p6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5" name="Google Shape;9925;p64"/>
          <p:cNvGrpSpPr/>
          <p:nvPr/>
        </p:nvGrpSpPr>
        <p:grpSpPr>
          <a:xfrm>
            <a:off x="1756921" y="1335489"/>
            <a:ext cx="345997" cy="345997"/>
            <a:chOff x="1756921" y="1509739"/>
            <a:chExt cx="345997" cy="345997"/>
          </a:xfrm>
        </p:grpSpPr>
        <p:sp>
          <p:nvSpPr>
            <p:cNvPr id="9926" name="Google Shape;9926;p6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64"/>
          <p:cNvGrpSpPr/>
          <p:nvPr/>
        </p:nvGrpSpPr>
        <p:grpSpPr>
          <a:xfrm>
            <a:off x="2216956" y="1336253"/>
            <a:ext cx="318721" cy="345615"/>
            <a:chOff x="2216956" y="1510503"/>
            <a:chExt cx="318721" cy="345615"/>
          </a:xfrm>
        </p:grpSpPr>
        <p:sp>
          <p:nvSpPr>
            <p:cNvPr id="9944" name="Google Shape;9944;p6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4"/>
          <p:cNvGrpSpPr/>
          <p:nvPr/>
        </p:nvGrpSpPr>
        <p:grpSpPr>
          <a:xfrm>
            <a:off x="3988156" y="1394211"/>
            <a:ext cx="349052" cy="230049"/>
            <a:chOff x="3988156" y="1568461"/>
            <a:chExt cx="349052" cy="230049"/>
          </a:xfrm>
        </p:grpSpPr>
        <p:sp>
          <p:nvSpPr>
            <p:cNvPr id="9950" name="Google Shape;9950;p6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64"/>
          <p:cNvGrpSpPr/>
          <p:nvPr/>
        </p:nvGrpSpPr>
        <p:grpSpPr>
          <a:xfrm>
            <a:off x="2633037" y="1325623"/>
            <a:ext cx="379002" cy="366112"/>
            <a:chOff x="2633037" y="1499873"/>
            <a:chExt cx="379002" cy="366112"/>
          </a:xfrm>
        </p:grpSpPr>
        <p:sp>
          <p:nvSpPr>
            <p:cNvPr id="9958" name="Google Shape;9958;p6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4" name="Google Shape;9964;p64"/>
          <p:cNvGrpSpPr/>
          <p:nvPr/>
        </p:nvGrpSpPr>
        <p:grpSpPr>
          <a:xfrm>
            <a:off x="6675256" y="1341919"/>
            <a:ext cx="327823" cy="357009"/>
            <a:chOff x="6675256" y="1516169"/>
            <a:chExt cx="327823" cy="357009"/>
          </a:xfrm>
        </p:grpSpPr>
        <p:sp>
          <p:nvSpPr>
            <p:cNvPr id="9965" name="Google Shape;9965;p6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64"/>
          <p:cNvGrpSpPr/>
          <p:nvPr/>
        </p:nvGrpSpPr>
        <p:grpSpPr>
          <a:xfrm>
            <a:off x="8020159" y="1342301"/>
            <a:ext cx="300897" cy="356627"/>
            <a:chOff x="8020159" y="1516551"/>
            <a:chExt cx="300897" cy="356627"/>
          </a:xfrm>
        </p:grpSpPr>
        <p:sp>
          <p:nvSpPr>
            <p:cNvPr id="9975" name="Google Shape;9975;p6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64"/>
          <p:cNvGrpSpPr/>
          <p:nvPr/>
        </p:nvGrpSpPr>
        <p:grpSpPr>
          <a:xfrm>
            <a:off x="5377363" y="1341919"/>
            <a:ext cx="257357" cy="356627"/>
            <a:chOff x="5377363" y="1516169"/>
            <a:chExt cx="257357" cy="356627"/>
          </a:xfrm>
        </p:grpSpPr>
        <p:sp>
          <p:nvSpPr>
            <p:cNvPr id="9981" name="Google Shape;9981;p6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4"/>
          <p:cNvGrpSpPr/>
          <p:nvPr/>
        </p:nvGrpSpPr>
        <p:grpSpPr>
          <a:xfrm>
            <a:off x="4880567" y="1361620"/>
            <a:ext cx="356245" cy="317607"/>
            <a:chOff x="4880567" y="1535870"/>
            <a:chExt cx="356245" cy="317607"/>
          </a:xfrm>
        </p:grpSpPr>
        <p:sp>
          <p:nvSpPr>
            <p:cNvPr id="9999" name="Google Shape;9999;p6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4"/>
          <p:cNvGrpSpPr/>
          <p:nvPr/>
        </p:nvGrpSpPr>
        <p:grpSpPr>
          <a:xfrm>
            <a:off x="5771483" y="1341537"/>
            <a:ext cx="357359" cy="357391"/>
            <a:chOff x="5771483" y="1515787"/>
            <a:chExt cx="357359" cy="357391"/>
          </a:xfrm>
        </p:grpSpPr>
        <p:sp>
          <p:nvSpPr>
            <p:cNvPr id="10005" name="Google Shape;10005;p6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4"/>
          <p:cNvGrpSpPr/>
          <p:nvPr/>
        </p:nvGrpSpPr>
        <p:grpSpPr>
          <a:xfrm>
            <a:off x="7121669" y="1359360"/>
            <a:ext cx="321362" cy="321362"/>
            <a:chOff x="7121669" y="1533610"/>
            <a:chExt cx="321362" cy="321362"/>
          </a:xfrm>
        </p:grpSpPr>
        <p:sp>
          <p:nvSpPr>
            <p:cNvPr id="10010" name="Google Shape;10010;p6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64"/>
          <p:cNvGrpSpPr/>
          <p:nvPr/>
        </p:nvGrpSpPr>
        <p:grpSpPr>
          <a:xfrm>
            <a:off x="7562766" y="1340614"/>
            <a:ext cx="327059" cy="360192"/>
            <a:chOff x="7562766" y="1514864"/>
            <a:chExt cx="327059" cy="360192"/>
          </a:xfrm>
        </p:grpSpPr>
        <p:sp>
          <p:nvSpPr>
            <p:cNvPr id="10015" name="Google Shape;10015;p6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64"/>
          <p:cNvGrpSpPr/>
          <p:nvPr/>
        </p:nvGrpSpPr>
        <p:grpSpPr>
          <a:xfrm>
            <a:off x="6221229" y="1324423"/>
            <a:ext cx="361636" cy="362183"/>
            <a:chOff x="6259175" y="1559008"/>
            <a:chExt cx="271743" cy="272093"/>
          </a:xfrm>
        </p:grpSpPr>
        <p:sp>
          <p:nvSpPr>
            <p:cNvPr id="10020" name="Google Shape;10020;p6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4"/>
          <p:cNvGrpSpPr/>
          <p:nvPr/>
        </p:nvGrpSpPr>
        <p:grpSpPr>
          <a:xfrm>
            <a:off x="6671087" y="1835054"/>
            <a:ext cx="332757" cy="281833"/>
            <a:chOff x="6671087" y="2009304"/>
            <a:chExt cx="332757" cy="281833"/>
          </a:xfrm>
        </p:grpSpPr>
        <p:sp>
          <p:nvSpPr>
            <p:cNvPr id="10038" name="Google Shape;10038;p6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0" name="Google Shape;10040;p64"/>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1" name="Google Shape;10041;p64"/>
          <p:cNvGrpSpPr/>
          <p:nvPr/>
        </p:nvGrpSpPr>
        <p:grpSpPr>
          <a:xfrm>
            <a:off x="2201806" y="1802335"/>
            <a:ext cx="349784" cy="349434"/>
            <a:chOff x="2201806" y="1976585"/>
            <a:chExt cx="349784" cy="349434"/>
          </a:xfrm>
        </p:grpSpPr>
        <p:sp>
          <p:nvSpPr>
            <p:cNvPr id="10042" name="Google Shape;10042;p6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6" name="Google Shape;10046;p64"/>
          <p:cNvGrpSpPr/>
          <p:nvPr/>
        </p:nvGrpSpPr>
        <p:grpSpPr>
          <a:xfrm>
            <a:off x="3094217" y="1802335"/>
            <a:ext cx="350198" cy="350548"/>
            <a:chOff x="3094217" y="1976585"/>
            <a:chExt cx="350198" cy="350548"/>
          </a:xfrm>
        </p:grpSpPr>
        <p:sp>
          <p:nvSpPr>
            <p:cNvPr id="10047" name="Google Shape;10047;p6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4"/>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1" name="Google Shape;10061;p64"/>
          <p:cNvGrpSpPr/>
          <p:nvPr/>
        </p:nvGrpSpPr>
        <p:grpSpPr>
          <a:xfrm>
            <a:off x="3979435" y="1802335"/>
            <a:ext cx="345265" cy="349848"/>
            <a:chOff x="3979435" y="1976585"/>
            <a:chExt cx="345265" cy="349848"/>
          </a:xfrm>
        </p:grpSpPr>
        <p:sp>
          <p:nvSpPr>
            <p:cNvPr id="10062" name="Google Shape;10062;p6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64"/>
          <p:cNvGrpSpPr/>
          <p:nvPr/>
        </p:nvGrpSpPr>
        <p:grpSpPr>
          <a:xfrm>
            <a:off x="3541011" y="1334344"/>
            <a:ext cx="350166" cy="349434"/>
            <a:chOff x="3541011" y="1508594"/>
            <a:chExt cx="350166" cy="349434"/>
          </a:xfrm>
        </p:grpSpPr>
        <p:sp>
          <p:nvSpPr>
            <p:cNvPr id="10080" name="Google Shape;10080;p6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64"/>
          <p:cNvGrpSpPr/>
          <p:nvPr/>
        </p:nvGrpSpPr>
        <p:grpSpPr>
          <a:xfrm>
            <a:off x="3576626" y="1801571"/>
            <a:ext cx="284251" cy="351694"/>
            <a:chOff x="3576626" y="1975821"/>
            <a:chExt cx="284251" cy="351694"/>
          </a:xfrm>
        </p:grpSpPr>
        <p:sp>
          <p:nvSpPr>
            <p:cNvPr id="10094" name="Google Shape;10094;p6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7" name="Google Shape;10097;p64"/>
          <p:cNvGrpSpPr/>
          <p:nvPr/>
        </p:nvGrpSpPr>
        <p:grpSpPr>
          <a:xfrm>
            <a:off x="2722090" y="2715912"/>
            <a:ext cx="238770" cy="371841"/>
            <a:chOff x="2722090" y="2890162"/>
            <a:chExt cx="238770" cy="371841"/>
          </a:xfrm>
        </p:grpSpPr>
        <p:sp>
          <p:nvSpPr>
            <p:cNvPr id="10098" name="Google Shape;10098;p6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1" name="Google Shape;10101;p64"/>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2" name="Google Shape;10102;p64"/>
          <p:cNvGrpSpPr/>
          <p:nvPr/>
        </p:nvGrpSpPr>
        <p:grpSpPr>
          <a:xfrm>
            <a:off x="6216367" y="1795906"/>
            <a:ext cx="361147" cy="361147"/>
            <a:chOff x="6216367" y="1970156"/>
            <a:chExt cx="361147" cy="361147"/>
          </a:xfrm>
        </p:grpSpPr>
        <p:sp>
          <p:nvSpPr>
            <p:cNvPr id="10103" name="Google Shape;10103;p6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64"/>
          <p:cNvGrpSpPr/>
          <p:nvPr/>
        </p:nvGrpSpPr>
        <p:grpSpPr>
          <a:xfrm>
            <a:off x="1289311" y="2751972"/>
            <a:ext cx="408156" cy="299783"/>
            <a:chOff x="1289311" y="2926222"/>
            <a:chExt cx="408156" cy="299783"/>
          </a:xfrm>
        </p:grpSpPr>
        <p:sp>
          <p:nvSpPr>
            <p:cNvPr id="10108" name="Google Shape;10108;p6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64"/>
          <p:cNvGrpSpPr/>
          <p:nvPr/>
        </p:nvGrpSpPr>
        <p:grpSpPr>
          <a:xfrm>
            <a:off x="7978465" y="1795142"/>
            <a:ext cx="361147" cy="360797"/>
            <a:chOff x="7978465" y="1969392"/>
            <a:chExt cx="361147" cy="360797"/>
          </a:xfrm>
        </p:grpSpPr>
        <p:sp>
          <p:nvSpPr>
            <p:cNvPr id="10111" name="Google Shape;10111;p6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0" name="Google Shape;10120;p64"/>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1" name="Google Shape;10121;p64"/>
          <p:cNvGrpSpPr/>
          <p:nvPr/>
        </p:nvGrpSpPr>
        <p:grpSpPr>
          <a:xfrm>
            <a:off x="854261" y="2734563"/>
            <a:ext cx="377474" cy="335748"/>
            <a:chOff x="854261" y="2908813"/>
            <a:chExt cx="377474" cy="335748"/>
          </a:xfrm>
        </p:grpSpPr>
        <p:sp>
          <p:nvSpPr>
            <p:cNvPr id="10122" name="Google Shape;10122;p6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64"/>
          <p:cNvGrpSpPr/>
          <p:nvPr/>
        </p:nvGrpSpPr>
        <p:grpSpPr>
          <a:xfrm>
            <a:off x="1749728" y="2720527"/>
            <a:ext cx="386927" cy="363438"/>
            <a:chOff x="1749728" y="2894777"/>
            <a:chExt cx="386927" cy="363438"/>
          </a:xfrm>
        </p:grpSpPr>
        <p:sp>
          <p:nvSpPr>
            <p:cNvPr id="10128" name="Google Shape;10128;p6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64"/>
          <p:cNvGrpSpPr/>
          <p:nvPr/>
        </p:nvGrpSpPr>
        <p:grpSpPr>
          <a:xfrm>
            <a:off x="7098912" y="1795142"/>
            <a:ext cx="359651" cy="361560"/>
            <a:chOff x="7098912" y="1969392"/>
            <a:chExt cx="359651" cy="361560"/>
          </a:xfrm>
        </p:grpSpPr>
        <p:sp>
          <p:nvSpPr>
            <p:cNvPr id="10136" name="Google Shape;10136;p6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9" name="Google Shape;10149;p64"/>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0" name="Google Shape;10150;p64"/>
          <p:cNvGrpSpPr/>
          <p:nvPr/>
        </p:nvGrpSpPr>
        <p:grpSpPr>
          <a:xfrm>
            <a:off x="5352728" y="1815989"/>
            <a:ext cx="327091" cy="322508"/>
            <a:chOff x="5352728" y="1990239"/>
            <a:chExt cx="327091" cy="322508"/>
          </a:xfrm>
        </p:grpSpPr>
        <p:sp>
          <p:nvSpPr>
            <p:cNvPr id="10151" name="Google Shape;10151;p6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4"/>
          <p:cNvGrpSpPr/>
          <p:nvPr/>
        </p:nvGrpSpPr>
        <p:grpSpPr>
          <a:xfrm>
            <a:off x="7538896" y="1795906"/>
            <a:ext cx="361147" cy="361529"/>
            <a:chOff x="7538896" y="1970156"/>
            <a:chExt cx="361147" cy="361529"/>
          </a:xfrm>
        </p:grpSpPr>
        <p:sp>
          <p:nvSpPr>
            <p:cNvPr id="10155" name="Google Shape;10155;p6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64"/>
          <p:cNvGrpSpPr/>
          <p:nvPr/>
        </p:nvGrpSpPr>
        <p:grpSpPr>
          <a:xfrm>
            <a:off x="4896099" y="1796670"/>
            <a:ext cx="358155" cy="358123"/>
            <a:chOff x="4896099" y="1970920"/>
            <a:chExt cx="358155" cy="358123"/>
          </a:xfrm>
        </p:grpSpPr>
        <p:sp>
          <p:nvSpPr>
            <p:cNvPr id="10162" name="Google Shape;10162;p6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64"/>
          <p:cNvGrpSpPr/>
          <p:nvPr/>
        </p:nvGrpSpPr>
        <p:grpSpPr>
          <a:xfrm>
            <a:off x="4048787" y="2802769"/>
            <a:ext cx="283488" cy="198604"/>
            <a:chOff x="4048787" y="2977019"/>
            <a:chExt cx="283488" cy="198604"/>
          </a:xfrm>
        </p:grpSpPr>
        <p:sp>
          <p:nvSpPr>
            <p:cNvPr id="10166" name="Google Shape;10166;p6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64"/>
          <p:cNvGrpSpPr/>
          <p:nvPr/>
        </p:nvGrpSpPr>
        <p:grpSpPr>
          <a:xfrm>
            <a:off x="4054103" y="2255941"/>
            <a:ext cx="218687" cy="349052"/>
            <a:chOff x="4054103" y="2430191"/>
            <a:chExt cx="218687" cy="349052"/>
          </a:xfrm>
        </p:grpSpPr>
        <p:sp>
          <p:nvSpPr>
            <p:cNvPr id="10173" name="Google Shape;10173;p6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64"/>
          <p:cNvGrpSpPr/>
          <p:nvPr/>
        </p:nvGrpSpPr>
        <p:grpSpPr>
          <a:xfrm>
            <a:off x="2185128" y="2253299"/>
            <a:ext cx="382758" cy="356595"/>
            <a:chOff x="2185128" y="2427549"/>
            <a:chExt cx="382758" cy="356595"/>
          </a:xfrm>
        </p:grpSpPr>
        <p:sp>
          <p:nvSpPr>
            <p:cNvPr id="10176" name="Google Shape;10176;p6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64"/>
          <p:cNvGrpSpPr/>
          <p:nvPr/>
        </p:nvGrpSpPr>
        <p:grpSpPr>
          <a:xfrm>
            <a:off x="2656907" y="2265043"/>
            <a:ext cx="332757" cy="332343"/>
            <a:chOff x="2656907" y="2439293"/>
            <a:chExt cx="332757" cy="332343"/>
          </a:xfrm>
        </p:grpSpPr>
        <p:sp>
          <p:nvSpPr>
            <p:cNvPr id="10181" name="Google Shape;10181;p6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8" name="Google Shape;10188;p64"/>
          <p:cNvGrpSpPr/>
          <p:nvPr/>
        </p:nvGrpSpPr>
        <p:grpSpPr>
          <a:xfrm>
            <a:off x="1731523" y="2248366"/>
            <a:ext cx="399435" cy="365698"/>
            <a:chOff x="1731523" y="2422616"/>
            <a:chExt cx="399435" cy="365698"/>
          </a:xfrm>
        </p:grpSpPr>
        <p:sp>
          <p:nvSpPr>
            <p:cNvPr id="10189" name="Google Shape;10189;p6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64"/>
          <p:cNvGrpSpPr/>
          <p:nvPr/>
        </p:nvGrpSpPr>
        <p:grpSpPr>
          <a:xfrm>
            <a:off x="3097241" y="2259314"/>
            <a:ext cx="344883" cy="343387"/>
            <a:chOff x="3097241" y="2433564"/>
            <a:chExt cx="344883" cy="343387"/>
          </a:xfrm>
        </p:grpSpPr>
        <p:sp>
          <p:nvSpPr>
            <p:cNvPr id="10193" name="Google Shape;10193;p6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2" name="Google Shape;10202;p64"/>
          <p:cNvGrpSpPr/>
          <p:nvPr/>
        </p:nvGrpSpPr>
        <p:grpSpPr>
          <a:xfrm>
            <a:off x="1278299" y="2265043"/>
            <a:ext cx="410829" cy="332343"/>
            <a:chOff x="1278299" y="2439293"/>
            <a:chExt cx="410829" cy="332343"/>
          </a:xfrm>
        </p:grpSpPr>
        <p:sp>
          <p:nvSpPr>
            <p:cNvPr id="10203" name="Google Shape;10203;p6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64"/>
          <p:cNvGrpSpPr/>
          <p:nvPr/>
        </p:nvGrpSpPr>
        <p:grpSpPr>
          <a:xfrm>
            <a:off x="2661459" y="1840751"/>
            <a:ext cx="322508" cy="273494"/>
            <a:chOff x="2661459" y="2015001"/>
            <a:chExt cx="322508" cy="273494"/>
          </a:xfrm>
        </p:grpSpPr>
        <p:sp>
          <p:nvSpPr>
            <p:cNvPr id="10212" name="Google Shape;10212;p6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4"/>
          <p:cNvGrpSpPr/>
          <p:nvPr/>
        </p:nvGrpSpPr>
        <p:grpSpPr>
          <a:xfrm>
            <a:off x="870939" y="2265043"/>
            <a:ext cx="331993" cy="331993"/>
            <a:chOff x="870939" y="2439293"/>
            <a:chExt cx="331993" cy="331993"/>
          </a:xfrm>
        </p:grpSpPr>
        <p:sp>
          <p:nvSpPr>
            <p:cNvPr id="10215" name="Google Shape;10215;p6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1" name="Google Shape;10231;p64"/>
          <p:cNvGrpSpPr/>
          <p:nvPr/>
        </p:nvGrpSpPr>
        <p:grpSpPr>
          <a:xfrm>
            <a:off x="6644957" y="2282103"/>
            <a:ext cx="371395" cy="278904"/>
            <a:chOff x="6644957" y="2456353"/>
            <a:chExt cx="371395" cy="278904"/>
          </a:xfrm>
        </p:grpSpPr>
        <p:sp>
          <p:nvSpPr>
            <p:cNvPr id="10232" name="Google Shape;10232;p6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64"/>
          <p:cNvGrpSpPr/>
          <p:nvPr/>
        </p:nvGrpSpPr>
        <p:grpSpPr>
          <a:xfrm>
            <a:off x="5388757" y="2240409"/>
            <a:ext cx="260349" cy="362292"/>
            <a:chOff x="5388757" y="2414659"/>
            <a:chExt cx="260349" cy="362292"/>
          </a:xfrm>
        </p:grpSpPr>
        <p:sp>
          <p:nvSpPr>
            <p:cNvPr id="10238" name="Google Shape;10238;p6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64"/>
          <p:cNvGrpSpPr/>
          <p:nvPr/>
        </p:nvGrpSpPr>
        <p:grpSpPr>
          <a:xfrm>
            <a:off x="3567142" y="2731507"/>
            <a:ext cx="348288" cy="340331"/>
            <a:chOff x="3567142" y="2905757"/>
            <a:chExt cx="348288" cy="340331"/>
          </a:xfrm>
        </p:grpSpPr>
        <p:sp>
          <p:nvSpPr>
            <p:cNvPr id="10259" name="Google Shape;10259;p6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870939" y="1801571"/>
            <a:ext cx="332375" cy="350071"/>
            <a:chOff x="870939" y="1975821"/>
            <a:chExt cx="332375" cy="350071"/>
          </a:xfrm>
        </p:grpSpPr>
        <p:sp>
          <p:nvSpPr>
            <p:cNvPr id="10265" name="Google Shape;10265;p6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64"/>
          <p:cNvGrpSpPr/>
          <p:nvPr/>
        </p:nvGrpSpPr>
        <p:grpSpPr>
          <a:xfrm>
            <a:off x="7967103" y="2240791"/>
            <a:ext cx="355863" cy="361911"/>
            <a:chOff x="7967103" y="2415041"/>
            <a:chExt cx="355863" cy="361911"/>
          </a:xfrm>
        </p:grpSpPr>
        <p:sp>
          <p:nvSpPr>
            <p:cNvPr id="10270" name="Google Shape;10270;p6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64"/>
          <p:cNvGrpSpPr/>
          <p:nvPr/>
        </p:nvGrpSpPr>
        <p:grpSpPr>
          <a:xfrm>
            <a:off x="7529411" y="2240409"/>
            <a:ext cx="355863" cy="362292"/>
            <a:chOff x="7529411" y="2414659"/>
            <a:chExt cx="355863" cy="362292"/>
          </a:xfrm>
        </p:grpSpPr>
        <p:sp>
          <p:nvSpPr>
            <p:cNvPr id="10282" name="Google Shape;10282;p6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64"/>
          <p:cNvGrpSpPr/>
          <p:nvPr/>
        </p:nvGrpSpPr>
        <p:grpSpPr>
          <a:xfrm>
            <a:off x="5733194" y="2257468"/>
            <a:ext cx="446826" cy="327059"/>
            <a:chOff x="5733194" y="2431718"/>
            <a:chExt cx="446826" cy="327059"/>
          </a:xfrm>
        </p:grpSpPr>
        <p:sp>
          <p:nvSpPr>
            <p:cNvPr id="10295" name="Google Shape;10295;p6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8" name="Google Shape;10298;p64"/>
          <p:cNvGrpSpPr/>
          <p:nvPr/>
        </p:nvGrpSpPr>
        <p:grpSpPr>
          <a:xfrm>
            <a:off x="4876780" y="2243814"/>
            <a:ext cx="407774" cy="356627"/>
            <a:chOff x="4876780" y="2418064"/>
            <a:chExt cx="407774" cy="356627"/>
          </a:xfrm>
        </p:grpSpPr>
        <p:sp>
          <p:nvSpPr>
            <p:cNvPr id="10299" name="Google Shape;10299;p6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7" name="Google Shape;10307;p64"/>
          <p:cNvGrpSpPr/>
          <p:nvPr/>
        </p:nvGrpSpPr>
        <p:grpSpPr>
          <a:xfrm>
            <a:off x="7070872" y="2236621"/>
            <a:ext cx="398321" cy="371013"/>
            <a:chOff x="7070872" y="2410871"/>
            <a:chExt cx="398321" cy="371013"/>
          </a:xfrm>
        </p:grpSpPr>
        <p:sp>
          <p:nvSpPr>
            <p:cNvPr id="10308" name="Google Shape;10308;p6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12" name="Google Shape;10312;p64"/>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3" name="Google Shape;10313;p64"/>
          <p:cNvGrpSpPr/>
          <p:nvPr/>
        </p:nvGrpSpPr>
        <p:grpSpPr>
          <a:xfrm>
            <a:off x="5318259" y="2807861"/>
            <a:ext cx="371013" cy="220787"/>
            <a:chOff x="5318259" y="2982111"/>
            <a:chExt cx="371013" cy="220787"/>
          </a:xfrm>
        </p:grpSpPr>
        <p:sp>
          <p:nvSpPr>
            <p:cNvPr id="10314" name="Google Shape;10314;p6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4"/>
          <p:cNvGrpSpPr/>
          <p:nvPr/>
        </p:nvGrpSpPr>
        <p:grpSpPr>
          <a:xfrm>
            <a:off x="7073928" y="2731507"/>
            <a:ext cx="371395" cy="371809"/>
            <a:chOff x="7073928" y="2905757"/>
            <a:chExt cx="371395" cy="371809"/>
          </a:xfrm>
        </p:grpSpPr>
        <p:sp>
          <p:nvSpPr>
            <p:cNvPr id="10323" name="Google Shape;10323;p6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64"/>
          <p:cNvGrpSpPr/>
          <p:nvPr/>
        </p:nvGrpSpPr>
        <p:grpSpPr>
          <a:xfrm>
            <a:off x="6188327" y="2781158"/>
            <a:ext cx="371395" cy="272857"/>
            <a:chOff x="6188327" y="2955408"/>
            <a:chExt cx="371395" cy="272857"/>
          </a:xfrm>
        </p:grpSpPr>
        <p:sp>
          <p:nvSpPr>
            <p:cNvPr id="10327" name="Google Shape;10327;p6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9" name="Google Shape;10329;p64"/>
          <p:cNvGrpSpPr/>
          <p:nvPr/>
        </p:nvGrpSpPr>
        <p:grpSpPr>
          <a:xfrm>
            <a:off x="7521454" y="2731889"/>
            <a:ext cx="359651" cy="371013"/>
            <a:chOff x="7521454" y="2906139"/>
            <a:chExt cx="359651" cy="371013"/>
          </a:xfrm>
        </p:grpSpPr>
        <p:sp>
          <p:nvSpPr>
            <p:cNvPr id="10330" name="Google Shape;10330;p6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5" name="Google Shape;10335;p64"/>
          <p:cNvGrpSpPr/>
          <p:nvPr/>
        </p:nvGrpSpPr>
        <p:grpSpPr>
          <a:xfrm>
            <a:off x="5782845" y="2732271"/>
            <a:ext cx="301661" cy="371013"/>
            <a:chOff x="5782845" y="2906521"/>
            <a:chExt cx="301661" cy="371013"/>
          </a:xfrm>
        </p:grpSpPr>
        <p:sp>
          <p:nvSpPr>
            <p:cNvPr id="10336" name="Google Shape;10336;p6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4"/>
          <p:cNvGrpSpPr/>
          <p:nvPr/>
        </p:nvGrpSpPr>
        <p:grpSpPr>
          <a:xfrm>
            <a:off x="3539102" y="2253299"/>
            <a:ext cx="355099" cy="355481"/>
            <a:chOff x="3539102" y="2427549"/>
            <a:chExt cx="355099" cy="355481"/>
          </a:xfrm>
        </p:grpSpPr>
        <p:sp>
          <p:nvSpPr>
            <p:cNvPr id="10340" name="Google Shape;10340;p6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2" name="Google Shape;10342;p64"/>
          <p:cNvGrpSpPr/>
          <p:nvPr/>
        </p:nvGrpSpPr>
        <p:grpSpPr>
          <a:xfrm>
            <a:off x="6630539" y="2743252"/>
            <a:ext cx="371777" cy="349434"/>
            <a:chOff x="6630539" y="2917502"/>
            <a:chExt cx="371777" cy="349434"/>
          </a:xfrm>
        </p:grpSpPr>
        <p:sp>
          <p:nvSpPr>
            <p:cNvPr id="10343" name="Google Shape;10343;p6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64"/>
          <p:cNvGrpSpPr/>
          <p:nvPr/>
        </p:nvGrpSpPr>
        <p:grpSpPr>
          <a:xfrm>
            <a:off x="2171474" y="3194979"/>
            <a:ext cx="408156" cy="343737"/>
            <a:chOff x="2171474" y="3369229"/>
            <a:chExt cx="408156" cy="343737"/>
          </a:xfrm>
        </p:grpSpPr>
        <p:sp>
          <p:nvSpPr>
            <p:cNvPr id="10351" name="Google Shape;10351;p6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5" name="Google Shape;10355;p64"/>
          <p:cNvGrpSpPr/>
          <p:nvPr/>
        </p:nvGrpSpPr>
        <p:grpSpPr>
          <a:xfrm>
            <a:off x="4891198" y="2750858"/>
            <a:ext cx="334634" cy="334634"/>
            <a:chOff x="4891198" y="2925108"/>
            <a:chExt cx="334634" cy="334634"/>
          </a:xfrm>
        </p:grpSpPr>
        <p:sp>
          <p:nvSpPr>
            <p:cNvPr id="10356" name="Google Shape;10356;p6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64"/>
          <p:cNvGrpSpPr/>
          <p:nvPr/>
        </p:nvGrpSpPr>
        <p:grpSpPr>
          <a:xfrm>
            <a:off x="7976174" y="2750858"/>
            <a:ext cx="334666" cy="334634"/>
            <a:chOff x="7976174" y="2925108"/>
            <a:chExt cx="334666" cy="334634"/>
          </a:xfrm>
        </p:grpSpPr>
        <p:sp>
          <p:nvSpPr>
            <p:cNvPr id="10365" name="Google Shape;10365;p6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4"/>
          <p:cNvGrpSpPr/>
          <p:nvPr/>
        </p:nvGrpSpPr>
        <p:grpSpPr>
          <a:xfrm>
            <a:off x="3091957" y="3199881"/>
            <a:ext cx="354717" cy="332757"/>
            <a:chOff x="3091957" y="3374131"/>
            <a:chExt cx="354717" cy="332757"/>
          </a:xfrm>
        </p:grpSpPr>
        <p:sp>
          <p:nvSpPr>
            <p:cNvPr id="10375" name="Google Shape;10375;p6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64"/>
          <p:cNvGrpSpPr/>
          <p:nvPr/>
        </p:nvGrpSpPr>
        <p:grpSpPr>
          <a:xfrm>
            <a:off x="3988156" y="3205960"/>
            <a:ext cx="353954" cy="318880"/>
            <a:chOff x="3988156" y="3380210"/>
            <a:chExt cx="353954" cy="318880"/>
          </a:xfrm>
        </p:grpSpPr>
        <p:sp>
          <p:nvSpPr>
            <p:cNvPr id="10382" name="Google Shape;10382;p6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7" name="Google Shape;10387;p64"/>
          <p:cNvGrpSpPr/>
          <p:nvPr/>
        </p:nvGrpSpPr>
        <p:grpSpPr>
          <a:xfrm>
            <a:off x="3541011" y="3193070"/>
            <a:ext cx="348257" cy="346188"/>
            <a:chOff x="3541011" y="3367320"/>
            <a:chExt cx="348257" cy="346188"/>
          </a:xfrm>
        </p:grpSpPr>
        <p:sp>
          <p:nvSpPr>
            <p:cNvPr id="10388" name="Google Shape;10388;p6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64"/>
          <p:cNvGrpSpPr/>
          <p:nvPr/>
        </p:nvGrpSpPr>
        <p:grpSpPr>
          <a:xfrm>
            <a:off x="1314678" y="3183967"/>
            <a:ext cx="334666" cy="365348"/>
            <a:chOff x="1314678" y="3358217"/>
            <a:chExt cx="334666" cy="365348"/>
          </a:xfrm>
        </p:grpSpPr>
        <p:sp>
          <p:nvSpPr>
            <p:cNvPr id="10393" name="Google Shape;10393;p6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4"/>
          <p:cNvGrpSpPr/>
          <p:nvPr/>
        </p:nvGrpSpPr>
        <p:grpSpPr>
          <a:xfrm>
            <a:off x="1748582" y="3198385"/>
            <a:ext cx="359269" cy="335780"/>
            <a:chOff x="1748582" y="3372635"/>
            <a:chExt cx="359269" cy="335780"/>
          </a:xfrm>
        </p:grpSpPr>
        <p:sp>
          <p:nvSpPr>
            <p:cNvPr id="10399" name="Google Shape;10399;p6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0" name="Google Shape;10400;p64"/>
            <p:cNvGrpSpPr/>
            <p:nvPr/>
          </p:nvGrpSpPr>
          <p:grpSpPr>
            <a:xfrm>
              <a:off x="1748582" y="3372635"/>
              <a:ext cx="333520" cy="335780"/>
              <a:chOff x="1748582" y="3372635"/>
              <a:chExt cx="333520" cy="335780"/>
            </a:xfrm>
          </p:grpSpPr>
          <p:sp>
            <p:nvSpPr>
              <p:cNvPr id="10401" name="Google Shape;10401;p6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04" name="Google Shape;10404;p64"/>
          <p:cNvGrpSpPr/>
          <p:nvPr/>
        </p:nvGrpSpPr>
        <p:grpSpPr>
          <a:xfrm>
            <a:off x="2640993" y="3183585"/>
            <a:ext cx="365348" cy="364966"/>
            <a:chOff x="2640993" y="3357835"/>
            <a:chExt cx="365348" cy="364966"/>
          </a:xfrm>
        </p:grpSpPr>
        <p:sp>
          <p:nvSpPr>
            <p:cNvPr id="10405" name="Google Shape;10405;p6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5" name="Google Shape;10415;p64"/>
          <p:cNvGrpSpPr/>
          <p:nvPr/>
        </p:nvGrpSpPr>
        <p:grpSpPr>
          <a:xfrm>
            <a:off x="4886264" y="3191924"/>
            <a:ext cx="350548" cy="350198"/>
            <a:chOff x="4886264" y="3366174"/>
            <a:chExt cx="350548" cy="350198"/>
          </a:xfrm>
        </p:grpSpPr>
        <p:sp>
          <p:nvSpPr>
            <p:cNvPr id="10416" name="Google Shape;10416;p6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9" name="Google Shape;10429;p64"/>
          <p:cNvGrpSpPr/>
          <p:nvPr/>
        </p:nvGrpSpPr>
        <p:grpSpPr>
          <a:xfrm>
            <a:off x="5331913" y="3239697"/>
            <a:ext cx="347143" cy="254684"/>
            <a:chOff x="5331913" y="3413947"/>
            <a:chExt cx="347143" cy="254684"/>
          </a:xfrm>
        </p:grpSpPr>
        <p:sp>
          <p:nvSpPr>
            <p:cNvPr id="10430" name="Google Shape;10430;p6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64"/>
          <p:cNvGrpSpPr/>
          <p:nvPr/>
        </p:nvGrpSpPr>
        <p:grpSpPr>
          <a:xfrm>
            <a:off x="5776798" y="3235528"/>
            <a:ext cx="346379" cy="264518"/>
            <a:chOff x="5776798" y="3409778"/>
            <a:chExt cx="346379" cy="264518"/>
          </a:xfrm>
        </p:grpSpPr>
        <p:sp>
          <p:nvSpPr>
            <p:cNvPr id="10437" name="Google Shape;10437;p6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4"/>
          <p:cNvGrpSpPr/>
          <p:nvPr/>
        </p:nvGrpSpPr>
        <p:grpSpPr>
          <a:xfrm>
            <a:off x="7108015" y="3222255"/>
            <a:ext cx="344883" cy="290299"/>
            <a:chOff x="7108015" y="3396505"/>
            <a:chExt cx="344883" cy="290299"/>
          </a:xfrm>
        </p:grpSpPr>
        <p:sp>
          <p:nvSpPr>
            <p:cNvPr id="10444" name="Google Shape;10444;p6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64"/>
          <p:cNvGrpSpPr/>
          <p:nvPr/>
        </p:nvGrpSpPr>
        <p:grpSpPr>
          <a:xfrm>
            <a:off x="7551754" y="3216558"/>
            <a:ext cx="344883" cy="301311"/>
            <a:chOff x="7551754" y="3390808"/>
            <a:chExt cx="344883" cy="301311"/>
          </a:xfrm>
        </p:grpSpPr>
        <p:sp>
          <p:nvSpPr>
            <p:cNvPr id="10449" name="Google Shape;10449;p6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64"/>
          <p:cNvGrpSpPr/>
          <p:nvPr/>
        </p:nvGrpSpPr>
        <p:grpSpPr>
          <a:xfrm>
            <a:off x="6707084" y="3213153"/>
            <a:ext cx="261145" cy="308504"/>
            <a:chOff x="6707084" y="3387403"/>
            <a:chExt cx="261145" cy="308504"/>
          </a:xfrm>
        </p:grpSpPr>
        <p:sp>
          <p:nvSpPr>
            <p:cNvPr id="10461" name="Google Shape;10461;p6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64"/>
          <p:cNvGrpSpPr/>
          <p:nvPr/>
        </p:nvGrpSpPr>
        <p:grpSpPr>
          <a:xfrm>
            <a:off x="848978" y="4123387"/>
            <a:ext cx="377824" cy="324418"/>
            <a:chOff x="848978" y="4297637"/>
            <a:chExt cx="377824" cy="324418"/>
          </a:xfrm>
        </p:grpSpPr>
        <p:sp>
          <p:nvSpPr>
            <p:cNvPr id="10466" name="Google Shape;10466;p6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4"/>
          <p:cNvGrpSpPr/>
          <p:nvPr/>
        </p:nvGrpSpPr>
        <p:grpSpPr>
          <a:xfrm>
            <a:off x="1754279" y="4112343"/>
            <a:ext cx="351439" cy="345965"/>
            <a:chOff x="1754279" y="4286593"/>
            <a:chExt cx="351439" cy="345965"/>
          </a:xfrm>
        </p:grpSpPr>
        <p:sp>
          <p:nvSpPr>
            <p:cNvPr id="10469" name="Google Shape;10469;p6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4" name="Google Shape;10474;p64"/>
          <p:cNvGrpSpPr/>
          <p:nvPr/>
        </p:nvGrpSpPr>
        <p:grpSpPr>
          <a:xfrm>
            <a:off x="3996113" y="4116926"/>
            <a:ext cx="336512" cy="335048"/>
            <a:chOff x="3996113" y="4291176"/>
            <a:chExt cx="336512" cy="335048"/>
          </a:xfrm>
        </p:grpSpPr>
        <p:sp>
          <p:nvSpPr>
            <p:cNvPr id="10475" name="Google Shape;10475;p6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78" name="Google Shape;10478;p64"/>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79" name="Google Shape;10479;p64"/>
          <p:cNvGrpSpPr/>
          <p:nvPr/>
        </p:nvGrpSpPr>
        <p:grpSpPr>
          <a:xfrm>
            <a:off x="2179081" y="4111261"/>
            <a:ext cx="397525" cy="348670"/>
            <a:chOff x="2179081" y="4285511"/>
            <a:chExt cx="397525" cy="348670"/>
          </a:xfrm>
        </p:grpSpPr>
        <p:sp>
          <p:nvSpPr>
            <p:cNvPr id="10480" name="Google Shape;10480;p6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2" name="Google Shape;10482;p64"/>
          <p:cNvGrpSpPr/>
          <p:nvPr/>
        </p:nvGrpSpPr>
        <p:grpSpPr>
          <a:xfrm>
            <a:off x="3584201" y="4120746"/>
            <a:ext cx="267574" cy="329415"/>
            <a:chOff x="3584201" y="4294996"/>
            <a:chExt cx="267574" cy="329415"/>
          </a:xfrm>
        </p:grpSpPr>
        <p:sp>
          <p:nvSpPr>
            <p:cNvPr id="10483" name="Google Shape;10483;p6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64"/>
          <p:cNvGrpSpPr/>
          <p:nvPr/>
        </p:nvGrpSpPr>
        <p:grpSpPr>
          <a:xfrm>
            <a:off x="3082855" y="4121478"/>
            <a:ext cx="375946" cy="327823"/>
            <a:chOff x="3082855" y="4295728"/>
            <a:chExt cx="375946" cy="327823"/>
          </a:xfrm>
        </p:grpSpPr>
        <p:sp>
          <p:nvSpPr>
            <p:cNvPr id="10488" name="Google Shape;10488;p6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4"/>
          <p:cNvGrpSpPr/>
          <p:nvPr/>
        </p:nvGrpSpPr>
        <p:grpSpPr>
          <a:xfrm>
            <a:off x="2749016" y="4116926"/>
            <a:ext cx="150831" cy="336926"/>
            <a:chOff x="2749016" y="4291176"/>
            <a:chExt cx="150831" cy="336926"/>
          </a:xfrm>
        </p:grpSpPr>
        <p:sp>
          <p:nvSpPr>
            <p:cNvPr id="10500" name="Google Shape;10500;p6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64"/>
          <p:cNvGrpSpPr/>
          <p:nvPr/>
        </p:nvGrpSpPr>
        <p:grpSpPr>
          <a:xfrm>
            <a:off x="7127716" y="4105182"/>
            <a:ext cx="248254" cy="361942"/>
            <a:chOff x="7127716" y="4279432"/>
            <a:chExt cx="248254" cy="361942"/>
          </a:xfrm>
        </p:grpSpPr>
        <p:sp>
          <p:nvSpPr>
            <p:cNvPr id="10505" name="Google Shape;10505;p6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4" name="Google Shape;10514;p64"/>
          <p:cNvGrpSpPr/>
          <p:nvPr/>
        </p:nvGrpSpPr>
        <p:grpSpPr>
          <a:xfrm>
            <a:off x="7565408" y="4105182"/>
            <a:ext cx="248255" cy="361942"/>
            <a:chOff x="7565408" y="4279432"/>
            <a:chExt cx="248255" cy="361942"/>
          </a:xfrm>
        </p:grpSpPr>
        <p:sp>
          <p:nvSpPr>
            <p:cNvPr id="10515" name="Google Shape;10515;p6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3" name="Google Shape;10523;p64"/>
          <p:cNvGrpSpPr/>
          <p:nvPr/>
        </p:nvGrpSpPr>
        <p:grpSpPr>
          <a:xfrm>
            <a:off x="6264109" y="4105182"/>
            <a:ext cx="225498" cy="361560"/>
            <a:chOff x="6264109" y="4279432"/>
            <a:chExt cx="225498" cy="361560"/>
          </a:xfrm>
        </p:grpSpPr>
        <p:sp>
          <p:nvSpPr>
            <p:cNvPr id="10524" name="Google Shape;10524;p6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4"/>
          <p:cNvGrpSpPr/>
          <p:nvPr/>
        </p:nvGrpSpPr>
        <p:grpSpPr>
          <a:xfrm>
            <a:off x="7929578" y="4110115"/>
            <a:ext cx="395266" cy="351312"/>
            <a:chOff x="7929578" y="4284365"/>
            <a:chExt cx="395266" cy="351312"/>
          </a:xfrm>
        </p:grpSpPr>
        <p:sp>
          <p:nvSpPr>
            <p:cNvPr id="10527" name="Google Shape;10527;p6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1" name="Google Shape;10531;p64"/>
          <p:cNvGrpSpPr/>
          <p:nvPr/>
        </p:nvGrpSpPr>
        <p:grpSpPr>
          <a:xfrm>
            <a:off x="6595502" y="4149527"/>
            <a:ext cx="426315" cy="332826"/>
            <a:chOff x="6639652" y="4323777"/>
            <a:chExt cx="426315" cy="332826"/>
          </a:xfrm>
        </p:grpSpPr>
        <p:sp>
          <p:nvSpPr>
            <p:cNvPr id="10532" name="Google Shape;10532;p6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64"/>
          <p:cNvGrpSpPr/>
          <p:nvPr/>
        </p:nvGrpSpPr>
        <p:grpSpPr>
          <a:xfrm>
            <a:off x="5357662" y="4123387"/>
            <a:ext cx="287275" cy="326296"/>
            <a:chOff x="5357662" y="4297637"/>
            <a:chExt cx="287275" cy="326296"/>
          </a:xfrm>
        </p:grpSpPr>
        <p:sp>
          <p:nvSpPr>
            <p:cNvPr id="10543" name="Google Shape;10543;p6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8" name="Google Shape;10548;p64"/>
          <p:cNvGrpSpPr/>
          <p:nvPr/>
        </p:nvGrpSpPr>
        <p:grpSpPr>
          <a:xfrm>
            <a:off x="5774124" y="4120300"/>
            <a:ext cx="331611" cy="331674"/>
            <a:chOff x="5774124" y="4294550"/>
            <a:chExt cx="331611" cy="331674"/>
          </a:xfrm>
        </p:grpSpPr>
        <p:sp>
          <p:nvSpPr>
            <p:cNvPr id="10549" name="Google Shape;10549;p6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64"/>
          <p:cNvGrpSpPr/>
          <p:nvPr/>
        </p:nvGrpSpPr>
        <p:grpSpPr>
          <a:xfrm>
            <a:off x="4890434" y="4113139"/>
            <a:ext cx="345997" cy="346029"/>
            <a:chOff x="4890434" y="4287389"/>
            <a:chExt cx="345997" cy="346029"/>
          </a:xfrm>
        </p:grpSpPr>
        <p:sp>
          <p:nvSpPr>
            <p:cNvPr id="10552" name="Google Shape;10552;p6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64"/>
          <p:cNvGrpSpPr/>
          <p:nvPr/>
        </p:nvGrpSpPr>
        <p:grpSpPr>
          <a:xfrm>
            <a:off x="2165809" y="3636809"/>
            <a:ext cx="422542" cy="342973"/>
            <a:chOff x="2165809" y="3811059"/>
            <a:chExt cx="422542" cy="342973"/>
          </a:xfrm>
        </p:grpSpPr>
        <p:sp>
          <p:nvSpPr>
            <p:cNvPr id="10560" name="Google Shape;10560;p6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8" name="Google Shape;10578;p64"/>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9" name="Google Shape;10579;p64"/>
          <p:cNvGrpSpPr/>
          <p:nvPr/>
        </p:nvGrpSpPr>
        <p:grpSpPr>
          <a:xfrm>
            <a:off x="903530" y="3631875"/>
            <a:ext cx="264550" cy="353222"/>
            <a:chOff x="903530" y="3806125"/>
            <a:chExt cx="264550" cy="353222"/>
          </a:xfrm>
        </p:grpSpPr>
        <p:sp>
          <p:nvSpPr>
            <p:cNvPr id="10580" name="Google Shape;10580;p6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64"/>
          <p:cNvGrpSpPr/>
          <p:nvPr/>
        </p:nvGrpSpPr>
        <p:grpSpPr>
          <a:xfrm>
            <a:off x="850092" y="3178684"/>
            <a:ext cx="369517" cy="375660"/>
            <a:chOff x="850092" y="3352934"/>
            <a:chExt cx="369517" cy="375660"/>
          </a:xfrm>
        </p:grpSpPr>
        <p:sp>
          <p:nvSpPr>
            <p:cNvPr id="10585" name="Google Shape;10585;p6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0" name="Google Shape;10590;p64"/>
          <p:cNvGrpSpPr/>
          <p:nvPr/>
        </p:nvGrpSpPr>
        <p:grpSpPr>
          <a:xfrm>
            <a:off x="2611458" y="3642124"/>
            <a:ext cx="426329" cy="332375"/>
            <a:chOff x="2611458" y="3816374"/>
            <a:chExt cx="426329" cy="332375"/>
          </a:xfrm>
        </p:grpSpPr>
        <p:sp>
          <p:nvSpPr>
            <p:cNvPr id="10591" name="Google Shape;10591;p6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1" name="Google Shape;10601;p64"/>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2" name="Google Shape;10602;p64"/>
          <p:cNvGrpSpPr/>
          <p:nvPr/>
        </p:nvGrpSpPr>
        <p:grpSpPr>
          <a:xfrm>
            <a:off x="4019984" y="3631143"/>
            <a:ext cx="293704" cy="353954"/>
            <a:chOff x="4019984" y="3805393"/>
            <a:chExt cx="293704" cy="353954"/>
          </a:xfrm>
        </p:grpSpPr>
        <p:sp>
          <p:nvSpPr>
            <p:cNvPr id="10603" name="Google Shape;10603;p6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5" name="Google Shape;10605;p64"/>
          <p:cNvGrpSpPr/>
          <p:nvPr/>
        </p:nvGrpSpPr>
        <p:grpSpPr>
          <a:xfrm>
            <a:off x="8006505" y="3215794"/>
            <a:ext cx="323654" cy="303189"/>
            <a:chOff x="8006505" y="3390044"/>
            <a:chExt cx="323654" cy="303189"/>
          </a:xfrm>
        </p:grpSpPr>
        <p:sp>
          <p:nvSpPr>
            <p:cNvPr id="10606" name="Google Shape;10606;p6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64"/>
          <p:cNvGrpSpPr/>
          <p:nvPr/>
        </p:nvGrpSpPr>
        <p:grpSpPr>
          <a:xfrm>
            <a:off x="1299146" y="3632257"/>
            <a:ext cx="367990" cy="351312"/>
            <a:chOff x="1299146" y="3806507"/>
            <a:chExt cx="367990" cy="351312"/>
          </a:xfrm>
        </p:grpSpPr>
        <p:sp>
          <p:nvSpPr>
            <p:cNvPr id="10613" name="Google Shape;10613;p6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15" name="Google Shape;10615;p64"/>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6" name="Google Shape;10616;p64"/>
          <p:cNvGrpSpPr/>
          <p:nvPr/>
        </p:nvGrpSpPr>
        <p:grpSpPr>
          <a:xfrm>
            <a:off x="7550258" y="3658420"/>
            <a:ext cx="371395" cy="301279"/>
            <a:chOff x="7550258" y="3832670"/>
            <a:chExt cx="371395" cy="301279"/>
          </a:xfrm>
        </p:grpSpPr>
        <p:sp>
          <p:nvSpPr>
            <p:cNvPr id="10617" name="Google Shape;10617;p6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5" name="Google Shape;10635;p64"/>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6" name="Google Shape;10636;p64"/>
          <p:cNvGrpSpPr/>
          <p:nvPr/>
        </p:nvGrpSpPr>
        <p:grpSpPr>
          <a:xfrm>
            <a:off x="6659725" y="3633785"/>
            <a:ext cx="367608" cy="350548"/>
            <a:chOff x="6659725" y="3808035"/>
            <a:chExt cx="367608" cy="350548"/>
          </a:xfrm>
        </p:grpSpPr>
        <p:sp>
          <p:nvSpPr>
            <p:cNvPr id="10637" name="Google Shape;10637;p6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4"/>
          <p:cNvGrpSpPr/>
          <p:nvPr/>
        </p:nvGrpSpPr>
        <p:grpSpPr>
          <a:xfrm>
            <a:off x="6219391" y="3642506"/>
            <a:ext cx="356627" cy="334252"/>
            <a:chOff x="6219391" y="3816756"/>
            <a:chExt cx="356627" cy="334252"/>
          </a:xfrm>
        </p:grpSpPr>
        <p:sp>
          <p:nvSpPr>
            <p:cNvPr id="10640" name="Google Shape;10640;p6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4"/>
          <p:cNvGrpSpPr/>
          <p:nvPr/>
        </p:nvGrpSpPr>
        <p:grpSpPr>
          <a:xfrm>
            <a:off x="5778676" y="3652722"/>
            <a:ext cx="349052" cy="313055"/>
            <a:chOff x="5778676" y="3826972"/>
            <a:chExt cx="349052" cy="313055"/>
          </a:xfrm>
        </p:grpSpPr>
        <p:sp>
          <p:nvSpPr>
            <p:cNvPr id="10645" name="Google Shape;10645;p6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4"/>
          <p:cNvGrpSpPr/>
          <p:nvPr/>
        </p:nvGrpSpPr>
        <p:grpSpPr>
          <a:xfrm>
            <a:off x="5355784" y="3660297"/>
            <a:ext cx="299019" cy="297905"/>
            <a:chOff x="5355784" y="3834547"/>
            <a:chExt cx="299019" cy="297905"/>
          </a:xfrm>
        </p:grpSpPr>
        <p:sp>
          <p:nvSpPr>
            <p:cNvPr id="10651" name="Google Shape;10651;p6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5" name="Google Shape;10655;p64"/>
          <p:cNvGrpSpPr/>
          <p:nvPr/>
        </p:nvGrpSpPr>
        <p:grpSpPr>
          <a:xfrm>
            <a:off x="8036455" y="3633021"/>
            <a:ext cx="292176" cy="353985"/>
            <a:chOff x="8036455" y="3807271"/>
            <a:chExt cx="292176" cy="353985"/>
          </a:xfrm>
        </p:grpSpPr>
        <p:sp>
          <p:nvSpPr>
            <p:cNvPr id="10656" name="Google Shape;10656;p6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8" name="Google Shape;10658;p64"/>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659" name="Google Shape;10659;p64"/>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660" name="Google Shape;10660;p64"/>
          <p:cNvGrpSpPr/>
          <p:nvPr/>
        </p:nvGrpSpPr>
        <p:grpSpPr>
          <a:xfrm>
            <a:off x="4874902" y="3634549"/>
            <a:ext cx="345615" cy="350835"/>
            <a:chOff x="4874902" y="3808799"/>
            <a:chExt cx="345615" cy="350835"/>
          </a:xfrm>
        </p:grpSpPr>
        <p:sp>
          <p:nvSpPr>
            <p:cNvPr id="10661" name="Google Shape;10661;p6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64"/>
          <p:cNvGrpSpPr/>
          <p:nvPr/>
        </p:nvGrpSpPr>
        <p:grpSpPr>
          <a:xfrm>
            <a:off x="3095745" y="3631143"/>
            <a:ext cx="352840" cy="354717"/>
            <a:chOff x="3095745" y="3805393"/>
            <a:chExt cx="352840" cy="354717"/>
          </a:xfrm>
        </p:grpSpPr>
        <p:sp>
          <p:nvSpPr>
            <p:cNvPr id="10679" name="Google Shape;10679;p6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88"/>
        <p:cNvGrpSpPr/>
        <p:nvPr/>
      </p:nvGrpSpPr>
      <p:grpSpPr>
        <a:xfrm>
          <a:off x="0" y="0"/>
          <a:ext cx="0" cy="0"/>
          <a:chOff x="0" y="0"/>
          <a:chExt cx="0" cy="0"/>
        </a:xfrm>
      </p:grpSpPr>
      <p:grpSp>
        <p:nvGrpSpPr>
          <p:cNvPr id="10689" name="Google Shape;10689;p65"/>
          <p:cNvGrpSpPr/>
          <p:nvPr/>
        </p:nvGrpSpPr>
        <p:grpSpPr>
          <a:xfrm>
            <a:off x="2733780" y="4039081"/>
            <a:ext cx="342144" cy="362704"/>
            <a:chOff x="2704005" y="4258781"/>
            <a:chExt cx="342144" cy="362704"/>
          </a:xfrm>
        </p:grpSpPr>
        <p:sp>
          <p:nvSpPr>
            <p:cNvPr id="10690" name="Google Shape;10690;p6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65"/>
          <p:cNvGrpSpPr/>
          <p:nvPr/>
        </p:nvGrpSpPr>
        <p:grpSpPr>
          <a:xfrm>
            <a:off x="2157462" y="4083096"/>
            <a:ext cx="347435" cy="363370"/>
            <a:chOff x="2157462" y="4258496"/>
            <a:chExt cx="347435" cy="363370"/>
          </a:xfrm>
        </p:grpSpPr>
        <p:sp>
          <p:nvSpPr>
            <p:cNvPr id="10698" name="Google Shape;10698;p6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1" name="Google Shape;10701;p65"/>
          <p:cNvGrpSpPr/>
          <p:nvPr/>
        </p:nvGrpSpPr>
        <p:grpSpPr>
          <a:xfrm>
            <a:off x="4010963" y="3588381"/>
            <a:ext cx="343665" cy="363211"/>
            <a:chOff x="4010963" y="3763781"/>
            <a:chExt cx="343665" cy="363211"/>
          </a:xfrm>
        </p:grpSpPr>
        <p:sp>
          <p:nvSpPr>
            <p:cNvPr id="10702" name="Google Shape;10702;p6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65"/>
          <p:cNvGrpSpPr/>
          <p:nvPr/>
        </p:nvGrpSpPr>
        <p:grpSpPr>
          <a:xfrm>
            <a:off x="2214042" y="3635109"/>
            <a:ext cx="368153" cy="311193"/>
            <a:chOff x="2214042" y="3810509"/>
            <a:chExt cx="368153" cy="311193"/>
          </a:xfrm>
        </p:grpSpPr>
        <p:sp>
          <p:nvSpPr>
            <p:cNvPr id="10708" name="Google Shape;10708;p6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0" name="Google Shape;10710;p65"/>
          <p:cNvGrpSpPr/>
          <p:nvPr/>
        </p:nvGrpSpPr>
        <p:grpSpPr>
          <a:xfrm>
            <a:off x="1797413" y="3606819"/>
            <a:ext cx="367805" cy="367773"/>
            <a:chOff x="1768938" y="3782219"/>
            <a:chExt cx="367805" cy="367773"/>
          </a:xfrm>
        </p:grpSpPr>
        <p:sp>
          <p:nvSpPr>
            <p:cNvPr id="10711" name="Google Shape;10711;p6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5"/>
          <p:cNvGrpSpPr/>
          <p:nvPr/>
        </p:nvGrpSpPr>
        <p:grpSpPr>
          <a:xfrm>
            <a:off x="2681385" y="3623039"/>
            <a:ext cx="325544" cy="327413"/>
            <a:chOff x="2681385" y="3798439"/>
            <a:chExt cx="325544" cy="327413"/>
          </a:xfrm>
        </p:grpSpPr>
        <p:sp>
          <p:nvSpPr>
            <p:cNvPr id="10717" name="Google Shape;10717;p6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4" name="Google Shape;10724;p65"/>
          <p:cNvGrpSpPr/>
          <p:nvPr/>
        </p:nvGrpSpPr>
        <p:grpSpPr>
          <a:xfrm>
            <a:off x="6243928" y="4088102"/>
            <a:ext cx="274254" cy="350824"/>
            <a:chOff x="6243928" y="4263502"/>
            <a:chExt cx="274254" cy="350824"/>
          </a:xfrm>
        </p:grpSpPr>
        <p:sp>
          <p:nvSpPr>
            <p:cNvPr id="10725" name="Google Shape;10725;p6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3" name="Google Shape;10733;p65"/>
          <p:cNvGrpSpPr/>
          <p:nvPr/>
        </p:nvGrpSpPr>
        <p:grpSpPr>
          <a:xfrm>
            <a:off x="3560600" y="3587938"/>
            <a:ext cx="352345" cy="363655"/>
            <a:chOff x="3560600" y="3763338"/>
            <a:chExt cx="352345" cy="363655"/>
          </a:xfrm>
        </p:grpSpPr>
        <p:sp>
          <p:nvSpPr>
            <p:cNvPr id="10734" name="Google Shape;10734;p6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65"/>
          <p:cNvGrpSpPr/>
          <p:nvPr/>
        </p:nvGrpSpPr>
        <p:grpSpPr>
          <a:xfrm>
            <a:off x="5790556" y="4085852"/>
            <a:ext cx="279513" cy="356083"/>
            <a:chOff x="5790556" y="4261252"/>
            <a:chExt cx="279513" cy="356083"/>
          </a:xfrm>
        </p:grpSpPr>
        <p:sp>
          <p:nvSpPr>
            <p:cNvPr id="10738" name="Google Shape;10738;p6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5" name="Google Shape;10745;p65"/>
          <p:cNvGrpSpPr/>
          <p:nvPr/>
        </p:nvGrpSpPr>
        <p:grpSpPr>
          <a:xfrm>
            <a:off x="5341333" y="4085852"/>
            <a:ext cx="278752" cy="356463"/>
            <a:chOff x="5341333" y="4261252"/>
            <a:chExt cx="278752" cy="356463"/>
          </a:xfrm>
        </p:grpSpPr>
        <p:sp>
          <p:nvSpPr>
            <p:cNvPr id="10746" name="Google Shape;10746;p6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3" name="Google Shape;10753;p65"/>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4" name="Google Shape;10754;p65"/>
          <p:cNvGrpSpPr/>
          <p:nvPr/>
        </p:nvGrpSpPr>
        <p:grpSpPr>
          <a:xfrm>
            <a:off x="3103646" y="3590676"/>
            <a:ext cx="360233" cy="362451"/>
            <a:chOff x="3107608" y="3763401"/>
            <a:chExt cx="360233" cy="362451"/>
          </a:xfrm>
        </p:grpSpPr>
        <p:sp>
          <p:nvSpPr>
            <p:cNvPr id="10755" name="Google Shape;10755;p6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8" name="Google Shape;10758;p65"/>
          <p:cNvGrpSpPr/>
          <p:nvPr/>
        </p:nvGrpSpPr>
        <p:grpSpPr>
          <a:xfrm>
            <a:off x="889343" y="3625827"/>
            <a:ext cx="351585" cy="339705"/>
            <a:chOff x="889343" y="3801227"/>
            <a:chExt cx="351585" cy="339705"/>
          </a:xfrm>
        </p:grpSpPr>
        <p:sp>
          <p:nvSpPr>
            <p:cNvPr id="10759" name="Google Shape;10759;p6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65"/>
          <p:cNvGrpSpPr/>
          <p:nvPr/>
        </p:nvGrpSpPr>
        <p:grpSpPr>
          <a:xfrm>
            <a:off x="4896609" y="4085472"/>
            <a:ext cx="278784" cy="355323"/>
            <a:chOff x="4896609" y="4260872"/>
            <a:chExt cx="278784" cy="355323"/>
          </a:xfrm>
        </p:grpSpPr>
        <p:sp>
          <p:nvSpPr>
            <p:cNvPr id="10765" name="Google Shape;10765;p6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1" name="Google Shape;10771;p65"/>
          <p:cNvGrpSpPr/>
          <p:nvPr/>
        </p:nvGrpSpPr>
        <p:grpSpPr>
          <a:xfrm>
            <a:off x="7598438" y="4090731"/>
            <a:ext cx="260283" cy="345914"/>
            <a:chOff x="7598438" y="4266131"/>
            <a:chExt cx="260283" cy="345914"/>
          </a:xfrm>
        </p:grpSpPr>
        <p:sp>
          <p:nvSpPr>
            <p:cNvPr id="10772" name="Google Shape;10772;p6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9" name="Google Shape;10779;p65"/>
          <p:cNvGrpSpPr/>
          <p:nvPr/>
        </p:nvGrpSpPr>
        <p:grpSpPr>
          <a:xfrm>
            <a:off x="1767069" y="3184746"/>
            <a:ext cx="286324" cy="348163"/>
            <a:chOff x="1767069" y="3360146"/>
            <a:chExt cx="286324" cy="348163"/>
          </a:xfrm>
        </p:grpSpPr>
        <p:sp>
          <p:nvSpPr>
            <p:cNvPr id="10780" name="Google Shape;10780;p6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65"/>
          <p:cNvGrpSpPr/>
          <p:nvPr/>
        </p:nvGrpSpPr>
        <p:grpSpPr>
          <a:xfrm>
            <a:off x="7149944" y="4090731"/>
            <a:ext cx="260283" cy="345914"/>
            <a:chOff x="7149944" y="4266131"/>
            <a:chExt cx="260283" cy="345914"/>
          </a:xfrm>
        </p:grpSpPr>
        <p:sp>
          <p:nvSpPr>
            <p:cNvPr id="10788" name="Google Shape;10788;p6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4" name="Google Shape;10794;p65"/>
          <p:cNvGrpSpPr/>
          <p:nvPr/>
        </p:nvGrpSpPr>
        <p:grpSpPr>
          <a:xfrm>
            <a:off x="6695051" y="4083951"/>
            <a:ext cx="270104" cy="360233"/>
            <a:chOff x="6695051" y="4259351"/>
            <a:chExt cx="270104" cy="360233"/>
          </a:xfrm>
        </p:grpSpPr>
        <p:sp>
          <p:nvSpPr>
            <p:cNvPr id="10795" name="Google Shape;10795;p6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65"/>
          <p:cNvGrpSpPr/>
          <p:nvPr/>
        </p:nvGrpSpPr>
        <p:grpSpPr>
          <a:xfrm>
            <a:off x="8047661" y="4082051"/>
            <a:ext cx="277263" cy="362514"/>
            <a:chOff x="8047661" y="4257451"/>
            <a:chExt cx="277263" cy="362514"/>
          </a:xfrm>
        </p:grpSpPr>
        <p:sp>
          <p:nvSpPr>
            <p:cNvPr id="10800" name="Google Shape;10800;p6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65"/>
          <p:cNvGrpSpPr/>
          <p:nvPr/>
        </p:nvGrpSpPr>
        <p:grpSpPr>
          <a:xfrm>
            <a:off x="6248078" y="3609068"/>
            <a:ext cx="277263" cy="356115"/>
            <a:chOff x="6248078" y="3784468"/>
            <a:chExt cx="277263" cy="356115"/>
          </a:xfrm>
        </p:grpSpPr>
        <p:sp>
          <p:nvSpPr>
            <p:cNvPr id="10805" name="Google Shape;10805;p6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0" name="Google Shape;10810;p65"/>
          <p:cNvGrpSpPr/>
          <p:nvPr/>
        </p:nvGrpSpPr>
        <p:grpSpPr>
          <a:xfrm>
            <a:off x="5800725" y="3610589"/>
            <a:ext cx="277644" cy="354594"/>
            <a:chOff x="5800725" y="3785989"/>
            <a:chExt cx="277644" cy="354594"/>
          </a:xfrm>
        </p:grpSpPr>
        <p:sp>
          <p:nvSpPr>
            <p:cNvPr id="10811" name="Google Shape;10811;p6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8" name="Google Shape;10818;p65"/>
          <p:cNvGrpSpPr/>
          <p:nvPr/>
        </p:nvGrpSpPr>
        <p:grpSpPr>
          <a:xfrm>
            <a:off x="2206122" y="3185348"/>
            <a:ext cx="308183" cy="347561"/>
            <a:chOff x="2206122" y="3360748"/>
            <a:chExt cx="308183" cy="347561"/>
          </a:xfrm>
        </p:grpSpPr>
        <p:sp>
          <p:nvSpPr>
            <p:cNvPr id="10819" name="Google Shape;10819;p6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65"/>
          <p:cNvGrpSpPr/>
          <p:nvPr/>
        </p:nvGrpSpPr>
        <p:grpSpPr>
          <a:xfrm>
            <a:off x="5353403" y="3610209"/>
            <a:ext cx="277992" cy="354974"/>
            <a:chOff x="5353403" y="3785609"/>
            <a:chExt cx="277992" cy="354974"/>
          </a:xfrm>
        </p:grpSpPr>
        <p:sp>
          <p:nvSpPr>
            <p:cNvPr id="10825" name="Google Shape;10825;p6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65"/>
          <p:cNvGrpSpPr/>
          <p:nvPr/>
        </p:nvGrpSpPr>
        <p:grpSpPr>
          <a:xfrm>
            <a:off x="4896229" y="3610589"/>
            <a:ext cx="278784" cy="354594"/>
            <a:chOff x="4896229" y="3785989"/>
            <a:chExt cx="278784" cy="354594"/>
          </a:xfrm>
        </p:grpSpPr>
        <p:sp>
          <p:nvSpPr>
            <p:cNvPr id="10832" name="Google Shape;10832;p6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65"/>
          <p:cNvGrpSpPr/>
          <p:nvPr/>
        </p:nvGrpSpPr>
        <p:grpSpPr>
          <a:xfrm>
            <a:off x="7592387" y="3612458"/>
            <a:ext cx="273874" cy="351204"/>
            <a:chOff x="7592387" y="3787858"/>
            <a:chExt cx="273874" cy="351204"/>
          </a:xfrm>
        </p:grpSpPr>
        <p:sp>
          <p:nvSpPr>
            <p:cNvPr id="10839" name="Google Shape;10839;p6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65"/>
          <p:cNvGrpSpPr/>
          <p:nvPr/>
        </p:nvGrpSpPr>
        <p:grpSpPr>
          <a:xfrm>
            <a:off x="7145794" y="3612458"/>
            <a:ext cx="274254" cy="350444"/>
            <a:chOff x="7145794" y="3787858"/>
            <a:chExt cx="274254" cy="350444"/>
          </a:xfrm>
        </p:grpSpPr>
        <p:sp>
          <p:nvSpPr>
            <p:cNvPr id="10844" name="Google Shape;10844;p6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65"/>
          <p:cNvGrpSpPr/>
          <p:nvPr/>
        </p:nvGrpSpPr>
        <p:grpSpPr>
          <a:xfrm>
            <a:off x="8054060" y="3611698"/>
            <a:ext cx="266334" cy="353834"/>
            <a:chOff x="8054060" y="3787098"/>
            <a:chExt cx="266334" cy="353834"/>
          </a:xfrm>
        </p:grpSpPr>
        <p:sp>
          <p:nvSpPr>
            <p:cNvPr id="10851" name="Google Shape;10851;p6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65"/>
          <p:cNvGrpSpPr/>
          <p:nvPr/>
        </p:nvGrpSpPr>
        <p:grpSpPr>
          <a:xfrm>
            <a:off x="6702211" y="3607199"/>
            <a:ext cx="270104" cy="361754"/>
            <a:chOff x="6702211" y="3782599"/>
            <a:chExt cx="270104" cy="361754"/>
          </a:xfrm>
        </p:grpSpPr>
        <p:sp>
          <p:nvSpPr>
            <p:cNvPr id="10856" name="Google Shape;10856;p6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65"/>
          <p:cNvGrpSpPr/>
          <p:nvPr/>
        </p:nvGrpSpPr>
        <p:grpSpPr>
          <a:xfrm>
            <a:off x="3516886" y="3263327"/>
            <a:ext cx="391854" cy="269922"/>
            <a:chOff x="3516850" y="3406526"/>
            <a:chExt cx="369674" cy="254644"/>
          </a:xfrm>
        </p:grpSpPr>
        <p:sp>
          <p:nvSpPr>
            <p:cNvPr id="10862" name="Google Shape;10862;p6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65"/>
          <p:cNvGrpSpPr/>
          <p:nvPr/>
        </p:nvGrpSpPr>
        <p:grpSpPr>
          <a:xfrm>
            <a:off x="1310655" y="3185127"/>
            <a:ext cx="306314" cy="347403"/>
            <a:chOff x="1310655" y="3360527"/>
            <a:chExt cx="306314" cy="347403"/>
          </a:xfrm>
        </p:grpSpPr>
        <p:sp>
          <p:nvSpPr>
            <p:cNvPr id="10867" name="Google Shape;10867;p6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5"/>
          <p:cNvGrpSpPr/>
          <p:nvPr/>
        </p:nvGrpSpPr>
        <p:grpSpPr>
          <a:xfrm>
            <a:off x="3119678" y="3184746"/>
            <a:ext cx="269343" cy="348543"/>
            <a:chOff x="3119678" y="3360146"/>
            <a:chExt cx="269343" cy="348543"/>
          </a:xfrm>
        </p:grpSpPr>
        <p:sp>
          <p:nvSpPr>
            <p:cNvPr id="10873" name="Google Shape;10873;p6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0" name="Google Shape;10880;p65"/>
          <p:cNvGrpSpPr/>
          <p:nvPr/>
        </p:nvGrpSpPr>
        <p:grpSpPr>
          <a:xfrm>
            <a:off x="3967213" y="3181547"/>
            <a:ext cx="368185" cy="354753"/>
            <a:chOff x="3967213" y="3356947"/>
            <a:chExt cx="368185" cy="354753"/>
          </a:xfrm>
        </p:grpSpPr>
        <p:sp>
          <p:nvSpPr>
            <p:cNvPr id="10881" name="Google Shape;10881;p6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6" name="Google Shape;10886;p65"/>
          <p:cNvGrpSpPr/>
          <p:nvPr/>
        </p:nvGrpSpPr>
        <p:grpSpPr>
          <a:xfrm>
            <a:off x="871254" y="3184746"/>
            <a:ext cx="285183" cy="347023"/>
            <a:chOff x="871254" y="3360146"/>
            <a:chExt cx="285183" cy="347023"/>
          </a:xfrm>
        </p:grpSpPr>
        <p:sp>
          <p:nvSpPr>
            <p:cNvPr id="10887" name="Google Shape;10887;p6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65"/>
          <p:cNvGrpSpPr/>
          <p:nvPr/>
        </p:nvGrpSpPr>
        <p:grpSpPr>
          <a:xfrm>
            <a:off x="2665165" y="3184746"/>
            <a:ext cx="281794" cy="349684"/>
            <a:chOff x="2665165" y="3360146"/>
            <a:chExt cx="281794" cy="349684"/>
          </a:xfrm>
        </p:grpSpPr>
        <p:sp>
          <p:nvSpPr>
            <p:cNvPr id="10892" name="Google Shape;10892;p6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65"/>
          <p:cNvGrpSpPr/>
          <p:nvPr/>
        </p:nvGrpSpPr>
        <p:grpSpPr>
          <a:xfrm>
            <a:off x="7156344" y="3172296"/>
            <a:ext cx="264465" cy="353074"/>
            <a:chOff x="7156344" y="3347696"/>
            <a:chExt cx="264465" cy="353074"/>
          </a:xfrm>
        </p:grpSpPr>
        <p:sp>
          <p:nvSpPr>
            <p:cNvPr id="10898" name="Google Shape;10898;p6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65"/>
          <p:cNvGrpSpPr/>
          <p:nvPr/>
        </p:nvGrpSpPr>
        <p:grpSpPr>
          <a:xfrm>
            <a:off x="6703732" y="3171536"/>
            <a:ext cx="264813" cy="352693"/>
            <a:chOff x="6703732" y="3346936"/>
            <a:chExt cx="264813" cy="352693"/>
          </a:xfrm>
        </p:grpSpPr>
        <p:sp>
          <p:nvSpPr>
            <p:cNvPr id="10904" name="Google Shape;10904;p6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65"/>
          <p:cNvGrpSpPr/>
          <p:nvPr/>
        </p:nvGrpSpPr>
        <p:grpSpPr>
          <a:xfrm>
            <a:off x="6252228" y="3171536"/>
            <a:ext cx="265193" cy="352693"/>
            <a:chOff x="6252228" y="3346936"/>
            <a:chExt cx="265193" cy="352693"/>
          </a:xfrm>
        </p:grpSpPr>
        <p:sp>
          <p:nvSpPr>
            <p:cNvPr id="10910" name="Google Shape;10910;p6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65"/>
          <p:cNvGrpSpPr/>
          <p:nvPr/>
        </p:nvGrpSpPr>
        <p:grpSpPr>
          <a:xfrm>
            <a:off x="5801105" y="3172296"/>
            <a:ext cx="264813" cy="351933"/>
            <a:chOff x="5801105" y="3347696"/>
            <a:chExt cx="264813" cy="351933"/>
          </a:xfrm>
        </p:grpSpPr>
        <p:sp>
          <p:nvSpPr>
            <p:cNvPr id="10914" name="Google Shape;10914;p6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8" name="Google Shape;10918;p65"/>
          <p:cNvGrpSpPr/>
          <p:nvPr/>
        </p:nvGrpSpPr>
        <p:grpSpPr>
          <a:xfrm>
            <a:off x="5349253" y="3171536"/>
            <a:ext cx="265922" cy="352693"/>
            <a:chOff x="5349253" y="3346936"/>
            <a:chExt cx="265922" cy="352693"/>
          </a:xfrm>
        </p:grpSpPr>
        <p:sp>
          <p:nvSpPr>
            <p:cNvPr id="10919" name="Google Shape;10919;p6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65"/>
          <p:cNvGrpSpPr/>
          <p:nvPr/>
        </p:nvGrpSpPr>
        <p:grpSpPr>
          <a:xfrm>
            <a:off x="4907159" y="3171536"/>
            <a:ext cx="264845" cy="354214"/>
            <a:chOff x="4907159" y="3346936"/>
            <a:chExt cx="264845" cy="354214"/>
          </a:xfrm>
        </p:grpSpPr>
        <p:sp>
          <p:nvSpPr>
            <p:cNvPr id="10926" name="Google Shape;10926;p6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65"/>
          <p:cNvGrpSpPr/>
          <p:nvPr/>
        </p:nvGrpSpPr>
        <p:grpSpPr>
          <a:xfrm>
            <a:off x="8048421" y="3159086"/>
            <a:ext cx="276503" cy="369674"/>
            <a:chOff x="8048421" y="3334486"/>
            <a:chExt cx="276503" cy="369674"/>
          </a:xfrm>
        </p:grpSpPr>
        <p:sp>
          <p:nvSpPr>
            <p:cNvPr id="10929" name="Google Shape;10929;p6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5"/>
          <p:cNvGrpSpPr/>
          <p:nvPr/>
        </p:nvGrpSpPr>
        <p:grpSpPr>
          <a:xfrm>
            <a:off x="7575787" y="3154555"/>
            <a:ext cx="295384" cy="376834"/>
            <a:chOff x="7575787" y="3329955"/>
            <a:chExt cx="295384" cy="376834"/>
          </a:xfrm>
        </p:grpSpPr>
        <p:sp>
          <p:nvSpPr>
            <p:cNvPr id="10936" name="Google Shape;10936;p6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65"/>
          <p:cNvGrpSpPr/>
          <p:nvPr/>
        </p:nvGrpSpPr>
        <p:grpSpPr>
          <a:xfrm>
            <a:off x="864062" y="2709103"/>
            <a:ext cx="264084" cy="347783"/>
            <a:chOff x="864062" y="2884503"/>
            <a:chExt cx="264084" cy="347783"/>
          </a:xfrm>
        </p:grpSpPr>
        <p:sp>
          <p:nvSpPr>
            <p:cNvPr id="10943" name="Google Shape;10943;p6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65"/>
          <p:cNvGrpSpPr/>
          <p:nvPr/>
        </p:nvGrpSpPr>
        <p:grpSpPr>
          <a:xfrm>
            <a:off x="3978523" y="2709261"/>
            <a:ext cx="348955" cy="346516"/>
            <a:chOff x="3978523" y="2884661"/>
            <a:chExt cx="348955" cy="346516"/>
          </a:xfrm>
        </p:grpSpPr>
        <p:sp>
          <p:nvSpPr>
            <p:cNvPr id="10954" name="Google Shape;10954;p6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2" name="Google Shape;10962;p65"/>
          <p:cNvGrpSpPr/>
          <p:nvPr/>
        </p:nvGrpSpPr>
        <p:grpSpPr>
          <a:xfrm>
            <a:off x="3556255" y="2709863"/>
            <a:ext cx="347435" cy="345534"/>
            <a:chOff x="3527780" y="2885263"/>
            <a:chExt cx="347435" cy="345534"/>
          </a:xfrm>
        </p:grpSpPr>
        <p:sp>
          <p:nvSpPr>
            <p:cNvPr id="10963" name="Google Shape;10963;p6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6" name="Google Shape;10986;p65"/>
          <p:cNvGrpSpPr/>
          <p:nvPr/>
        </p:nvGrpSpPr>
        <p:grpSpPr>
          <a:xfrm>
            <a:off x="2239671" y="2709103"/>
            <a:ext cx="218053" cy="348543"/>
            <a:chOff x="2239671" y="2884503"/>
            <a:chExt cx="218053" cy="348543"/>
          </a:xfrm>
        </p:grpSpPr>
        <p:sp>
          <p:nvSpPr>
            <p:cNvPr id="10987" name="Google Shape;10987;p6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2" name="Google Shape;10992;p65"/>
          <p:cNvGrpSpPr/>
          <p:nvPr/>
        </p:nvGrpSpPr>
        <p:grpSpPr>
          <a:xfrm>
            <a:off x="2691555" y="2709103"/>
            <a:ext cx="215044" cy="348924"/>
            <a:chOff x="2691555" y="2884503"/>
            <a:chExt cx="215044" cy="348924"/>
          </a:xfrm>
        </p:grpSpPr>
        <p:sp>
          <p:nvSpPr>
            <p:cNvPr id="10993" name="Google Shape;10993;p6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6" name="Google Shape;10996;p65"/>
          <p:cNvGrpSpPr/>
          <p:nvPr/>
        </p:nvGrpSpPr>
        <p:grpSpPr>
          <a:xfrm>
            <a:off x="1770459" y="2709103"/>
            <a:ext cx="254644" cy="348828"/>
            <a:chOff x="1770459" y="2884503"/>
            <a:chExt cx="254644" cy="348828"/>
          </a:xfrm>
        </p:grpSpPr>
        <p:sp>
          <p:nvSpPr>
            <p:cNvPr id="10997" name="Google Shape;10997;p6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65"/>
          <p:cNvGrpSpPr/>
          <p:nvPr/>
        </p:nvGrpSpPr>
        <p:grpSpPr>
          <a:xfrm>
            <a:off x="1317466" y="2709483"/>
            <a:ext cx="258382" cy="348543"/>
            <a:chOff x="1317466" y="2884883"/>
            <a:chExt cx="258382" cy="348543"/>
          </a:xfrm>
        </p:grpSpPr>
        <p:sp>
          <p:nvSpPr>
            <p:cNvPr id="11006" name="Google Shape;11006;p6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4" name="Google Shape;11014;p65"/>
          <p:cNvGrpSpPr/>
          <p:nvPr/>
        </p:nvGrpSpPr>
        <p:grpSpPr>
          <a:xfrm>
            <a:off x="3121167" y="2709483"/>
            <a:ext cx="258414" cy="348543"/>
            <a:chOff x="3121167" y="2884883"/>
            <a:chExt cx="258414" cy="348543"/>
          </a:xfrm>
        </p:grpSpPr>
        <p:sp>
          <p:nvSpPr>
            <p:cNvPr id="11015" name="Google Shape;11015;p6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65"/>
          <p:cNvGrpSpPr/>
          <p:nvPr/>
        </p:nvGrpSpPr>
        <p:grpSpPr>
          <a:xfrm>
            <a:off x="4899999" y="2706695"/>
            <a:ext cx="271244" cy="346801"/>
            <a:chOff x="4899999" y="2882095"/>
            <a:chExt cx="271244" cy="346801"/>
          </a:xfrm>
        </p:grpSpPr>
        <p:sp>
          <p:nvSpPr>
            <p:cNvPr id="11024" name="Google Shape;11024;p6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65"/>
          <p:cNvGrpSpPr/>
          <p:nvPr/>
        </p:nvGrpSpPr>
        <p:grpSpPr>
          <a:xfrm>
            <a:off x="7162775" y="2705713"/>
            <a:ext cx="259523" cy="346294"/>
            <a:chOff x="7162775" y="2881113"/>
            <a:chExt cx="259523" cy="346294"/>
          </a:xfrm>
        </p:grpSpPr>
        <p:sp>
          <p:nvSpPr>
            <p:cNvPr id="11035" name="Google Shape;11035;p6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1" name="Google Shape;11041;p65"/>
          <p:cNvGrpSpPr/>
          <p:nvPr/>
        </p:nvGrpSpPr>
        <p:grpSpPr>
          <a:xfrm>
            <a:off x="6709751" y="2706442"/>
            <a:ext cx="261075" cy="347815"/>
            <a:chOff x="6709751" y="2881842"/>
            <a:chExt cx="261075" cy="347815"/>
          </a:xfrm>
        </p:grpSpPr>
        <p:sp>
          <p:nvSpPr>
            <p:cNvPr id="11042" name="Google Shape;11042;p6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8" name="Google Shape;11048;p65"/>
          <p:cNvGrpSpPr/>
          <p:nvPr/>
        </p:nvGrpSpPr>
        <p:grpSpPr>
          <a:xfrm>
            <a:off x="5807156" y="2705713"/>
            <a:ext cx="261043" cy="348163"/>
            <a:chOff x="5807156" y="2881113"/>
            <a:chExt cx="261043" cy="348163"/>
          </a:xfrm>
        </p:grpSpPr>
        <p:sp>
          <p:nvSpPr>
            <p:cNvPr id="11049" name="Google Shape;11049;p6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65"/>
          <p:cNvGrpSpPr/>
          <p:nvPr/>
        </p:nvGrpSpPr>
        <p:grpSpPr>
          <a:xfrm>
            <a:off x="5355653" y="2706093"/>
            <a:ext cx="262184" cy="346643"/>
            <a:chOff x="5355653" y="2881493"/>
            <a:chExt cx="262184" cy="346643"/>
          </a:xfrm>
        </p:grpSpPr>
        <p:sp>
          <p:nvSpPr>
            <p:cNvPr id="11055" name="Google Shape;11055;p6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65"/>
          <p:cNvGrpSpPr/>
          <p:nvPr/>
        </p:nvGrpSpPr>
        <p:grpSpPr>
          <a:xfrm>
            <a:off x="8055961" y="2706442"/>
            <a:ext cx="260283" cy="345914"/>
            <a:chOff x="8055961" y="2881842"/>
            <a:chExt cx="260283" cy="345914"/>
          </a:xfrm>
        </p:grpSpPr>
        <p:sp>
          <p:nvSpPr>
            <p:cNvPr id="11061" name="Google Shape;11061;p6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65"/>
          <p:cNvGrpSpPr/>
          <p:nvPr/>
        </p:nvGrpSpPr>
        <p:grpSpPr>
          <a:xfrm>
            <a:off x="7609368" y="2718512"/>
            <a:ext cx="264813" cy="353105"/>
            <a:chOff x="7609368" y="2893912"/>
            <a:chExt cx="264813" cy="353105"/>
          </a:xfrm>
        </p:grpSpPr>
        <p:sp>
          <p:nvSpPr>
            <p:cNvPr id="11066" name="Google Shape;11066;p6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65"/>
          <p:cNvGrpSpPr/>
          <p:nvPr/>
        </p:nvGrpSpPr>
        <p:grpSpPr>
          <a:xfrm>
            <a:off x="6248458" y="2694372"/>
            <a:ext cx="270864" cy="360645"/>
            <a:chOff x="6248458" y="2869772"/>
            <a:chExt cx="270864" cy="360645"/>
          </a:xfrm>
        </p:grpSpPr>
        <p:sp>
          <p:nvSpPr>
            <p:cNvPr id="11073" name="Google Shape;11073;p6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65"/>
          <p:cNvGrpSpPr/>
          <p:nvPr/>
        </p:nvGrpSpPr>
        <p:grpSpPr>
          <a:xfrm>
            <a:off x="3075928" y="2270398"/>
            <a:ext cx="363243" cy="300675"/>
            <a:chOff x="3075928" y="2445798"/>
            <a:chExt cx="363243" cy="300675"/>
          </a:xfrm>
        </p:grpSpPr>
        <p:sp>
          <p:nvSpPr>
            <p:cNvPr id="11079" name="Google Shape;11079;p6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0" name="Google Shape;11090;p65"/>
          <p:cNvGrpSpPr/>
          <p:nvPr/>
        </p:nvGrpSpPr>
        <p:grpSpPr>
          <a:xfrm>
            <a:off x="2633105" y="2256459"/>
            <a:ext cx="363243" cy="328585"/>
            <a:chOff x="2633105" y="2431859"/>
            <a:chExt cx="363243" cy="328585"/>
          </a:xfrm>
        </p:grpSpPr>
        <p:sp>
          <p:nvSpPr>
            <p:cNvPr id="11091" name="Google Shape;11091;p6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9" name="Google Shape;11099;p65"/>
          <p:cNvGrpSpPr/>
          <p:nvPr/>
        </p:nvGrpSpPr>
        <p:grpSpPr>
          <a:xfrm>
            <a:off x="2189142" y="2245910"/>
            <a:ext cx="365904" cy="350064"/>
            <a:chOff x="2189142" y="2421310"/>
            <a:chExt cx="365904" cy="350064"/>
          </a:xfrm>
        </p:grpSpPr>
        <p:sp>
          <p:nvSpPr>
            <p:cNvPr id="11100" name="Google Shape;11100;p6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9" name="Google Shape;11109;p65"/>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0" name="Google Shape;11110;p65"/>
          <p:cNvGrpSpPr/>
          <p:nvPr/>
        </p:nvGrpSpPr>
        <p:grpSpPr>
          <a:xfrm>
            <a:off x="3961923" y="2310917"/>
            <a:ext cx="364415" cy="220936"/>
            <a:chOff x="3961923" y="2486317"/>
            <a:chExt cx="364415" cy="220936"/>
          </a:xfrm>
        </p:grpSpPr>
        <p:sp>
          <p:nvSpPr>
            <p:cNvPr id="11111" name="Google Shape;11111;p6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15" name="Google Shape;11115;p65"/>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6" name="Google Shape;11116;p65"/>
          <p:cNvGrpSpPr/>
          <p:nvPr/>
        </p:nvGrpSpPr>
        <p:grpSpPr>
          <a:xfrm>
            <a:off x="1303876" y="2243977"/>
            <a:ext cx="363275" cy="354626"/>
            <a:chOff x="1303876" y="2419377"/>
            <a:chExt cx="363275" cy="354626"/>
          </a:xfrm>
        </p:grpSpPr>
        <p:sp>
          <p:nvSpPr>
            <p:cNvPr id="11117" name="Google Shape;11117;p6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65"/>
          <p:cNvGrpSpPr/>
          <p:nvPr/>
        </p:nvGrpSpPr>
        <p:grpSpPr>
          <a:xfrm>
            <a:off x="861053" y="2239510"/>
            <a:ext cx="362134" cy="363623"/>
            <a:chOff x="861053" y="2414910"/>
            <a:chExt cx="362134" cy="363623"/>
          </a:xfrm>
        </p:grpSpPr>
        <p:sp>
          <p:nvSpPr>
            <p:cNvPr id="11126" name="Google Shape;11126;p6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65"/>
          <p:cNvGrpSpPr/>
          <p:nvPr/>
        </p:nvGrpSpPr>
        <p:grpSpPr>
          <a:xfrm>
            <a:off x="7594288" y="2239859"/>
            <a:ext cx="279513" cy="355735"/>
            <a:chOff x="7594288" y="2415259"/>
            <a:chExt cx="279513" cy="355735"/>
          </a:xfrm>
        </p:grpSpPr>
        <p:sp>
          <p:nvSpPr>
            <p:cNvPr id="11132" name="Google Shape;11132;p6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8" name="Google Shape;11138;p65"/>
          <p:cNvGrpSpPr/>
          <p:nvPr/>
        </p:nvGrpSpPr>
        <p:grpSpPr>
          <a:xfrm>
            <a:off x="7145794" y="2240239"/>
            <a:ext cx="278784" cy="355735"/>
            <a:chOff x="7145794" y="2415639"/>
            <a:chExt cx="278784" cy="355735"/>
          </a:xfrm>
        </p:grpSpPr>
        <p:sp>
          <p:nvSpPr>
            <p:cNvPr id="11139" name="Google Shape;11139;p6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9" name="Google Shape;11149;p65"/>
          <p:cNvGrpSpPr/>
          <p:nvPr/>
        </p:nvGrpSpPr>
        <p:grpSpPr>
          <a:xfrm>
            <a:off x="6698441" y="2239130"/>
            <a:ext cx="277644" cy="357984"/>
            <a:chOff x="6698441" y="2414530"/>
            <a:chExt cx="277644" cy="357984"/>
          </a:xfrm>
        </p:grpSpPr>
        <p:sp>
          <p:nvSpPr>
            <p:cNvPr id="11150" name="Google Shape;11150;p6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6" name="Google Shape;11156;p65"/>
          <p:cNvGrpSpPr/>
          <p:nvPr/>
        </p:nvGrpSpPr>
        <p:grpSpPr>
          <a:xfrm>
            <a:off x="4897750" y="2240239"/>
            <a:ext cx="279513" cy="357255"/>
            <a:chOff x="4897750" y="2415639"/>
            <a:chExt cx="279513" cy="357255"/>
          </a:xfrm>
        </p:grpSpPr>
        <p:sp>
          <p:nvSpPr>
            <p:cNvPr id="11157" name="Google Shape;11157;p6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65"/>
          <p:cNvGrpSpPr/>
          <p:nvPr/>
        </p:nvGrpSpPr>
        <p:grpSpPr>
          <a:xfrm>
            <a:off x="5812066" y="2240619"/>
            <a:ext cx="264813" cy="353454"/>
            <a:chOff x="5812066" y="2416019"/>
            <a:chExt cx="264813" cy="353454"/>
          </a:xfrm>
        </p:grpSpPr>
        <p:sp>
          <p:nvSpPr>
            <p:cNvPr id="11166" name="Google Shape;11166;p6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65"/>
          <p:cNvGrpSpPr/>
          <p:nvPr/>
        </p:nvGrpSpPr>
        <p:grpSpPr>
          <a:xfrm>
            <a:off x="8054820" y="2240999"/>
            <a:ext cx="264433" cy="353454"/>
            <a:chOff x="8054820" y="2416399"/>
            <a:chExt cx="264433" cy="353454"/>
          </a:xfrm>
        </p:grpSpPr>
        <p:sp>
          <p:nvSpPr>
            <p:cNvPr id="11174" name="Google Shape;11174;p6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65"/>
          <p:cNvGrpSpPr/>
          <p:nvPr/>
        </p:nvGrpSpPr>
        <p:grpSpPr>
          <a:xfrm>
            <a:off x="5356413" y="2237990"/>
            <a:ext cx="271212" cy="361374"/>
            <a:chOff x="5356413" y="2413390"/>
            <a:chExt cx="271212" cy="361374"/>
          </a:xfrm>
        </p:grpSpPr>
        <p:sp>
          <p:nvSpPr>
            <p:cNvPr id="11181" name="Google Shape;11181;p6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65"/>
          <p:cNvGrpSpPr/>
          <p:nvPr/>
        </p:nvGrpSpPr>
        <p:grpSpPr>
          <a:xfrm>
            <a:off x="6255238" y="2236849"/>
            <a:ext cx="271244" cy="360994"/>
            <a:chOff x="6255238" y="2412249"/>
            <a:chExt cx="271244" cy="360994"/>
          </a:xfrm>
        </p:grpSpPr>
        <p:sp>
          <p:nvSpPr>
            <p:cNvPr id="11187" name="Google Shape;11187;p6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3" name="Google Shape;11193;p65"/>
          <p:cNvGrpSpPr/>
          <p:nvPr/>
        </p:nvGrpSpPr>
        <p:grpSpPr>
          <a:xfrm>
            <a:off x="2185372" y="1782399"/>
            <a:ext cx="366664" cy="366981"/>
            <a:chOff x="2185372" y="1957799"/>
            <a:chExt cx="366664" cy="366981"/>
          </a:xfrm>
        </p:grpSpPr>
        <p:sp>
          <p:nvSpPr>
            <p:cNvPr id="11194" name="Google Shape;11194;p6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65"/>
          <p:cNvGrpSpPr/>
          <p:nvPr/>
        </p:nvGrpSpPr>
        <p:grpSpPr>
          <a:xfrm>
            <a:off x="1737258" y="1812971"/>
            <a:ext cx="370814" cy="307359"/>
            <a:chOff x="1737258" y="1988371"/>
            <a:chExt cx="370814" cy="307359"/>
          </a:xfrm>
        </p:grpSpPr>
        <p:sp>
          <p:nvSpPr>
            <p:cNvPr id="11203" name="Google Shape;11203;p6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65"/>
          <p:cNvGrpSpPr/>
          <p:nvPr/>
        </p:nvGrpSpPr>
        <p:grpSpPr>
          <a:xfrm>
            <a:off x="848983" y="1814111"/>
            <a:ext cx="369294" cy="304350"/>
            <a:chOff x="848983" y="1989511"/>
            <a:chExt cx="369294" cy="304350"/>
          </a:xfrm>
        </p:grpSpPr>
        <p:sp>
          <p:nvSpPr>
            <p:cNvPr id="11208" name="Google Shape;11208;p6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3" name="Google Shape;11213;p65"/>
          <p:cNvGrpSpPr/>
          <p:nvPr/>
        </p:nvGrpSpPr>
        <p:grpSpPr>
          <a:xfrm>
            <a:off x="3074027" y="1808377"/>
            <a:ext cx="380604" cy="313854"/>
            <a:chOff x="3074027" y="1983777"/>
            <a:chExt cx="380604" cy="313854"/>
          </a:xfrm>
        </p:grpSpPr>
        <p:sp>
          <p:nvSpPr>
            <p:cNvPr id="11214" name="Google Shape;11214;p6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65"/>
          <p:cNvGrpSpPr/>
          <p:nvPr/>
        </p:nvGrpSpPr>
        <p:grpSpPr>
          <a:xfrm>
            <a:off x="3522521" y="1800457"/>
            <a:ext cx="367013" cy="331278"/>
            <a:chOff x="3522521" y="1975857"/>
            <a:chExt cx="367013" cy="331278"/>
          </a:xfrm>
        </p:grpSpPr>
        <p:sp>
          <p:nvSpPr>
            <p:cNvPr id="11220" name="Google Shape;11220;p6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7" name="Google Shape;11227;p65"/>
          <p:cNvGrpSpPr/>
          <p:nvPr/>
        </p:nvGrpSpPr>
        <p:grpSpPr>
          <a:xfrm>
            <a:off x="2630824" y="1801566"/>
            <a:ext cx="368185" cy="330454"/>
            <a:chOff x="2630824" y="1976966"/>
            <a:chExt cx="368185" cy="330454"/>
          </a:xfrm>
        </p:grpSpPr>
        <p:sp>
          <p:nvSpPr>
            <p:cNvPr id="11228" name="Google Shape;11228;p6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65"/>
          <p:cNvGrpSpPr/>
          <p:nvPr/>
        </p:nvGrpSpPr>
        <p:grpSpPr>
          <a:xfrm>
            <a:off x="1293706" y="1791016"/>
            <a:ext cx="369294" cy="350444"/>
            <a:chOff x="1293706" y="1966416"/>
            <a:chExt cx="369294" cy="350444"/>
          </a:xfrm>
        </p:grpSpPr>
        <p:sp>
          <p:nvSpPr>
            <p:cNvPr id="11237" name="Google Shape;11237;p6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5" name="Google Shape;11245;p65"/>
          <p:cNvGrpSpPr/>
          <p:nvPr/>
        </p:nvGrpSpPr>
        <p:grpSpPr>
          <a:xfrm>
            <a:off x="3967213" y="1800077"/>
            <a:ext cx="368185" cy="331816"/>
            <a:chOff x="3967213" y="1975477"/>
            <a:chExt cx="368185" cy="331816"/>
          </a:xfrm>
        </p:grpSpPr>
        <p:sp>
          <p:nvSpPr>
            <p:cNvPr id="11246" name="Google Shape;11246;p6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9" name="Google Shape;11249;p65"/>
          <p:cNvGrpSpPr/>
          <p:nvPr/>
        </p:nvGrpSpPr>
        <p:grpSpPr>
          <a:xfrm>
            <a:off x="8047661" y="1793646"/>
            <a:ext cx="279132" cy="356875"/>
            <a:chOff x="8047661" y="1969046"/>
            <a:chExt cx="279132" cy="356875"/>
          </a:xfrm>
        </p:grpSpPr>
        <p:sp>
          <p:nvSpPr>
            <p:cNvPr id="11250" name="Google Shape;11250;p6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4" name="Google Shape;11254;p65"/>
          <p:cNvGrpSpPr/>
          <p:nvPr/>
        </p:nvGrpSpPr>
        <p:grpSpPr>
          <a:xfrm>
            <a:off x="7596157" y="1792759"/>
            <a:ext cx="279544" cy="358142"/>
            <a:chOff x="7596157" y="1968159"/>
            <a:chExt cx="279544" cy="358142"/>
          </a:xfrm>
        </p:grpSpPr>
        <p:sp>
          <p:nvSpPr>
            <p:cNvPr id="11255" name="Google Shape;11255;p6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1" name="Google Shape;11261;p65"/>
          <p:cNvGrpSpPr/>
          <p:nvPr/>
        </p:nvGrpSpPr>
        <p:grpSpPr>
          <a:xfrm>
            <a:off x="7147315" y="1793646"/>
            <a:ext cx="279513" cy="357636"/>
            <a:chOff x="7147315" y="1969046"/>
            <a:chExt cx="279513" cy="357636"/>
          </a:xfrm>
        </p:grpSpPr>
        <p:sp>
          <p:nvSpPr>
            <p:cNvPr id="11262" name="Google Shape;11262;p6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9" name="Google Shape;11269;p65"/>
          <p:cNvGrpSpPr/>
          <p:nvPr/>
        </p:nvGrpSpPr>
        <p:grpSpPr>
          <a:xfrm>
            <a:off x="6697681" y="1792917"/>
            <a:ext cx="280305" cy="359093"/>
            <a:chOff x="6697681" y="1968317"/>
            <a:chExt cx="280305" cy="359093"/>
          </a:xfrm>
        </p:grpSpPr>
        <p:sp>
          <p:nvSpPr>
            <p:cNvPr id="11270" name="Google Shape;11270;p6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65"/>
          <p:cNvGrpSpPr/>
          <p:nvPr/>
        </p:nvGrpSpPr>
        <p:grpSpPr>
          <a:xfrm>
            <a:off x="6248839" y="1792537"/>
            <a:ext cx="280273" cy="358744"/>
            <a:chOff x="6248839" y="1967937"/>
            <a:chExt cx="280273" cy="358744"/>
          </a:xfrm>
        </p:grpSpPr>
        <p:sp>
          <p:nvSpPr>
            <p:cNvPr id="11278" name="Google Shape;11278;p6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4" name="Google Shape;11284;p65"/>
          <p:cNvGrpSpPr/>
          <p:nvPr/>
        </p:nvGrpSpPr>
        <p:grpSpPr>
          <a:xfrm>
            <a:off x="5801485" y="1793646"/>
            <a:ext cx="279164" cy="357794"/>
            <a:chOff x="5801485" y="1969046"/>
            <a:chExt cx="279164" cy="357794"/>
          </a:xfrm>
        </p:grpSpPr>
        <p:sp>
          <p:nvSpPr>
            <p:cNvPr id="11285" name="Google Shape;11285;p6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65"/>
          <p:cNvGrpSpPr/>
          <p:nvPr/>
        </p:nvGrpSpPr>
        <p:grpSpPr>
          <a:xfrm>
            <a:off x="5352643" y="1793646"/>
            <a:ext cx="278404" cy="358364"/>
            <a:chOff x="5352643" y="1969046"/>
            <a:chExt cx="278404" cy="358364"/>
          </a:xfrm>
        </p:grpSpPr>
        <p:sp>
          <p:nvSpPr>
            <p:cNvPr id="11299" name="Google Shape;11299;p6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3" name="Google Shape;11303;p65"/>
          <p:cNvGrpSpPr/>
          <p:nvPr/>
        </p:nvGrpSpPr>
        <p:grpSpPr>
          <a:xfrm>
            <a:off x="4897750" y="1792917"/>
            <a:ext cx="279132" cy="358364"/>
            <a:chOff x="4897750" y="1968317"/>
            <a:chExt cx="279132" cy="358364"/>
          </a:xfrm>
        </p:grpSpPr>
        <p:sp>
          <p:nvSpPr>
            <p:cNvPr id="11304" name="Google Shape;11304;p6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7" name="Google Shape;11317;p65"/>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8" name="Google Shape;11318;p65"/>
          <p:cNvGrpSpPr/>
          <p:nvPr/>
        </p:nvGrpSpPr>
        <p:grpSpPr>
          <a:xfrm>
            <a:off x="1767449" y="1337644"/>
            <a:ext cx="324403" cy="347783"/>
            <a:chOff x="1767449" y="1513044"/>
            <a:chExt cx="324403" cy="347783"/>
          </a:xfrm>
        </p:grpSpPr>
        <p:sp>
          <p:nvSpPr>
            <p:cNvPr id="11319" name="Google Shape;11319;p6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8" name="Google Shape;11328;p65"/>
          <p:cNvGrpSpPr/>
          <p:nvPr/>
        </p:nvGrpSpPr>
        <p:grpSpPr>
          <a:xfrm>
            <a:off x="4007193" y="1337327"/>
            <a:ext cx="320633" cy="348100"/>
            <a:chOff x="4007193" y="1512727"/>
            <a:chExt cx="320633" cy="348100"/>
          </a:xfrm>
        </p:grpSpPr>
        <p:sp>
          <p:nvSpPr>
            <p:cNvPr id="11329" name="Google Shape;11329;p6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4" name="Google Shape;11334;p65"/>
          <p:cNvGrpSpPr/>
          <p:nvPr/>
        </p:nvGrpSpPr>
        <p:grpSpPr>
          <a:xfrm>
            <a:off x="3530425" y="1333347"/>
            <a:ext cx="368175" cy="344594"/>
            <a:chOff x="3530425" y="1508747"/>
            <a:chExt cx="368175" cy="344594"/>
          </a:xfrm>
        </p:grpSpPr>
        <p:sp>
          <p:nvSpPr>
            <p:cNvPr id="11335" name="Google Shape;11335;p6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9" name="Google Shape;11339;p65"/>
          <p:cNvGrpSpPr/>
          <p:nvPr/>
        </p:nvGrpSpPr>
        <p:grpSpPr>
          <a:xfrm>
            <a:off x="3127598" y="1337834"/>
            <a:ext cx="289714" cy="347593"/>
            <a:chOff x="3127598" y="1513234"/>
            <a:chExt cx="289714" cy="347593"/>
          </a:xfrm>
        </p:grpSpPr>
        <p:sp>
          <p:nvSpPr>
            <p:cNvPr id="11340" name="Google Shape;11340;p6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5"/>
          <p:cNvGrpSpPr/>
          <p:nvPr/>
        </p:nvGrpSpPr>
        <p:grpSpPr>
          <a:xfrm>
            <a:off x="2662884" y="1337644"/>
            <a:ext cx="322914" cy="348543"/>
            <a:chOff x="2662884" y="1513044"/>
            <a:chExt cx="322914" cy="348543"/>
          </a:xfrm>
        </p:grpSpPr>
        <p:sp>
          <p:nvSpPr>
            <p:cNvPr id="11346" name="Google Shape;11346;p6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65"/>
          <p:cNvGrpSpPr/>
          <p:nvPr/>
        </p:nvGrpSpPr>
        <p:grpSpPr>
          <a:xfrm>
            <a:off x="2232511" y="1337359"/>
            <a:ext cx="299534" cy="348068"/>
            <a:chOff x="2232511" y="1512759"/>
            <a:chExt cx="299534" cy="348068"/>
          </a:xfrm>
        </p:grpSpPr>
        <p:sp>
          <p:nvSpPr>
            <p:cNvPr id="11357" name="Google Shape;11357;p6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8" name="Google Shape;11368;p65"/>
          <p:cNvGrpSpPr/>
          <p:nvPr/>
        </p:nvGrpSpPr>
        <p:grpSpPr>
          <a:xfrm>
            <a:off x="1331406" y="1337961"/>
            <a:ext cx="301784" cy="348607"/>
            <a:chOff x="1331406" y="1513361"/>
            <a:chExt cx="301784" cy="348607"/>
          </a:xfrm>
        </p:grpSpPr>
        <p:sp>
          <p:nvSpPr>
            <p:cNvPr id="11369" name="Google Shape;11369;p6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65"/>
          <p:cNvGrpSpPr/>
          <p:nvPr/>
        </p:nvGrpSpPr>
        <p:grpSpPr>
          <a:xfrm>
            <a:off x="7144274" y="1324814"/>
            <a:ext cx="282174" cy="355735"/>
            <a:chOff x="7144274" y="1500214"/>
            <a:chExt cx="282174" cy="355735"/>
          </a:xfrm>
        </p:grpSpPr>
        <p:sp>
          <p:nvSpPr>
            <p:cNvPr id="11374" name="Google Shape;11374;p6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0" name="Google Shape;11380;p65"/>
          <p:cNvGrpSpPr/>
          <p:nvPr/>
        </p:nvGrpSpPr>
        <p:grpSpPr>
          <a:xfrm>
            <a:off x="6685262" y="1324814"/>
            <a:ext cx="289682" cy="354594"/>
            <a:chOff x="6685262" y="1500214"/>
            <a:chExt cx="289682" cy="354594"/>
          </a:xfrm>
        </p:grpSpPr>
        <p:sp>
          <p:nvSpPr>
            <p:cNvPr id="11381" name="Google Shape;11381;p6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5" name="Google Shape;11385;p65"/>
          <p:cNvGrpSpPr/>
          <p:nvPr/>
        </p:nvGrpSpPr>
        <p:grpSpPr>
          <a:xfrm>
            <a:off x="6200938" y="1325194"/>
            <a:ext cx="322154" cy="355355"/>
            <a:chOff x="6200938" y="1500594"/>
            <a:chExt cx="322154" cy="355355"/>
          </a:xfrm>
        </p:grpSpPr>
        <p:sp>
          <p:nvSpPr>
            <p:cNvPr id="11386" name="Google Shape;11386;p6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1" name="Google Shape;11391;p65"/>
          <p:cNvGrpSpPr/>
          <p:nvPr/>
        </p:nvGrpSpPr>
        <p:grpSpPr>
          <a:xfrm>
            <a:off x="5289631" y="1324814"/>
            <a:ext cx="332355" cy="354974"/>
            <a:chOff x="5289631" y="1500214"/>
            <a:chExt cx="332355" cy="354974"/>
          </a:xfrm>
        </p:grpSpPr>
        <p:sp>
          <p:nvSpPr>
            <p:cNvPr id="11392" name="Google Shape;11392;p6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8" name="Google Shape;11398;p65"/>
          <p:cNvGrpSpPr/>
          <p:nvPr/>
        </p:nvGrpSpPr>
        <p:grpSpPr>
          <a:xfrm>
            <a:off x="5748295" y="1324433"/>
            <a:ext cx="323294" cy="356115"/>
            <a:chOff x="5748295" y="1499833"/>
            <a:chExt cx="323294" cy="356115"/>
          </a:xfrm>
        </p:grpSpPr>
        <p:sp>
          <p:nvSpPr>
            <p:cNvPr id="11399" name="Google Shape;11399;p6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65"/>
          <p:cNvGrpSpPr/>
          <p:nvPr/>
        </p:nvGrpSpPr>
        <p:grpSpPr>
          <a:xfrm>
            <a:off x="8047661" y="1325637"/>
            <a:ext cx="278404" cy="355260"/>
            <a:chOff x="8047661" y="1501037"/>
            <a:chExt cx="278404" cy="355260"/>
          </a:xfrm>
        </p:grpSpPr>
        <p:sp>
          <p:nvSpPr>
            <p:cNvPr id="11407" name="Google Shape;11407;p6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65"/>
          <p:cNvGrpSpPr/>
          <p:nvPr/>
        </p:nvGrpSpPr>
        <p:grpSpPr>
          <a:xfrm>
            <a:off x="4903389" y="1324814"/>
            <a:ext cx="267854" cy="355735"/>
            <a:chOff x="4903389" y="1500214"/>
            <a:chExt cx="267854" cy="355735"/>
          </a:xfrm>
        </p:grpSpPr>
        <p:sp>
          <p:nvSpPr>
            <p:cNvPr id="11412" name="Google Shape;11412;p6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7" name="Google Shape;11417;p65"/>
          <p:cNvGrpSpPr/>
          <p:nvPr/>
        </p:nvGrpSpPr>
        <p:grpSpPr>
          <a:xfrm>
            <a:off x="7613518" y="1325954"/>
            <a:ext cx="264433" cy="353074"/>
            <a:chOff x="7613518" y="1501354"/>
            <a:chExt cx="264433" cy="353074"/>
          </a:xfrm>
        </p:grpSpPr>
        <p:sp>
          <p:nvSpPr>
            <p:cNvPr id="11418" name="Google Shape;11418;p6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4" name="Google Shape;11424;p65"/>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425" name="Google Shape;11425;p65"/>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29"/>
        <p:cNvGrpSpPr/>
        <p:nvPr/>
      </p:nvGrpSpPr>
      <p:grpSpPr>
        <a:xfrm>
          <a:off x="0" y="0"/>
          <a:ext cx="0" cy="0"/>
          <a:chOff x="0" y="0"/>
          <a:chExt cx="0" cy="0"/>
        </a:xfrm>
      </p:grpSpPr>
      <p:grpSp>
        <p:nvGrpSpPr>
          <p:cNvPr id="11430" name="Google Shape;11430;p66"/>
          <p:cNvGrpSpPr/>
          <p:nvPr/>
        </p:nvGrpSpPr>
        <p:grpSpPr>
          <a:xfrm>
            <a:off x="1757085" y="1325225"/>
            <a:ext cx="371069" cy="359396"/>
            <a:chOff x="1757085" y="1500675"/>
            <a:chExt cx="371069" cy="359396"/>
          </a:xfrm>
        </p:grpSpPr>
        <p:sp>
          <p:nvSpPr>
            <p:cNvPr id="11431" name="Google Shape;11431;p6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0" name="Google Shape;11460;p66"/>
          <p:cNvGrpSpPr/>
          <p:nvPr/>
        </p:nvGrpSpPr>
        <p:grpSpPr>
          <a:xfrm>
            <a:off x="2774209" y="1779241"/>
            <a:ext cx="116693" cy="374186"/>
            <a:chOff x="2774209" y="1954691"/>
            <a:chExt cx="116693" cy="374186"/>
          </a:xfrm>
        </p:grpSpPr>
        <p:sp>
          <p:nvSpPr>
            <p:cNvPr id="11461" name="Google Shape;11461;p6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66"/>
          <p:cNvGrpSpPr/>
          <p:nvPr/>
        </p:nvGrpSpPr>
        <p:grpSpPr>
          <a:xfrm>
            <a:off x="4017435" y="1324462"/>
            <a:ext cx="315092" cy="359397"/>
            <a:chOff x="4017435" y="1499912"/>
            <a:chExt cx="315092" cy="359397"/>
          </a:xfrm>
        </p:grpSpPr>
        <p:sp>
          <p:nvSpPr>
            <p:cNvPr id="11464" name="Google Shape;11464;p6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66"/>
          <p:cNvGrpSpPr/>
          <p:nvPr/>
        </p:nvGrpSpPr>
        <p:grpSpPr>
          <a:xfrm>
            <a:off x="3963652" y="1824309"/>
            <a:ext cx="374154" cy="284050"/>
            <a:chOff x="3963652" y="1999759"/>
            <a:chExt cx="374154" cy="284050"/>
          </a:xfrm>
        </p:grpSpPr>
        <p:sp>
          <p:nvSpPr>
            <p:cNvPr id="11467" name="Google Shape;11467;p6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66"/>
          <p:cNvGrpSpPr/>
          <p:nvPr/>
        </p:nvGrpSpPr>
        <p:grpSpPr>
          <a:xfrm>
            <a:off x="1777536" y="1839416"/>
            <a:ext cx="376444" cy="253772"/>
            <a:chOff x="1777536" y="2014866"/>
            <a:chExt cx="376444" cy="253772"/>
          </a:xfrm>
        </p:grpSpPr>
        <p:sp>
          <p:nvSpPr>
            <p:cNvPr id="11471" name="Google Shape;11471;p6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6" name="Google Shape;11476;p66"/>
          <p:cNvGrpSpPr/>
          <p:nvPr/>
        </p:nvGrpSpPr>
        <p:grpSpPr>
          <a:xfrm>
            <a:off x="1309875" y="1881876"/>
            <a:ext cx="374154" cy="169680"/>
            <a:chOff x="1309875" y="2057326"/>
            <a:chExt cx="374154" cy="169680"/>
          </a:xfrm>
        </p:grpSpPr>
        <p:sp>
          <p:nvSpPr>
            <p:cNvPr id="11477" name="Google Shape;11477;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88" name="Google Shape;11488;p66"/>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9" name="Google Shape;11489;p66"/>
          <p:cNvGrpSpPr/>
          <p:nvPr/>
        </p:nvGrpSpPr>
        <p:grpSpPr>
          <a:xfrm>
            <a:off x="2347450" y="1779114"/>
            <a:ext cx="113639" cy="373168"/>
            <a:chOff x="2347450" y="1954564"/>
            <a:chExt cx="113639" cy="373168"/>
          </a:xfrm>
        </p:grpSpPr>
        <p:sp>
          <p:nvSpPr>
            <p:cNvPr id="11490" name="Google Shape;11490;p6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2" name="Google Shape;11492;p66"/>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3" name="Google Shape;11493;p66"/>
          <p:cNvGrpSpPr/>
          <p:nvPr/>
        </p:nvGrpSpPr>
        <p:grpSpPr>
          <a:xfrm>
            <a:off x="3110102" y="1324430"/>
            <a:ext cx="330613" cy="358379"/>
            <a:chOff x="3110102" y="1499880"/>
            <a:chExt cx="330613" cy="358379"/>
          </a:xfrm>
        </p:grpSpPr>
        <p:sp>
          <p:nvSpPr>
            <p:cNvPr id="11494" name="Google Shape;11494;p6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1" name="Google Shape;11501;p66"/>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2" name="Google Shape;11502;p66"/>
          <p:cNvGrpSpPr/>
          <p:nvPr/>
        </p:nvGrpSpPr>
        <p:grpSpPr>
          <a:xfrm>
            <a:off x="3485575" y="1824309"/>
            <a:ext cx="373772" cy="284050"/>
            <a:chOff x="3531200" y="1999759"/>
            <a:chExt cx="373772" cy="284050"/>
          </a:xfrm>
        </p:grpSpPr>
        <p:sp>
          <p:nvSpPr>
            <p:cNvPr id="11503" name="Google Shape;11503;p6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7" name="Google Shape;11507;p66"/>
          <p:cNvGrpSpPr/>
          <p:nvPr/>
        </p:nvGrpSpPr>
        <p:grpSpPr>
          <a:xfrm>
            <a:off x="2667058" y="1324843"/>
            <a:ext cx="330231" cy="359015"/>
            <a:chOff x="2667058" y="1500293"/>
            <a:chExt cx="330231" cy="359015"/>
          </a:xfrm>
        </p:grpSpPr>
        <p:sp>
          <p:nvSpPr>
            <p:cNvPr id="11508" name="Google Shape;11508;p6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66"/>
          <p:cNvGrpSpPr/>
          <p:nvPr/>
        </p:nvGrpSpPr>
        <p:grpSpPr>
          <a:xfrm>
            <a:off x="3567553" y="1324462"/>
            <a:ext cx="320022" cy="359778"/>
            <a:chOff x="3567553" y="1499912"/>
            <a:chExt cx="320022" cy="359778"/>
          </a:xfrm>
        </p:grpSpPr>
        <p:sp>
          <p:nvSpPr>
            <p:cNvPr id="11527" name="Google Shape;11527;p6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66"/>
          <p:cNvGrpSpPr/>
          <p:nvPr/>
        </p:nvGrpSpPr>
        <p:grpSpPr>
          <a:xfrm>
            <a:off x="1309875" y="1324462"/>
            <a:ext cx="359015" cy="358633"/>
            <a:chOff x="1309875" y="1499912"/>
            <a:chExt cx="359015" cy="358633"/>
          </a:xfrm>
        </p:grpSpPr>
        <p:sp>
          <p:nvSpPr>
            <p:cNvPr id="11534" name="Google Shape;11534;p6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66"/>
          <p:cNvGrpSpPr/>
          <p:nvPr/>
        </p:nvGrpSpPr>
        <p:grpSpPr>
          <a:xfrm>
            <a:off x="2219466" y="1324843"/>
            <a:ext cx="330613" cy="359015"/>
            <a:chOff x="2219466" y="1500293"/>
            <a:chExt cx="330613" cy="359015"/>
          </a:xfrm>
        </p:grpSpPr>
        <p:sp>
          <p:nvSpPr>
            <p:cNvPr id="11544" name="Google Shape;11544;p6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66"/>
          <p:cNvGrpSpPr/>
          <p:nvPr/>
        </p:nvGrpSpPr>
        <p:grpSpPr>
          <a:xfrm>
            <a:off x="5343544" y="1333908"/>
            <a:ext cx="244676" cy="351095"/>
            <a:chOff x="5343544" y="1509358"/>
            <a:chExt cx="244676" cy="351095"/>
          </a:xfrm>
        </p:grpSpPr>
        <p:sp>
          <p:nvSpPr>
            <p:cNvPr id="11547" name="Google Shape;11547;p6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0" name="Google Shape;11550;p66"/>
          <p:cNvGrpSpPr/>
          <p:nvPr/>
        </p:nvGrpSpPr>
        <p:grpSpPr>
          <a:xfrm>
            <a:off x="4882340" y="1333908"/>
            <a:ext cx="246171" cy="351095"/>
            <a:chOff x="4882340" y="1509358"/>
            <a:chExt cx="246171" cy="351095"/>
          </a:xfrm>
        </p:grpSpPr>
        <p:sp>
          <p:nvSpPr>
            <p:cNvPr id="11551" name="Google Shape;11551;p6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6" name="Google Shape;11556;p66"/>
          <p:cNvGrpSpPr/>
          <p:nvPr/>
        </p:nvGrpSpPr>
        <p:grpSpPr>
          <a:xfrm>
            <a:off x="6273204" y="1333558"/>
            <a:ext cx="236343" cy="351445"/>
            <a:chOff x="6273204" y="1509008"/>
            <a:chExt cx="236343" cy="351445"/>
          </a:xfrm>
        </p:grpSpPr>
        <p:sp>
          <p:nvSpPr>
            <p:cNvPr id="11557" name="Google Shape;11557;p6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9" name="Google Shape;11559;p66"/>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0" name="Google Shape;11560;p66"/>
          <p:cNvGrpSpPr/>
          <p:nvPr/>
        </p:nvGrpSpPr>
        <p:grpSpPr>
          <a:xfrm>
            <a:off x="7219530" y="1332794"/>
            <a:ext cx="191625" cy="352209"/>
            <a:chOff x="7219530" y="1508244"/>
            <a:chExt cx="191625" cy="352209"/>
          </a:xfrm>
        </p:grpSpPr>
        <p:sp>
          <p:nvSpPr>
            <p:cNvPr id="11561" name="Google Shape;11561;p6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3" name="Google Shape;11563;p66"/>
          <p:cNvGrpSpPr/>
          <p:nvPr/>
        </p:nvGrpSpPr>
        <p:grpSpPr>
          <a:xfrm>
            <a:off x="7699309" y="1333176"/>
            <a:ext cx="154922" cy="351827"/>
            <a:chOff x="7699309" y="1508626"/>
            <a:chExt cx="154922" cy="351827"/>
          </a:xfrm>
        </p:grpSpPr>
        <p:sp>
          <p:nvSpPr>
            <p:cNvPr id="11564" name="Google Shape;11564;p6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1" name="Google Shape;11571;p66"/>
          <p:cNvGrpSpPr/>
          <p:nvPr/>
        </p:nvGrpSpPr>
        <p:grpSpPr>
          <a:xfrm>
            <a:off x="8161690" y="1333558"/>
            <a:ext cx="153396" cy="351064"/>
            <a:chOff x="8161690" y="1509008"/>
            <a:chExt cx="153396" cy="351064"/>
          </a:xfrm>
        </p:grpSpPr>
        <p:sp>
          <p:nvSpPr>
            <p:cNvPr id="11572" name="Google Shape;11572;p6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6" name="Google Shape;11576;p66"/>
          <p:cNvGrpSpPr/>
          <p:nvPr/>
        </p:nvGrpSpPr>
        <p:grpSpPr>
          <a:xfrm>
            <a:off x="6746940" y="1333431"/>
            <a:ext cx="213221" cy="352304"/>
            <a:chOff x="6746940" y="1508881"/>
            <a:chExt cx="213221" cy="352304"/>
          </a:xfrm>
        </p:grpSpPr>
        <p:sp>
          <p:nvSpPr>
            <p:cNvPr id="11577" name="Google Shape;11577;p6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1" name="Google Shape;11581;p66"/>
          <p:cNvGrpSpPr/>
          <p:nvPr/>
        </p:nvGrpSpPr>
        <p:grpSpPr>
          <a:xfrm>
            <a:off x="5770336" y="1832165"/>
            <a:ext cx="350682" cy="292097"/>
            <a:chOff x="5770336" y="2007615"/>
            <a:chExt cx="350682" cy="292097"/>
          </a:xfrm>
        </p:grpSpPr>
        <p:sp>
          <p:nvSpPr>
            <p:cNvPr id="11582" name="Google Shape;11582;p6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6" name="Google Shape;11586;p66"/>
          <p:cNvGrpSpPr/>
          <p:nvPr/>
        </p:nvGrpSpPr>
        <p:grpSpPr>
          <a:xfrm>
            <a:off x="5326878" y="1804908"/>
            <a:ext cx="350332" cy="346229"/>
            <a:chOff x="5326878" y="1980358"/>
            <a:chExt cx="350332" cy="346229"/>
          </a:xfrm>
        </p:grpSpPr>
        <p:sp>
          <p:nvSpPr>
            <p:cNvPr id="11587" name="Google Shape;11587;p6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91" name="Google Shape;11591;p66"/>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2" name="Google Shape;11592;p66"/>
          <p:cNvGrpSpPr/>
          <p:nvPr/>
        </p:nvGrpSpPr>
        <p:grpSpPr>
          <a:xfrm>
            <a:off x="4883835" y="1817121"/>
            <a:ext cx="350300" cy="323043"/>
            <a:chOff x="4883835" y="1992571"/>
            <a:chExt cx="350300" cy="323043"/>
          </a:xfrm>
        </p:grpSpPr>
        <p:sp>
          <p:nvSpPr>
            <p:cNvPr id="11593" name="Google Shape;11593;p6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66"/>
          <p:cNvGrpSpPr/>
          <p:nvPr/>
        </p:nvGrpSpPr>
        <p:grpSpPr>
          <a:xfrm>
            <a:off x="7548967" y="1803477"/>
            <a:ext cx="333285" cy="349950"/>
            <a:chOff x="7548967" y="1978927"/>
            <a:chExt cx="333285" cy="349950"/>
          </a:xfrm>
        </p:grpSpPr>
        <p:sp>
          <p:nvSpPr>
            <p:cNvPr id="11600" name="Google Shape;11600;p6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7" name="Google Shape;11607;p66"/>
          <p:cNvGrpSpPr/>
          <p:nvPr/>
        </p:nvGrpSpPr>
        <p:grpSpPr>
          <a:xfrm>
            <a:off x="6214142" y="1803477"/>
            <a:ext cx="346515" cy="350300"/>
            <a:chOff x="6214142" y="1978927"/>
            <a:chExt cx="346515" cy="350300"/>
          </a:xfrm>
        </p:grpSpPr>
        <p:sp>
          <p:nvSpPr>
            <p:cNvPr id="11608" name="Google Shape;11608;p6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66"/>
          <p:cNvGrpSpPr/>
          <p:nvPr/>
        </p:nvGrpSpPr>
        <p:grpSpPr>
          <a:xfrm>
            <a:off x="7105923" y="1803095"/>
            <a:ext cx="333285" cy="350682"/>
            <a:chOff x="7105923" y="1978545"/>
            <a:chExt cx="333285" cy="350682"/>
          </a:xfrm>
        </p:grpSpPr>
        <p:sp>
          <p:nvSpPr>
            <p:cNvPr id="11611" name="Google Shape;11611;p6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8" name="Google Shape;11618;p66"/>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6"/>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0" name="Google Shape;11620;p66"/>
          <p:cNvGrpSpPr/>
          <p:nvPr/>
        </p:nvGrpSpPr>
        <p:grpSpPr>
          <a:xfrm>
            <a:off x="3616406" y="2246902"/>
            <a:ext cx="203393" cy="351827"/>
            <a:chOff x="3616406" y="2422352"/>
            <a:chExt cx="203393" cy="351827"/>
          </a:xfrm>
        </p:grpSpPr>
        <p:sp>
          <p:nvSpPr>
            <p:cNvPr id="11621" name="Google Shape;11621;p6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3" name="Google Shape;11623;p66"/>
          <p:cNvGrpSpPr/>
          <p:nvPr/>
        </p:nvGrpSpPr>
        <p:grpSpPr>
          <a:xfrm>
            <a:off x="878187" y="2246520"/>
            <a:ext cx="272696" cy="351827"/>
            <a:chOff x="913012" y="2421970"/>
            <a:chExt cx="272696" cy="351827"/>
          </a:xfrm>
        </p:grpSpPr>
        <p:sp>
          <p:nvSpPr>
            <p:cNvPr id="11624" name="Google Shape;11624;p6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66"/>
          <p:cNvGrpSpPr/>
          <p:nvPr/>
        </p:nvGrpSpPr>
        <p:grpSpPr>
          <a:xfrm>
            <a:off x="2274743" y="2246902"/>
            <a:ext cx="255649" cy="351445"/>
            <a:chOff x="2274743" y="2422352"/>
            <a:chExt cx="255649" cy="351445"/>
          </a:xfrm>
        </p:grpSpPr>
        <p:sp>
          <p:nvSpPr>
            <p:cNvPr id="11629" name="Google Shape;11629;p6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2" name="Google Shape;11632;p66"/>
          <p:cNvGrpSpPr/>
          <p:nvPr/>
        </p:nvGrpSpPr>
        <p:grpSpPr>
          <a:xfrm>
            <a:off x="2708723" y="2245789"/>
            <a:ext cx="246552" cy="352558"/>
            <a:chOff x="2708723" y="2421239"/>
            <a:chExt cx="246552" cy="352558"/>
          </a:xfrm>
        </p:grpSpPr>
        <p:sp>
          <p:nvSpPr>
            <p:cNvPr id="11633" name="Google Shape;11633;p6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66"/>
          <p:cNvGrpSpPr/>
          <p:nvPr/>
        </p:nvGrpSpPr>
        <p:grpSpPr>
          <a:xfrm>
            <a:off x="1835485" y="2246902"/>
            <a:ext cx="259433" cy="350714"/>
            <a:chOff x="1835485" y="2422352"/>
            <a:chExt cx="259433" cy="350714"/>
          </a:xfrm>
        </p:grpSpPr>
        <p:sp>
          <p:nvSpPr>
            <p:cNvPr id="11636" name="Google Shape;11636;p6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66"/>
          <p:cNvGrpSpPr/>
          <p:nvPr/>
        </p:nvGrpSpPr>
        <p:grpSpPr>
          <a:xfrm>
            <a:off x="3150240" y="2246902"/>
            <a:ext cx="212489" cy="351445"/>
            <a:chOff x="3150240" y="2422352"/>
            <a:chExt cx="212489" cy="351445"/>
          </a:xfrm>
        </p:grpSpPr>
        <p:sp>
          <p:nvSpPr>
            <p:cNvPr id="11644" name="Google Shape;11644;p6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66"/>
          <p:cNvGrpSpPr/>
          <p:nvPr/>
        </p:nvGrpSpPr>
        <p:grpSpPr>
          <a:xfrm>
            <a:off x="1367060" y="2246679"/>
            <a:ext cx="269261" cy="352050"/>
            <a:chOff x="1367060" y="2422129"/>
            <a:chExt cx="269261" cy="352050"/>
          </a:xfrm>
        </p:grpSpPr>
        <p:sp>
          <p:nvSpPr>
            <p:cNvPr id="11647" name="Google Shape;11647;p6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1" name="Google Shape;11661;p66"/>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2" name="Google Shape;11662;p66"/>
          <p:cNvGrpSpPr/>
          <p:nvPr/>
        </p:nvGrpSpPr>
        <p:grpSpPr>
          <a:xfrm>
            <a:off x="4882690" y="2249955"/>
            <a:ext cx="274573" cy="350682"/>
            <a:chOff x="4882690" y="2425405"/>
            <a:chExt cx="274573" cy="350682"/>
          </a:xfrm>
        </p:grpSpPr>
        <p:sp>
          <p:nvSpPr>
            <p:cNvPr id="11663" name="Google Shape;11663;p6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5" name="Google Shape;11665;p66"/>
          <p:cNvGrpSpPr/>
          <p:nvPr/>
        </p:nvGrpSpPr>
        <p:grpSpPr>
          <a:xfrm>
            <a:off x="6627639" y="2268434"/>
            <a:ext cx="355993" cy="313247"/>
            <a:chOff x="6627639" y="2443884"/>
            <a:chExt cx="355993" cy="313247"/>
          </a:xfrm>
        </p:grpSpPr>
        <p:sp>
          <p:nvSpPr>
            <p:cNvPr id="11666" name="Google Shape;11666;p6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66"/>
          <p:cNvGrpSpPr/>
          <p:nvPr/>
        </p:nvGrpSpPr>
        <p:grpSpPr>
          <a:xfrm>
            <a:off x="6183451" y="2286690"/>
            <a:ext cx="351445" cy="277976"/>
            <a:chOff x="6183451" y="2462140"/>
            <a:chExt cx="351445" cy="277976"/>
          </a:xfrm>
        </p:grpSpPr>
        <p:sp>
          <p:nvSpPr>
            <p:cNvPr id="11670" name="Google Shape;11670;p6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7" name="Google Shape;11677;p66"/>
          <p:cNvGrpSpPr/>
          <p:nvPr/>
        </p:nvGrpSpPr>
        <p:grpSpPr>
          <a:xfrm>
            <a:off x="5735477" y="2254408"/>
            <a:ext cx="353354" cy="341299"/>
            <a:chOff x="5735477" y="2429858"/>
            <a:chExt cx="353354" cy="341299"/>
          </a:xfrm>
        </p:grpSpPr>
        <p:sp>
          <p:nvSpPr>
            <p:cNvPr id="11678" name="Google Shape;11678;p6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4" name="Google Shape;11684;p66"/>
          <p:cNvGrpSpPr/>
          <p:nvPr/>
        </p:nvGrpSpPr>
        <p:grpSpPr>
          <a:xfrm>
            <a:off x="5243735" y="2271523"/>
            <a:ext cx="405255" cy="275499"/>
            <a:chOff x="5283337" y="2478774"/>
            <a:chExt cx="358633" cy="243913"/>
          </a:xfrm>
        </p:grpSpPr>
        <p:sp>
          <p:nvSpPr>
            <p:cNvPr id="11685" name="Google Shape;11685;p6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2" name="Google Shape;11702;p66"/>
          <p:cNvGrpSpPr/>
          <p:nvPr/>
        </p:nvGrpSpPr>
        <p:grpSpPr>
          <a:xfrm>
            <a:off x="7964753" y="2295373"/>
            <a:ext cx="362068" cy="258670"/>
            <a:chOff x="7964753" y="2470823"/>
            <a:chExt cx="362068" cy="258670"/>
          </a:xfrm>
        </p:grpSpPr>
        <p:sp>
          <p:nvSpPr>
            <p:cNvPr id="11703" name="Google Shape;11703;p6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2" name="Google Shape;11712;p66"/>
          <p:cNvGrpSpPr/>
          <p:nvPr/>
        </p:nvGrpSpPr>
        <p:grpSpPr>
          <a:xfrm>
            <a:off x="7524349" y="2280997"/>
            <a:ext cx="350332" cy="288948"/>
            <a:chOff x="7524349" y="2456447"/>
            <a:chExt cx="350332" cy="288948"/>
          </a:xfrm>
        </p:grpSpPr>
        <p:sp>
          <p:nvSpPr>
            <p:cNvPr id="11713" name="Google Shape;11713;p6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8" name="Google Shape;11718;p66"/>
          <p:cNvGrpSpPr/>
          <p:nvPr/>
        </p:nvGrpSpPr>
        <p:grpSpPr>
          <a:xfrm>
            <a:off x="3972749" y="2719143"/>
            <a:ext cx="355230" cy="356725"/>
            <a:chOff x="3972749" y="2894211"/>
            <a:chExt cx="355230" cy="356725"/>
          </a:xfrm>
        </p:grpSpPr>
        <p:sp>
          <p:nvSpPr>
            <p:cNvPr id="11719" name="Google Shape;11719;p6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4" name="Google Shape;11724;p66"/>
          <p:cNvGrpSpPr/>
          <p:nvPr/>
        </p:nvGrpSpPr>
        <p:grpSpPr>
          <a:xfrm>
            <a:off x="3527797" y="2743553"/>
            <a:ext cx="355993" cy="307904"/>
            <a:chOff x="3527797" y="2918796"/>
            <a:chExt cx="355993" cy="307904"/>
          </a:xfrm>
        </p:grpSpPr>
        <p:sp>
          <p:nvSpPr>
            <p:cNvPr id="11725" name="Google Shape;11725;p6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66"/>
          <p:cNvGrpSpPr/>
          <p:nvPr/>
        </p:nvGrpSpPr>
        <p:grpSpPr>
          <a:xfrm>
            <a:off x="3082845" y="2746336"/>
            <a:ext cx="356375" cy="302338"/>
            <a:chOff x="3082845" y="2920959"/>
            <a:chExt cx="356375" cy="302338"/>
          </a:xfrm>
        </p:grpSpPr>
        <p:sp>
          <p:nvSpPr>
            <p:cNvPr id="11736" name="Google Shape;11736;p6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8" name="Google Shape;11738;p66"/>
          <p:cNvGrpSpPr/>
          <p:nvPr/>
        </p:nvGrpSpPr>
        <p:grpSpPr>
          <a:xfrm>
            <a:off x="2639038" y="2719699"/>
            <a:ext cx="355612" cy="355612"/>
            <a:chOff x="2639038" y="2894942"/>
            <a:chExt cx="355612" cy="355612"/>
          </a:xfrm>
        </p:grpSpPr>
        <p:sp>
          <p:nvSpPr>
            <p:cNvPr id="11739" name="Google Shape;11739;p6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66"/>
          <p:cNvGrpSpPr/>
          <p:nvPr/>
        </p:nvGrpSpPr>
        <p:grpSpPr>
          <a:xfrm>
            <a:off x="2194468" y="2763622"/>
            <a:ext cx="355993" cy="267766"/>
            <a:chOff x="2194468" y="2938865"/>
            <a:chExt cx="355993" cy="267766"/>
          </a:xfrm>
        </p:grpSpPr>
        <p:sp>
          <p:nvSpPr>
            <p:cNvPr id="11742" name="Google Shape;11742;p6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2" name="Google Shape;11762;p66"/>
          <p:cNvGrpSpPr/>
          <p:nvPr/>
        </p:nvGrpSpPr>
        <p:grpSpPr>
          <a:xfrm>
            <a:off x="1749897" y="2719699"/>
            <a:ext cx="355993" cy="355612"/>
            <a:chOff x="1749897" y="2894561"/>
            <a:chExt cx="355993" cy="355612"/>
          </a:xfrm>
        </p:grpSpPr>
        <p:sp>
          <p:nvSpPr>
            <p:cNvPr id="11763" name="Google Shape;11763;p6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4" name="Google Shape;11774;p66"/>
          <p:cNvGrpSpPr/>
          <p:nvPr/>
        </p:nvGrpSpPr>
        <p:grpSpPr>
          <a:xfrm>
            <a:off x="1305327" y="2718761"/>
            <a:ext cx="357520" cy="357488"/>
            <a:chOff x="1305327" y="2894211"/>
            <a:chExt cx="357520" cy="357488"/>
          </a:xfrm>
        </p:grpSpPr>
        <p:sp>
          <p:nvSpPr>
            <p:cNvPr id="11775" name="Google Shape;11775;p6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0" name="Google Shape;11780;p66"/>
          <p:cNvGrpSpPr/>
          <p:nvPr/>
        </p:nvGrpSpPr>
        <p:grpSpPr>
          <a:xfrm>
            <a:off x="853950" y="2720860"/>
            <a:ext cx="364104" cy="353290"/>
            <a:chOff x="853950" y="2894720"/>
            <a:chExt cx="364104" cy="353290"/>
          </a:xfrm>
        </p:grpSpPr>
        <p:sp>
          <p:nvSpPr>
            <p:cNvPr id="11781" name="Google Shape;11781;p6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8" name="Google Shape;11788;p66"/>
          <p:cNvGrpSpPr/>
          <p:nvPr/>
        </p:nvGrpSpPr>
        <p:grpSpPr>
          <a:xfrm>
            <a:off x="7066548" y="2737144"/>
            <a:ext cx="352209" cy="334938"/>
            <a:chOff x="7066548" y="2912594"/>
            <a:chExt cx="352209" cy="334938"/>
          </a:xfrm>
        </p:grpSpPr>
        <p:sp>
          <p:nvSpPr>
            <p:cNvPr id="11789" name="Google Shape;11789;p6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5" name="Google Shape;11795;p66"/>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6"/>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7" name="Google Shape;11797;p66"/>
          <p:cNvGrpSpPr/>
          <p:nvPr/>
        </p:nvGrpSpPr>
        <p:grpSpPr>
          <a:xfrm>
            <a:off x="7541397" y="2729352"/>
            <a:ext cx="318495" cy="352209"/>
            <a:chOff x="7541397" y="2904802"/>
            <a:chExt cx="318495" cy="352209"/>
          </a:xfrm>
        </p:grpSpPr>
        <p:sp>
          <p:nvSpPr>
            <p:cNvPr id="11798" name="Google Shape;11798;p6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0" name="Google Shape;11800;p66"/>
          <p:cNvGrpSpPr/>
          <p:nvPr/>
        </p:nvGrpSpPr>
        <p:grpSpPr>
          <a:xfrm>
            <a:off x="8003015" y="2728589"/>
            <a:ext cx="306759" cy="351445"/>
            <a:chOff x="8003015" y="2904039"/>
            <a:chExt cx="306759" cy="351445"/>
          </a:xfrm>
        </p:grpSpPr>
        <p:sp>
          <p:nvSpPr>
            <p:cNvPr id="11801" name="Google Shape;11801;p6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7" name="Google Shape;11807;p66"/>
          <p:cNvGrpSpPr/>
          <p:nvPr/>
        </p:nvGrpSpPr>
        <p:grpSpPr>
          <a:xfrm>
            <a:off x="5687770" y="2710046"/>
            <a:ext cx="369638" cy="369606"/>
            <a:chOff x="5687770" y="2885496"/>
            <a:chExt cx="369638" cy="369606"/>
          </a:xfrm>
        </p:grpSpPr>
        <p:sp>
          <p:nvSpPr>
            <p:cNvPr id="11808" name="Google Shape;11808;p6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8" name="Google Shape;11818;p66"/>
          <p:cNvGrpSpPr/>
          <p:nvPr/>
        </p:nvGrpSpPr>
        <p:grpSpPr>
          <a:xfrm>
            <a:off x="4881958" y="2729352"/>
            <a:ext cx="156417" cy="349537"/>
            <a:chOff x="4881958" y="2904802"/>
            <a:chExt cx="156417" cy="349537"/>
          </a:xfrm>
        </p:grpSpPr>
        <p:sp>
          <p:nvSpPr>
            <p:cNvPr id="11819" name="Google Shape;11819;p6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6" name="Google Shape;11826;p66"/>
          <p:cNvGrpSpPr/>
          <p:nvPr/>
        </p:nvGrpSpPr>
        <p:grpSpPr>
          <a:xfrm>
            <a:off x="5230318" y="2711064"/>
            <a:ext cx="371133" cy="367443"/>
            <a:chOff x="5230318" y="2886514"/>
            <a:chExt cx="371133" cy="367443"/>
          </a:xfrm>
        </p:grpSpPr>
        <p:sp>
          <p:nvSpPr>
            <p:cNvPr id="11827" name="Google Shape;11827;p6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6" name="Google Shape;11836;p66"/>
          <p:cNvGrpSpPr/>
          <p:nvPr/>
        </p:nvGrpSpPr>
        <p:grpSpPr>
          <a:xfrm>
            <a:off x="5748358" y="3259128"/>
            <a:ext cx="352590" cy="182561"/>
            <a:chOff x="5748358" y="3434578"/>
            <a:chExt cx="352590" cy="182561"/>
          </a:xfrm>
        </p:grpSpPr>
        <p:sp>
          <p:nvSpPr>
            <p:cNvPr id="11837" name="Google Shape;11837;p6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3" name="Google Shape;11843;p66"/>
          <p:cNvGrpSpPr/>
          <p:nvPr/>
        </p:nvGrpSpPr>
        <p:grpSpPr>
          <a:xfrm>
            <a:off x="862283" y="4099321"/>
            <a:ext cx="341204" cy="359301"/>
            <a:chOff x="862283" y="4274771"/>
            <a:chExt cx="341204" cy="359301"/>
          </a:xfrm>
        </p:grpSpPr>
        <p:sp>
          <p:nvSpPr>
            <p:cNvPr id="11844" name="Google Shape;11844;p6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6"/>
          <p:cNvGrpSpPr/>
          <p:nvPr/>
        </p:nvGrpSpPr>
        <p:grpSpPr>
          <a:xfrm>
            <a:off x="1396957" y="4111915"/>
            <a:ext cx="301861" cy="332871"/>
            <a:chOff x="1396957" y="4287365"/>
            <a:chExt cx="301861" cy="332871"/>
          </a:xfrm>
        </p:grpSpPr>
        <p:sp>
          <p:nvSpPr>
            <p:cNvPr id="11848" name="Google Shape;11848;p6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3" name="Google Shape;11863;p66"/>
          <p:cNvGrpSpPr/>
          <p:nvPr/>
        </p:nvGrpSpPr>
        <p:grpSpPr>
          <a:xfrm>
            <a:off x="1865381" y="4102056"/>
            <a:ext cx="396131" cy="355612"/>
            <a:chOff x="1865381" y="4277506"/>
            <a:chExt cx="396131" cy="355612"/>
          </a:xfrm>
        </p:grpSpPr>
        <p:sp>
          <p:nvSpPr>
            <p:cNvPr id="11864" name="Google Shape;11864;p6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0" name="Google Shape;11870;p66"/>
          <p:cNvGrpSpPr/>
          <p:nvPr/>
        </p:nvGrpSpPr>
        <p:grpSpPr>
          <a:xfrm>
            <a:off x="2411823" y="4128549"/>
            <a:ext cx="334398" cy="299953"/>
            <a:chOff x="2411823" y="4303999"/>
            <a:chExt cx="334398" cy="299953"/>
          </a:xfrm>
        </p:grpSpPr>
        <p:sp>
          <p:nvSpPr>
            <p:cNvPr id="11871" name="Google Shape;11871;p6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66"/>
          <p:cNvGrpSpPr/>
          <p:nvPr/>
        </p:nvGrpSpPr>
        <p:grpSpPr>
          <a:xfrm>
            <a:off x="2903337" y="4103582"/>
            <a:ext cx="382519" cy="350682"/>
            <a:chOff x="2903337" y="4279032"/>
            <a:chExt cx="382519" cy="350682"/>
          </a:xfrm>
        </p:grpSpPr>
        <p:sp>
          <p:nvSpPr>
            <p:cNvPr id="11879" name="Google Shape;11879;p6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66"/>
          <p:cNvGrpSpPr/>
          <p:nvPr/>
        </p:nvGrpSpPr>
        <p:grpSpPr>
          <a:xfrm>
            <a:off x="3933342" y="4140317"/>
            <a:ext cx="383632" cy="276449"/>
            <a:chOff x="3933342" y="4315767"/>
            <a:chExt cx="383632" cy="276449"/>
          </a:xfrm>
        </p:grpSpPr>
        <p:sp>
          <p:nvSpPr>
            <p:cNvPr id="11895" name="Google Shape;11895;p6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1" name="Google Shape;11901;p66"/>
          <p:cNvGrpSpPr/>
          <p:nvPr/>
        </p:nvGrpSpPr>
        <p:grpSpPr>
          <a:xfrm>
            <a:off x="3441065" y="4127055"/>
            <a:ext cx="337069" cy="302593"/>
            <a:chOff x="3441065" y="4302505"/>
            <a:chExt cx="337069" cy="302593"/>
          </a:xfrm>
        </p:grpSpPr>
        <p:sp>
          <p:nvSpPr>
            <p:cNvPr id="11902" name="Google Shape;11902;p6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5" name="Google Shape;11915;p66"/>
          <p:cNvGrpSpPr/>
          <p:nvPr/>
        </p:nvGrpSpPr>
        <p:grpSpPr>
          <a:xfrm>
            <a:off x="3532345" y="3187185"/>
            <a:ext cx="339328" cy="336274"/>
            <a:chOff x="3532345" y="3362635"/>
            <a:chExt cx="339328" cy="336274"/>
          </a:xfrm>
        </p:grpSpPr>
        <p:sp>
          <p:nvSpPr>
            <p:cNvPr id="11916" name="Google Shape;11916;p6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21" name="Google Shape;11921;p66"/>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2" name="Google Shape;11922;p66"/>
          <p:cNvGrpSpPr/>
          <p:nvPr/>
        </p:nvGrpSpPr>
        <p:grpSpPr>
          <a:xfrm>
            <a:off x="1883955" y="3633250"/>
            <a:ext cx="162873" cy="351445"/>
            <a:chOff x="1883955" y="3808700"/>
            <a:chExt cx="162873" cy="351445"/>
          </a:xfrm>
        </p:grpSpPr>
        <p:sp>
          <p:nvSpPr>
            <p:cNvPr id="11923" name="Google Shape;11923;p6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66"/>
          <p:cNvGrpSpPr/>
          <p:nvPr/>
        </p:nvGrpSpPr>
        <p:grpSpPr>
          <a:xfrm>
            <a:off x="939156" y="3633759"/>
            <a:ext cx="192007" cy="351318"/>
            <a:chOff x="939156" y="3809209"/>
            <a:chExt cx="192007" cy="351318"/>
          </a:xfrm>
        </p:grpSpPr>
        <p:sp>
          <p:nvSpPr>
            <p:cNvPr id="11926" name="Google Shape;11926;p6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66"/>
          <p:cNvGrpSpPr/>
          <p:nvPr/>
        </p:nvGrpSpPr>
        <p:grpSpPr>
          <a:xfrm>
            <a:off x="2306167" y="3634395"/>
            <a:ext cx="193915" cy="349155"/>
            <a:chOff x="2306167" y="3809845"/>
            <a:chExt cx="193915" cy="349155"/>
          </a:xfrm>
        </p:grpSpPr>
        <p:sp>
          <p:nvSpPr>
            <p:cNvPr id="11929" name="Google Shape;11929;p6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66"/>
          <p:cNvGrpSpPr/>
          <p:nvPr/>
        </p:nvGrpSpPr>
        <p:grpSpPr>
          <a:xfrm>
            <a:off x="1323901" y="3631723"/>
            <a:ext cx="356343" cy="356757"/>
            <a:chOff x="1323901" y="3807173"/>
            <a:chExt cx="356343" cy="356757"/>
          </a:xfrm>
        </p:grpSpPr>
        <p:sp>
          <p:nvSpPr>
            <p:cNvPr id="11937" name="Google Shape;11937;p6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1" name="Google Shape;11961;p66"/>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2" name="Google Shape;11962;p66"/>
          <p:cNvGrpSpPr/>
          <p:nvPr/>
        </p:nvGrpSpPr>
        <p:grpSpPr>
          <a:xfrm>
            <a:off x="859262" y="3178470"/>
            <a:ext cx="306759" cy="351445"/>
            <a:chOff x="859262" y="3353920"/>
            <a:chExt cx="306759" cy="351445"/>
          </a:xfrm>
        </p:grpSpPr>
        <p:sp>
          <p:nvSpPr>
            <p:cNvPr id="11963" name="Google Shape;11963;p6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8" name="Google Shape;11968;p66"/>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9" name="Google Shape;11969;p66"/>
          <p:cNvGrpSpPr/>
          <p:nvPr/>
        </p:nvGrpSpPr>
        <p:grpSpPr>
          <a:xfrm>
            <a:off x="3967437" y="3661652"/>
            <a:ext cx="364708" cy="295405"/>
            <a:chOff x="3967437" y="3837102"/>
            <a:chExt cx="364708" cy="295405"/>
          </a:xfrm>
        </p:grpSpPr>
        <p:sp>
          <p:nvSpPr>
            <p:cNvPr id="11970" name="Google Shape;11970;p6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5" name="Google Shape;11975;p66"/>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6"/>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6"/>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8" name="Google Shape;11978;p66"/>
          <p:cNvGrpSpPr/>
          <p:nvPr/>
        </p:nvGrpSpPr>
        <p:grpSpPr>
          <a:xfrm>
            <a:off x="5811827" y="3631001"/>
            <a:ext cx="283743" cy="308444"/>
            <a:chOff x="5964227" y="3858701"/>
            <a:chExt cx="283743" cy="308444"/>
          </a:xfrm>
        </p:grpSpPr>
        <p:sp>
          <p:nvSpPr>
            <p:cNvPr id="11979" name="Google Shape;11979;p6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66"/>
          <p:cNvGrpSpPr/>
          <p:nvPr/>
        </p:nvGrpSpPr>
        <p:grpSpPr>
          <a:xfrm>
            <a:off x="6243508" y="3697623"/>
            <a:ext cx="320372" cy="213602"/>
            <a:chOff x="6395908" y="3873073"/>
            <a:chExt cx="320372" cy="213602"/>
          </a:xfrm>
        </p:grpSpPr>
        <p:sp>
          <p:nvSpPr>
            <p:cNvPr id="11984" name="Google Shape;11984;p6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66"/>
          <p:cNvGrpSpPr/>
          <p:nvPr/>
        </p:nvGrpSpPr>
        <p:grpSpPr>
          <a:xfrm>
            <a:off x="7262890" y="3627366"/>
            <a:ext cx="357138" cy="352018"/>
            <a:chOff x="7415290" y="3802816"/>
            <a:chExt cx="357138" cy="352018"/>
          </a:xfrm>
        </p:grpSpPr>
        <p:sp>
          <p:nvSpPr>
            <p:cNvPr id="11995" name="Google Shape;11995;p6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3" name="Google Shape;12003;p66"/>
          <p:cNvGrpSpPr/>
          <p:nvPr/>
        </p:nvGrpSpPr>
        <p:grpSpPr>
          <a:xfrm>
            <a:off x="6737312" y="3657963"/>
            <a:ext cx="355230" cy="293401"/>
            <a:chOff x="6889712" y="3833413"/>
            <a:chExt cx="355230" cy="293401"/>
          </a:xfrm>
        </p:grpSpPr>
        <p:sp>
          <p:nvSpPr>
            <p:cNvPr id="12004" name="Google Shape;12004;p6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9" name="Google Shape;12009;p66"/>
          <p:cNvGrpSpPr/>
          <p:nvPr/>
        </p:nvGrpSpPr>
        <p:grpSpPr>
          <a:xfrm>
            <a:off x="7707152" y="3660420"/>
            <a:ext cx="282318" cy="337168"/>
            <a:chOff x="1635875" y="237775"/>
            <a:chExt cx="4370250" cy="5219325"/>
          </a:xfrm>
        </p:grpSpPr>
        <p:sp>
          <p:nvSpPr>
            <p:cNvPr id="12010" name="Google Shape;12010;p6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2" name="Google Shape;12012;p66"/>
          <p:cNvGrpSpPr/>
          <p:nvPr/>
        </p:nvGrpSpPr>
        <p:grpSpPr>
          <a:xfrm>
            <a:off x="3103963" y="3185690"/>
            <a:ext cx="297886" cy="337578"/>
            <a:chOff x="3103963" y="3361140"/>
            <a:chExt cx="297886" cy="337578"/>
          </a:xfrm>
        </p:grpSpPr>
        <p:sp>
          <p:nvSpPr>
            <p:cNvPr id="12013" name="Google Shape;12013;p6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7" name="Google Shape;12037;p66"/>
          <p:cNvGrpSpPr/>
          <p:nvPr/>
        </p:nvGrpSpPr>
        <p:grpSpPr>
          <a:xfrm>
            <a:off x="2667821" y="3185658"/>
            <a:ext cx="273046" cy="337801"/>
            <a:chOff x="2667821" y="3361108"/>
            <a:chExt cx="273046" cy="337801"/>
          </a:xfrm>
        </p:grpSpPr>
        <p:sp>
          <p:nvSpPr>
            <p:cNvPr id="12038" name="Google Shape;12038;p6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7" name="Google Shape;12057;p66"/>
          <p:cNvGrpSpPr/>
          <p:nvPr/>
        </p:nvGrpSpPr>
        <p:grpSpPr>
          <a:xfrm>
            <a:off x="2212469" y="3184863"/>
            <a:ext cx="282715" cy="338660"/>
            <a:chOff x="2212469" y="3360313"/>
            <a:chExt cx="282715" cy="338660"/>
          </a:xfrm>
        </p:grpSpPr>
        <p:sp>
          <p:nvSpPr>
            <p:cNvPr id="12058" name="Google Shape;12058;p6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66"/>
          <p:cNvGrpSpPr/>
          <p:nvPr/>
        </p:nvGrpSpPr>
        <p:grpSpPr>
          <a:xfrm>
            <a:off x="1768821" y="3185658"/>
            <a:ext cx="278739" cy="339073"/>
            <a:chOff x="1768821" y="3361108"/>
            <a:chExt cx="278739" cy="339073"/>
          </a:xfrm>
        </p:grpSpPr>
        <p:sp>
          <p:nvSpPr>
            <p:cNvPr id="12062" name="Google Shape;12062;p6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66"/>
          <p:cNvGrpSpPr/>
          <p:nvPr/>
        </p:nvGrpSpPr>
        <p:grpSpPr>
          <a:xfrm>
            <a:off x="5337883" y="3161423"/>
            <a:ext cx="307141" cy="376826"/>
            <a:chOff x="5337883" y="3336873"/>
            <a:chExt cx="307141" cy="376826"/>
          </a:xfrm>
        </p:grpSpPr>
        <p:sp>
          <p:nvSpPr>
            <p:cNvPr id="12074" name="Google Shape;12074;p6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6" name="Google Shape;12076;p66"/>
          <p:cNvGrpSpPr/>
          <p:nvPr/>
        </p:nvGrpSpPr>
        <p:grpSpPr>
          <a:xfrm>
            <a:off x="4883835" y="3161805"/>
            <a:ext cx="323425" cy="377557"/>
            <a:chOff x="4883835" y="3337255"/>
            <a:chExt cx="323425" cy="377557"/>
          </a:xfrm>
        </p:grpSpPr>
        <p:sp>
          <p:nvSpPr>
            <p:cNvPr id="12077" name="Google Shape;12077;p6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0" name="Google Shape;12080;p66"/>
          <p:cNvGrpSpPr/>
          <p:nvPr/>
        </p:nvGrpSpPr>
        <p:grpSpPr>
          <a:xfrm>
            <a:off x="6193310" y="3231839"/>
            <a:ext cx="352590" cy="237488"/>
            <a:chOff x="6193310" y="3407289"/>
            <a:chExt cx="352590" cy="237488"/>
          </a:xfrm>
        </p:grpSpPr>
        <p:sp>
          <p:nvSpPr>
            <p:cNvPr id="12081" name="Google Shape;12081;p6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6" name="Google Shape;12086;p66"/>
          <p:cNvGrpSpPr/>
          <p:nvPr/>
        </p:nvGrpSpPr>
        <p:grpSpPr>
          <a:xfrm>
            <a:off x="6637117" y="3222393"/>
            <a:ext cx="353735" cy="254504"/>
            <a:chOff x="6637117" y="3397843"/>
            <a:chExt cx="353735" cy="254504"/>
          </a:xfrm>
        </p:grpSpPr>
        <p:sp>
          <p:nvSpPr>
            <p:cNvPr id="12087" name="Google Shape;12087;p6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66"/>
          <p:cNvGrpSpPr/>
          <p:nvPr/>
        </p:nvGrpSpPr>
        <p:grpSpPr>
          <a:xfrm>
            <a:off x="7075994" y="3174081"/>
            <a:ext cx="360637" cy="352336"/>
            <a:chOff x="7075994" y="3349531"/>
            <a:chExt cx="360637" cy="352336"/>
          </a:xfrm>
        </p:grpSpPr>
        <p:sp>
          <p:nvSpPr>
            <p:cNvPr id="12094" name="Google Shape;12094;p6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66"/>
          <p:cNvGrpSpPr/>
          <p:nvPr/>
        </p:nvGrpSpPr>
        <p:grpSpPr>
          <a:xfrm>
            <a:off x="7651983" y="3173731"/>
            <a:ext cx="107183" cy="352399"/>
            <a:chOff x="7651983" y="3349181"/>
            <a:chExt cx="107183" cy="352399"/>
          </a:xfrm>
        </p:grpSpPr>
        <p:sp>
          <p:nvSpPr>
            <p:cNvPr id="12102" name="Google Shape;12102;p6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4" name="Google Shape;12104;p66"/>
          <p:cNvGrpSpPr/>
          <p:nvPr/>
        </p:nvGrpSpPr>
        <p:grpSpPr>
          <a:xfrm>
            <a:off x="7973468" y="3206872"/>
            <a:ext cx="352590" cy="287072"/>
            <a:chOff x="7973468" y="3382322"/>
            <a:chExt cx="352590" cy="287072"/>
          </a:xfrm>
        </p:grpSpPr>
        <p:sp>
          <p:nvSpPr>
            <p:cNvPr id="12105" name="Google Shape;12105;p6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7" name="Google Shape;12117;p66"/>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118" name="Google Shape;12118;p66"/>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22"/>
        <p:cNvGrpSpPr/>
        <p:nvPr/>
      </p:nvGrpSpPr>
      <p:grpSpPr>
        <a:xfrm>
          <a:off x="0" y="0"/>
          <a:ext cx="0" cy="0"/>
          <a:chOff x="0" y="0"/>
          <a:chExt cx="0" cy="0"/>
        </a:xfrm>
      </p:grpSpPr>
      <p:grpSp>
        <p:nvGrpSpPr>
          <p:cNvPr id="12123" name="Google Shape;12123;p67"/>
          <p:cNvGrpSpPr/>
          <p:nvPr/>
        </p:nvGrpSpPr>
        <p:grpSpPr>
          <a:xfrm>
            <a:off x="821808" y="1576858"/>
            <a:ext cx="347872" cy="347488"/>
            <a:chOff x="849677" y="1500658"/>
            <a:chExt cx="347872" cy="347488"/>
          </a:xfrm>
        </p:grpSpPr>
        <p:sp>
          <p:nvSpPr>
            <p:cNvPr id="12124" name="Google Shape;12124;p6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0" name="Google Shape;12130;p67"/>
          <p:cNvGrpSpPr/>
          <p:nvPr/>
        </p:nvGrpSpPr>
        <p:grpSpPr>
          <a:xfrm>
            <a:off x="1387984" y="1576858"/>
            <a:ext cx="315872" cy="347488"/>
            <a:chOff x="1415853" y="1500658"/>
            <a:chExt cx="315872" cy="347488"/>
          </a:xfrm>
        </p:grpSpPr>
        <p:sp>
          <p:nvSpPr>
            <p:cNvPr id="12131" name="Google Shape;12131;p6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67"/>
          <p:cNvGrpSpPr/>
          <p:nvPr/>
        </p:nvGrpSpPr>
        <p:grpSpPr>
          <a:xfrm>
            <a:off x="4669520" y="1576858"/>
            <a:ext cx="347520" cy="347104"/>
            <a:chOff x="4697389" y="1500658"/>
            <a:chExt cx="347520" cy="347104"/>
          </a:xfrm>
        </p:grpSpPr>
        <p:sp>
          <p:nvSpPr>
            <p:cNvPr id="12136" name="Google Shape;12136;p6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9" name="Google Shape;12139;p67"/>
          <p:cNvGrpSpPr/>
          <p:nvPr/>
        </p:nvGrpSpPr>
        <p:grpSpPr>
          <a:xfrm>
            <a:off x="3575664" y="2041146"/>
            <a:ext cx="347520" cy="353760"/>
            <a:chOff x="3603533" y="1964946"/>
            <a:chExt cx="347520" cy="353760"/>
          </a:xfrm>
        </p:grpSpPr>
        <p:sp>
          <p:nvSpPr>
            <p:cNvPr id="12140" name="Google Shape;12140;p6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67"/>
          <p:cNvGrpSpPr/>
          <p:nvPr/>
        </p:nvGrpSpPr>
        <p:grpSpPr>
          <a:xfrm>
            <a:off x="1922896" y="2040538"/>
            <a:ext cx="357792" cy="352448"/>
            <a:chOff x="1950765" y="1964338"/>
            <a:chExt cx="357792" cy="352448"/>
          </a:xfrm>
        </p:grpSpPr>
        <p:sp>
          <p:nvSpPr>
            <p:cNvPr id="12144" name="Google Shape;12144;p6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67"/>
          <p:cNvGrpSpPr/>
          <p:nvPr/>
        </p:nvGrpSpPr>
        <p:grpSpPr>
          <a:xfrm>
            <a:off x="7407760" y="2040890"/>
            <a:ext cx="367712" cy="353248"/>
            <a:chOff x="7435629" y="1964690"/>
            <a:chExt cx="367712" cy="353248"/>
          </a:xfrm>
        </p:grpSpPr>
        <p:sp>
          <p:nvSpPr>
            <p:cNvPr id="12149" name="Google Shape;12149;p6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67"/>
          <p:cNvGrpSpPr/>
          <p:nvPr/>
        </p:nvGrpSpPr>
        <p:grpSpPr>
          <a:xfrm>
            <a:off x="2484880" y="2041242"/>
            <a:ext cx="333024" cy="352896"/>
            <a:chOff x="2512749" y="1965042"/>
            <a:chExt cx="333024" cy="352896"/>
          </a:xfrm>
        </p:grpSpPr>
        <p:sp>
          <p:nvSpPr>
            <p:cNvPr id="12154" name="Google Shape;12154;p6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9" name="Google Shape;12159;p67"/>
          <p:cNvGrpSpPr/>
          <p:nvPr/>
        </p:nvGrpSpPr>
        <p:grpSpPr>
          <a:xfrm>
            <a:off x="1370448" y="2057978"/>
            <a:ext cx="365792" cy="335392"/>
            <a:chOff x="1398317" y="1981778"/>
            <a:chExt cx="365792" cy="335392"/>
          </a:xfrm>
        </p:grpSpPr>
        <p:sp>
          <p:nvSpPr>
            <p:cNvPr id="12160" name="Google Shape;12160;p6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67"/>
          <p:cNvGrpSpPr/>
          <p:nvPr/>
        </p:nvGrpSpPr>
        <p:grpSpPr>
          <a:xfrm>
            <a:off x="3024368" y="2079770"/>
            <a:ext cx="353600" cy="314752"/>
            <a:chOff x="3052237" y="2003570"/>
            <a:chExt cx="353600" cy="314752"/>
          </a:xfrm>
        </p:grpSpPr>
        <p:sp>
          <p:nvSpPr>
            <p:cNvPr id="12167" name="Google Shape;12167;p6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0" name="Google Shape;12170;p67"/>
          <p:cNvGrpSpPr/>
          <p:nvPr/>
        </p:nvGrpSpPr>
        <p:grpSpPr>
          <a:xfrm>
            <a:off x="1376144" y="3034266"/>
            <a:ext cx="368096" cy="223968"/>
            <a:chOff x="1404013" y="2958066"/>
            <a:chExt cx="368096" cy="223968"/>
          </a:xfrm>
        </p:grpSpPr>
        <p:sp>
          <p:nvSpPr>
            <p:cNvPr id="12171" name="Google Shape;12171;p6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73" name="Google Shape;12173;p67"/>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7"/>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5" name="Google Shape;12175;p67"/>
          <p:cNvGrpSpPr/>
          <p:nvPr/>
        </p:nvGrpSpPr>
        <p:grpSpPr>
          <a:xfrm>
            <a:off x="1923280" y="2961402"/>
            <a:ext cx="370368" cy="367328"/>
            <a:chOff x="1951149" y="2885202"/>
            <a:chExt cx="370368" cy="367328"/>
          </a:xfrm>
        </p:grpSpPr>
        <p:sp>
          <p:nvSpPr>
            <p:cNvPr id="12176" name="Google Shape;12176;p6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9" name="Google Shape;12179;p67"/>
          <p:cNvGrpSpPr/>
          <p:nvPr/>
        </p:nvGrpSpPr>
        <p:grpSpPr>
          <a:xfrm>
            <a:off x="2473808" y="2982362"/>
            <a:ext cx="367328" cy="327296"/>
            <a:chOff x="2501677" y="2906162"/>
            <a:chExt cx="367328" cy="327296"/>
          </a:xfrm>
        </p:grpSpPr>
        <p:sp>
          <p:nvSpPr>
            <p:cNvPr id="12180" name="Google Shape;12180;p6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3" name="Google Shape;12183;p67"/>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4" name="Google Shape;12184;p67"/>
          <p:cNvGrpSpPr/>
          <p:nvPr/>
        </p:nvGrpSpPr>
        <p:grpSpPr>
          <a:xfrm>
            <a:off x="3022448" y="2969914"/>
            <a:ext cx="367712" cy="354240"/>
            <a:chOff x="3050317" y="2893714"/>
            <a:chExt cx="367712" cy="354240"/>
          </a:xfrm>
        </p:grpSpPr>
        <p:sp>
          <p:nvSpPr>
            <p:cNvPr id="12185" name="Google Shape;12185;p6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7" name="Google Shape;12187;p67"/>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7"/>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9" name="Google Shape;12189;p67"/>
          <p:cNvGrpSpPr/>
          <p:nvPr/>
        </p:nvGrpSpPr>
        <p:grpSpPr>
          <a:xfrm>
            <a:off x="7503408" y="2962554"/>
            <a:ext cx="185184" cy="367296"/>
            <a:chOff x="7531277" y="2886354"/>
            <a:chExt cx="185184" cy="367296"/>
          </a:xfrm>
        </p:grpSpPr>
        <p:sp>
          <p:nvSpPr>
            <p:cNvPr id="12190" name="Google Shape;12190;p6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3" name="Google Shape;12193;p67"/>
          <p:cNvGrpSpPr/>
          <p:nvPr/>
        </p:nvGrpSpPr>
        <p:grpSpPr>
          <a:xfrm>
            <a:off x="6898768" y="2962938"/>
            <a:ext cx="297184" cy="367296"/>
            <a:chOff x="6926637" y="2886738"/>
            <a:chExt cx="297184" cy="367296"/>
          </a:xfrm>
        </p:grpSpPr>
        <p:sp>
          <p:nvSpPr>
            <p:cNvPr id="12194" name="Google Shape;12194;p6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7" name="Google Shape;12197;p67"/>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7"/>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9" name="Google Shape;12199;p67"/>
          <p:cNvGrpSpPr/>
          <p:nvPr/>
        </p:nvGrpSpPr>
        <p:grpSpPr>
          <a:xfrm>
            <a:off x="6312784" y="2962554"/>
            <a:ext cx="370368" cy="368064"/>
            <a:chOff x="6340653" y="2886354"/>
            <a:chExt cx="370368" cy="368064"/>
          </a:xfrm>
        </p:grpSpPr>
        <p:sp>
          <p:nvSpPr>
            <p:cNvPr id="12200" name="Google Shape;12200;p6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6" name="Google Shape;12206;p67"/>
          <p:cNvGrpSpPr/>
          <p:nvPr/>
        </p:nvGrpSpPr>
        <p:grpSpPr>
          <a:xfrm>
            <a:off x="5218928" y="2057626"/>
            <a:ext cx="354752" cy="336512"/>
            <a:chOff x="5246797" y="1981426"/>
            <a:chExt cx="354752" cy="336512"/>
          </a:xfrm>
        </p:grpSpPr>
        <p:sp>
          <p:nvSpPr>
            <p:cNvPr id="12207" name="Google Shape;12207;p6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67"/>
          <p:cNvGrpSpPr/>
          <p:nvPr/>
        </p:nvGrpSpPr>
        <p:grpSpPr>
          <a:xfrm>
            <a:off x="4120880" y="2178266"/>
            <a:ext cx="355136" cy="216256"/>
            <a:chOff x="4148749" y="2102066"/>
            <a:chExt cx="355136" cy="216256"/>
          </a:xfrm>
        </p:grpSpPr>
        <p:sp>
          <p:nvSpPr>
            <p:cNvPr id="12210" name="Google Shape;12210;p6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67"/>
          <p:cNvGrpSpPr/>
          <p:nvPr/>
        </p:nvGrpSpPr>
        <p:grpSpPr>
          <a:xfrm>
            <a:off x="5766800" y="2077626"/>
            <a:ext cx="354752" cy="315360"/>
            <a:chOff x="5794669" y="2001426"/>
            <a:chExt cx="354752" cy="315360"/>
          </a:xfrm>
        </p:grpSpPr>
        <p:sp>
          <p:nvSpPr>
            <p:cNvPr id="12213" name="Google Shape;12213;p6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5" name="Google Shape;12215;p67"/>
          <p:cNvGrpSpPr/>
          <p:nvPr/>
        </p:nvGrpSpPr>
        <p:grpSpPr>
          <a:xfrm>
            <a:off x="6317360" y="2106042"/>
            <a:ext cx="352832" cy="289216"/>
            <a:chOff x="6345229" y="2029842"/>
            <a:chExt cx="352832" cy="289216"/>
          </a:xfrm>
        </p:grpSpPr>
        <p:sp>
          <p:nvSpPr>
            <p:cNvPr id="12216" name="Google Shape;12216;p6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8" name="Google Shape;12218;p67"/>
          <p:cNvGrpSpPr/>
          <p:nvPr/>
        </p:nvGrpSpPr>
        <p:grpSpPr>
          <a:xfrm>
            <a:off x="4669520" y="2112538"/>
            <a:ext cx="354752" cy="281984"/>
            <a:chOff x="4697389" y="2036338"/>
            <a:chExt cx="354752" cy="281984"/>
          </a:xfrm>
        </p:grpSpPr>
        <p:sp>
          <p:nvSpPr>
            <p:cNvPr id="12219" name="Google Shape;12219;p6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1" name="Google Shape;12221;p67"/>
          <p:cNvGrpSpPr/>
          <p:nvPr/>
        </p:nvGrpSpPr>
        <p:grpSpPr>
          <a:xfrm>
            <a:off x="1376144" y="2500954"/>
            <a:ext cx="353600" cy="354944"/>
            <a:chOff x="1404013" y="2424754"/>
            <a:chExt cx="353600" cy="354944"/>
          </a:xfrm>
        </p:grpSpPr>
        <p:sp>
          <p:nvSpPr>
            <p:cNvPr id="12222" name="Google Shape;12222;p6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67"/>
          <p:cNvGrpSpPr/>
          <p:nvPr/>
        </p:nvGrpSpPr>
        <p:grpSpPr>
          <a:xfrm>
            <a:off x="826384" y="2504474"/>
            <a:ext cx="355104" cy="351040"/>
            <a:chOff x="854253" y="2428274"/>
            <a:chExt cx="355104" cy="351040"/>
          </a:xfrm>
        </p:grpSpPr>
        <p:sp>
          <p:nvSpPr>
            <p:cNvPr id="12228" name="Google Shape;12228;p6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0" name="Google Shape;12230;p67"/>
          <p:cNvGrpSpPr/>
          <p:nvPr/>
        </p:nvGrpSpPr>
        <p:grpSpPr>
          <a:xfrm>
            <a:off x="6869040" y="2517146"/>
            <a:ext cx="354752" cy="275904"/>
            <a:chOff x="6896909" y="2440946"/>
            <a:chExt cx="354752" cy="275904"/>
          </a:xfrm>
        </p:grpSpPr>
        <p:sp>
          <p:nvSpPr>
            <p:cNvPr id="12231" name="Google Shape;12231;p6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3" name="Google Shape;12233;p67"/>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4" name="Google Shape;12234;p67"/>
          <p:cNvGrpSpPr/>
          <p:nvPr/>
        </p:nvGrpSpPr>
        <p:grpSpPr>
          <a:xfrm>
            <a:off x="5237200" y="2500954"/>
            <a:ext cx="321984" cy="354560"/>
            <a:chOff x="5265069" y="2424754"/>
            <a:chExt cx="321984" cy="354560"/>
          </a:xfrm>
        </p:grpSpPr>
        <p:sp>
          <p:nvSpPr>
            <p:cNvPr id="12235" name="Google Shape;12235;p6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67"/>
          <p:cNvGrpSpPr/>
          <p:nvPr/>
        </p:nvGrpSpPr>
        <p:grpSpPr>
          <a:xfrm>
            <a:off x="4122800" y="2542970"/>
            <a:ext cx="355104" cy="259584"/>
            <a:chOff x="4150669" y="2466770"/>
            <a:chExt cx="355104" cy="259584"/>
          </a:xfrm>
        </p:grpSpPr>
        <p:sp>
          <p:nvSpPr>
            <p:cNvPr id="12238" name="Google Shape;12238;p6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2" name="Google Shape;12242;p67"/>
          <p:cNvGrpSpPr/>
          <p:nvPr/>
        </p:nvGrpSpPr>
        <p:grpSpPr>
          <a:xfrm>
            <a:off x="4671824" y="2501146"/>
            <a:ext cx="354336" cy="353984"/>
            <a:chOff x="4699693" y="2424946"/>
            <a:chExt cx="354336" cy="353984"/>
          </a:xfrm>
        </p:grpSpPr>
        <p:sp>
          <p:nvSpPr>
            <p:cNvPr id="12243" name="Google Shape;12243;p6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5" name="Google Shape;12245;p67"/>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7"/>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7" name="Google Shape;12247;p67"/>
          <p:cNvGrpSpPr/>
          <p:nvPr/>
        </p:nvGrpSpPr>
        <p:grpSpPr>
          <a:xfrm>
            <a:off x="1925168" y="2628442"/>
            <a:ext cx="355136" cy="227072"/>
            <a:chOff x="1953037" y="2552242"/>
            <a:chExt cx="355136" cy="227072"/>
          </a:xfrm>
        </p:grpSpPr>
        <p:sp>
          <p:nvSpPr>
            <p:cNvPr id="12248" name="Google Shape;12248;p6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0" name="Google Shape;12250;p67"/>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1" name="Google Shape;12251;p67"/>
          <p:cNvGrpSpPr/>
          <p:nvPr/>
        </p:nvGrpSpPr>
        <p:grpSpPr>
          <a:xfrm>
            <a:off x="2473072" y="2603418"/>
            <a:ext cx="355104" cy="250944"/>
            <a:chOff x="2500941" y="2527218"/>
            <a:chExt cx="355104" cy="250944"/>
          </a:xfrm>
        </p:grpSpPr>
        <p:sp>
          <p:nvSpPr>
            <p:cNvPr id="12252" name="Google Shape;12252;p6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7" name="Google Shape;12257;p67"/>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8" name="Google Shape;12258;p67"/>
          <p:cNvGrpSpPr/>
          <p:nvPr/>
        </p:nvGrpSpPr>
        <p:grpSpPr>
          <a:xfrm>
            <a:off x="7965936" y="2503322"/>
            <a:ext cx="356256" cy="351808"/>
            <a:chOff x="7993805" y="2427122"/>
            <a:chExt cx="356256" cy="351808"/>
          </a:xfrm>
        </p:grpSpPr>
        <p:sp>
          <p:nvSpPr>
            <p:cNvPr id="12259" name="Google Shape;12259;p6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2" name="Google Shape;12262;p67"/>
          <p:cNvGrpSpPr/>
          <p:nvPr/>
        </p:nvGrpSpPr>
        <p:grpSpPr>
          <a:xfrm>
            <a:off x="850768" y="2041210"/>
            <a:ext cx="308640" cy="353312"/>
            <a:chOff x="878637" y="1965010"/>
            <a:chExt cx="308640" cy="353312"/>
          </a:xfrm>
        </p:grpSpPr>
        <p:sp>
          <p:nvSpPr>
            <p:cNvPr id="12263" name="Google Shape;12263;p6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6" name="Google Shape;12266;p67"/>
          <p:cNvGrpSpPr/>
          <p:nvPr/>
        </p:nvGrpSpPr>
        <p:grpSpPr>
          <a:xfrm>
            <a:off x="6868272" y="2040922"/>
            <a:ext cx="348256" cy="352448"/>
            <a:chOff x="6896141" y="1964722"/>
            <a:chExt cx="348256" cy="352448"/>
          </a:xfrm>
        </p:grpSpPr>
        <p:sp>
          <p:nvSpPr>
            <p:cNvPr id="12267" name="Google Shape;12267;p6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67"/>
          <p:cNvGrpSpPr/>
          <p:nvPr/>
        </p:nvGrpSpPr>
        <p:grpSpPr>
          <a:xfrm>
            <a:off x="7962128" y="2091578"/>
            <a:ext cx="355136" cy="303328"/>
            <a:chOff x="7989997" y="2015378"/>
            <a:chExt cx="355136" cy="303328"/>
          </a:xfrm>
        </p:grpSpPr>
        <p:sp>
          <p:nvSpPr>
            <p:cNvPr id="12271" name="Google Shape;12271;p6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4" name="Google Shape;12274;p67"/>
          <p:cNvGrpSpPr/>
          <p:nvPr/>
        </p:nvGrpSpPr>
        <p:grpSpPr>
          <a:xfrm>
            <a:off x="3570352" y="1585562"/>
            <a:ext cx="348640" cy="330784"/>
            <a:chOff x="3598221" y="1509362"/>
            <a:chExt cx="348640" cy="330784"/>
          </a:xfrm>
        </p:grpSpPr>
        <p:sp>
          <p:nvSpPr>
            <p:cNvPr id="12275" name="Google Shape;12275;p6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9" name="Google Shape;12279;p67"/>
          <p:cNvGrpSpPr/>
          <p:nvPr/>
        </p:nvGrpSpPr>
        <p:grpSpPr>
          <a:xfrm>
            <a:off x="5218928" y="1576858"/>
            <a:ext cx="347872" cy="347488"/>
            <a:chOff x="5246797" y="1500658"/>
            <a:chExt cx="347872" cy="347488"/>
          </a:xfrm>
        </p:grpSpPr>
        <p:sp>
          <p:nvSpPr>
            <p:cNvPr id="12280" name="Google Shape;12280;p6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67"/>
          <p:cNvGrpSpPr/>
          <p:nvPr/>
        </p:nvGrpSpPr>
        <p:grpSpPr>
          <a:xfrm>
            <a:off x="5768720" y="1576858"/>
            <a:ext cx="349024" cy="346752"/>
            <a:chOff x="5796589" y="1500658"/>
            <a:chExt cx="349024" cy="346752"/>
          </a:xfrm>
        </p:grpSpPr>
        <p:sp>
          <p:nvSpPr>
            <p:cNvPr id="12285" name="Google Shape;12285;p6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6" name="Google Shape;12286;p67"/>
            <p:cNvGrpSpPr/>
            <p:nvPr/>
          </p:nvGrpSpPr>
          <p:grpSpPr>
            <a:xfrm>
              <a:off x="5796589" y="1500658"/>
              <a:ext cx="349024" cy="346752"/>
              <a:chOff x="5796589" y="1500658"/>
              <a:chExt cx="349024" cy="346752"/>
            </a:xfrm>
          </p:grpSpPr>
          <p:sp>
            <p:nvSpPr>
              <p:cNvPr id="12287" name="Google Shape;12287;p6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91" name="Google Shape;12291;p67"/>
          <p:cNvGrpSpPr/>
          <p:nvPr/>
        </p:nvGrpSpPr>
        <p:grpSpPr>
          <a:xfrm>
            <a:off x="6867504" y="1578778"/>
            <a:ext cx="348640" cy="343296"/>
            <a:chOff x="6895373" y="1502578"/>
            <a:chExt cx="348640" cy="343296"/>
          </a:xfrm>
        </p:grpSpPr>
        <p:sp>
          <p:nvSpPr>
            <p:cNvPr id="12292" name="Google Shape;12292;p6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5" name="Google Shape;12295;p67"/>
          <p:cNvGrpSpPr/>
          <p:nvPr/>
        </p:nvGrpSpPr>
        <p:grpSpPr>
          <a:xfrm>
            <a:off x="4119728" y="1581658"/>
            <a:ext cx="347904" cy="336992"/>
            <a:chOff x="4147597" y="1505458"/>
            <a:chExt cx="347904" cy="336992"/>
          </a:xfrm>
        </p:grpSpPr>
        <p:sp>
          <p:nvSpPr>
            <p:cNvPr id="12296" name="Google Shape;12296;p6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3" name="Google Shape;12303;p67"/>
          <p:cNvGrpSpPr/>
          <p:nvPr/>
        </p:nvGrpSpPr>
        <p:grpSpPr>
          <a:xfrm>
            <a:off x="2471536" y="1576090"/>
            <a:ext cx="347488" cy="348256"/>
            <a:chOff x="2499405" y="1499890"/>
            <a:chExt cx="347488" cy="348256"/>
          </a:xfrm>
        </p:grpSpPr>
        <p:sp>
          <p:nvSpPr>
            <p:cNvPr id="12304" name="Google Shape;12304;p6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67"/>
          <p:cNvGrpSpPr/>
          <p:nvPr/>
        </p:nvGrpSpPr>
        <p:grpSpPr>
          <a:xfrm>
            <a:off x="1928976" y="1576698"/>
            <a:ext cx="331520" cy="348032"/>
            <a:chOff x="1956845" y="1500498"/>
            <a:chExt cx="331520" cy="348032"/>
          </a:xfrm>
        </p:grpSpPr>
        <p:sp>
          <p:nvSpPr>
            <p:cNvPr id="12310" name="Google Shape;12310;p6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2" name="Google Shape;12322;p67"/>
          <p:cNvGrpSpPr/>
          <p:nvPr/>
        </p:nvGrpSpPr>
        <p:grpSpPr>
          <a:xfrm>
            <a:off x="6317744" y="1626074"/>
            <a:ext cx="348640" cy="250656"/>
            <a:chOff x="6345613" y="1549874"/>
            <a:chExt cx="348640" cy="250656"/>
          </a:xfrm>
        </p:grpSpPr>
        <p:sp>
          <p:nvSpPr>
            <p:cNvPr id="12323" name="Google Shape;12323;p6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9" name="Google Shape;12329;p67"/>
          <p:cNvGrpSpPr/>
          <p:nvPr/>
        </p:nvGrpSpPr>
        <p:grpSpPr>
          <a:xfrm>
            <a:off x="7416912" y="1583226"/>
            <a:ext cx="348640" cy="334272"/>
            <a:chOff x="7444781" y="1507026"/>
            <a:chExt cx="348640" cy="334272"/>
          </a:xfrm>
        </p:grpSpPr>
        <p:sp>
          <p:nvSpPr>
            <p:cNvPr id="12330" name="Google Shape;12330;p6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5" name="Google Shape;12335;p67"/>
          <p:cNvGrpSpPr/>
          <p:nvPr/>
        </p:nvGrpSpPr>
        <p:grpSpPr>
          <a:xfrm>
            <a:off x="7967472" y="1582938"/>
            <a:ext cx="347872" cy="334944"/>
            <a:chOff x="7995341" y="1506738"/>
            <a:chExt cx="347872" cy="334944"/>
          </a:xfrm>
        </p:grpSpPr>
        <p:sp>
          <p:nvSpPr>
            <p:cNvPr id="12336" name="Google Shape;12336;p6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2" name="Google Shape;12342;p67"/>
          <p:cNvGrpSpPr/>
          <p:nvPr/>
        </p:nvGrpSpPr>
        <p:grpSpPr>
          <a:xfrm>
            <a:off x="3020176" y="1599130"/>
            <a:ext cx="347872" cy="303904"/>
            <a:chOff x="3048045" y="1522930"/>
            <a:chExt cx="347872" cy="303904"/>
          </a:xfrm>
        </p:grpSpPr>
        <p:sp>
          <p:nvSpPr>
            <p:cNvPr id="12343" name="Google Shape;12343;p6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4" name="Google Shape;12344;p67"/>
            <p:cNvGrpSpPr/>
            <p:nvPr/>
          </p:nvGrpSpPr>
          <p:grpSpPr>
            <a:xfrm>
              <a:off x="3048045" y="1522930"/>
              <a:ext cx="347872" cy="303904"/>
              <a:chOff x="3048045" y="1522930"/>
              <a:chExt cx="347872" cy="303904"/>
            </a:xfrm>
          </p:grpSpPr>
          <p:sp>
            <p:nvSpPr>
              <p:cNvPr id="12345" name="Google Shape;12345;p6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47" name="Google Shape;12347;p67"/>
          <p:cNvGrpSpPr/>
          <p:nvPr/>
        </p:nvGrpSpPr>
        <p:grpSpPr>
          <a:xfrm>
            <a:off x="1105264" y="3428122"/>
            <a:ext cx="313984" cy="358560"/>
            <a:chOff x="1133133" y="3351922"/>
            <a:chExt cx="313984" cy="358560"/>
          </a:xfrm>
        </p:grpSpPr>
        <p:sp>
          <p:nvSpPr>
            <p:cNvPr id="12348" name="Google Shape;12348;p6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4" name="Google Shape;12364;p67"/>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5" name="Google Shape;12365;p67"/>
          <p:cNvGrpSpPr/>
          <p:nvPr/>
        </p:nvGrpSpPr>
        <p:grpSpPr>
          <a:xfrm>
            <a:off x="2767184" y="3428794"/>
            <a:ext cx="288448" cy="357120"/>
            <a:chOff x="2795053" y="3352594"/>
            <a:chExt cx="288448" cy="357120"/>
          </a:xfrm>
        </p:grpSpPr>
        <p:sp>
          <p:nvSpPr>
            <p:cNvPr id="12366" name="Google Shape;12366;p6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6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5" name="Google Shape;12375;p67"/>
          <p:cNvGrpSpPr/>
          <p:nvPr/>
        </p:nvGrpSpPr>
        <p:grpSpPr>
          <a:xfrm>
            <a:off x="2208656" y="3429402"/>
            <a:ext cx="304832" cy="356512"/>
            <a:chOff x="2236525" y="3353202"/>
            <a:chExt cx="304832" cy="356512"/>
          </a:xfrm>
        </p:grpSpPr>
        <p:sp>
          <p:nvSpPr>
            <p:cNvPr id="12376" name="Google Shape;12376;p6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9" name="Google Shape;12379;p67"/>
          <p:cNvGrpSpPr/>
          <p:nvPr/>
        </p:nvGrpSpPr>
        <p:grpSpPr>
          <a:xfrm>
            <a:off x="3882768" y="3428890"/>
            <a:ext cx="256800" cy="357024"/>
            <a:chOff x="3910637" y="3352690"/>
            <a:chExt cx="256800" cy="357024"/>
          </a:xfrm>
        </p:grpSpPr>
        <p:sp>
          <p:nvSpPr>
            <p:cNvPr id="12380" name="Google Shape;12380;p6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67"/>
          <p:cNvGrpSpPr/>
          <p:nvPr/>
        </p:nvGrpSpPr>
        <p:grpSpPr>
          <a:xfrm>
            <a:off x="6028560" y="3428122"/>
            <a:ext cx="360064" cy="360096"/>
            <a:chOff x="6056429" y="3351922"/>
            <a:chExt cx="360064" cy="360096"/>
          </a:xfrm>
        </p:grpSpPr>
        <p:sp>
          <p:nvSpPr>
            <p:cNvPr id="12384" name="Google Shape;12384;p6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67"/>
          <p:cNvGrpSpPr/>
          <p:nvPr/>
        </p:nvGrpSpPr>
        <p:grpSpPr>
          <a:xfrm>
            <a:off x="6581008" y="3429274"/>
            <a:ext cx="357408" cy="357408"/>
            <a:chOff x="6608877" y="3353074"/>
            <a:chExt cx="357408" cy="357408"/>
          </a:xfrm>
        </p:grpSpPr>
        <p:sp>
          <p:nvSpPr>
            <p:cNvPr id="12388" name="Google Shape;12388;p6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6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5" name="Google Shape;12395;p67"/>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7"/>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7" name="Google Shape;12397;p67"/>
          <p:cNvGrpSpPr/>
          <p:nvPr/>
        </p:nvGrpSpPr>
        <p:grpSpPr>
          <a:xfrm>
            <a:off x="4931664" y="3446426"/>
            <a:ext cx="357408" cy="323488"/>
            <a:chOff x="4959533" y="3370226"/>
            <a:chExt cx="357408" cy="323488"/>
          </a:xfrm>
        </p:grpSpPr>
        <p:sp>
          <p:nvSpPr>
            <p:cNvPr id="12398" name="Google Shape;12398;p6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0" name="Google Shape;12400;p67"/>
          <p:cNvGrpSpPr/>
          <p:nvPr/>
        </p:nvGrpSpPr>
        <p:grpSpPr>
          <a:xfrm>
            <a:off x="7130768" y="3429274"/>
            <a:ext cx="357056" cy="357408"/>
            <a:chOff x="7158637" y="3353074"/>
            <a:chExt cx="357056" cy="357408"/>
          </a:xfrm>
        </p:grpSpPr>
        <p:sp>
          <p:nvSpPr>
            <p:cNvPr id="12401" name="Google Shape;12401;p6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5" name="Google Shape;12405;p67"/>
          <p:cNvGrpSpPr/>
          <p:nvPr/>
        </p:nvGrpSpPr>
        <p:grpSpPr>
          <a:xfrm>
            <a:off x="3288400" y="3428602"/>
            <a:ext cx="344832" cy="356544"/>
            <a:chOff x="3316269" y="3352402"/>
            <a:chExt cx="344832" cy="356544"/>
          </a:xfrm>
        </p:grpSpPr>
        <p:sp>
          <p:nvSpPr>
            <p:cNvPr id="12406" name="Google Shape;12406;p6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9" name="Google Shape;12409;p67"/>
          <p:cNvGrpSpPr/>
          <p:nvPr/>
        </p:nvGrpSpPr>
        <p:grpSpPr>
          <a:xfrm>
            <a:off x="5481040" y="3447706"/>
            <a:ext cx="358560" cy="319552"/>
            <a:chOff x="5508909" y="3371506"/>
            <a:chExt cx="358560" cy="319552"/>
          </a:xfrm>
        </p:grpSpPr>
        <p:sp>
          <p:nvSpPr>
            <p:cNvPr id="12410" name="Google Shape;12410;p6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6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6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6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6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0" name="Google Shape;12420;p6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24"/>
        <p:cNvGrpSpPr/>
        <p:nvPr/>
      </p:nvGrpSpPr>
      <p:grpSpPr>
        <a:xfrm>
          <a:off x="0" y="0"/>
          <a:ext cx="0" cy="0"/>
          <a:chOff x="0" y="0"/>
          <a:chExt cx="0" cy="0"/>
        </a:xfrm>
      </p:grpSpPr>
      <p:sp>
        <p:nvSpPr>
          <p:cNvPr id="12425" name="Google Shape;12425;p68"/>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6" name="Google Shape;12426;p68"/>
          <p:cNvGrpSpPr/>
          <p:nvPr/>
        </p:nvGrpSpPr>
        <p:grpSpPr>
          <a:xfrm>
            <a:off x="3026217" y="3893352"/>
            <a:ext cx="346056" cy="345674"/>
            <a:chOff x="3303268" y="3817349"/>
            <a:chExt cx="346056" cy="345674"/>
          </a:xfrm>
        </p:grpSpPr>
        <p:sp>
          <p:nvSpPr>
            <p:cNvPr id="12427" name="Google Shape;12427;p6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68"/>
          <p:cNvGrpSpPr/>
          <p:nvPr/>
        </p:nvGrpSpPr>
        <p:grpSpPr>
          <a:xfrm>
            <a:off x="3475306" y="3893352"/>
            <a:ext cx="346056" cy="345674"/>
            <a:chOff x="3752358" y="3817349"/>
            <a:chExt cx="346056" cy="345674"/>
          </a:xfrm>
        </p:grpSpPr>
        <p:sp>
          <p:nvSpPr>
            <p:cNvPr id="12432" name="Google Shape;12432;p6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68"/>
          <p:cNvGrpSpPr/>
          <p:nvPr/>
        </p:nvGrpSpPr>
        <p:grpSpPr>
          <a:xfrm>
            <a:off x="4822956" y="3893352"/>
            <a:ext cx="346024" cy="345674"/>
            <a:chOff x="5100008" y="3817349"/>
            <a:chExt cx="346024" cy="345674"/>
          </a:xfrm>
        </p:grpSpPr>
        <p:sp>
          <p:nvSpPr>
            <p:cNvPr id="12437" name="Google Shape;12437;p6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68"/>
          <p:cNvGrpSpPr/>
          <p:nvPr/>
        </p:nvGrpSpPr>
        <p:grpSpPr>
          <a:xfrm>
            <a:off x="5721867" y="3893352"/>
            <a:ext cx="345674" cy="345674"/>
            <a:chOff x="5998919" y="3817349"/>
            <a:chExt cx="345674" cy="345674"/>
          </a:xfrm>
        </p:grpSpPr>
        <p:sp>
          <p:nvSpPr>
            <p:cNvPr id="12441" name="Google Shape;12441;p6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68"/>
          <p:cNvGrpSpPr/>
          <p:nvPr/>
        </p:nvGrpSpPr>
        <p:grpSpPr>
          <a:xfrm>
            <a:off x="3924396" y="3893352"/>
            <a:ext cx="346024" cy="345674"/>
            <a:chOff x="4201447" y="3817349"/>
            <a:chExt cx="346024" cy="345674"/>
          </a:xfrm>
        </p:grpSpPr>
        <p:sp>
          <p:nvSpPr>
            <p:cNvPr id="12445" name="Google Shape;12445;p6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7" name="Google Shape;12447;p68"/>
          <p:cNvGrpSpPr/>
          <p:nvPr/>
        </p:nvGrpSpPr>
        <p:grpSpPr>
          <a:xfrm>
            <a:off x="4373867" y="3893352"/>
            <a:ext cx="346024" cy="345674"/>
            <a:chOff x="4650919" y="3817349"/>
            <a:chExt cx="346024" cy="345674"/>
          </a:xfrm>
        </p:grpSpPr>
        <p:sp>
          <p:nvSpPr>
            <p:cNvPr id="12448" name="Google Shape;12448;p6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1" name="Google Shape;12451;p68"/>
          <p:cNvGrpSpPr/>
          <p:nvPr/>
        </p:nvGrpSpPr>
        <p:grpSpPr>
          <a:xfrm>
            <a:off x="5272810" y="3893352"/>
            <a:ext cx="345642" cy="345674"/>
            <a:chOff x="5549861" y="3817349"/>
            <a:chExt cx="345642" cy="345674"/>
          </a:xfrm>
        </p:grpSpPr>
        <p:sp>
          <p:nvSpPr>
            <p:cNvPr id="12452" name="Google Shape;12452;p6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6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5" name="Google Shape;12455;p68"/>
          <p:cNvGrpSpPr/>
          <p:nvPr/>
        </p:nvGrpSpPr>
        <p:grpSpPr>
          <a:xfrm>
            <a:off x="1281335" y="3474029"/>
            <a:ext cx="367255" cy="269855"/>
            <a:chOff x="1306445" y="3397829"/>
            <a:chExt cx="367255" cy="269855"/>
          </a:xfrm>
        </p:grpSpPr>
        <p:sp>
          <p:nvSpPr>
            <p:cNvPr id="12456" name="Google Shape;12456;p6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2" name="Google Shape;12462;p68"/>
          <p:cNvGrpSpPr/>
          <p:nvPr/>
        </p:nvGrpSpPr>
        <p:grpSpPr>
          <a:xfrm>
            <a:off x="1756207" y="3467600"/>
            <a:ext cx="367255" cy="282364"/>
            <a:chOff x="1781317" y="3391400"/>
            <a:chExt cx="367255" cy="282364"/>
          </a:xfrm>
        </p:grpSpPr>
        <p:sp>
          <p:nvSpPr>
            <p:cNvPr id="12463" name="Google Shape;12463;p6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68"/>
          <p:cNvGrpSpPr/>
          <p:nvPr/>
        </p:nvGrpSpPr>
        <p:grpSpPr>
          <a:xfrm>
            <a:off x="3653720" y="3447133"/>
            <a:ext cx="369164" cy="323297"/>
            <a:chOff x="3678830" y="3370933"/>
            <a:chExt cx="369164" cy="323297"/>
          </a:xfrm>
        </p:grpSpPr>
        <p:sp>
          <p:nvSpPr>
            <p:cNvPr id="12470" name="Google Shape;12470;p6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6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6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6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68"/>
          <p:cNvGrpSpPr/>
          <p:nvPr/>
        </p:nvGrpSpPr>
        <p:grpSpPr>
          <a:xfrm>
            <a:off x="834155" y="3424375"/>
            <a:ext cx="312316" cy="368400"/>
            <a:chOff x="859265" y="3348175"/>
            <a:chExt cx="312316" cy="368400"/>
          </a:xfrm>
        </p:grpSpPr>
        <p:sp>
          <p:nvSpPr>
            <p:cNvPr id="12482" name="Google Shape;12482;p6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6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7" name="Google Shape;12487;p68"/>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8" name="Google Shape;12488;p68"/>
          <p:cNvGrpSpPr/>
          <p:nvPr/>
        </p:nvGrpSpPr>
        <p:grpSpPr>
          <a:xfrm>
            <a:off x="2741264" y="3437213"/>
            <a:ext cx="330110" cy="308908"/>
            <a:chOff x="2766264" y="3394042"/>
            <a:chExt cx="294873" cy="275934"/>
          </a:xfrm>
        </p:grpSpPr>
        <p:sp>
          <p:nvSpPr>
            <p:cNvPr id="12489" name="Google Shape;12489;p6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6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68"/>
          <p:cNvGrpSpPr/>
          <p:nvPr/>
        </p:nvGrpSpPr>
        <p:grpSpPr>
          <a:xfrm>
            <a:off x="3189862" y="3435388"/>
            <a:ext cx="346406" cy="347552"/>
            <a:chOff x="3214972" y="3359188"/>
            <a:chExt cx="346406" cy="347552"/>
          </a:xfrm>
        </p:grpSpPr>
        <p:sp>
          <p:nvSpPr>
            <p:cNvPr id="12494" name="Google Shape;12494;p6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6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8" name="Google Shape;12508;p68"/>
          <p:cNvGrpSpPr/>
          <p:nvPr/>
        </p:nvGrpSpPr>
        <p:grpSpPr>
          <a:xfrm>
            <a:off x="4604196" y="3485393"/>
            <a:ext cx="367255" cy="244486"/>
            <a:chOff x="4629306" y="3409193"/>
            <a:chExt cx="367255" cy="244486"/>
          </a:xfrm>
        </p:grpSpPr>
        <p:sp>
          <p:nvSpPr>
            <p:cNvPr id="12509" name="Google Shape;12509;p6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6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6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9" name="Google Shape;12519;p68"/>
          <p:cNvGrpSpPr/>
          <p:nvPr/>
        </p:nvGrpSpPr>
        <p:grpSpPr>
          <a:xfrm>
            <a:off x="4168380" y="3426284"/>
            <a:ext cx="289939" cy="334661"/>
            <a:chOff x="4193490" y="3350084"/>
            <a:chExt cx="289939" cy="334661"/>
          </a:xfrm>
        </p:grpSpPr>
        <p:sp>
          <p:nvSpPr>
            <p:cNvPr id="12520" name="Google Shape;12520;p6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6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0" name="Google Shape;12530;p68"/>
          <p:cNvGrpSpPr/>
          <p:nvPr/>
        </p:nvGrpSpPr>
        <p:grpSpPr>
          <a:xfrm>
            <a:off x="6508171" y="3427430"/>
            <a:ext cx="357037" cy="357005"/>
            <a:chOff x="6533281" y="3351230"/>
            <a:chExt cx="357037" cy="357005"/>
          </a:xfrm>
        </p:grpSpPr>
        <p:sp>
          <p:nvSpPr>
            <p:cNvPr id="12531" name="Google Shape;12531;p6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6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68"/>
          <p:cNvGrpSpPr/>
          <p:nvPr/>
        </p:nvGrpSpPr>
        <p:grpSpPr>
          <a:xfrm>
            <a:off x="6033331" y="3427430"/>
            <a:ext cx="357387" cy="357005"/>
            <a:chOff x="6058441" y="3351230"/>
            <a:chExt cx="357387" cy="357005"/>
          </a:xfrm>
        </p:grpSpPr>
        <p:sp>
          <p:nvSpPr>
            <p:cNvPr id="12535" name="Google Shape;12535;p6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6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7" name="Google Shape;12537;p68"/>
          <p:cNvGrpSpPr/>
          <p:nvPr/>
        </p:nvGrpSpPr>
        <p:grpSpPr>
          <a:xfrm>
            <a:off x="7932373" y="3427048"/>
            <a:ext cx="357387" cy="357387"/>
            <a:chOff x="7957483" y="3350848"/>
            <a:chExt cx="357387" cy="357387"/>
          </a:xfrm>
        </p:grpSpPr>
        <p:sp>
          <p:nvSpPr>
            <p:cNvPr id="12538" name="Google Shape;12538;p6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68"/>
          <p:cNvGrpSpPr/>
          <p:nvPr/>
        </p:nvGrpSpPr>
        <p:grpSpPr>
          <a:xfrm>
            <a:off x="6982661" y="3427430"/>
            <a:ext cx="357387" cy="357005"/>
            <a:chOff x="7007771" y="3351230"/>
            <a:chExt cx="357387" cy="357005"/>
          </a:xfrm>
        </p:grpSpPr>
        <p:sp>
          <p:nvSpPr>
            <p:cNvPr id="12542" name="Google Shape;12542;p6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68"/>
          <p:cNvGrpSpPr/>
          <p:nvPr/>
        </p:nvGrpSpPr>
        <p:grpSpPr>
          <a:xfrm>
            <a:off x="5083620" y="3427430"/>
            <a:ext cx="357005" cy="357005"/>
            <a:chOff x="5108729" y="3351230"/>
            <a:chExt cx="357005" cy="357005"/>
          </a:xfrm>
        </p:grpSpPr>
        <p:sp>
          <p:nvSpPr>
            <p:cNvPr id="12548" name="Google Shape;12548;p6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6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0" name="Google Shape;12550;p68"/>
          <p:cNvGrpSpPr/>
          <p:nvPr/>
        </p:nvGrpSpPr>
        <p:grpSpPr>
          <a:xfrm>
            <a:off x="5558459" y="3427430"/>
            <a:ext cx="357419" cy="357005"/>
            <a:chOff x="5583569" y="3351230"/>
            <a:chExt cx="357419" cy="357005"/>
          </a:xfrm>
        </p:grpSpPr>
        <p:sp>
          <p:nvSpPr>
            <p:cNvPr id="12551" name="Google Shape;12551;p6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68"/>
          <p:cNvGrpSpPr/>
          <p:nvPr/>
        </p:nvGrpSpPr>
        <p:grpSpPr>
          <a:xfrm>
            <a:off x="7457119" y="3427430"/>
            <a:ext cx="357419" cy="357005"/>
            <a:chOff x="7482229" y="3351230"/>
            <a:chExt cx="357419" cy="357005"/>
          </a:xfrm>
        </p:grpSpPr>
        <p:sp>
          <p:nvSpPr>
            <p:cNvPr id="12554" name="Google Shape;12554;p6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68"/>
          <p:cNvGrpSpPr/>
          <p:nvPr/>
        </p:nvGrpSpPr>
        <p:grpSpPr>
          <a:xfrm>
            <a:off x="3739375" y="2966882"/>
            <a:ext cx="222874" cy="345737"/>
            <a:chOff x="3764485" y="2890682"/>
            <a:chExt cx="222874" cy="345737"/>
          </a:xfrm>
        </p:grpSpPr>
        <p:sp>
          <p:nvSpPr>
            <p:cNvPr id="12560" name="Google Shape;12560;p6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68"/>
          <p:cNvGrpSpPr/>
          <p:nvPr/>
        </p:nvGrpSpPr>
        <p:grpSpPr>
          <a:xfrm>
            <a:off x="2213507" y="2984331"/>
            <a:ext cx="422596" cy="310382"/>
            <a:chOff x="2278533" y="2937377"/>
            <a:chExt cx="346788" cy="254704"/>
          </a:xfrm>
        </p:grpSpPr>
        <p:sp>
          <p:nvSpPr>
            <p:cNvPr id="12564" name="Google Shape;12564;p6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6" name="Google Shape;12566;p68"/>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67" name="Google Shape;12567;p68"/>
          <p:cNvGrpSpPr/>
          <p:nvPr/>
        </p:nvGrpSpPr>
        <p:grpSpPr>
          <a:xfrm>
            <a:off x="1811527" y="2967710"/>
            <a:ext cx="286152" cy="346438"/>
            <a:chOff x="1836637" y="2891510"/>
            <a:chExt cx="286152" cy="346438"/>
          </a:xfrm>
        </p:grpSpPr>
        <p:sp>
          <p:nvSpPr>
            <p:cNvPr id="12568" name="Google Shape;12568;p6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1" name="Google Shape;12571;p68"/>
          <p:cNvGrpSpPr/>
          <p:nvPr/>
        </p:nvGrpSpPr>
        <p:grpSpPr>
          <a:xfrm>
            <a:off x="5560751" y="2982129"/>
            <a:ext cx="379764" cy="337684"/>
            <a:chOff x="5585861" y="2905929"/>
            <a:chExt cx="379764" cy="337684"/>
          </a:xfrm>
        </p:grpSpPr>
        <p:sp>
          <p:nvSpPr>
            <p:cNvPr id="12572" name="Google Shape;12572;p6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6" name="Google Shape;12576;p68"/>
          <p:cNvGrpSpPr/>
          <p:nvPr/>
        </p:nvGrpSpPr>
        <p:grpSpPr>
          <a:xfrm>
            <a:off x="1302566" y="2986680"/>
            <a:ext cx="347934" cy="310024"/>
            <a:chOff x="1327676" y="2910480"/>
            <a:chExt cx="347934" cy="310024"/>
          </a:xfrm>
        </p:grpSpPr>
        <p:sp>
          <p:nvSpPr>
            <p:cNvPr id="12577" name="Google Shape;12577;p6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6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2" name="Google Shape;12582;p68"/>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3" name="Google Shape;12583;p68"/>
          <p:cNvGrpSpPr/>
          <p:nvPr/>
        </p:nvGrpSpPr>
        <p:grpSpPr>
          <a:xfrm>
            <a:off x="2728291" y="2945764"/>
            <a:ext cx="382828" cy="358601"/>
            <a:chOff x="2753373" y="2902523"/>
            <a:chExt cx="347552" cy="325557"/>
          </a:xfrm>
        </p:grpSpPr>
        <p:sp>
          <p:nvSpPr>
            <p:cNvPr id="12584" name="Google Shape;12584;p6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68"/>
          <p:cNvGrpSpPr/>
          <p:nvPr/>
        </p:nvGrpSpPr>
        <p:grpSpPr>
          <a:xfrm>
            <a:off x="823906" y="2979455"/>
            <a:ext cx="356655" cy="335425"/>
            <a:chOff x="849016" y="2903255"/>
            <a:chExt cx="356655" cy="335425"/>
          </a:xfrm>
        </p:grpSpPr>
        <p:sp>
          <p:nvSpPr>
            <p:cNvPr id="12591" name="Google Shape;12591;p6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6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6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2" name="Google Shape;12602;p68"/>
          <p:cNvGrpSpPr/>
          <p:nvPr/>
        </p:nvGrpSpPr>
        <p:grpSpPr>
          <a:xfrm>
            <a:off x="4185823" y="3002977"/>
            <a:ext cx="280072" cy="275520"/>
            <a:chOff x="4210933" y="2926777"/>
            <a:chExt cx="280072" cy="275520"/>
          </a:xfrm>
        </p:grpSpPr>
        <p:sp>
          <p:nvSpPr>
            <p:cNvPr id="12603" name="Google Shape;12603;p6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6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6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68"/>
          <p:cNvGrpSpPr/>
          <p:nvPr/>
        </p:nvGrpSpPr>
        <p:grpSpPr>
          <a:xfrm>
            <a:off x="4642106" y="2991582"/>
            <a:ext cx="320273" cy="318395"/>
            <a:chOff x="4667216" y="2915382"/>
            <a:chExt cx="320273" cy="318395"/>
          </a:xfrm>
        </p:grpSpPr>
        <p:sp>
          <p:nvSpPr>
            <p:cNvPr id="12617" name="Google Shape;12617;p6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6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68"/>
          <p:cNvGrpSpPr/>
          <p:nvPr/>
        </p:nvGrpSpPr>
        <p:grpSpPr>
          <a:xfrm>
            <a:off x="5145370" y="3010839"/>
            <a:ext cx="261929" cy="280550"/>
            <a:chOff x="5170480" y="2934639"/>
            <a:chExt cx="261929" cy="280550"/>
          </a:xfrm>
        </p:grpSpPr>
        <p:sp>
          <p:nvSpPr>
            <p:cNvPr id="12622" name="Google Shape;12622;p6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6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6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9" name="Google Shape;12629;p68"/>
          <p:cNvGrpSpPr/>
          <p:nvPr/>
        </p:nvGrpSpPr>
        <p:grpSpPr>
          <a:xfrm>
            <a:off x="6044313" y="2968091"/>
            <a:ext cx="362321" cy="364231"/>
            <a:chOff x="6069423" y="2891892"/>
            <a:chExt cx="362321" cy="364231"/>
          </a:xfrm>
        </p:grpSpPr>
        <p:sp>
          <p:nvSpPr>
            <p:cNvPr id="12630" name="Google Shape;12630;p6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6" name="Google Shape;12636;p68"/>
          <p:cNvGrpSpPr/>
          <p:nvPr/>
        </p:nvGrpSpPr>
        <p:grpSpPr>
          <a:xfrm>
            <a:off x="6546845" y="2995370"/>
            <a:ext cx="308878" cy="311170"/>
            <a:chOff x="6571955" y="2919170"/>
            <a:chExt cx="308878" cy="311170"/>
          </a:xfrm>
        </p:grpSpPr>
        <p:sp>
          <p:nvSpPr>
            <p:cNvPr id="12637" name="Google Shape;12637;p6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6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6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6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6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6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7" name="Google Shape;12647;p68"/>
          <p:cNvGrpSpPr/>
          <p:nvPr/>
        </p:nvGrpSpPr>
        <p:grpSpPr>
          <a:xfrm>
            <a:off x="7474944" y="3010935"/>
            <a:ext cx="350576" cy="280454"/>
            <a:chOff x="7500054" y="2934735"/>
            <a:chExt cx="350576" cy="280454"/>
          </a:xfrm>
        </p:grpSpPr>
        <p:sp>
          <p:nvSpPr>
            <p:cNvPr id="12648" name="Google Shape;12648;p6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6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6" name="Google Shape;12656;p68"/>
          <p:cNvGrpSpPr/>
          <p:nvPr/>
        </p:nvGrpSpPr>
        <p:grpSpPr>
          <a:xfrm>
            <a:off x="6987570" y="2950862"/>
            <a:ext cx="332012" cy="355454"/>
            <a:chOff x="7055134" y="2919170"/>
            <a:chExt cx="290321" cy="310820"/>
          </a:xfrm>
        </p:grpSpPr>
        <p:sp>
          <p:nvSpPr>
            <p:cNvPr id="12657" name="Google Shape;12657;p6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6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6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6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6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1" name="Google Shape;12671;p68"/>
          <p:cNvGrpSpPr/>
          <p:nvPr/>
        </p:nvGrpSpPr>
        <p:grpSpPr>
          <a:xfrm>
            <a:off x="7960033" y="2976813"/>
            <a:ext cx="330109" cy="347552"/>
            <a:chOff x="7985143" y="2900613"/>
            <a:chExt cx="330109" cy="347552"/>
          </a:xfrm>
        </p:grpSpPr>
        <p:sp>
          <p:nvSpPr>
            <p:cNvPr id="12672" name="Google Shape;12672;p6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6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6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6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0" name="Google Shape;12680;p68"/>
          <p:cNvGrpSpPr/>
          <p:nvPr/>
        </p:nvGrpSpPr>
        <p:grpSpPr>
          <a:xfrm>
            <a:off x="7965731" y="2511426"/>
            <a:ext cx="354363" cy="353631"/>
            <a:chOff x="7990840" y="2435226"/>
            <a:chExt cx="354363" cy="353631"/>
          </a:xfrm>
        </p:grpSpPr>
        <p:sp>
          <p:nvSpPr>
            <p:cNvPr id="12681" name="Google Shape;12681;p6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68"/>
          <p:cNvGrpSpPr/>
          <p:nvPr/>
        </p:nvGrpSpPr>
        <p:grpSpPr>
          <a:xfrm>
            <a:off x="1792207" y="2556530"/>
            <a:ext cx="350958" cy="263043"/>
            <a:chOff x="1817317" y="2480330"/>
            <a:chExt cx="350958" cy="263043"/>
          </a:xfrm>
        </p:grpSpPr>
        <p:sp>
          <p:nvSpPr>
            <p:cNvPr id="12685" name="Google Shape;12685;p6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0" name="Google Shape;12690;p68"/>
          <p:cNvGrpSpPr/>
          <p:nvPr/>
        </p:nvGrpSpPr>
        <p:grpSpPr>
          <a:xfrm>
            <a:off x="1316617" y="2559549"/>
            <a:ext cx="419913" cy="308109"/>
            <a:chOff x="1341727" y="2483349"/>
            <a:chExt cx="419913" cy="308109"/>
          </a:xfrm>
        </p:grpSpPr>
        <p:sp>
          <p:nvSpPr>
            <p:cNvPr id="12691" name="Google Shape;12691;p6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6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68"/>
          <p:cNvGrpSpPr/>
          <p:nvPr/>
        </p:nvGrpSpPr>
        <p:grpSpPr>
          <a:xfrm>
            <a:off x="829222" y="2523936"/>
            <a:ext cx="376358" cy="330109"/>
            <a:chOff x="854332" y="2447736"/>
            <a:chExt cx="376358" cy="330109"/>
          </a:xfrm>
        </p:grpSpPr>
        <p:sp>
          <p:nvSpPr>
            <p:cNvPr id="12695" name="Google Shape;12695;p6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6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6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6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6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6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6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3" name="Google Shape;12703;p68"/>
          <p:cNvGrpSpPr/>
          <p:nvPr/>
        </p:nvGrpSpPr>
        <p:grpSpPr>
          <a:xfrm>
            <a:off x="4181653" y="2527151"/>
            <a:ext cx="322151" cy="322374"/>
            <a:chOff x="4206763" y="2450951"/>
            <a:chExt cx="322151" cy="322374"/>
          </a:xfrm>
        </p:grpSpPr>
        <p:sp>
          <p:nvSpPr>
            <p:cNvPr id="12704" name="Google Shape;12704;p6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68"/>
          <p:cNvGrpSpPr/>
          <p:nvPr/>
        </p:nvGrpSpPr>
        <p:grpSpPr>
          <a:xfrm>
            <a:off x="7491236" y="2526259"/>
            <a:ext cx="327976" cy="324316"/>
            <a:chOff x="7528096" y="2450059"/>
            <a:chExt cx="327976" cy="324316"/>
          </a:xfrm>
        </p:grpSpPr>
        <p:sp>
          <p:nvSpPr>
            <p:cNvPr id="12707" name="Google Shape;12707;p6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6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6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6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2" name="Google Shape;12712;p68"/>
          <p:cNvGrpSpPr/>
          <p:nvPr/>
        </p:nvGrpSpPr>
        <p:grpSpPr>
          <a:xfrm>
            <a:off x="7052019" y="2588742"/>
            <a:ext cx="282364" cy="198619"/>
            <a:chOff x="7077129" y="2512542"/>
            <a:chExt cx="282364" cy="198619"/>
          </a:xfrm>
        </p:grpSpPr>
        <p:sp>
          <p:nvSpPr>
            <p:cNvPr id="12713" name="Google Shape;12713;p6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6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6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6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9" name="Google Shape;12719;p68"/>
          <p:cNvGrpSpPr/>
          <p:nvPr/>
        </p:nvGrpSpPr>
        <p:grpSpPr>
          <a:xfrm>
            <a:off x="3700351" y="2520912"/>
            <a:ext cx="334279" cy="334661"/>
            <a:chOff x="3725461" y="2444712"/>
            <a:chExt cx="334279" cy="334661"/>
          </a:xfrm>
        </p:grpSpPr>
        <p:sp>
          <p:nvSpPr>
            <p:cNvPr id="12720" name="Google Shape;12720;p6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6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6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6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6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6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68"/>
          <p:cNvGrpSpPr/>
          <p:nvPr/>
        </p:nvGrpSpPr>
        <p:grpSpPr>
          <a:xfrm>
            <a:off x="6552128" y="2533421"/>
            <a:ext cx="332019" cy="310788"/>
            <a:chOff x="6577238" y="2457221"/>
            <a:chExt cx="332019" cy="310788"/>
          </a:xfrm>
        </p:grpSpPr>
        <p:sp>
          <p:nvSpPr>
            <p:cNvPr id="12728" name="Google Shape;12728;p6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6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68"/>
          <p:cNvGrpSpPr/>
          <p:nvPr/>
        </p:nvGrpSpPr>
        <p:grpSpPr>
          <a:xfrm>
            <a:off x="2793451" y="2515978"/>
            <a:ext cx="247892" cy="346024"/>
            <a:chOff x="2818561" y="2439778"/>
            <a:chExt cx="247892" cy="346024"/>
          </a:xfrm>
        </p:grpSpPr>
        <p:sp>
          <p:nvSpPr>
            <p:cNvPr id="12735" name="Google Shape;12735;p6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6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6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7" name="Google Shape;12747;p68"/>
          <p:cNvGrpSpPr/>
          <p:nvPr/>
        </p:nvGrpSpPr>
        <p:grpSpPr>
          <a:xfrm>
            <a:off x="3182668" y="2550832"/>
            <a:ext cx="419933" cy="275170"/>
            <a:chOff x="3207778" y="2474632"/>
            <a:chExt cx="419933" cy="275170"/>
          </a:xfrm>
        </p:grpSpPr>
        <p:sp>
          <p:nvSpPr>
            <p:cNvPr id="12748" name="Google Shape;12748;p6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6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6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68"/>
          <p:cNvGrpSpPr/>
          <p:nvPr/>
        </p:nvGrpSpPr>
        <p:grpSpPr>
          <a:xfrm>
            <a:off x="6074265" y="2532275"/>
            <a:ext cx="337684" cy="314194"/>
            <a:chOff x="6099375" y="2456075"/>
            <a:chExt cx="337684" cy="314194"/>
          </a:xfrm>
        </p:grpSpPr>
        <p:sp>
          <p:nvSpPr>
            <p:cNvPr id="12763" name="Google Shape;12763;p6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6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5" name="Google Shape;12765;p68"/>
          <p:cNvGrpSpPr/>
          <p:nvPr/>
        </p:nvGrpSpPr>
        <p:grpSpPr>
          <a:xfrm>
            <a:off x="2287513" y="2544784"/>
            <a:ext cx="312698" cy="286534"/>
            <a:chOff x="2312623" y="2468584"/>
            <a:chExt cx="312698" cy="286534"/>
          </a:xfrm>
        </p:grpSpPr>
        <p:sp>
          <p:nvSpPr>
            <p:cNvPr id="12766" name="Google Shape;12766;p6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9" name="Google Shape;12769;p68"/>
          <p:cNvGrpSpPr/>
          <p:nvPr/>
        </p:nvGrpSpPr>
        <p:grpSpPr>
          <a:xfrm>
            <a:off x="5593695" y="2517124"/>
            <a:ext cx="345292" cy="342618"/>
            <a:chOff x="5618805" y="2440924"/>
            <a:chExt cx="345292" cy="342618"/>
          </a:xfrm>
        </p:grpSpPr>
        <p:sp>
          <p:nvSpPr>
            <p:cNvPr id="12770" name="Google Shape;12770;p6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5" name="Google Shape;12775;p68"/>
          <p:cNvGrpSpPr/>
          <p:nvPr/>
        </p:nvGrpSpPr>
        <p:grpSpPr>
          <a:xfrm>
            <a:off x="4628069" y="2522790"/>
            <a:ext cx="377886" cy="331255"/>
            <a:chOff x="4653179" y="2446590"/>
            <a:chExt cx="377886" cy="331255"/>
          </a:xfrm>
        </p:grpSpPr>
        <p:sp>
          <p:nvSpPr>
            <p:cNvPr id="12776" name="Google Shape;12776;p6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0" name="Google Shape;12780;p68"/>
          <p:cNvGrpSpPr/>
          <p:nvPr/>
        </p:nvGrpSpPr>
        <p:grpSpPr>
          <a:xfrm>
            <a:off x="5159407" y="2535681"/>
            <a:ext cx="252062" cy="305122"/>
            <a:chOff x="5184517" y="2459481"/>
            <a:chExt cx="252062" cy="305122"/>
          </a:xfrm>
        </p:grpSpPr>
        <p:sp>
          <p:nvSpPr>
            <p:cNvPr id="12781" name="Google Shape;12781;p6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6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6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6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87" name="Google Shape;12787;p68"/>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88" name="Google Shape;12788;p68"/>
          <p:cNvGrpSpPr/>
          <p:nvPr/>
        </p:nvGrpSpPr>
        <p:grpSpPr>
          <a:xfrm>
            <a:off x="6130349" y="2045308"/>
            <a:ext cx="249770" cy="363849"/>
            <a:chOff x="6155459" y="1969108"/>
            <a:chExt cx="249770" cy="363849"/>
          </a:xfrm>
        </p:grpSpPr>
        <p:sp>
          <p:nvSpPr>
            <p:cNvPr id="12789" name="Google Shape;12789;p6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6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6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6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6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8" name="Google Shape;12798;p68"/>
          <p:cNvGrpSpPr/>
          <p:nvPr/>
        </p:nvGrpSpPr>
        <p:grpSpPr>
          <a:xfrm>
            <a:off x="2254919" y="2046804"/>
            <a:ext cx="353631" cy="354395"/>
            <a:chOff x="2280029" y="1970604"/>
            <a:chExt cx="353631" cy="354395"/>
          </a:xfrm>
        </p:grpSpPr>
        <p:sp>
          <p:nvSpPr>
            <p:cNvPr id="12799" name="Google Shape;12799;p6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3" name="Google Shape;12803;p68"/>
          <p:cNvGrpSpPr/>
          <p:nvPr/>
        </p:nvGrpSpPr>
        <p:grpSpPr>
          <a:xfrm>
            <a:off x="8039990" y="2076374"/>
            <a:ext cx="255086" cy="301685"/>
            <a:chOff x="8065100" y="2000174"/>
            <a:chExt cx="255086" cy="301685"/>
          </a:xfrm>
        </p:grpSpPr>
        <p:sp>
          <p:nvSpPr>
            <p:cNvPr id="12804" name="Google Shape;12804;p6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8" name="Google Shape;12808;p68"/>
          <p:cNvGrpSpPr/>
          <p:nvPr/>
        </p:nvGrpSpPr>
        <p:grpSpPr>
          <a:xfrm>
            <a:off x="6608595" y="2045308"/>
            <a:ext cx="249420" cy="363849"/>
            <a:chOff x="6633705" y="1969108"/>
            <a:chExt cx="249420" cy="363849"/>
          </a:xfrm>
        </p:grpSpPr>
        <p:sp>
          <p:nvSpPr>
            <p:cNvPr id="12809" name="Google Shape;12809;p6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6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68"/>
          <p:cNvGrpSpPr/>
          <p:nvPr/>
        </p:nvGrpSpPr>
        <p:grpSpPr>
          <a:xfrm>
            <a:off x="5185921" y="2045308"/>
            <a:ext cx="226661" cy="363467"/>
            <a:chOff x="5211031" y="1969108"/>
            <a:chExt cx="226661" cy="363467"/>
          </a:xfrm>
        </p:grpSpPr>
        <p:sp>
          <p:nvSpPr>
            <p:cNvPr id="12818" name="Google Shape;12818;p6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0" name="Google Shape;12820;p68"/>
          <p:cNvGrpSpPr/>
          <p:nvPr/>
        </p:nvGrpSpPr>
        <p:grpSpPr>
          <a:xfrm>
            <a:off x="3687842" y="2046804"/>
            <a:ext cx="354363" cy="354395"/>
            <a:chOff x="3712952" y="1970604"/>
            <a:chExt cx="354363" cy="354395"/>
          </a:xfrm>
        </p:grpSpPr>
        <p:sp>
          <p:nvSpPr>
            <p:cNvPr id="12821" name="Google Shape;12821;p6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0" name="Google Shape;12830;p68"/>
          <p:cNvGrpSpPr/>
          <p:nvPr/>
        </p:nvGrpSpPr>
        <p:grpSpPr>
          <a:xfrm>
            <a:off x="3210329" y="2046804"/>
            <a:ext cx="354363" cy="354745"/>
            <a:chOff x="3235438" y="1970604"/>
            <a:chExt cx="354363" cy="354745"/>
          </a:xfrm>
        </p:grpSpPr>
        <p:sp>
          <p:nvSpPr>
            <p:cNvPr id="12831" name="Google Shape;12831;p6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6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6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6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6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6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6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6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4" name="Google Shape;12844;p68"/>
          <p:cNvGrpSpPr/>
          <p:nvPr/>
        </p:nvGrpSpPr>
        <p:grpSpPr>
          <a:xfrm>
            <a:off x="1304475" y="2066125"/>
            <a:ext cx="341472" cy="335074"/>
            <a:chOff x="1329585" y="1989925"/>
            <a:chExt cx="341472" cy="335074"/>
          </a:xfrm>
        </p:grpSpPr>
        <p:sp>
          <p:nvSpPr>
            <p:cNvPr id="12845" name="Google Shape;12845;p6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6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8" name="Google Shape;12848;p68"/>
          <p:cNvGrpSpPr/>
          <p:nvPr/>
        </p:nvGrpSpPr>
        <p:grpSpPr>
          <a:xfrm>
            <a:off x="5566761" y="2066106"/>
            <a:ext cx="416649" cy="325597"/>
            <a:chOff x="5626763" y="2013829"/>
            <a:chExt cx="351722" cy="274788"/>
          </a:xfrm>
        </p:grpSpPr>
        <p:sp>
          <p:nvSpPr>
            <p:cNvPr id="12849" name="Google Shape;12849;p6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6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68"/>
          <p:cNvGrpSpPr/>
          <p:nvPr/>
        </p:nvGrpSpPr>
        <p:grpSpPr>
          <a:xfrm>
            <a:off x="7551495" y="2060077"/>
            <a:ext cx="276698" cy="333133"/>
            <a:chOff x="7576605" y="1983877"/>
            <a:chExt cx="276698" cy="333133"/>
          </a:xfrm>
        </p:grpSpPr>
        <p:sp>
          <p:nvSpPr>
            <p:cNvPr id="12860" name="Google Shape;12860;p6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6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2" name="Google Shape;12862;p68"/>
          <p:cNvGrpSpPr/>
          <p:nvPr/>
        </p:nvGrpSpPr>
        <p:grpSpPr>
          <a:xfrm>
            <a:off x="828458" y="2051738"/>
            <a:ext cx="337334" cy="353599"/>
            <a:chOff x="853568" y="1975538"/>
            <a:chExt cx="337334" cy="353599"/>
          </a:xfrm>
        </p:grpSpPr>
        <p:sp>
          <p:nvSpPr>
            <p:cNvPr id="12863" name="Google Shape;12863;p6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6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6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7" name="Google Shape;12867;p68"/>
          <p:cNvGrpSpPr/>
          <p:nvPr/>
        </p:nvGrpSpPr>
        <p:grpSpPr>
          <a:xfrm>
            <a:off x="2733192" y="2085828"/>
            <a:ext cx="327085" cy="277080"/>
            <a:chOff x="2770052" y="2009628"/>
            <a:chExt cx="327085" cy="277080"/>
          </a:xfrm>
        </p:grpSpPr>
        <p:sp>
          <p:nvSpPr>
            <p:cNvPr id="12868" name="Google Shape;12868;p6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6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0" name="Google Shape;12870;p68"/>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71" name="Google Shape;12871;p68"/>
          <p:cNvGrpSpPr/>
          <p:nvPr/>
        </p:nvGrpSpPr>
        <p:grpSpPr>
          <a:xfrm>
            <a:off x="4170289" y="2046804"/>
            <a:ext cx="344878" cy="343573"/>
            <a:chOff x="4195399" y="1970604"/>
            <a:chExt cx="344878" cy="343573"/>
          </a:xfrm>
        </p:grpSpPr>
        <p:sp>
          <p:nvSpPr>
            <p:cNvPr id="12872" name="Google Shape;12872;p6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6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6" name="Google Shape;12876;p68"/>
          <p:cNvGrpSpPr/>
          <p:nvPr/>
        </p:nvGrpSpPr>
        <p:grpSpPr>
          <a:xfrm>
            <a:off x="4649681" y="2053647"/>
            <a:ext cx="344528" cy="344114"/>
            <a:chOff x="4674791" y="1977447"/>
            <a:chExt cx="344528" cy="344114"/>
          </a:xfrm>
        </p:grpSpPr>
        <p:sp>
          <p:nvSpPr>
            <p:cNvPr id="12877" name="Google Shape;12877;p6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6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6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6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6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6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6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6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6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68"/>
          <p:cNvGrpSpPr/>
          <p:nvPr/>
        </p:nvGrpSpPr>
        <p:grpSpPr>
          <a:xfrm>
            <a:off x="6058700" y="1623497"/>
            <a:ext cx="382819" cy="310788"/>
            <a:chOff x="6083810" y="1547297"/>
            <a:chExt cx="382819" cy="310788"/>
          </a:xfrm>
        </p:grpSpPr>
        <p:sp>
          <p:nvSpPr>
            <p:cNvPr id="12904" name="Google Shape;12904;p6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6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6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6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6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68"/>
          <p:cNvGrpSpPr/>
          <p:nvPr/>
        </p:nvGrpSpPr>
        <p:grpSpPr>
          <a:xfrm>
            <a:off x="6533190" y="1614393"/>
            <a:ext cx="382788" cy="328613"/>
            <a:chOff x="6558300" y="1538193"/>
            <a:chExt cx="382788" cy="328613"/>
          </a:xfrm>
        </p:grpSpPr>
        <p:sp>
          <p:nvSpPr>
            <p:cNvPr id="12923" name="Google Shape;12923;p6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68"/>
          <p:cNvGrpSpPr/>
          <p:nvPr/>
        </p:nvGrpSpPr>
        <p:grpSpPr>
          <a:xfrm>
            <a:off x="5168892" y="1587497"/>
            <a:ext cx="259605" cy="346024"/>
            <a:chOff x="5194002" y="1511297"/>
            <a:chExt cx="259605" cy="346024"/>
          </a:xfrm>
        </p:grpSpPr>
        <p:sp>
          <p:nvSpPr>
            <p:cNvPr id="12926" name="Google Shape;12926;p6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6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0" name="Google Shape;12930;p68"/>
          <p:cNvGrpSpPr/>
          <p:nvPr/>
        </p:nvGrpSpPr>
        <p:grpSpPr>
          <a:xfrm>
            <a:off x="1369631" y="1588261"/>
            <a:ext cx="252444" cy="351722"/>
            <a:chOff x="1394741" y="1512061"/>
            <a:chExt cx="252444" cy="351722"/>
          </a:xfrm>
        </p:grpSpPr>
        <p:sp>
          <p:nvSpPr>
            <p:cNvPr id="12931" name="Google Shape;12931;p6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8" name="Google Shape;12948;p68"/>
          <p:cNvGrpSpPr/>
          <p:nvPr/>
        </p:nvGrpSpPr>
        <p:grpSpPr>
          <a:xfrm>
            <a:off x="829986" y="1580685"/>
            <a:ext cx="380910" cy="339594"/>
            <a:chOff x="855096" y="1504485"/>
            <a:chExt cx="380910" cy="339594"/>
          </a:xfrm>
        </p:grpSpPr>
        <p:sp>
          <p:nvSpPr>
            <p:cNvPr id="12949" name="Google Shape;12949;p6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4" name="Google Shape;12954;p68"/>
          <p:cNvGrpSpPr/>
          <p:nvPr/>
        </p:nvGrpSpPr>
        <p:grpSpPr>
          <a:xfrm>
            <a:off x="1794466" y="1587879"/>
            <a:ext cx="352103" cy="352103"/>
            <a:chOff x="1819576" y="1511679"/>
            <a:chExt cx="352103" cy="352103"/>
          </a:xfrm>
        </p:grpSpPr>
        <p:sp>
          <p:nvSpPr>
            <p:cNvPr id="12955" name="Google Shape;12955;p6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6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6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9" name="Google Shape;12959;p68"/>
          <p:cNvGrpSpPr/>
          <p:nvPr/>
        </p:nvGrpSpPr>
        <p:grpSpPr>
          <a:xfrm>
            <a:off x="5595987" y="1576961"/>
            <a:ext cx="371424" cy="355446"/>
            <a:chOff x="5621097" y="1500761"/>
            <a:chExt cx="371424" cy="355446"/>
          </a:xfrm>
        </p:grpSpPr>
        <p:sp>
          <p:nvSpPr>
            <p:cNvPr id="12960" name="Google Shape;12960;p6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2" name="Google Shape;12962;p68"/>
          <p:cNvGrpSpPr/>
          <p:nvPr/>
        </p:nvGrpSpPr>
        <p:grpSpPr>
          <a:xfrm>
            <a:off x="4645129" y="1617799"/>
            <a:ext cx="359679" cy="321833"/>
            <a:chOff x="4670239" y="1541599"/>
            <a:chExt cx="359679" cy="321833"/>
          </a:xfrm>
        </p:grpSpPr>
        <p:sp>
          <p:nvSpPr>
            <p:cNvPr id="12963" name="Google Shape;12963;p6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8" name="Google Shape;12968;p68"/>
          <p:cNvGrpSpPr/>
          <p:nvPr/>
        </p:nvGrpSpPr>
        <p:grpSpPr>
          <a:xfrm>
            <a:off x="4187319" y="1578585"/>
            <a:ext cx="321037" cy="353822"/>
            <a:chOff x="4212429" y="1502385"/>
            <a:chExt cx="321037" cy="353822"/>
          </a:xfrm>
        </p:grpSpPr>
        <p:sp>
          <p:nvSpPr>
            <p:cNvPr id="12969" name="Google Shape;12969;p6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3" name="Google Shape;12973;p68"/>
          <p:cNvGrpSpPr/>
          <p:nvPr/>
        </p:nvGrpSpPr>
        <p:grpSpPr>
          <a:xfrm>
            <a:off x="2277678" y="1582181"/>
            <a:ext cx="336188" cy="335425"/>
            <a:chOff x="2302788" y="1505981"/>
            <a:chExt cx="336188" cy="335425"/>
          </a:xfrm>
        </p:grpSpPr>
        <p:sp>
          <p:nvSpPr>
            <p:cNvPr id="12974" name="Google Shape;12974;p6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6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6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6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6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1" name="Google Shape;12991;p68"/>
          <p:cNvGrpSpPr/>
          <p:nvPr/>
        </p:nvGrpSpPr>
        <p:grpSpPr>
          <a:xfrm>
            <a:off x="2755191" y="1598096"/>
            <a:ext cx="333133" cy="321037"/>
            <a:chOff x="2780301" y="1521896"/>
            <a:chExt cx="333133" cy="321037"/>
          </a:xfrm>
        </p:grpSpPr>
        <p:sp>
          <p:nvSpPr>
            <p:cNvPr id="12992" name="Google Shape;12992;p6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6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6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6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6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6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6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6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2" name="Google Shape;13012;p68"/>
          <p:cNvGrpSpPr/>
          <p:nvPr/>
        </p:nvGrpSpPr>
        <p:grpSpPr>
          <a:xfrm>
            <a:off x="3291049" y="1591285"/>
            <a:ext cx="211892" cy="339594"/>
            <a:chOff x="3316159" y="1515085"/>
            <a:chExt cx="211892" cy="339594"/>
          </a:xfrm>
        </p:grpSpPr>
        <p:sp>
          <p:nvSpPr>
            <p:cNvPr id="13013" name="Google Shape;13013;p6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6" name="Google Shape;13016;p68"/>
            <p:cNvGrpSpPr/>
            <p:nvPr/>
          </p:nvGrpSpPr>
          <p:grpSpPr>
            <a:xfrm>
              <a:off x="3316159" y="1515085"/>
              <a:ext cx="211892" cy="339594"/>
              <a:chOff x="3316159" y="1515085"/>
              <a:chExt cx="211892" cy="339594"/>
            </a:xfrm>
          </p:grpSpPr>
          <p:sp>
            <p:nvSpPr>
              <p:cNvPr id="13017" name="Google Shape;13017;p6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6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6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23" name="Google Shape;13023;p68"/>
          <p:cNvGrpSpPr/>
          <p:nvPr/>
        </p:nvGrpSpPr>
        <p:grpSpPr>
          <a:xfrm>
            <a:off x="3691248" y="1620855"/>
            <a:ext cx="361971" cy="314958"/>
            <a:chOff x="3716358" y="1544655"/>
            <a:chExt cx="361971" cy="314958"/>
          </a:xfrm>
        </p:grpSpPr>
        <p:sp>
          <p:nvSpPr>
            <p:cNvPr id="13024" name="Google Shape;13024;p6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29" name="Google Shape;13029;p68"/>
            <p:cNvGrpSpPr/>
            <p:nvPr/>
          </p:nvGrpSpPr>
          <p:grpSpPr>
            <a:xfrm>
              <a:off x="3716358" y="1544655"/>
              <a:ext cx="361971" cy="314958"/>
              <a:chOff x="3716358" y="1544655"/>
              <a:chExt cx="361971" cy="314958"/>
            </a:xfrm>
          </p:grpSpPr>
          <p:sp>
            <p:nvSpPr>
              <p:cNvPr id="13030" name="Google Shape;13030;p6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35" name="Google Shape;13035;p68"/>
          <p:cNvGrpSpPr/>
          <p:nvPr/>
        </p:nvGrpSpPr>
        <p:grpSpPr>
          <a:xfrm>
            <a:off x="6986814" y="1633752"/>
            <a:ext cx="499533" cy="305136"/>
            <a:chOff x="7009649" y="1541981"/>
            <a:chExt cx="524940" cy="320655"/>
          </a:xfrm>
        </p:grpSpPr>
        <p:sp>
          <p:nvSpPr>
            <p:cNvPr id="13036" name="Google Shape;13036;p6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4" name="Google Shape;13044;p68"/>
          <p:cNvGrpSpPr/>
          <p:nvPr/>
        </p:nvGrpSpPr>
        <p:grpSpPr>
          <a:xfrm>
            <a:off x="8008924" y="1594309"/>
            <a:ext cx="282746" cy="340358"/>
            <a:chOff x="8034034" y="1518109"/>
            <a:chExt cx="282746" cy="340358"/>
          </a:xfrm>
        </p:grpSpPr>
        <p:sp>
          <p:nvSpPr>
            <p:cNvPr id="13045" name="Google Shape;13045;p6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9" name="Google Shape;13049;p68"/>
          <p:cNvGrpSpPr/>
          <p:nvPr/>
        </p:nvGrpSpPr>
        <p:grpSpPr>
          <a:xfrm>
            <a:off x="7557192" y="1576134"/>
            <a:ext cx="369133" cy="360411"/>
            <a:chOff x="7582302" y="1499934"/>
            <a:chExt cx="369133" cy="360411"/>
          </a:xfrm>
        </p:grpSpPr>
        <p:sp>
          <p:nvSpPr>
            <p:cNvPr id="13050" name="Google Shape;13050;p6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5" name="Google Shape;13055;p68"/>
          <p:cNvGrpSpPr/>
          <p:nvPr/>
        </p:nvGrpSpPr>
        <p:grpSpPr>
          <a:xfrm>
            <a:off x="6170979" y="3893352"/>
            <a:ext cx="346056" cy="345674"/>
            <a:chOff x="2238181" y="4120624"/>
            <a:chExt cx="346056" cy="345674"/>
          </a:xfrm>
        </p:grpSpPr>
        <p:grpSp>
          <p:nvGrpSpPr>
            <p:cNvPr id="13056" name="Google Shape;13056;p68"/>
            <p:cNvGrpSpPr/>
            <p:nvPr/>
          </p:nvGrpSpPr>
          <p:grpSpPr>
            <a:xfrm>
              <a:off x="2309209" y="4177423"/>
              <a:ext cx="204025" cy="232089"/>
              <a:chOff x="1512725" y="258500"/>
              <a:chExt cx="4570900" cy="5199625"/>
            </a:xfrm>
          </p:grpSpPr>
          <p:sp>
            <p:nvSpPr>
              <p:cNvPr id="13057" name="Google Shape;13057;p6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9" name="Google Shape;13059;p6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0" name="Google Shape;13060;p6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064"/>
        <p:cNvGrpSpPr/>
        <p:nvPr/>
      </p:nvGrpSpPr>
      <p:grpSpPr>
        <a:xfrm>
          <a:off x="0" y="0"/>
          <a:ext cx="0" cy="0"/>
          <a:chOff x="0" y="0"/>
          <a:chExt cx="0" cy="0"/>
        </a:xfrm>
      </p:grpSpPr>
      <p:pic>
        <p:nvPicPr>
          <p:cNvPr id="13065" name="Google Shape;13065;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Dissertation Defense - Doctor of Philosophy (Ph.D.) in History by Slidesgo">
  <a:themeElements>
    <a:clrScheme name="Simple Light">
      <a:dk1>
        <a:srgbClr val="4B4739"/>
      </a:dk1>
      <a:lt1>
        <a:srgbClr val="745D28"/>
      </a:lt1>
      <a:dk2>
        <a:srgbClr val="FDF9ED"/>
      </a:dk2>
      <a:lt2>
        <a:srgbClr val="EEDFB8"/>
      </a:lt2>
      <a:accent1>
        <a:srgbClr val="D39306"/>
      </a:accent1>
      <a:accent2>
        <a:srgbClr val="B19951"/>
      </a:accent2>
      <a:accent3>
        <a:srgbClr val="BBAE88"/>
      </a:accent3>
      <a:accent4>
        <a:srgbClr val="FFFFFF"/>
      </a:accent4>
      <a:accent5>
        <a:srgbClr val="FFFFFF"/>
      </a:accent5>
      <a:accent6>
        <a:srgbClr val="FFFFFF"/>
      </a:accent6>
      <a:hlink>
        <a:srgbClr val="55492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20</TotalTime>
  <Words>2215</Words>
  <Application>Microsoft Office PowerPoint</Application>
  <PresentationFormat>On-screen Show (16:9)</PresentationFormat>
  <Paragraphs>337</Paragraphs>
  <Slides>42</Slides>
  <Notes>42</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42</vt:i4>
      </vt:variant>
    </vt:vector>
  </HeadingPairs>
  <TitlesOfParts>
    <vt:vector size="54" baseType="lpstr">
      <vt:lpstr>DM Sans ExtraBold</vt:lpstr>
      <vt:lpstr>Amatic SC</vt:lpstr>
      <vt:lpstr>Roboto Medium</vt:lpstr>
      <vt:lpstr>Proxima Nova</vt:lpstr>
      <vt:lpstr>Calibri</vt:lpstr>
      <vt:lpstr>DM Sans</vt:lpstr>
      <vt:lpstr>Arial</vt:lpstr>
      <vt:lpstr>Nunito Light</vt:lpstr>
      <vt:lpstr>Lato</vt:lpstr>
      <vt:lpstr>Nunito</vt:lpstr>
      <vt:lpstr>Dissertation Defense - Doctor of Philosophy (Ph.D.) in History by Slidesgo</vt:lpstr>
      <vt:lpstr>Slidesgo Final Pages</vt:lpstr>
      <vt:lpstr>BigProject Report</vt:lpstr>
      <vt:lpstr>Thành viên của nhóm</vt:lpstr>
      <vt:lpstr>Table of contents</vt:lpstr>
      <vt:lpstr>Statement</vt:lpstr>
      <vt:lpstr>Purpose statement</vt:lpstr>
      <vt:lpstr>98,300,000</vt:lpstr>
      <vt:lpstr>A picture always reinforces  the concept</vt:lpstr>
      <vt:lpstr>Awesome words</vt:lpstr>
      <vt:lpstr>Situation &amp; problems statement</vt:lpstr>
      <vt:lpstr>Hypotheses</vt:lpstr>
      <vt:lpstr>Literature review</vt:lpstr>
      <vt:lpstr>Theoretical framework</vt:lpstr>
      <vt:lpstr>Schedule</vt:lpstr>
      <vt:lpstr>Methodology</vt:lpstr>
      <vt:lpstr>Analysis &amp; development</vt:lpstr>
      <vt:lpstr>Analysis &amp; development</vt:lpstr>
      <vt:lpstr>Analysis of the results</vt:lpstr>
      <vt:lpstr>Discussion</vt:lpstr>
      <vt:lpstr>Conclusions</vt:lpstr>
      <vt:lpstr>Thanks!</vt:lpstr>
      <vt:lpstr>Icon pack I</vt:lpstr>
      <vt:lpstr>Icon pack II</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nguyen dong</cp:lastModifiedBy>
  <cp:revision>19</cp:revision>
  <dcterms:modified xsi:type="dcterms:W3CDTF">2025-11-26T06:40:36Z</dcterms:modified>
</cp:coreProperties>
</file>