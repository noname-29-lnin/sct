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82" r:id="rId1"/>
    <p:sldMasterId id="2147483683" r:id="rId2"/>
  </p:sldMasterIdLst>
  <p:notesMasterIdLst>
    <p:notesMasterId r:id="rId58"/>
  </p:notesMasterIdLst>
  <p:sldIdLst>
    <p:sldId id="256" r:id="rId3"/>
    <p:sldId id="257" r:id="rId4"/>
    <p:sldId id="258" r:id="rId5"/>
    <p:sldId id="259" r:id="rId6"/>
    <p:sldId id="260" r:id="rId7"/>
    <p:sldId id="261" r:id="rId8"/>
    <p:sldId id="262" r:id="rId9"/>
    <p:sldId id="263" r:id="rId10"/>
    <p:sldId id="264" r:id="rId11"/>
    <p:sldId id="265" r:id="rId12"/>
    <p:sldId id="266" r:id="rId13"/>
    <p:sldId id="267" r:id="rId14"/>
    <p:sldId id="268" r:id="rId15"/>
    <p:sldId id="269" r:id="rId16"/>
    <p:sldId id="270" r:id="rId17"/>
    <p:sldId id="271" r:id="rId18"/>
    <p:sldId id="272" r:id="rId19"/>
    <p:sldId id="273" r:id="rId20"/>
    <p:sldId id="274" r:id="rId21"/>
    <p:sldId id="275" r:id="rId22"/>
    <p:sldId id="276" r:id="rId23"/>
    <p:sldId id="277" r:id="rId24"/>
    <p:sldId id="278" r:id="rId25"/>
    <p:sldId id="279" r:id="rId26"/>
    <p:sldId id="280" r:id="rId27"/>
    <p:sldId id="281" r:id="rId28"/>
    <p:sldId id="282" r:id="rId29"/>
    <p:sldId id="283" r:id="rId30"/>
    <p:sldId id="284" r:id="rId31"/>
    <p:sldId id="285" r:id="rId32"/>
    <p:sldId id="286" r:id="rId33"/>
    <p:sldId id="287" r:id="rId34"/>
    <p:sldId id="288" r:id="rId35"/>
    <p:sldId id="289" r:id="rId36"/>
    <p:sldId id="290" r:id="rId37"/>
    <p:sldId id="291" r:id="rId38"/>
    <p:sldId id="292" r:id="rId39"/>
    <p:sldId id="293" r:id="rId40"/>
    <p:sldId id="294" r:id="rId41"/>
    <p:sldId id="295" r:id="rId42"/>
    <p:sldId id="296" r:id="rId43"/>
    <p:sldId id="297" r:id="rId44"/>
    <p:sldId id="298" r:id="rId45"/>
    <p:sldId id="299" r:id="rId46"/>
    <p:sldId id="300" r:id="rId47"/>
    <p:sldId id="301" r:id="rId48"/>
    <p:sldId id="302" r:id="rId49"/>
    <p:sldId id="303" r:id="rId50"/>
    <p:sldId id="304" r:id="rId51"/>
    <p:sldId id="305" r:id="rId52"/>
    <p:sldId id="306" r:id="rId53"/>
    <p:sldId id="307" r:id="rId54"/>
    <p:sldId id="308" r:id="rId55"/>
    <p:sldId id="309" r:id="rId56"/>
    <p:sldId id="310" r:id="rId57"/>
  </p:sldIdLst>
  <p:sldSz cx="9144000" cy="5143500" type="screen16x9"/>
  <p:notesSz cx="6858000" cy="9144000"/>
  <p:embeddedFontLst>
    <p:embeddedFont>
      <p:font typeface="Albert Sans" panose="020B0604020202020204" charset="0"/>
      <p:regular r:id="rId59"/>
      <p:bold r:id="rId60"/>
      <p:italic r:id="rId61"/>
      <p:boldItalic r:id="rId62"/>
    </p:embeddedFont>
    <p:embeddedFont>
      <p:font typeface="Amatic SC" panose="00000500000000000000" pitchFamily="2" charset="-79"/>
      <p:regular r:id="rId63"/>
      <p:bold r:id="rId64"/>
    </p:embeddedFont>
    <p:embeddedFont>
      <p:font typeface="Anaheim" panose="020B0604020202020204" charset="0"/>
      <p:regular r:id="rId65"/>
      <p:bold r:id="rId66"/>
    </p:embeddedFont>
    <p:embeddedFont>
      <p:font typeface="Anek Tamil" panose="020B0604020202020204" charset="0"/>
      <p:regular r:id="rId67"/>
      <p:bold r:id="rId68"/>
    </p:embeddedFont>
    <p:embeddedFont>
      <p:font typeface="DM Sans" pitchFamily="2" charset="0"/>
      <p:regular r:id="rId69"/>
      <p:bold r:id="rId70"/>
      <p:italic r:id="rId71"/>
      <p:boldItalic r:id="rId72"/>
    </p:embeddedFont>
    <p:embeddedFont>
      <p:font typeface="Figtree" panose="020B0604020202020204" charset="0"/>
      <p:regular r:id="rId73"/>
      <p:bold r:id="rId74"/>
      <p:italic r:id="rId75"/>
      <p:boldItalic r:id="rId76"/>
    </p:embeddedFont>
    <p:embeddedFont>
      <p:font typeface="Jost" panose="020B0604020202020204" charset="0"/>
      <p:regular r:id="rId77"/>
      <p:bold r:id="rId78"/>
      <p:italic r:id="rId79"/>
      <p:boldItalic r:id="rId80"/>
    </p:embeddedFont>
    <p:embeddedFont>
      <p:font typeface="Nunito Light" pitchFamily="2" charset="0"/>
      <p:regular r:id="rId81"/>
    </p:embeddedFont>
    <p:embeddedFont>
      <p:font typeface="Proxima Nova" panose="020B0604020202020204" charset="0"/>
      <p:regular r:id="rId82"/>
      <p:bold r:id="rId83"/>
      <p:italic r:id="rId84"/>
      <p:boldItalic r:id="rId85"/>
    </p:embeddedFont>
    <p:embeddedFont>
      <p:font typeface="Questrial" pitchFamily="2" charset="0"/>
      <p:regular r:id="rId86"/>
    </p:embeddedFont>
    <p:embeddedFont>
      <p:font typeface="Roboto Medium" panose="02000000000000000000" pitchFamily="2" charset="0"/>
      <p:regular r:id="rId87"/>
      <p:bold r:id="rId88"/>
      <p:italic r:id="rId89"/>
      <p:boldItalic r:id="rId90"/>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6A9CC4E2-919E-47D1-8DDA-F73AE51FF960}">
  <a:tblStyle styleId="{6A9CC4E2-919E-47D1-8DDA-F73AE51FF960}"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F8C7C30A-D9B6-4638-A920-A7DB38CAAB38}" styleName="Table_1">
    <a:wholeTbl>
      <a:tcTxStyle>
        <a:font>
          <a:latin typeface="Arial"/>
          <a:ea typeface="Arial"/>
          <a:cs typeface="Arial"/>
        </a:font>
        <a:srgbClr val="000000"/>
      </a:tcTxStyle>
      <a:tcStyle>
        <a:tcBdr>
          <a:left>
            <a:ln w="9525" cap="flat" cmpd="sng">
              <a:solidFill>
                <a:srgbClr val="000000"/>
              </a:solidFill>
              <a:prstDash val="solid"/>
              <a:round/>
              <a:headEnd type="none" w="sm" len="sm"/>
              <a:tailEnd type="none" w="sm" len="sm"/>
            </a:ln>
          </a:left>
          <a:right>
            <a:ln w="9525" cap="flat" cmpd="sng">
              <a:solidFill>
                <a:srgbClr val="000000"/>
              </a:solidFill>
              <a:prstDash val="solid"/>
              <a:round/>
              <a:headEnd type="none" w="sm" len="sm"/>
              <a:tailEnd type="none" w="sm" len="sm"/>
            </a:ln>
          </a:right>
          <a:top>
            <a:ln w="9525" cap="flat" cmpd="sng">
              <a:solidFill>
                <a:srgbClr val="000000"/>
              </a:solidFill>
              <a:prstDash val="solid"/>
              <a:round/>
              <a:headEnd type="none" w="sm" len="sm"/>
              <a:tailEnd type="none" w="sm" len="sm"/>
            </a:ln>
          </a:top>
          <a:bottom>
            <a:ln w="9525" cap="flat" cmpd="sng">
              <a:solidFill>
                <a:srgbClr val="000000"/>
              </a:solidFill>
              <a:prstDash val="solid"/>
              <a:round/>
              <a:headEnd type="none" w="sm" len="sm"/>
              <a:tailEnd type="none" w="sm" len="sm"/>
            </a:ln>
          </a:bottom>
          <a:insideH>
            <a:ln w="9525" cap="flat" cmpd="sng">
              <a:solidFill>
                <a:srgbClr val="000000"/>
              </a:solidFill>
              <a:prstDash val="solid"/>
              <a:round/>
              <a:headEnd type="none" w="sm" len="sm"/>
              <a:tailEnd type="none" w="sm" len="sm"/>
            </a:ln>
          </a:insideH>
          <a:insideV>
            <a:ln w="9525" cap="flat" cmpd="sng">
              <a:solidFill>
                <a:srgbClr val="000000"/>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p:scale>
          <a:sx n="75" d="100"/>
          <a:sy n="75" d="100"/>
        </p:scale>
        <p:origin x="2634" y="1134"/>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font" Target="fonts/font5.fntdata"/><Relationship Id="rId68" Type="http://schemas.openxmlformats.org/officeDocument/2006/relationships/font" Target="fonts/font10.fntdata"/><Relationship Id="rId84" Type="http://schemas.openxmlformats.org/officeDocument/2006/relationships/font" Target="fonts/font26.fntdata"/><Relationship Id="rId89" Type="http://schemas.openxmlformats.org/officeDocument/2006/relationships/font" Target="fonts/font31.fntdata"/><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notesMaster" Target="notesMasters/notesMaster1.xml"/><Relationship Id="rId74" Type="http://schemas.openxmlformats.org/officeDocument/2006/relationships/font" Target="fonts/font16.fntdata"/><Relationship Id="rId79" Type="http://schemas.openxmlformats.org/officeDocument/2006/relationships/font" Target="fonts/font21.fntdata"/><Relationship Id="rId5" Type="http://schemas.openxmlformats.org/officeDocument/2006/relationships/slide" Target="slides/slide3.xml"/><Relationship Id="rId90" Type="http://schemas.openxmlformats.org/officeDocument/2006/relationships/font" Target="fonts/font32.fntdata"/><Relationship Id="rId22" Type="http://schemas.openxmlformats.org/officeDocument/2006/relationships/slide" Target="slides/slide20.xml"/><Relationship Id="rId27" Type="http://schemas.openxmlformats.org/officeDocument/2006/relationships/slide" Target="slides/slide25.xml"/><Relationship Id="rId43" Type="http://schemas.openxmlformats.org/officeDocument/2006/relationships/slide" Target="slides/slide41.xml"/><Relationship Id="rId48" Type="http://schemas.openxmlformats.org/officeDocument/2006/relationships/slide" Target="slides/slide46.xml"/><Relationship Id="rId64" Type="http://schemas.openxmlformats.org/officeDocument/2006/relationships/font" Target="fonts/font6.fntdata"/><Relationship Id="rId69" Type="http://schemas.openxmlformats.org/officeDocument/2006/relationships/font" Target="fonts/font11.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14.fntdata"/><Relationship Id="rId80" Type="http://schemas.openxmlformats.org/officeDocument/2006/relationships/font" Target="fonts/font22.fntdata"/><Relationship Id="rId85" Type="http://schemas.openxmlformats.org/officeDocument/2006/relationships/font" Target="fonts/font27.fntdata"/><Relationship Id="rId93" Type="http://schemas.openxmlformats.org/officeDocument/2006/relationships/theme" Target="theme/theme1.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1.fntdata"/><Relationship Id="rId67" Type="http://schemas.openxmlformats.org/officeDocument/2006/relationships/font" Target="fonts/font9.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font" Target="fonts/font4.fntdata"/><Relationship Id="rId70" Type="http://schemas.openxmlformats.org/officeDocument/2006/relationships/font" Target="fonts/font12.fntdata"/><Relationship Id="rId75" Type="http://schemas.openxmlformats.org/officeDocument/2006/relationships/font" Target="fonts/font17.fntdata"/><Relationship Id="rId83" Type="http://schemas.openxmlformats.org/officeDocument/2006/relationships/font" Target="fonts/font25.fntdata"/><Relationship Id="rId88" Type="http://schemas.openxmlformats.org/officeDocument/2006/relationships/font" Target="fonts/font30.fntdata"/><Relationship Id="rId91"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font" Target="fonts/font2.fntdata"/><Relationship Id="rId65" Type="http://schemas.openxmlformats.org/officeDocument/2006/relationships/font" Target="fonts/font7.fntdata"/><Relationship Id="rId73" Type="http://schemas.openxmlformats.org/officeDocument/2006/relationships/font" Target="fonts/font15.fntdata"/><Relationship Id="rId78" Type="http://schemas.openxmlformats.org/officeDocument/2006/relationships/font" Target="fonts/font20.fntdata"/><Relationship Id="rId81" Type="http://schemas.openxmlformats.org/officeDocument/2006/relationships/font" Target="fonts/font23.fntdata"/><Relationship Id="rId86" Type="http://schemas.openxmlformats.org/officeDocument/2006/relationships/font" Target="fonts/font28.fntdata"/><Relationship Id="rId94" Type="http://schemas.openxmlformats.org/officeDocument/2006/relationships/tableStyles" Target="tableStyle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font" Target="fonts/font18.fntdata"/><Relationship Id="rId7" Type="http://schemas.openxmlformats.org/officeDocument/2006/relationships/slide" Target="slides/slide5.xml"/><Relationship Id="rId71" Type="http://schemas.openxmlformats.org/officeDocument/2006/relationships/font" Target="fonts/font13.fntdata"/><Relationship Id="rId92" Type="http://schemas.openxmlformats.org/officeDocument/2006/relationships/viewProps" Target="viewProps.xml"/><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font" Target="fonts/font8.fntdata"/><Relationship Id="rId87" Type="http://schemas.openxmlformats.org/officeDocument/2006/relationships/font" Target="fonts/font29.fntdata"/><Relationship Id="rId61" Type="http://schemas.openxmlformats.org/officeDocument/2006/relationships/font" Target="fonts/font3.fntdata"/><Relationship Id="rId82" Type="http://schemas.openxmlformats.org/officeDocument/2006/relationships/font" Target="fonts/font24.fntdata"/><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font" Target="fonts/font19.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9"/>
        <p:cNvGrpSpPr/>
        <p:nvPr/>
      </p:nvGrpSpPr>
      <p:grpSpPr>
        <a:xfrm>
          <a:off x="0" y="0"/>
          <a:ext cx="0" cy="0"/>
          <a:chOff x="0" y="0"/>
          <a:chExt cx="0" cy="0"/>
        </a:xfrm>
      </p:grpSpPr>
      <p:sp>
        <p:nvSpPr>
          <p:cNvPr id="230" name="Google Shape;230;g4dfce81f19_0_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1" name="Google Shape;231;g4dfce81f19_0_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6"/>
        <p:cNvGrpSpPr/>
        <p:nvPr/>
      </p:nvGrpSpPr>
      <p:grpSpPr>
        <a:xfrm>
          <a:off x="0" y="0"/>
          <a:ext cx="0" cy="0"/>
          <a:chOff x="0" y="0"/>
          <a:chExt cx="0" cy="0"/>
        </a:xfrm>
      </p:grpSpPr>
      <p:sp>
        <p:nvSpPr>
          <p:cNvPr id="237" name="Google Shape;237;gd431007ba2_0_2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8" name="Google Shape;238;gd431007ba2_0_2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5"/>
        <p:cNvGrpSpPr/>
        <p:nvPr/>
      </p:nvGrpSpPr>
      <p:grpSpPr>
        <a:xfrm>
          <a:off x="0" y="0"/>
          <a:ext cx="0" cy="0"/>
          <a:chOff x="0" y="0"/>
          <a:chExt cx="0" cy="0"/>
        </a:xfrm>
      </p:grpSpPr>
      <p:sp>
        <p:nvSpPr>
          <p:cNvPr id="246" name="Google Shape;246;gd431007ba2_0_21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7" name="Google Shape;247;gd431007ba2_0_2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endParaRPr sz="1200" i="1">
              <a:solidFill>
                <a:srgbClr val="595959"/>
              </a:solidFill>
              <a:latin typeface="Anaheim"/>
              <a:ea typeface="Anaheim"/>
              <a:cs typeface="Anaheim"/>
              <a:sym typeface="Anaheim"/>
            </a:endParaRPr>
          </a:p>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8"/>
        <p:cNvGrpSpPr/>
        <p:nvPr/>
      </p:nvGrpSpPr>
      <p:grpSpPr>
        <a:xfrm>
          <a:off x="0" y="0"/>
          <a:ext cx="0" cy="0"/>
          <a:chOff x="0" y="0"/>
          <a:chExt cx="0" cy="0"/>
        </a:xfrm>
      </p:grpSpPr>
      <p:sp>
        <p:nvSpPr>
          <p:cNvPr id="269" name="Google Shape;269;g54dda1946d_6_25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0" name="Google Shape;270;g54dda1946d_6_2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5"/>
        <p:cNvGrpSpPr/>
        <p:nvPr/>
      </p:nvGrpSpPr>
      <p:grpSpPr>
        <a:xfrm>
          <a:off x="0" y="0"/>
          <a:ext cx="0" cy="0"/>
          <a:chOff x="0" y="0"/>
          <a:chExt cx="0" cy="0"/>
        </a:xfrm>
      </p:grpSpPr>
      <p:sp>
        <p:nvSpPr>
          <p:cNvPr id="276" name="Google Shape;276;g54dda1946d_6_30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7" name="Google Shape;277;g54dda1946d_6_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4"/>
        <p:cNvGrpSpPr/>
        <p:nvPr/>
      </p:nvGrpSpPr>
      <p:grpSpPr>
        <a:xfrm>
          <a:off x="0" y="0"/>
          <a:ext cx="0" cy="0"/>
          <a:chOff x="0" y="0"/>
          <a:chExt cx="0" cy="0"/>
        </a:xfrm>
      </p:grpSpPr>
      <p:sp>
        <p:nvSpPr>
          <p:cNvPr id="285" name="Google Shape;285;g14072739ea5_12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6" name="Google Shape;286;g14072739ea5_12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2"/>
        <p:cNvGrpSpPr/>
        <p:nvPr/>
      </p:nvGrpSpPr>
      <p:grpSpPr>
        <a:xfrm>
          <a:off x="0" y="0"/>
          <a:ext cx="0" cy="0"/>
          <a:chOff x="0" y="0"/>
          <a:chExt cx="0" cy="0"/>
        </a:xfrm>
      </p:grpSpPr>
      <p:sp>
        <p:nvSpPr>
          <p:cNvPr id="293" name="Google Shape;293;g54dda1946d_6_32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4" name="Google Shape;294;g54dda1946d_6_3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9"/>
        <p:cNvGrpSpPr/>
        <p:nvPr/>
      </p:nvGrpSpPr>
      <p:grpSpPr>
        <a:xfrm>
          <a:off x="0" y="0"/>
          <a:ext cx="0" cy="0"/>
          <a:chOff x="0" y="0"/>
          <a:chExt cx="0" cy="0"/>
        </a:xfrm>
      </p:grpSpPr>
      <p:sp>
        <p:nvSpPr>
          <p:cNvPr id="300" name="Google Shape;300;g54dda1946d_6_33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1" name="Google Shape;301;g54dda1946d_6_3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6"/>
        <p:cNvGrpSpPr/>
        <p:nvPr/>
      </p:nvGrpSpPr>
      <p:grpSpPr>
        <a:xfrm>
          <a:off x="0" y="0"/>
          <a:ext cx="0" cy="0"/>
          <a:chOff x="0" y="0"/>
          <a:chExt cx="0" cy="0"/>
        </a:xfrm>
      </p:grpSpPr>
      <p:sp>
        <p:nvSpPr>
          <p:cNvPr id="317" name="Google Shape;317;g54dda1946d_6_34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8" name="Google Shape;318;g54dda1946d_6_3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7"/>
        <p:cNvGrpSpPr/>
        <p:nvPr/>
      </p:nvGrpSpPr>
      <p:grpSpPr>
        <a:xfrm>
          <a:off x="0" y="0"/>
          <a:ext cx="0" cy="0"/>
          <a:chOff x="0" y="0"/>
          <a:chExt cx="0" cy="0"/>
        </a:xfrm>
      </p:grpSpPr>
      <p:sp>
        <p:nvSpPr>
          <p:cNvPr id="348" name="Google Shape;348;gd5260bdd85_0_25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9" name="Google Shape;349;gd5260bdd85_0_2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8"/>
        <p:cNvGrpSpPr/>
        <p:nvPr/>
      </p:nvGrpSpPr>
      <p:grpSpPr>
        <a:xfrm>
          <a:off x="0" y="0"/>
          <a:ext cx="0" cy="0"/>
          <a:chOff x="0" y="0"/>
          <a:chExt cx="0" cy="0"/>
        </a:xfrm>
      </p:grpSpPr>
      <p:sp>
        <p:nvSpPr>
          <p:cNvPr id="399" name="Google Shape;399;g54dda1946d_4_273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0" name="Google Shape;400;g54dda1946d_4_27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5"/>
        <p:cNvGrpSpPr/>
        <p:nvPr/>
      </p:nvGrpSpPr>
      <p:grpSpPr>
        <a:xfrm>
          <a:off x="0" y="0"/>
          <a:ext cx="0" cy="0"/>
          <a:chOff x="0" y="0"/>
          <a:chExt cx="0" cy="0"/>
        </a:xfrm>
      </p:grpSpPr>
      <p:sp>
        <p:nvSpPr>
          <p:cNvPr id="416" name="Google Shape;416;g54dda1946d_6_37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17" name="Google Shape;417;g54dda1946d_6_3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2"/>
        <p:cNvGrpSpPr/>
        <p:nvPr/>
      </p:nvGrpSpPr>
      <p:grpSpPr>
        <a:xfrm>
          <a:off x="0" y="0"/>
          <a:ext cx="0" cy="0"/>
          <a:chOff x="0" y="0"/>
          <a:chExt cx="0" cy="0"/>
        </a:xfrm>
      </p:grpSpPr>
      <p:sp>
        <p:nvSpPr>
          <p:cNvPr id="423" name="Google Shape;423;g54ff9c4cb4_3_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4" name="Google Shape;424;g54ff9c4cb4_3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9"/>
        <p:cNvGrpSpPr/>
        <p:nvPr/>
      </p:nvGrpSpPr>
      <p:grpSpPr>
        <a:xfrm>
          <a:off x="0" y="0"/>
          <a:ext cx="0" cy="0"/>
          <a:chOff x="0" y="0"/>
          <a:chExt cx="0" cy="0"/>
        </a:xfrm>
      </p:grpSpPr>
      <p:sp>
        <p:nvSpPr>
          <p:cNvPr id="430" name="Google Shape;430;g54dda1946d_6_37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1" name="Google Shape;431;g54dda1946d_6_3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6"/>
        <p:cNvGrpSpPr/>
        <p:nvPr/>
      </p:nvGrpSpPr>
      <p:grpSpPr>
        <a:xfrm>
          <a:off x="0" y="0"/>
          <a:ext cx="0" cy="0"/>
          <a:chOff x="0" y="0"/>
          <a:chExt cx="0" cy="0"/>
        </a:xfrm>
      </p:grpSpPr>
      <p:sp>
        <p:nvSpPr>
          <p:cNvPr id="437" name="Google Shape;437;g54dda1946d_6_35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8" name="Google Shape;438;g54dda1946d_6_3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3"/>
        <p:cNvGrpSpPr/>
        <p:nvPr/>
      </p:nvGrpSpPr>
      <p:grpSpPr>
        <a:xfrm>
          <a:off x="0" y="0"/>
          <a:ext cx="0" cy="0"/>
          <a:chOff x="0" y="0"/>
          <a:chExt cx="0" cy="0"/>
        </a:xfrm>
      </p:grpSpPr>
      <p:sp>
        <p:nvSpPr>
          <p:cNvPr id="444" name="Google Shape;444;g54dda1946d_4_272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5" name="Google Shape;445;g54dda1946d_4_27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0"/>
        <p:cNvGrpSpPr/>
        <p:nvPr/>
      </p:nvGrpSpPr>
      <p:grpSpPr>
        <a:xfrm>
          <a:off x="0" y="0"/>
          <a:ext cx="0" cy="0"/>
          <a:chOff x="0" y="0"/>
          <a:chExt cx="0" cy="0"/>
        </a:xfrm>
      </p:grpSpPr>
      <p:sp>
        <p:nvSpPr>
          <p:cNvPr id="451" name="Google Shape;451;g54dda1946d_4_273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2" name="Google Shape;452;g54dda1946d_4_27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0"/>
        <p:cNvGrpSpPr/>
        <p:nvPr/>
      </p:nvGrpSpPr>
      <p:grpSpPr>
        <a:xfrm>
          <a:off x="0" y="0"/>
          <a:ext cx="0" cy="0"/>
          <a:chOff x="0" y="0"/>
          <a:chExt cx="0" cy="0"/>
        </a:xfrm>
      </p:grpSpPr>
      <p:sp>
        <p:nvSpPr>
          <p:cNvPr id="461" name="Google Shape;461;gd5260bdd85_0_27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2" name="Google Shape;462;gd5260bdd85_0_2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7"/>
        <p:cNvGrpSpPr/>
        <p:nvPr/>
      </p:nvGrpSpPr>
      <p:grpSpPr>
        <a:xfrm>
          <a:off x="0" y="0"/>
          <a:ext cx="0" cy="0"/>
          <a:chOff x="0" y="0"/>
          <a:chExt cx="0" cy="0"/>
        </a:xfrm>
      </p:grpSpPr>
      <p:sp>
        <p:nvSpPr>
          <p:cNvPr id="488" name="Google Shape;488;g54dda1946d_0_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9" name="Google Shape;489;g54dda1946d_0_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9"/>
        <p:cNvGrpSpPr/>
        <p:nvPr/>
      </p:nvGrpSpPr>
      <p:grpSpPr>
        <a:xfrm>
          <a:off x="0" y="0"/>
          <a:ext cx="0" cy="0"/>
          <a:chOff x="0" y="0"/>
          <a:chExt cx="0" cy="0"/>
        </a:xfrm>
      </p:grpSpPr>
      <p:sp>
        <p:nvSpPr>
          <p:cNvPr id="500" name="Google Shape;500;g54dda1946d_4_274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1" name="Google Shape;501;g54dda1946d_4_27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9"/>
        <p:cNvGrpSpPr/>
        <p:nvPr/>
      </p:nvGrpSpPr>
      <p:grpSpPr>
        <a:xfrm>
          <a:off x="0" y="0"/>
          <a:ext cx="0" cy="0"/>
          <a:chOff x="0" y="0"/>
          <a:chExt cx="0" cy="0"/>
        </a:xfrm>
      </p:grpSpPr>
      <p:sp>
        <p:nvSpPr>
          <p:cNvPr id="510" name="Google Shape;510;g54dda1946d_4_275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1" name="Google Shape;511;g54dda1946d_4_27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0"/>
        <p:cNvGrpSpPr/>
        <p:nvPr/>
      </p:nvGrpSpPr>
      <p:grpSpPr>
        <a:xfrm>
          <a:off x="0" y="0"/>
          <a:ext cx="0" cy="0"/>
          <a:chOff x="0" y="0"/>
          <a:chExt cx="0" cy="0"/>
        </a:xfrm>
      </p:grpSpPr>
      <p:sp>
        <p:nvSpPr>
          <p:cNvPr id="521" name="Google Shape;521;g54dda1946d_4_268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2" name="Google Shape;522;g54dda1946d_4_26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1"/>
        <p:cNvGrpSpPr/>
        <p:nvPr/>
      </p:nvGrpSpPr>
      <p:grpSpPr>
        <a:xfrm>
          <a:off x="0" y="0"/>
          <a:ext cx="0" cy="0"/>
          <a:chOff x="0" y="0"/>
          <a:chExt cx="0" cy="0"/>
        </a:xfrm>
      </p:grpSpPr>
      <p:sp>
        <p:nvSpPr>
          <p:cNvPr id="592" name="Google Shape;592;g27cc6fa5e33_0_22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3" name="Google Shape;593;g27cc6fa5e33_0_2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1"/>
        <p:cNvGrpSpPr/>
        <p:nvPr/>
      </p:nvGrpSpPr>
      <p:grpSpPr>
        <a:xfrm>
          <a:off x="0" y="0"/>
          <a:ext cx="0" cy="0"/>
          <a:chOff x="0" y="0"/>
          <a:chExt cx="0" cy="0"/>
        </a:xfrm>
      </p:grpSpPr>
      <p:sp>
        <p:nvSpPr>
          <p:cNvPr id="662" name="Google Shape;662;g54dda1946d_4_267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63" name="Google Shape;663;g54dda1946d_4_26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8"/>
        <p:cNvGrpSpPr/>
        <p:nvPr/>
      </p:nvGrpSpPr>
      <p:grpSpPr>
        <a:xfrm>
          <a:off x="0" y="0"/>
          <a:ext cx="0" cy="0"/>
          <a:chOff x="0" y="0"/>
          <a:chExt cx="0" cy="0"/>
        </a:xfrm>
      </p:grpSpPr>
      <p:sp>
        <p:nvSpPr>
          <p:cNvPr id="739" name="Google Shape;739;g54dda1946d_4_270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40" name="Google Shape;740;g54dda1946d_4_27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44"/>
        <p:cNvGrpSpPr/>
        <p:nvPr/>
      </p:nvGrpSpPr>
      <p:grpSpPr>
        <a:xfrm>
          <a:off x="0" y="0"/>
          <a:ext cx="0" cy="0"/>
          <a:chOff x="0" y="0"/>
          <a:chExt cx="0" cy="0"/>
        </a:xfrm>
      </p:grpSpPr>
      <p:sp>
        <p:nvSpPr>
          <p:cNvPr id="745" name="Google Shape;745;g54dda1946d_4_268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46" name="Google Shape;746;g54dda1946d_4_26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3"/>
        <p:cNvGrpSpPr/>
        <p:nvPr/>
      </p:nvGrpSpPr>
      <p:grpSpPr>
        <a:xfrm>
          <a:off x="0" y="0"/>
          <a:ext cx="0" cy="0"/>
          <a:chOff x="0" y="0"/>
          <a:chExt cx="0" cy="0"/>
        </a:xfrm>
      </p:grpSpPr>
      <p:sp>
        <p:nvSpPr>
          <p:cNvPr id="764" name="Google Shape;764;gd5260bdd85_0_31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5" name="Google Shape;765;gd5260bdd85_0_3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4"/>
        <p:cNvGrpSpPr/>
        <p:nvPr/>
      </p:nvGrpSpPr>
      <p:grpSpPr>
        <a:xfrm>
          <a:off x="0" y="0"/>
          <a:ext cx="0" cy="0"/>
          <a:chOff x="0" y="0"/>
          <a:chExt cx="0" cy="0"/>
        </a:xfrm>
      </p:grpSpPr>
      <p:sp>
        <p:nvSpPr>
          <p:cNvPr id="775" name="Google Shape;775;g27cc6fa5e33_0_12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6" name="Google Shape;776;g27cc6fa5e33_0_1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4"/>
        <p:cNvGrpSpPr/>
        <p:nvPr/>
      </p:nvGrpSpPr>
      <p:grpSpPr>
        <a:xfrm>
          <a:off x="0" y="0"/>
          <a:ext cx="0" cy="0"/>
          <a:chOff x="0" y="0"/>
          <a:chExt cx="0" cy="0"/>
        </a:xfrm>
      </p:grpSpPr>
      <p:sp>
        <p:nvSpPr>
          <p:cNvPr id="815" name="Google Shape;815;g27cc6fa5e33_0_35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6" name="Google Shape;816;g27cc6fa5e33_0_3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2"/>
        <p:cNvGrpSpPr/>
        <p:nvPr/>
      </p:nvGrpSpPr>
      <p:grpSpPr>
        <a:xfrm>
          <a:off x="0" y="0"/>
          <a:ext cx="0" cy="0"/>
          <a:chOff x="0" y="0"/>
          <a:chExt cx="0" cy="0"/>
        </a:xfrm>
      </p:grpSpPr>
      <p:sp>
        <p:nvSpPr>
          <p:cNvPr id="823" name="Google Shape;823;g27df3fafbec_0_23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4" name="Google Shape;824;g27df3fafbec_0_2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7"/>
        <p:cNvGrpSpPr/>
        <p:nvPr/>
      </p:nvGrpSpPr>
      <p:grpSpPr>
        <a:xfrm>
          <a:off x="0" y="0"/>
          <a:ext cx="0" cy="0"/>
          <a:chOff x="0" y="0"/>
          <a:chExt cx="0" cy="0"/>
        </a:xfrm>
      </p:grpSpPr>
      <p:sp>
        <p:nvSpPr>
          <p:cNvPr id="858" name="Google Shape;858;g27df3fafbec_0_11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9" name="Google Shape;859;g27df3fafbec_0_1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4"/>
        <p:cNvGrpSpPr/>
        <p:nvPr/>
      </p:nvGrpSpPr>
      <p:grpSpPr>
        <a:xfrm>
          <a:off x="0" y="0"/>
          <a:ext cx="0" cy="0"/>
          <a:chOff x="0" y="0"/>
          <a:chExt cx="0" cy="0"/>
        </a:xfrm>
      </p:grpSpPr>
      <p:sp>
        <p:nvSpPr>
          <p:cNvPr id="885" name="Google Shape;885;g27df3fafbec_0_30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6" name="Google Shape;886;g27df3fafbec_0_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0"/>
        <p:cNvGrpSpPr/>
        <p:nvPr/>
      </p:nvGrpSpPr>
      <p:grpSpPr>
        <a:xfrm>
          <a:off x="0" y="0"/>
          <a:ext cx="0" cy="0"/>
          <a:chOff x="0" y="0"/>
          <a:chExt cx="0" cy="0"/>
        </a:xfrm>
      </p:grpSpPr>
      <p:sp>
        <p:nvSpPr>
          <p:cNvPr id="951" name="Google Shape;951;g27df3fafbec_0_12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2" name="Google Shape;952;g27df3fafbec_0_1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2"/>
        <p:cNvGrpSpPr/>
        <p:nvPr/>
      </p:nvGrpSpPr>
      <p:grpSpPr>
        <a:xfrm>
          <a:off x="0" y="0"/>
          <a:ext cx="0" cy="0"/>
          <a:chOff x="0" y="0"/>
          <a:chExt cx="0" cy="0"/>
        </a:xfrm>
      </p:grpSpPr>
      <p:sp>
        <p:nvSpPr>
          <p:cNvPr id="993" name="Google Shape;993;g27df3fafbec_0_48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4" name="Google Shape;994;g27df3fafbec_0_4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3"/>
        <p:cNvGrpSpPr/>
        <p:nvPr/>
      </p:nvGrpSpPr>
      <p:grpSpPr>
        <a:xfrm>
          <a:off x="0" y="0"/>
          <a:ext cx="0" cy="0"/>
          <a:chOff x="0" y="0"/>
          <a:chExt cx="0" cy="0"/>
        </a:xfrm>
      </p:grpSpPr>
      <p:sp>
        <p:nvSpPr>
          <p:cNvPr id="1024" name="Google Shape;1024;g135e18421cc_13_1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25" name="Google Shape;1025;g135e18421cc_13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2"/>
        <p:cNvGrpSpPr/>
        <p:nvPr/>
      </p:nvGrpSpPr>
      <p:grpSpPr>
        <a:xfrm>
          <a:off x="0" y="0"/>
          <a:ext cx="0" cy="0"/>
          <a:chOff x="0" y="0"/>
          <a:chExt cx="0" cy="0"/>
        </a:xfrm>
      </p:grpSpPr>
      <p:sp>
        <p:nvSpPr>
          <p:cNvPr id="1043" name="Google Shape;1043;g27df3fafbec_0_57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44" name="Google Shape;1044;g27df3fafbec_0_5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54"/>
        <p:cNvGrpSpPr/>
        <p:nvPr/>
      </p:nvGrpSpPr>
      <p:grpSpPr>
        <a:xfrm>
          <a:off x="0" y="0"/>
          <a:ext cx="0" cy="0"/>
          <a:chOff x="0" y="0"/>
          <a:chExt cx="0" cy="0"/>
        </a:xfrm>
      </p:grpSpPr>
      <p:sp>
        <p:nvSpPr>
          <p:cNvPr id="1055" name="Google Shape;1055;g27df3fafbec_0_61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56" name="Google Shape;1056;g27df3fafbec_0_6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0"/>
        <p:cNvGrpSpPr/>
        <p:nvPr/>
      </p:nvGrpSpPr>
      <p:grpSpPr>
        <a:xfrm>
          <a:off x="0" y="0"/>
          <a:ext cx="0" cy="0"/>
          <a:chOff x="0" y="0"/>
          <a:chExt cx="0" cy="0"/>
        </a:xfrm>
      </p:grpSpPr>
      <p:sp>
        <p:nvSpPr>
          <p:cNvPr id="1061" name="Google Shape;1061;g27df3fafbec_0_1435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62" name="Google Shape;1062;g27df3fafbec_0_143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6"/>
        <p:cNvGrpSpPr/>
        <p:nvPr/>
      </p:nvGrpSpPr>
      <p:grpSpPr>
        <a:xfrm>
          <a:off x="0" y="0"/>
          <a:ext cx="0" cy="0"/>
          <a:chOff x="0" y="0"/>
          <a:chExt cx="0" cy="0"/>
        </a:xfrm>
      </p:grpSpPr>
      <p:sp>
        <p:nvSpPr>
          <p:cNvPr id="1067" name="Google Shape;1067;g27df3fafbec_0_1436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68" name="Google Shape;1068;g27df3fafbec_0_143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2"/>
        <p:cNvGrpSpPr/>
        <p:nvPr/>
      </p:nvGrpSpPr>
      <p:grpSpPr>
        <a:xfrm>
          <a:off x="0" y="0"/>
          <a:ext cx="0" cy="0"/>
          <a:chOff x="0" y="0"/>
          <a:chExt cx="0" cy="0"/>
        </a:xfrm>
      </p:grpSpPr>
      <p:sp>
        <p:nvSpPr>
          <p:cNvPr id="1073" name="Google Shape;1073;g27df3fafbec_0_1436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4" name="Google Shape;1074;g27df3fafbec_0_143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0"/>
        <p:cNvGrpSpPr/>
        <p:nvPr/>
      </p:nvGrpSpPr>
      <p:grpSpPr>
        <a:xfrm>
          <a:off x="0" y="0"/>
          <a:ext cx="0" cy="0"/>
          <a:chOff x="0" y="0"/>
          <a:chExt cx="0" cy="0"/>
        </a:xfrm>
      </p:grpSpPr>
      <p:sp>
        <p:nvSpPr>
          <p:cNvPr id="1091" name="Google Shape;1091;g27df3fafbec_0_1439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2" name="Google Shape;1092;g27df3fafbec_0_1439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6"/>
        <p:cNvGrpSpPr/>
        <p:nvPr/>
      </p:nvGrpSpPr>
      <p:grpSpPr>
        <a:xfrm>
          <a:off x="0" y="0"/>
          <a:ext cx="0" cy="0"/>
          <a:chOff x="0" y="0"/>
          <a:chExt cx="0" cy="0"/>
        </a:xfrm>
      </p:grpSpPr>
      <p:sp>
        <p:nvSpPr>
          <p:cNvPr id="1107" name="Google Shape;1107;g27df3fafbec_0_1440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08" name="Google Shape;1108;g27df3fafbec_0_144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43"/>
        <p:cNvGrpSpPr/>
        <p:nvPr/>
      </p:nvGrpSpPr>
      <p:grpSpPr>
        <a:xfrm>
          <a:off x="0" y="0"/>
          <a:ext cx="0" cy="0"/>
          <a:chOff x="0" y="0"/>
          <a:chExt cx="0" cy="0"/>
        </a:xfrm>
      </p:grpSpPr>
      <p:sp>
        <p:nvSpPr>
          <p:cNvPr id="1444" name="Google Shape;1444;g27df3fafbec_0_1474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45" name="Google Shape;1445;g27df3fafbec_0_147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57"/>
        <p:cNvGrpSpPr/>
        <p:nvPr/>
      </p:nvGrpSpPr>
      <p:grpSpPr>
        <a:xfrm>
          <a:off x="0" y="0"/>
          <a:ext cx="0" cy="0"/>
          <a:chOff x="0" y="0"/>
          <a:chExt cx="0" cy="0"/>
        </a:xfrm>
      </p:grpSpPr>
      <p:sp>
        <p:nvSpPr>
          <p:cNvPr id="7358" name="Google Shape;7358;g27df3fafbec_0_2065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59" name="Google Shape;7359;g27df3fafbec_0_206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84"/>
        <p:cNvGrpSpPr/>
        <p:nvPr/>
      </p:nvGrpSpPr>
      <p:grpSpPr>
        <a:xfrm>
          <a:off x="0" y="0"/>
          <a:ext cx="0" cy="0"/>
          <a:chOff x="0" y="0"/>
          <a:chExt cx="0" cy="0"/>
        </a:xfrm>
      </p:grpSpPr>
      <p:sp>
        <p:nvSpPr>
          <p:cNvPr id="7785" name="Google Shape;7785;g27df3fafbec_0_2108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86" name="Google Shape;7786;g27df3fafbec_0_210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47"/>
        <p:cNvGrpSpPr/>
        <p:nvPr/>
      </p:nvGrpSpPr>
      <p:grpSpPr>
        <a:xfrm>
          <a:off x="0" y="0"/>
          <a:ext cx="0" cy="0"/>
          <a:chOff x="0" y="0"/>
          <a:chExt cx="0" cy="0"/>
        </a:xfrm>
      </p:grpSpPr>
      <p:sp>
        <p:nvSpPr>
          <p:cNvPr id="7948" name="Google Shape;7948;g27df3fafbec_0_2124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49" name="Google Shape;7949;g27df3fafbec_0_212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49"/>
        <p:cNvGrpSpPr/>
        <p:nvPr/>
      </p:nvGrpSpPr>
      <p:grpSpPr>
        <a:xfrm>
          <a:off x="0" y="0"/>
          <a:ext cx="0" cy="0"/>
          <a:chOff x="0" y="0"/>
          <a:chExt cx="0" cy="0"/>
        </a:xfrm>
      </p:grpSpPr>
      <p:sp>
        <p:nvSpPr>
          <p:cNvPr id="8350" name="Google Shape;8350;g27df3fafbec_0_2164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51" name="Google Shape;8351;g27df3fafbec_0_216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720"/>
        <p:cNvGrpSpPr/>
        <p:nvPr/>
      </p:nvGrpSpPr>
      <p:grpSpPr>
        <a:xfrm>
          <a:off x="0" y="0"/>
          <a:ext cx="0" cy="0"/>
          <a:chOff x="0" y="0"/>
          <a:chExt cx="0" cy="0"/>
        </a:xfrm>
      </p:grpSpPr>
      <p:sp>
        <p:nvSpPr>
          <p:cNvPr id="8721" name="Google Shape;8721;g27df3fafbec_0_2201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22" name="Google Shape;8722;g27df3fafbec_0_220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09"/>
        <p:cNvGrpSpPr/>
        <p:nvPr/>
      </p:nvGrpSpPr>
      <p:grpSpPr>
        <a:xfrm>
          <a:off x="0" y="0"/>
          <a:ext cx="0" cy="0"/>
          <a:chOff x="0" y="0"/>
          <a:chExt cx="0" cy="0"/>
        </a:xfrm>
      </p:grpSpPr>
      <p:sp>
        <p:nvSpPr>
          <p:cNvPr id="9110" name="Google Shape;9110;g27df3fafbec_0_2240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111" name="Google Shape;9111;g27df3fafbec_0_224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40"/>
        <p:cNvGrpSpPr/>
        <p:nvPr/>
      </p:nvGrpSpPr>
      <p:grpSpPr>
        <a:xfrm>
          <a:off x="0" y="0"/>
          <a:ext cx="0" cy="0"/>
          <a:chOff x="0" y="0"/>
          <a:chExt cx="0" cy="0"/>
        </a:xfrm>
      </p:grpSpPr>
      <p:sp>
        <p:nvSpPr>
          <p:cNvPr id="9541" name="Google Shape;9541;g27df3fafbec_0_2283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42" name="Google Shape;9542;g27df3fafbec_0_228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33"/>
        <p:cNvGrpSpPr/>
        <p:nvPr/>
      </p:nvGrpSpPr>
      <p:grpSpPr>
        <a:xfrm>
          <a:off x="0" y="0"/>
          <a:ext cx="0" cy="0"/>
          <a:chOff x="0" y="0"/>
          <a:chExt cx="0" cy="0"/>
        </a:xfrm>
      </p:grpSpPr>
      <p:sp>
        <p:nvSpPr>
          <p:cNvPr id="10334" name="Google Shape;10334;g27df3fafbec_0_2362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35" name="Google Shape;10335;g27df3fafbec_0_236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74"/>
        <p:cNvGrpSpPr/>
        <p:nvPr/>
      </p:nvGrpSpPr>
      <p:grpSpPr>
        <a:xfrm>
          <a:off x="0" y="0"/>
          <a:ext cx="0" cy="0"/>
          <a:chOff x="0" y="0"/>
          <a:chExt cx="0" cy="0"/>
        </a:xfrm>
      </p:grpSpPr>
      <p:sp>
        <p:nvSpPr>
          <p:cNvPr id="11075" name="Google Shape;11075;g27df3fafbec_0_2436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076" name="Google Shape;11076;g27df3fafbec_0_243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767"/>
        <p:cNvGrpSpPr/>
        <p:nvPr/>
      </p:nvGrpSpPr>
      <p:grpSpPr>
        <a:xfrm>
          <a:off x="0" y="0"/>
          <a:ext cx="0" cy="0"/>
          <a:chOff x="0" y="0"/>
          <a:chExt cx="0" cy="0"/>
        </a:xfrm>
      </p:grpSpPr>
      <p:sp>
        <p:nvSpPr>
          <p:cNvPr id="11768" name="Google Shape;11768;g27df3fafbec_0_2505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769" name="Google Shape;11769;g27df3fafbec_0_250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069"/>
        <p:cNvGrpSpPr/>
        <p:nvPr/>
      </p:nvGrpSpPr>
      <p:grpSpPr>
        <a:xfrm>
          <a:off x="0" y="0"/>
          <a:ext cx="0" cy="0"/>
          <a:chOff x="0" y="0"/>
          <a:chExt cx="0" cy="0"/>
        </a:xfrm>
      </p:grpSpPr>
      <p:sp>
        <p:nvSpPr>
          <p:cNvPr id="12070" name="Google Shape;12070;g27df3fafbec_0_2535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071" name="Google Shape;12071;g27df3fafbec_0_253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709"/>
        <p:cNvGrpSpPr/>
        <p:nvPr/>
      </p:nvGrpSpPr>
      <p:grpSpPr>
        <a:xfrm>
          <a:off x="0" y="0"/>
          <a:ext cx="0" cy="0"/>
          <a:chOff x="0" y="0"/>
          <a:chExt cx="0" cy="0"/>
        </a:xfrm>
      </p:grpSpPr>
      <p:sp>
        <p:nvSpPr>
          <p:cNvPr id="12710" name="Google Shape;12710;g27df3fafbec_0_2800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711" name="Google Shape;12711;g27df3fafbec_0_280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png"/><Relationship Id="rId1" Type="http://schemas.openxmlformats.org/officeDocument/2006/relationships/slideMaster" Target="../slideMasters/slideMaster1.xml"/><Relationship Id="rId6" Type="http://schemas.openxmlformats.org/officeDocument/2006/relationships/hyperlink" Target="http://bit.ly/2TtBDfr" TargetMode="External"/><Relationship Id="rId5" Type="http://schemas.openxmlformats.org/officeDocument/2006/relationships/hyperlink" Target="http://bit.ly/2TyoMsr" TargetMode="External"/><Relationship Id="rId4" Type="http://schemas.openxmlformats.org/officeDocument/2006/relationships/hyperlink" Target="https://bit.ly/3A1uf1Q" TargetMode="External"/></Relationships>
</file>

<file path=ppt/slideLayouts/_rels/slideLayout3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713225" y="788063"/>
            <a:ext cx="4894800" cy="1473600"/>
          </a:xfrm>
          <a:prstGeom prst="rect">
            <a:avLst/>
          </a:prstGeom>
        </p:spPr>
        <p:txBody>
          <a:bodyPr spcFirstLastPara="1" wrap="square" lIns="91425" tIns="91425" rIns="91425" bIns="91425" anchor="b" anchorCtr="0">
            <a:noAutofit/>
          </a:bodyPr>
          <a:lstStyle>
            <a:lvl1pPr lvl="0" algn="l">
              <a:spcBef>
                <a:spcPts val="0"/>
              </a:spcBef>
              <a:spcAft>
                <a:spcPts val="0"/>
              </a:spcAft>
              <a:buClr>
                <a:srgbClr val="191919"/>
              </a:buClr>
              <a:buSzPts val="5200"/>
              <a:buNone/>
              <a:defRPr sz="4200" b="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0" name="Google Shape;10;p2"/>
          <p:cNvSpPr txBox="1">
            <a:spLocks noGrp="1"/>
          </p:cNvSpPr>
          <p:nvPr>
            <p:ph type="subTitle" idx="1"/>
          </p:nvPr>
        </p:nvSpPr>
        <p:spPr>
          <a:xfrm>
            <a:off x="6244975" y="2626313"/>
            <a:ext cx="2185800" cy="654000"/>
          </a:xfrm>
          <a:prstGeom prst="rect">
            <a:avLst/>
          </a:prstGeom>
        </p:spPr>
        <p:txBody>
          <a:bodyPr spcFirstLastPara="1" wrap="square" lIns="91425" tIns="91425" rIns="91425" bIns="91425" anchor="t" anchorCtr="0">
            <a:noAutofit/>
          </a:bodyPr>
          <a:lstStyle>
            <a:lvl1pPr lvl="0">
              <a:spcBef>
                <a:spcPts val="0"/>
              </a:spcBef>
              <a:spcAft>
                <a:spcPts val="0"/>
              </a:spcAft>
              <a:buSzPts val="1400"/>
              <a:buNone/>
              <a:defRPr sz="1500">
                <a:solidFill>
                  <a:schemeClr val="dk1"/>
                </a:solidFill>
                <a:latin typeface="Figtree"/>
                <a:ea typeface="Figtree"/>
                <a:cs typeface="Figtree"/>
                <a:sym typeface="Figtree"/>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pic>
        <p:nvPicPr>
          <p:cNvPr id="11" name="Google Shape;11;p2"/>
          <p:cNvPicPr preferRelativeResize="0"/>
          <p:nvPr/>
        </p:nvPicPr>
        <p:blipFill>
          <a:blip r:embed="rId2">
            <a:alphaModFix/>
          </a:blip>
          <a:stretch>
            <a:fillRect/>
          </a:stretch>
        </p:blipFill>
        <p:spPr>
          <a:xfrm>
            <a:off x="7358401" y="-297450"/>
            <a:ext cx="1981200" cy="2027975"/>
          </a:xfrm>
          <a:prstGeom prst="rect">
            <a:avLst/>
          </a:prstGeom>
          <a:noFill/>
          <a:ln>
            <a:noFill/>
          </a:ln>
        </p:spPr>
      </p:pic>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2"/>
        <p:cNvGrpSpPr/>
        <p:nvPr/>
      </p:nvGrpSpPr>
      <p:grpSpPr>
        <a:xfrm>
          <a:off x="0" y="0"/>
          <a:ext cx="0" cy="0"/>
          <a:chOff x="0" y="0"/>
          <a:chExt cx="0" cy="0"/>
        </a:xfrm>
      </p:grpSpPr>
      <p:sp>
        <p:nvSpPr>
          <p:cNvPr id="13" name="Google Shape;13;p3"/>
          <p:cNvSpPr txBox="1">
            <a:spLocks noGrp="1"/>
          </p:cNvSpPr>
          <p:nvPr>
            <p:ph type="title"/>
          </p:nvPr>
        </p:nvSpPr>
        <p:spPr>
          <a:xfrm>
            <a:off x="2340900" y="788063"/>
            <a:ext cx="4462200" cy="1291800"/>
          </a:xfrm>
          <a:prstGeom prst="rect">
            <a:avLst/>
          </a:prstGeom>
        </p:spPr>
        <p:txBody>
          <a:bodyPr spcFirstLastPara="1" wrap="square" lIns="91425" tIns="91425" rIns="91425" bIns="91425" anchor="b" anchorCtr="0">
            <a:noAutofit/>
          </a:bodyPr>
          <a:lstStyle>
            <a:lvl1pPr lvl="0">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4" name="Google Shape;14;p3"/>
          <p:cNvSpPr txBox="1">
            <a:spLocks noGrp="1"/>
          </p:cNvSpPr>
          <p:nvPr>
            <p:ph type="title" idx="2" hasCustomPrompt="1"/>
          </p:nvPr>
        </p:nvSpPr>
        <p:spPr>
          <a:xfrm>
            <a:off x="713225" y="788075"/>
            <a:ext cx="1394100" cy="12918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Clr>
                <a:schemeClr val="lt1"/>
              </a:buClr>
              <a:buSzPts val="6000"/>
              <a:buNone/>
              <a:defRPr sz="6000" b="1"/>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5" name="Google Shape;15;p3"/>
          <p:cNvSpPr txBox="1">
            <a:spLocks noGrp="1"/>
          </p:cNvSpPr>
          <p:nvPr>
            <p:ph type="subTitle" idx="1"/>
          </p:nvPr>
        </p:nvSpPr>
        <p:spPr>
          <a:xfrm>
            <a:off x="2340900" y="2083813"/>
            <a:ext cx="4462200" cy="3750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6"/>
        <p:cNvGrpSpPr/>
        <p:nvPr/>
      </p:nvGrpSpPr>
      <p:grpSpPr>
        <a:xfrm>
          <a:off x="0" y="0"/>
          <a:ext cx="0" cy="0"/>
          <a:chOff x="0" y="0"/>
          <a:chExt cx="0" cy="0"/>
        </a:xfrm>
      </p:grpSpPr>
      <p:grpSp>
        <p:nvGrpSpPr>
          <p:cNvPr id="17" name="Google Shape;17;p4"/>
          <p:cNvGrpSpPr/>
          <p:nvPr/>
        </p:nvGrpSpPr>
        <p:grpSpPr>
          <a:xfrm>
            <a:off x="-133350" y="-27700"/>
            <a:ext cx="9429749" cy="5266450"/>
            <a:chOff x="-133350" y="-27700"/>
            <a:chExt cx="9429749" cy="5266450"/>
          </a:xfrm>
        </p:grpSpPr>
        <p:pic>
          <p:nvPicPr>
            <p:cNvPr id="18" name="Google Shape;18;p4"/>
            <p:cNvPicPr preferRelativeResize="0"/>
            <p:nvPr/>
          </p:nvPicPr>
          <p:blipFill rotWithShape="1">
            <a:blip r:embed="rId2">
              <a:alphaModFix/>
            </a:blip>
            <a:srcRect l="3749" t="873" r="81263" b="45215"/>
            <a:stretch/>
          </p:blipFill>
          <p:spPr>
            <a:xfrm>
              <a:off x="-133350" y="4057700"/>
              <a:ext cx="1370400" cy="1181050"/>
            </a:xfrm>
            <a:prstGeom prst="rect">
              <a:avLst/>
            </a:prstGeom>
            <a:noFill/>
            <a:ln>
              <a:noFill/>
            </a:ln>
          </p:spPr>
        </p:pic>
        <p:pic>
          <p:nvPicPr>
            <p:cNvPr id="19" name="Google Shape;19;p4"/>
            <p:cNvPicPr preferRelativeResize="0"/>
            <p:nvPr/>
          </p:nvPicPr>
          <p:blipFill rotWithShape="1">
            <a:blip r:embed="rId3">
              <a:alphaModFix/>
            </a:blip>
            <a:srcRect t="68848" r="66844"/>
            <a:stretch/>
          </p:blipFill>
          <p:spPr>
            <a:xfrm>
              <a:off x="6681600" y="-27700"/>
              <a:ext cx="2614799" cy="896100"/>
            </a:xfrm>
            <a:prstGeom prst="rect">
              <a:avLst/>
            </a:prstGeom>
            <a:noFill/>
            <a:ln>
              <a:noFill/>
            </a:ln>
          </p:spPr>
        </p:pic>
      </p:grpSp>
      <p:sp>
        <p:nvSpPr>
          <p:cNvPr id="20" name="Google Shape;20;p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a:endParaRPr/>
          </a:p>
        </p:txBody>
      </p:sp>
      <p:sp>
        <p:nvSpPr>
          <p:cNvPr id="21" name="Google Shape;21;p4"/>
          <p:cNvSpPr txBox="1">
            <a:spLocks noGrp="1"/>
          </p:cNvSpPr>
          <p:nvPr>
            <p:ph type="body" idx="1"/>
          </p:nvPr>
        </p:nvSpPr>
        <p:spPr>
          <a:xfrm>
            <a:off x="720000" y="1139550"/>
            <a:ext cx="7704000" cy="399000"/>
          </a:xfrm>
          <a:prstGeom prst="rect">
            <a:avLst/>
          </a:prstGeom>
        </p:spPr>
        <p:txBody>
          <a:bodyPr spcFirstLastPara="1" wrap="square" lIns="91425" tIns="91425" rIns="91425" bIns="91425" anchor="t" anchorCtr="0">
            <a:noAutofit/>
          </a:bodyPr>
          <a:lstStyle>
            <a:lvl1pPr marL="457200" lvl="0" indent="-317500" algn="ctr" rtl="0">
              <a:spcBef>
                <a:spcPts val="0"/>
              </a:spcBef>
              <a:spcAft>
                <a:spcPts val="0"/>
              </a:spcAft>
              <a:buSzPts val="1400"/>
              <a:buFont typeface="Nunito Light"/>
              <a:buChar char="●"/>
              <a:defRPr/>
            </a:lvl1pPr>
            <a:lvl2pPr marL="914400" lvl="1" indent="-317500" rtl="0">
              <a:lnSpc>
                <a:spcPct val="100000"/>
              </a:lnSpc>
              <a:spcBef>
                <a:spcPts val="0"/>
              </a:spcBef>
              <a:spcAft>
                <a:spcPts val="0"/>
              </a:spcAft>
              <a:buSzPts val="1400"/>
              <a:buFont typeface="Nunito Light"/>
              <a:buChar char="○"/>
              <a:defRPr/>
            </a:lvl2pPr>
            <a:lvl3pPr marL="1371600" lvl="2" indent="-317500" rtl="0">
              <a:lnSpc>
                <a:spcPct val="100000"/>
              </a:lnSpc>
              <a:spcBef>
                <a:spcPts val="0"/>
              </a:spcBef>
              <a:spcAft>
                <a:spcPts val="0"/>
              </a:spcAft>
              <a:buSzPts val="1400"/>
              <a:buFont typeface="Nunito Light"/>
              <a:buChar char="■"/>
              <a:defRPr/>
            </a:lvl3pPr>
            <a:lvl4pPr marL="1828800" lvl="3" indent="-317500" rtl="0">
              <a:lnSpc>
                <a:spcPct val="100000"/>
              </a:lnSpc>
              <a:spcBef>
                <a:spcPts val="0"/>
              </a:spcBef>
              <a:spcAft>
                <a:spcPts val="0"/>
              </a:spcAft>
              <a:buSzPts val="1400"/>
              <a:buFont typeface="Nunito Light"/>
              <a:buChar char="●"/>
              <a:defRPr/>
            </a:lvl4pPr>
            <a:lvl5pPr marL="2286000" lvl="4" indent="-317500" rtl="0">
              <a:lnSpc>
                <a:spcPct val="100000"/>
              </a:lnSpc>
              <a:spcBef>
                <a:spcPts val="0"/>
              </a:spcBef>
              <a:spcAft>
                <a:spcPts val="0"/>
              </a:spcAft>
              <a:buSzPts val="1400"/>
              <a:buFont typeface="Nunito Light"/>
              <a:buChar char="○"/>
              <a:defRPr/>
            </a:lvl5pPr>
            <a:lvl6pPr marL="2743200" lvl="5" indent="-317500" rtl="0">
              <a:lnSpc>
                <a:spcPct val="100000"/>
              </a:lnSpc>
              <a:spcBef>
                <a:spcPts val="0"/>
              </a:spcBef>
              <a:spcAft>
                <a:spcPts val="0"/>
              </a:spcAft>
              <a:buSzPts val="1400"/>
              <a:buFont typeface="Nunito Light"/>
              <a:buChar char="■"/>
              <a:defRPr/>
            </a:lvl6pPr>
            <a:lvl7pPr marL="3200400" lvl="6" indent="-317500" rtl="0">
              <a:lnSpc>
                <a:spcPct val="100000"/>
              </a:lnSpc>
              <a:spcBef>
                <a:spcPts val="0"/>
              </a:spcBef>
              <a:spcAft>
                <a:spcPts val="0"/>
              </a:spcAft>
              <a:buSzPts val="1400"/>
              <a:buFont typeface="Nunito Light"/>
              <a:buChar char="●"/>
              <a:defRPr/>
            </a:lvl7pPr>
            <a:lvl8pPr marL="3657600" lvl="7" indent="-317500" rtl="0">
              <a:lnSpc>
                <a:spcPct val="100000"/>
              </a:lnSpc>
              <a:spcBef>
                <a:spcPts val="0"/>
              </a:spcBef>
              <a:spcAft>
                <a:spcPts val="0"/>
              </a:spcAft>
              <a:buSzPts val="1400"/>
              <a:buFont typeface="Nunito Light"/>
              <a:buChar char="○"/>
              <a:defRPr/>
            </a:lvl8pPr>
            <a:lvl9pPr marL="4114800" lvl="8" indent="-317500" rtl="0">
              <a:lnSpc>
                <a:spcPct val="100000"/>
              </a:lnSpc>
              <a:spcBef>
                <a:spcPts val="0"/>
              </a:spcBef>
              <a:spcAft>
                <a:spcPts val="0"/>
              </a:spcAft>
              <a:buSzPts val="1400"/>
              <a:buFont typeface="Nunito Light"/>
              <a:buChar char="■"/>
              <a:defRPr/>
            </a:lvl9pPr>
          </a:lstStyle>
          <a:p>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22"/>
        <p:cNvGrpSpPr/>
        <p:nvPr/>
      </p:nvGrpSpPr>
      <p:grpSpPr>
        <a:xfrm>
          <a:off x="0" y="0"/>
          <a:ext cx="0" cy="0"/>
          <a:chOff x="0" y="0"/>
          <a:chExt cx="0" cy="0"/>
        </a:xfrm>
      </p:grpSpPr>
      <p:grpSp>
        <p:nvGrpSpPr>
          <p:cNvPr id="23" name="Google Shape;23;p5"/>
          <p:cNvGrpSpPr/>
          <p:nvPr/>
        </p:nvGrpSpPr>
        <p:grpSpPr>
          <a:xfrm>
            <a:off x="-19050" y="-76200"/>
            <a:ext cx="9296400" cy="5314950"/>
            <a:chOff x="-19050" y="-76200"/>
            <a:chExt cx="9296400" cy="5314950"/>
          </a:xfrm>
        </p:grpSpPr>
        <p:pic>
          <p:nvPicPr>
            <p:cNvPr id="24" name="Google Shape;24;p5"/>
            <p:cNvPicPr preferRelativeResize="0"/>
            <p:nvPr/>
          </p:nvPicPr>
          <p:blipFill rotWithShape="1">
            <a:blip r:embed="rId2">
              <a:alphaModFix/>
            </a:blip>
            <a:srcRect l="7876" b="45749"/>
            <a:stretch/>
          </p:blipFill>
          <p:spPr>
            <a:xfrm>
              <a:off x="-19050" y="4317725"/>
              <a:ext cx="8423999" cy="921025"/>
            </a:xfrm>
            <a:prstGeom prst="rect">
              <a:avLst/>
            </a:prstGeom>
            <a:noFill/>
            <a:ln>
              <a:noFill/>
            </a:ln>
          </p:spPr>
        </p:pic>
        <p:pic>
          <p:nvPicPr>
            <p:cNvPr id="25" name="Google Shape;25;p5"/>
            <p:cNvPicPr preferRelativeResize="0"/>
            <p:nvPr/>
          </p:nvPicPr>
          <p:blipFill rotWithShape="1">
            <a:blip r:embed="rId2">
              <a:alphaModFix/>
            </a:blip>
            <a:srcRect l="56809" b="26013"/>
            <a:stretch/>
          </p:blipFill>
          <p:spPr>
            <a:xfrm rot="10800000">
              <a:off x="5327975" y="-76200"/>
              <a:ext cx="3949375" cy="1256075"/>
            </a:xfrm>
            <a:prstGeom prst="rect">
              <a:avLst/>
            </a:prstGeom>
            <a:noFill/>
            <a:ln>
              <a:noFill/>
            </a:ln>
          </p:spPr>
        </p:pic>
      </p:grpSp>
      <p:sp>
        <p:nvSpPr>
          <p:cNvPr id="26" name="Google Shape;26;p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a:endParaRPr/>
          </a:p>
        </p:txBody>
      </p:sp>
      <p:sp>
        <p:nvSpPr>
          <p:cNvPr id="27" name="Google Shape;27;p5"/>
          <p:cNvSpPr txBox="1">
            <a:spLocks noGrp="1"/>
          </p:cNvSpPr>
          <p:nvPr>
            <p:ph type="subTitle" idx="1"/>
          </p:nvPr>
        </p:nvSpPr>
        <p:spPr>
          <a:xfrm>
            <a:off x="5213675" y="3658731"/>
            <a:ext cx="25056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8" name="Google Shape;28;p5"/>
          <p:cNvSpPr txBox="1">
            <a:spLocks noGrp="1"/>
          </p:cNvSpPr>
          <p:nvPr>
            <p:ph type="subTitle" idx="2"/>
          </p:nvPr>
        </p:nvSpPr>
        <p:spPr>
          <a:xfrm>
            <a:off x="1424725" y="3658731"/>
            <a:ext cx="25056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9" name="Google Shape;29;p5"/>
          <p:cNvSpPr txBox="1">
            <a:spLocks noGrp="1"/>
          </p:cNvSpPr>
          <p:nvPr>
            <p:ph type="subTitle" idx="3"/>
          </p:nvPr>
        </p:nvSpPr>
        <p:spPr>
          <a:xfrm>
            <a:off x="5213675" y="3293725"/>
            <a:ext cx="2505600" cy="4848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DM Sans"/>
              <a:buNone/>
              <a:defRPr sz="2100">
                <a:solidFill>
                  <a:schemeClr val="dk1"/>
                </a:solidFill>
                <a:latin typeface="Questrial"/>
                <a:ea typeface="Questrial"/>
                <a:cs typeface="Questrial"/>
                <a:sym typeface="Questrial"/>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30" name="Google Shape;30;p5"/>
          <p:cNvSpPr txBox="1">
            <a:spLocks noGrp="1"/>
          </p:cNvSpPr>
          <p:nvPr>
            <p:ph type="subTitle" idx="4"/>
          </p:nvPr>
        </p:nvSpPr>
        <p:spPr>
          <a:xfrm>
            <a:off x="1424725" y="3293725"/>
            <a:ext cx="2505600" cy="4848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DM Sans"/>
              <a:buNone/>
              <a:defRPr sz="2100">
                <a:solidFill>
                  <a:schemeClr val="dk1"/>
                </a:solidFill>
                <a:latin typeface="Questrial"/>
                <a:ea typeface="Questrial"/>
                <a:cs typeface="Questrial"/>
                <a:sym typeface="Questrial"/>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31"/>
        <p:cNvGrpSpPr/>
        <p:nvPr/>
      </p:nvGrpSpPr>
      <p:grpSpPr>
        <a:xfrm>
          <a:off x="0" y="0"/>
          <a:ext cx="0" cy="0"/>
          <a:chOff x="0" y="0"/>
          <a:chExt cx="0" cy="0"/>
        </a:xfrm>
      </p:grpSpPr>
      <p:sp>
        <p:nvSpPr>
          <p:cNvPr id="32" name="Google Shape;32;p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a:endParaRPr/>
          </a:p>
        </p:txBody>
      </p:sp>
      <p:grpSp>
        <p:nvGrpSpPr>
          <p:cNvPr id="33" name="Google Shape;33;p6"/>
          <p:cNvGrpSpPr/>
          <p:nvPr/>
        </p:nvGrpSpPr>
        <p:grpSpPr>
          <a:xfrm>
            <a:off x="-304800" y="-209550"/>
            <a:ext cx="9486898" cy="5448300"/>
            <a:chOff x="-304800" y="-209550"/>
            <a:chExt cx="9486898" cy="5448300"/>
          </a:xfrm>
        </p:grpSpPr>
        <p:pic>
          <p:nvPicPr>
            <p:cNvPr id="34" name="Google Shape;34;p6"/>
            <p:cNvPicPr preferRelativeResize="0"/>
            <p:nvPr/>
          </p:nvPicPr>
          <p:blipFill rotWithShape="1">
            <a:blip r:embed="rId2">
              <a:alphaModFix/>
            </a:blip>
            <a:srcRect t="47391" r="6323" b="4489"/>
            <a:stretch/>
          </p:blipFill>
          <p:spPr>
            <a:xfrm rot="10800000" flipH="1">
              <a:off x="-76200" y="4355800"/>
              <a:ext cx="9258298" cy="882950"/>
            </a:xfrm>
            <a:prstGeom prst="rect">
              <a:avLst/>
            </a:prstGeom>
            <a:noFill/>
            <a:ln>
              <a:noFill/>
            </a:ln>
          </p:spPr>
        </p:pic>
        <p:pic>
          <p:nvPicPr>
            <p:cNvPr id="35" name="Google Shape;35;p6"/>
            <p:cNvPicPr preferRelativeResize="0"/>
            <p:nvPr/>
          </p:nvPicPr>
          <p:blipFill rotWithShape="1">
            <a:blip r:embed="rId3">
              <a:alphaModFix/>
            </a:blip>
            <a:srcRect l="19503" t="29969" r="23668" b="10282"/>
            <a:stretch/>
          </p:blipFill>
          <p:spPr>
            <a:xfrm rot="5400000">
              <a:off x="-76200" y="-438150"/>
              <a:ext cx="2228850" cy="2686050"/>
            </a:xfrm>
            <a:prstGeom prst="rect">
              <a:avLst/>
            </a:prstGeom>
            <a:noFill/>
            <a:ln>
              <a:noFill/>
            </a:ln>
          </p:spPr>
        </p:pic>
      </p:gr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36"/>
        <p:cNvGrpSpPr/>
        <p:nvPr/>
      </p:nvGrpSpPr>
      <p:grpSpPr>
        <a:xfrm>
          <a:off x="0" y="0"/>
          <a:ext cx="0" cy="0"/>
          <a:chOff x="0" y="0"/>
          <a:chExt cx="0" cy="0"/>
        </a:xfrm>
      </p:grpSpPr>
      <p:sp>
        <p:nvSpPr>
          <p:cNvPr id="37" name="Google Shape;37;p7"/>
          <p:cNvSpPr txBox="1">
            <a:spLocks noGrp="1"/>
          </p:cNvSpPr>
          <p:nvPr>
            <p:ph type="title"/>
          </p:nvPr>
        </p:nvSpPr>
        <p:spPr>
          <a:xfrm>
            <a:off x="720000" y="445025"/>
            <a:ext cx="4685100" cy="6555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a:endParaRPr/>
          </a:p>
        </p:txBody>
      </p:sp>
      <p:sp>
        <p:nvSpPr>
          <p:cNvPr id="38" name="Google Shape;38;p7"/>
          <p:cNvSpPr txBox="1">
            <a:spLocks noGrp="1"/>
          </p:cNvSpPr>
          <p:nvPr>
            <p:ph type="subTitle" idx="1"/>
          </p:nvPr>
        </p:nvSpPr>
        <p:spPr>
          <a:xfrm>
            <a:off x="720000" y="1427600"/>
            <a:ext cx="4685100" cy="22983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Font typeface="Nunito Light"/>
              <a:buChar char="●"/>
              <a:defRPr/>
            </a:lvl1pPr>
            <a:lvl2pPr lvl="1" algn="ctr" rtl="0">
              <a:lnSpc>
                <a:spcPct val="100000"/>
              </a:lnSpc>
              <a:spcBef>
                <a:spcPts val="0"/>
              </a:spcBef>
              <a:spcAft>
                <a:spcPts val="0"/>
              </a:spcAft>
              <a:buClr>
                <a:srgbClr val="E76A28"/>
              </a:buClr>
              <a:buSzPts val="1600"/>
              <a:buFont typeface="Nunito Light"/>
              <a:buChar char="○"/>
              <a:defRPr/>
            </a:lvl2pPr>
            <a:lvl3pPr lvl="2" algn="ctr" rtl="0">
              <a:lnSpc>
                <a:spcPct val="100000"/>
              </a:lnSpc>
              <a:spcBef>
                <a:spcPts val="0"/>
              </a:spcBef>
              <a:spcAft>
                <a:spcPts val="0"/>
              </a:spcAft>
              <a:buClr>
                <a:srgbClr val="E76A28"/>
              </a:buClr>
              <a:buSzPts val="1500"/>
              <a:buFont typeface="Nunito Light"/>
              <a:buChar char="■"/>
              <a:defRPr/>
            </a:lvl3pPr>
            <a:lvl4pPr lvl="3" algn="ctr" rtl="0">
              <a:lnSpc>
                <a:spcPct val="100000"/>
              </a:lnSpc>
              <a:spcBef>
                <a:spcPts val="0"/>
              </a:spcBef>
              <a:spcAft>
                <a:spcPts val="0"/>
              </a:spcAft>
              <a:buClr>
                <a:srgbClr val="E76A28"/>
              </a:buClr>
              <a:buSzPts val="1500"/>
              <a:buFont typeface="Nunito Light"/>
              <a:buChar char="●"/>
              <a:defRPr/>
            </a:lvl4pPr>
            <a:lvl5pPr lvl="4" algn="ctr" rtl="0">
              <a:lnSpc>
                <a:spcPct val="100000"/>
              </a:lnSpc>
              <a:spcBef>
                <a:spcPts val="0"/>
              </a:spcBef>
              <a:spcAft>
                <a:spcPts val="0"/>
              </a:spcAft>
              <a:buClr>
                <a:srgbClr val="E76A28"/>
              </a:buClr>
              <a:buSzPts val="1400"/>
              <a:buFont typeface="Nunito Light"/>
              <a:buChar char="○"/>
              <a:defRPr/>
            </a:lvl5pPr>
            <a:lvl6pPr lvl="5" algn="ctr" rtl="0">
              <a:lnSpc>
                <a:spcPct val="100000"/>
              </a:lnSpc>
              <a:spcBef>
                <a:spcPts val="0"/>
              </a:spcBef>
              <a:spcAft>
                <a:spcPts val="0"/>
              </a:spcAft>
              <a:buClr>
                <a:srgbClr val="999999"/>
              </a:buClr>
              <a:buSzPts val="1400"/>
              <a:buFont typeface="Nunito Light"/>
              <a:buChar char="■"/>
              <a:defRPr/>
            </a:lvl6pPr>
            <a:lvl7pPr lvl="6" algn="ctr" rtl="0">
              <a:lnSpc>
                <a:spcPct val="100000"/>
              </a:lnSpc>
              <a:spcBef>
                <a:spcPts val="0"/>
              </a:spcBef>
              <a:spcAft>
                <a:spcPts val="0"/>
              </a:spcAft>
              <a:buClr>
                <a:srgbClr val="999999"/>
              </a:buClr>
              <a:buSzPts val="1300"/>
              <a:buFont typeface="Nunito Light"/>
              <a:buChar char="●"/>
              <a:defRPr/>
            </a:lvl7pPr>
            <a:lvl8pPr lvl="7" algn="ctr" rtl="0">
              <a:lnSpc>
                <a:spcPct val="100000"/>
              </a:lnSpc>
              <a:spcBef>
                <a:spcPts val="0"/>
              </a:spcBef>
              <a:spcAft>
                <a:spcPts val="0"/>
              </a:spcAft>
              <a:buClr>
                <a:srgbClr val="999999"/>
              </a:buClr>
              <a:buSzPts val="1300"/>
              <a:buFont typeface="Nunito Light"/>
              <a:buChar char="○"/>
              <a:defRPr/>
            </a:lvl8pPr>
            <a:lvl9pPr lvl="8" algn="ctr" rtl="0">
              <a:lnSpc>
                <a:spcPct val="100000"/>
              </a:lnSpc>
              <a:spcBef>
                <a:spcPts val="0"/>
              </a:spcBef>
              <a:spcAft>
                <a:spcPts val="0"/>
              </a:spcAft>
              <a:buClr>
                <a:srgbClr val="999999"/>
              </a:buClr>
              <a:buSzPts val="1400"/>
              <a:buFont typeface="Nunito Light"/>
              <a:buChar char="■"/>
              <a:defRPr/>
            </a:lvl9pPr>
          </a:lstStyle>
          <a:p>
            <a:endParaRPr/>
          </a:p>
        </p:txBody>
      </p:sp>
      <p:sp>
        <p:nvSpPr>
          <p:cNvPr id="39" name="Google Shape;39;p7"/>
          <p:cNvSpPr>
            <a:spLocks noGrp="1"/>
          </p:cNvSpPr>
          <p:nvPr>
            <p:ph type="pic" idx="2"/>
          </p:nvPr>
        </p:nvSpPr>
        <p:spPr>
          <a:xfrm>
            <a:off x="6112497" y="-30250"/>
            <a:ext cx="3042300" cy="5214000"/>
          </a:xfrm>
          <a:prstGeom prst="rect">
            <a:avLst/>
          </a:prstGeom>
          <a:noFill/>
          <a:ln>
            <a:noFill/>
          </a:ln>
        </p:spPr>
      </p:sp>
      <p:pic>
        <p:nvPicPr>
          <p:cNvPr id="40" name="Google Shape;40;p7"/>
          <p:cNvPicPr preferRelativeResize="0"/>
          <p:nvPr/>
        </p:nvPicPr>
        <p:blipFill rotWithShape="1">
          <a:blip r:embed="rId2">
            <a:alphaModFix/>
          </a:blip>
          <a:srcRect r="31328" b="56278"/>
          <a:stretch/>
        </p:blipFill>
        <p:spPr>
          <a:xfrm>
            <a:off x="-674375" y="4381500"/>
            <a:ext cx="6786875" cy="802250"/>
          </a:xfrm>
          <a:prstGeom prst="rect">
            <a:avLst/>
          </a:prstGeom>
          <a:noFill/>
          <a:ln>
            <a:noFill/>
          </a:ln>
        </p:spPr>
      </p:pic>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41"/>
        <p:cNvGrpSpPr/>
        <p:nvPr/>
      </p:nvGrpSpPr>
      <p:grpSpPr>
        <a:xfrm>
          <a:off x="0" y="0"/>
          <a:ext cx="0" cy="0"/>
          <a:chOff x="0" y="0"/>
          <a:chExt cx="0" cy="0"/>
        </a:xfrm>
      </p:grpSpPr>
      <p:sp>
        <p:nvSpPr>
          <p:cNvPr id="42" name="Google Shape;42;p8"/>
          <p:cNvSpPr txBox="1">
            <a:spLocks noGrp="1"/>
          </p:cNvSpPr>
          <p:nvPr>
            <p:ph type="title"/>
          </p:nvPr>
        </p:nvSpPr>
        <p:spPr>
          <a:xfrm>
            <a:off x="713225" y="1067400"/>
            <a:ext cx="5607000" cy="1787700"/>
          </a:xfrm>
          <a:prstGeom prst="rect">
            <a:avLst/>
          </a:prstGeom>
        </p:spPr>
        <p:txBody>
          <a:bodyPr spcFirstLastPara="1" wrap="square" lIns="91425" tIns="91425" rIns="91425" bIns="91425" anchor="b" anchorCtr="0">
            <a:noAutofit/>
          </a:bodyPr>
          <a:lstStyle>
            <a:lvl1pPr lvl="0">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43"/>
        <p:cNvGrpSpPr/>
        <p:nvPr/>
      </p:nvGrpSpPr>
      <p:grpSpPr>
        <a:xfrm>
          <a:off x="0" y="0"/>
          <a:ext cx="0" cy="0"/>
          <a:chOff x="0" y="0"/>
          <a:chExt cx="0" cy="0"/>
        </a:xfrm>
      </p:grpSpPr>
      <p:sp>
        <p:nvSpPr>
          <p:cNvPr id="44" name="Google Shape;44;p9"/>
          <p:cNvSpPr txBox="1">
            <a:spLocks noGrp="1"/>
          </p:cNvSpPr>
          <p:nvPr>
            <p:ph type="title"/>
          </p:nvPr>
        </p:nvSpPr>
        <p:spPr>
          <a:xfrm>
            <a:off x="713225" y="788063"/>
            <a:ext cx="4872900" cy="1161300"/>
          </a:xfrm>
          <a:prstGeom prst="rect">
            <a:avLst/>
          </a:prstGeom>
        </p:spPr>
        <p:txBody>
          <a:bodyPr spcFirstLastPara="1" wrap="square" lIns="91425" tIns="91425" rIns="91425" bIns="91425" anchor="b" anchorCtr="0">
            <a:noAutofit/>
          </a:bodyPr>
          <a:lstStyle>
            <a:lvl1pPr lvl="0" rtl="0">
              <a:spcBef>
                <a:spcPts val="0"/>
              </a:spcBef>
              <a:spcAft>
                <a:spcPts val="0"/>
              </a:spcAft>
              <a:buSzPts val="3100"/>
              <a:buNone/>
              <a:defRPr sz="6500"/>
            </a:lvl1pPr>
            <a:lvl2pPr lvl="1" algn="ctr" rtl="0">
              <a:spcBef>
                <a:spcPts val="0"/>
              </a:spcBef>
              <a:spcAft>
                <a:spcPts val="0"/>
              </a:spcAft>
              <a:buSzPts val="3100"/>
              <a:buNone/>
              <a:defRPr/>
            </a:lvl2pPr>
            <a:lvl3pPr lvl="2" algn="ctr" rtl="0">
              <a:spcBef>
                <a:spcPts val="0"/>
              </a:spcBef>
              <a:spcAft>
                <a:spcPts val="0"/>
              </a:spcAft>
              <a:buSzPts val="3100"/>
              <a:buNone/>
              <a:defRPr/>
            </a:lvl3pPr>
            <a:lvl4pPr lvl="3" algn="ctr" rtl="0">
              <a:spcBef>
                <a:spcPts val="0"/>
              </a:spcBef>
              <a:spcAft>
                <a:spcPts val="0"/>
              </a:spcAft>
              <a:buSzPts val="3100"/>
              <a:buNone/>
              <a:defRPr/>
            </a:lvl4pPr>
            <a:lvl5pPr lvl="4" algn="ctr" rtl="0">
              <a:spcBef>
                <a:spcPts val="0"/>
              </a:spcBef>
              <a:spcAft>
                <a:spcPts val="0"/>
              </a:spcAft>
              <a:buSzPts val="3100"/>
              <a:buNone/>
              <a:defRPr/>
            </a:lvl5pPr>
            <a:lvl6pPr lvl="5" algn="ctr" rtl="0">
              <a:spcBef>
                <a:spcPts val="0"/>
              </a:spcBef>
              <a:spcAft>
                <a:spcPts val="0"/>
              </a:spcAft>
              <a:buSzPts val="3100"/>
              <a:buNone/>
              <a:defRPr/>
            </a:lvl6pPr>
            <a:lvl7pPr lvl="6" algn="ctr" rtl="0">
              <a:spcBef>
                <a:spcPts val="0"/>
              </a:spcBef>
              <a:spcAft>
                <a:spcPts val="0"/>
              </a:spcAft>
              <a:buSzPts val="3100"/>
              <a:buNone/>
              <a:defRPr/>
            </a:lvl7pPr>
            <a:lvl8pPr lvl="7" algn="ctr" rtl="0">
              <a:spcBef>
                <a:spcPts val="0"/>
              </a:spcBef>
              <a:spcAft>
                <a:spcPts val="0"/>
              </a:spcAft>
              <a:buSzPts val="3100"/>
              <a:buNone/>
              <a:defRPr/>
            </a:lvl8pPr>
            <a:lvl9pPr lvl="8" algn="ctr" rtl="0">
              <a:spcBef>
                <a:spcPts val="0"/>
              </a:spcBef>
              <a:spcAft>
                <a:spcPts val="0"/>
              </a:spcAft>
              <a:buSzPts val="3100"/>
              <a:buNone/>
              <a:defRPr/>
            </a:lvl9pPr>
          </a:lstStyle>
          <a:p>
            <a:endParaRPr/>
          </a:p>
        </p:txBody>
      </p:sp>
      <p:sp>
        <p:nvSpPr>
          <p:cNvPr id="45" name="Google Shape;45;p9"/>
          <p:cNvSpPr txBox="1">
            <a:spLocks noGrp="1"/>
          </p:cNvSpPr>
          <p:nvPr>
            <p:ph type="subTitle" idx="1"/>
          </p:nvPr>
        </p:nvSpPr>
        <p:spPr>
          <a:xfrm>
            <a:off x="713225" y="2083813"/>
            <a:ext cx="4872900" cy="671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pic>
        <p:nvPicPr>
          <p:cNvPr id="46" name="Google Shape;46;p9"/>
          <p:cNvPicPr preferRelativeResize="0"/>
          <p:nvPr/>
        </p:nvPicPr>
        <p:blipFill rotWithShape="1">
          <a:blip r:embed="rId2">
            <a:alphaModFix/>
          </a:blip>
          <a:srcRect l="19503" t="29969" r="23668" b="10282"/>
          <a:stretch/>
        </p:blipFill>
        <p:spPr>
          <a:xfrm rot="-5400000" flipH="1">
            <a:off x="6249625" y="-438150"/>
            <a:ext cx="2797900" cy="3371850"/>
          </a:xfrm>
          <a:prstGeom prst="rect">
            <a:avLst/>
          </a:prstGeom>
          <a:noFill/>
          <a:ln>
            <a:noFill/>
          </a:ln>
        </p:spPr>
      </p:pic>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47"/>
        <p:cNvGrpSpPr/>
        <p:nvPr/>
      </p:nvGrpSpPr>
      <p:grpSpPr>
        <a:xfrm>
          <a:off x="0" y="0"/>
          <a:ext cx="0" cy="0"/>
          <a:chOff x="0" y="0"/>
          <a:chExt cx="0" cy="0"/>
        </a:xfrm>
      </p:grpSpPr>
      <p:sp>
        <p:nvSpPr>
          <p:cNvPr id="48" name="Google Shape;48;p10"/>
          <p:cNvSpPr>
            <a:spLocks noGrp="1"/>
          </p:cNvSpPr>
          <p:nvPr>
            <p:ph type="pic" idx="2"/>
          </p:nvPr>
        </p:nvSpPr>
        <p:spPr>
          <a:xfrm>
            <a:off x="-25" y="-13725"/>
            <a:ext cx="9144000" cy="5157300"/>
          </a:xfrm>
          <a:prstGeom prst="rect">
            <a:avLst/>
          </a:prstGeom>
          <a:noFill/>
          <a:ln>
            <a:noFill/>
          </a:ln>
        </p:spPr>
      </p:sp>
      <p:sp>
        <p:nvSpPr>
          <p:cNvPr id="49" name="Google Shape;49;p10"/>
          <p:cNvSpPr txBox="1">
            <a:spLocks noGrp="1"/>
          </p:cNvSpPr>
          <p:nvPr>
            <p:ph type="title"/>
          </p:nvPr>
        </p:nvSpPr>
        <p:spPr>
          <a:xfrm>
            <a:off x="720000" y="539500"/>
            <a:ext cx="7704000" cy="572700"/>
          </a:xfrm>
          <a:prstGeom prst="rect">
            <a:avLst/>
          </a:prstGeom>
          <a:solidFill>
            <a:schemeClr val="lt1"/>
          </a:solidFill>
        </p:spPr>
        <p:txBody>
          <a:bodyPr spcFirstLastPara="1" wrap="square" lIns="91425" tIns="91425" rIns="91425" bIns="91425" anchor="t" anchorCtr="0">
            <a:noAutofit/>
          </a:bodyPr>
          <a:lstStyle>
            <a:lvl1pPr lvl="0" algn="ctr" rtl="0">
              <a:spcBef>
                <a:spcPts val="0"/>
              </a:spcBef>
              <a:spcAft>
                <a:spcPts val="0"/>
              </a:spcAft>
              <a:buSzPts val="3100"/>
              <a:buNone/>
              <a:defRPr sz="3000"/>
            </a:lvl1pPr>
            <a:lvl2pPr lvl="1" algn="ctr" rtl="0">
              <a:spcBef>
                <a:spcPts val="0"/>
              </a:spcBef>
              <a:spcAft>
                <a:spcPts val="0"/>
              </a:spcAft>
              <a:buSzPts val="3100"/>
              <a:buNone/>
              <a:defRPr/>
            </a:lvl2pPr>
            <a:lvl3pPr lvl="2" algn="ctr" rtl="0">
              <a:spcBef>
                <a:spcPts val="0"/>
              </a:spcBef>
              <a:spcAft>
                <a:spcPts val="0"/>
              </a:spcAft>
              <a:buSzPts val="3100"/>
              <a:buNone/>
              <a:defRPr/>
            </a:lvl3pPr>
            <a:lvl4pPr lvl="3" algn="ctr" rtl="0">
              <a:spcBef>
                <a:spcPts val="0"/>
              </a:spcBef>
              <a:spcAft>
                <a:spcPts val="0"/>
              </a:spcAft>
              <a:buSzPts val="3100"/>
              <a:buNone/>
              <a:defRPr/>
            </a:lvl4pPr>
            <a:lvl5pPr lvl="4" algn="ctr" rtl="0">
              <a:spcBef>
                <a:spcPts val="0"/>
              </a:spcBef>
              <a:spcAft>
                <a:spcPts val="0"/>
              </a:spcAft>
              <a:buSzPts val="3100"/>
              <a:buNone/>
              <a:defRPr/>
            </a:lvl5pPr>
            <a:lvl6pPr lvl="5" algn="ctr" rtl="0">
              <a:spcBef>
                <a:spcPts val="0"/>
              </a:spcBef>
              <a:spcAft>
                <a:spcPts val="0"/>
              </a:spcAft>
              <a:buSzPts val="3100"/>
              <a:buNone/>
              <a:defRPr/>
            </a:lvl6pPr>
            <a:lvl7pPr lvl="6" algn="ctr" rtl="0">
              <a:spcBef>
                <a:spcPts val="0"/>
              </a:spcBef>
              <a:spcAft>
                <a:spcPts val="0"/>
              </a:spcAft>
              <a:buSzPts val="3100"/>
              <a:buNone/>
              <a:defRPr/>
            </a:lvl7pPr>
            <a:lvl8pPr lvl="7" algn="ctr" rtl="0">
              <a:spcBef>
                <a:spcPts val="0"/>
              </a:spcBef>
              <a:spcAft>
                <a:spcPts val="0"/>
              </a:spcAft>
              <a:buSzPts val="3100"/>
              <a:buNone/>
              <a:defRPr/>
            </a:lvl8pPr>
            <a:lvl9pPr lvl="8" algn="ctr" rtl="0">
              <a:spcBef>
                <a:spcPts val="0"/>
              </a:spcBef>
              <a:spcAft>
                <a:spcPts val="0"/>
              </a:spcAft>
              <a:buSzPts val="3100"/>
              <a:buNone/>
              <a:defRPr/>
            </a:lvl9pPr>
          </a:lstStyle>
          <a:p>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50"/>
        <p:cNvGrpSpPr/>
        <p:nvPr/>
      </p:nvGrpSpPr>
      <p:grpSpPr>
        <a:xfrm>
          <a:off x="0" y="0"/>
          <a:ext cx="0" cy="0"/>
          <a:chOff x="0" y="0"/>
          <a:chExt cx="0" cy="0"/>
        </a:xfrm>
      </p:grpSpPr>
      <p:sp>
        <p:nvSpPr>
          <p:cNvPr id="51" name="Google Shape;51;p11"/>
          <p:cNvSpPr txBox="1">
            <a:spLocks noGrp="1"/>
          </p:cNvSpPr>
          <p:nvPr>
            <p:ph type="title" hasCustomPrompt="1"/>
          </p:nvPr>
        </p:nvSpPr>
        <p:spPr>
          <a:xfrm>
            <a:off x="713225" y="838800"/>
            <a:ext cx="4757100" cy="1095600"/>
          </a:xfrm>
          <a:prstGeom prst="rect">
            <a:avLst/>
          </a:prstGeom>
        </p:spPr>
        <p:txBody>
          <a:bodyPr spcFirstLastPara="1" wrap="square" lIns="91425" tIns="91425" rIns="91425" bIns="91425" anchor="b" anchorCtr="0">
            <a:noAutofit/>
          </a:bodyPr>
          <a:lstStyle>
            <a:lvl1pPr lvl="0">
              <a:spcBef>
                <a:spcPts val="0"/>
              </a:spcBef>
              <a:spcAft>
                <a:spcPts val="0"/>
              </a:spcAft>
              <a:buSzPts val="9600"/>
              <a:buNone/>
              <a:defRPr sz="6000" b="1"/>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52" name="Google Shape;52;p11"/>
          <p:cNvSpPr txBox="1">
            <a:spLocks noGrp="1"/>
          </p:cNvSpPr>
          <p:nvPr>
            <p:ph type="subTitle" idx="1"/>
          </p:nvPr>
        </p:nvSpPr>
        <p:spPr>
          <a:xfrm>
            <a:off x="713225" y="2010604"/>
            <a:ext cx="4757100" cy="4971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pic>
        <p:nvPicPr>
          <p:cNvPr id="53" name="Google Shape;53;p11"/>
          <p:cNvPicPr preferRelativeResize="0"/>
          <p:nvPr/>
        </p:nvPicPr>
        <p:blipFill>
          <a:blip r:embed="rId2">
            <a:alphaModFix/>
          </a:blip>
          <a:stretch>
            <a:fillRect/>
          </a:stretch>
        </p:blipFill>
        <p:spPr>
          <a:xfrm>
            <a:off x="7358401" y="-297450"/>
            <a:ext cx="1981200" cy="2027975"/>
          </a:xfrm>
          <a:prstGeom prst="rect">
            <a:avLst/>
          </a:prstGeom>
          <a:noFill/>
          <a:ln>
            <a:noFill/>
          </a:ln>
        </p:spPr>
      </p:pic>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54"/>
        <p:cNvGrpSpPr/>
        <p:nvPr/>
      </p:nvGrpSpPr>
      <p:grpSpPr>
        <a:xfrm>
          <a:off x="0" y="0"/>
          <a:ext cx="0" cy="0"/>
          <a:chOff x="0" y="0"/>
          <a:chExt cx="0" cy="0"/>
        </a:xfrm>
      </p:grpSpPr>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55"/>
        <p:cNvGrpSpPr/>
        <p:nvPr/>
      </p:nvGrpSpPr>
      <p:grpSpPr>
        <a:xfrm>
          <a:off x="0" y="0"/>
          <a:ext cx="0" cy="0"/>
          <a:chOff x="0" y="0"/>
          <a:chExt cx="0" cy="0"/>
        </a:xfrm>
      </p:grpSpPr>
      <p:grpSp>
        <p:nvGrpSpPr>
          <p:cNvPr id="56" name="Google Shape;56;p13"/>
          <p:cNvGrpSpPr/>
          <p:nvPr/>
        </p:nvGrpSpPr>
        <p:grpSpPr>
          <a:xfrm>
            <a:off x="-304775" y="-133351"/>
            <a:ext cx="10705675" cy="5793351"/>
            <a:chOff x="-304775" y="-133351"/>
            <a:chExt cx="10705675" cy="5793351"/>
          </a:xfrm>
        </p:grpSpPr>
        <p:pic>
          <p:nvPicPr>
            <p:cNvPr id="57" name="Google Shape;57;p13"/>
            <p:cNvPicPr preferRelativeResize="0"/>
            <p:nvPr/>
          </p:nvPicPr>
          <p:blipFill rotWithShape="1">
            <a:blip r:embed="rId2">
              <a:alphaModFix/>
            </a:blip>
            <a:srcRect t="60366"/>
            <a:stretch/>
          </p:blipFill>
          <p:spPr>
            <a:xfrm flipH="1">
              <a:off x="-304775" y="-133351"/>
              <a:ext cx="9144001" cy="672850"/>
            </a:xfrm>
            <a:prstGeom prst="rect">
              <a:avLst/>
            </a:prstGeom>
            <a:noFill/>
            <a:ln>
              <a:noFill/>
            </a:ln>
          </p:spPr>
        </p:pic>
        <p:pic>
          <p:nvPicPr>
            <p:cNvPr id="58" name="Google Shape;58;p13"/>
            <p:cNvPicPr preferRelativeResize="0"/>
            <p:nvPr/>
          </p:nvPicPr>
          <p:blipFill>
            <a:blip r:embed="rId3">
              <a:alphaModFix/>
            </a:blip>
            <a:stretch>
              <a:fillRect/>
            </a:stretch>
          </p:blipFill>
          <p:spPr>
            <a:xfrm rot="5400000">
              <a:off x="7952975" y="3212075"/>
              <a:ext cx="2419350" cy="2476500"/>
            </a:xfrm>
            <a:prstGeom prst="rect">
              <a:avLst/>
            </a:prstGeom>
            <a:noFill/>
            <a:ln>
              <a:noFill/>
            </a:ln>
          </p:spPr>
        </p:pic>
      </p:grpSp>
      <p:sp>
        <p:nvSpPr>
          <p:cNvPr id="59" name="Google Shape;59;p1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100"/>
              <a:buNone/>
              <a:defRPr b="0"/>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a:endParaRPr/>
          </a:p>
        </p:txBody>
      </p:sp>
      <p:sp>
        <p:nvSpPr>
          <p:cNvPr id="60" name="Google Shape;60;p13"/>
          <p:cNvSpPr txBox="1">
            <a:spLocks noGrp="1"/>
          </p:cNvSpPr>
          <p:nvPr>
            <p:ph type="subTitle" idx="1"/>
          </p:nvPr>
        </p:nvSpPr>
        <p:spPr>
          <a:xfrm>
            <a:off x="1591950" y="2814405"/>
            <a:ext cx="23055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1" name="Google Shape;61;p13"/>
          <p:cNvSpPr txBox="1">
            <a:spLocks noGrp="1"/>
          </p:cNvSpPr>
          <p:nvPr>
            <p:ph type="subTitle" idx="2"/>
          </p:nvPr>
        </p:nvSpPr>
        <p:spPr>
          <a:xfrm>
            <a:off x="1591950" y="1709505"/>
            <a:ext cx="23055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2" name="Google Shape;62;p13"/>
          <p:cNvSpPr txBox="1">
            <a:spLocks noGrp="1"/>
          </p:cNvSpPr>
          <p:nvPr>
            <p:ph type="subTitle" idx="3"/>
          </p:nvPr>
        </p:nvSpPr>
        <p:spPr>
          <a:xfrm>
            <a:off x="1591950" y="3919305"/>
            <a:ext cx="23055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3" name="Google Shape;63;p13"/>
          <p:cNvSpPr txBox="1">
            <a:spLocks noGrp="1"/>
          </p:cNvSpPr>
          <p:nvPr>
            <p:ph type="subTitle" idx="4"/>
          </p:nvPr>
        </p:nvSpPr>
        <p:spPr>
          <a:xfrm>
            <a:off x="5344800" y="1709505"/>
            <a:ext cx="23055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4" name="Google Shape;64;p13"/>
          <p:cNvSpPr txBox="1">
            <a:spLocks noGrp="1"/>
          </p:cNvSpPr>
          <p:nvPr>
            <p:ph type="subTitle" idx="5"/>
          </p:nvPr>
        </p:nvSpPr>
        <p:spPr>
          <a:xfrm>
            <a:off x="5344800" y="2814405"/>
            <a:ext cx="23055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5" name="Google Shape;65;p13"/>
          <p:cNvSpPr txBox="1">
            <a:spLocks noGrp="1"/>
          </p:cNvSpPr>
          <p:nvPr>
            <p:ph type="subTitle" idx="6"/>
          </p:nvPr>
        </p:nvSpPr>
        <p:spPr>
          <a:xfrm>
            <a:off x="5344800" y="3919305"/>
            <a:ext cx="23055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6" name="Google Shape;66;p13"/>
          <p:cNvSpPr txBox="1">
            <a:spLocks noGrp="1"/>
          </p:cNvSpPr>
          <p:nvPr>
            <p:ph type="title" idx="7" hasCustomPrompt="1"/>
          </p:nvPr>
        </p:nvSpPr>
        <p:spPr>
          <a:xfrm>
            <a:off x="720000" y="1345001"/>
            <a:ext cx="734700" cy="4848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3000"/>
              <a:buNone/>
              <a:defRPr sz="2100" b="1"/>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7" name="Google Shape;67;p13"/>
          <p:cNvSpPr txBox="1">
            <a:spLocks noGrp="1"/>
          </p:cNvSpPr>
          <p:nvPr>
            <p:ph type="title" idx="8" hasCustomPrompt="1"/>
          </p:nvPr>
        </p:nvSpPr>
        <p:spPr>
          <a:xfrm>
            <a:off x="4472850" y="2449906"/>
            <a:ext cx="734700" cy="4848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3000"/>
              <a:buNone/>
              <a:defRPr sz="2100" b="1"/>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8" name="Google Shape;68;p13"/>
          <p:cNvSpPr txBox="1">
            <a:spLocks noGrp="1"/>
          </p:cNvSpPr>
          <p:nvPr>
            <p:ph type="title" idx="9" hasCustomPrompt="1"/>
          </p:nvPr>
        </p:nvSpPr>
        <p:spPr>
          <a:xfrm>
            <a:off x="4472850" y="1345001"/>
            <a:ext cx="734700" cy="4848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3000"/>
              <a:buNone/>
              <a:defRPr sz="2100" b="1"/>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9" name="Google Shape;69;p13"/>
          <p:cNvSpPr txBox="1">
            <a:spLocks noGrp="1"/>
          </p:cNvSpPr>
          <p:nvPr>
            <p:ph type="title" idx="13" hasCustomPrompt="1"/>
          </p:nvPr>
        </p:nvSpPr>
        <p:spPr>
          <a:xfrm>
            <a:off x="720000" y="2449906"/>
            <a:ext cx="734700" cy="4848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3000"/>
              <a:buNone/>
              <a:defRPr sz="2100" b="1"/>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0" name="Google Shape;70;p13"/>
          <p:cNvSpPr txBox="1">
            <a:spLocks noGrp="1"/>
          </p:cNvSpPr>
          <p:nvPr>
            <p:ph type="title" idx="14" hasCustomPrompt="1"/>
          </p:nvPr>
        </p:nvSpPr>
        <p:spPr>
          <a:xfrm>
            <a:off x="4472850" y="3554800"/>
            <a:ext cx="734700" cy="4848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3000"/>
              <a:buNone/>
              <a:defRPr sz="2100" b="1"/>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1" name="Google Shape;71;p13"/>
          <p:cNvSpPr txBox="1">
            <a:spLocks noGrp="1"/>
          </p:cNvSpPr>
          <p:nvPr>
            <p:ph type="title" idx="15" hasCustomPrompt="1"/>
          </p:nvPr>
        </p:nvSpPr>
        <p:spPr>
          <a:xfrm>
            <a:off x="720000" y="3554800"/>
            <a:ext cx="734700" cy="4848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3000"/>
              <a:buNone/>
              <a:defRPr sz="2100" b="1"/>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2" name="Google Shape;72;p13"/>
          <p:cNvSpPr txBox="1">
            <a:spLocks noGrp="1"/>
          </p:cNvSpPr>
          <p:nvPr>
            <p:ph type="subTitle" idx="16"/>
          </p:nvPr>
        </p:nvSpPr>
        <p:spPr>
          <a:xfrm>
            <a:off x="1591950" y="1345012"/>
            <a:ext cx="2305500" cy="4848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DM Sans"/>
              <a:buNone/>
              <a:defRPr sz="2100">
                <a:solidFill>
                  <a:schemeClr val="dk1"/>
                </a:solidFill>
                <a:latin typeface="Questrial"/>
                <a:ea typeface="Questrial"/>
                <a:cs typeface="Questrial"/>
                <a:sym typeface="Questrial"/>
              </a:defRPr>
            </a:lvl1pPr>
            <a:lvl2pPr lvl="1" rtl="0">
              <a:lnSpc>
                <a:spcPct val="100000"/>
              </a:lnSpc>
              <a:spcBef>
                <a:spcPts val="0"/>
              </a:spcBef>
              <a:spcAft>
                <a:spcPts val="0"/>
              </a:spcAft>
              <a:buSzPts val="2400"/>
              <a:buFont typeface="DM Sans"/>
              <a:buNone/>
              <a:defRPr sz="2400" b="1">
                <a:latin typeface="DM Sans"/>
                <a:ea typeface="DM Sans"/>
                <a:cs typeface="DM Sans"/>
                <a:sym typeface="DM Sans"/>
              </a:defRPr>
            </a:lvl2pPr>
            <a:lvl3pPr lvl="2" rtl="0">
              <a:lnSpc>
                <a:spcPct val="100000"/>
              </a:lnSpc>
              <a:spcBef>
                <a:spcPts val="0"/>
              </a:spcBef>
              <a:spcAft>
                <a:spcPts val="0"/>
              </a:spcAft>
              <a:buSzPts val="2400"/>
              <a:buFont typeface="DM Sans"/>
              <a:buNone/>
              <a:defRPr sz="2400" b="1">
                <a:latin typeface="DM Sans"/>
                <a:ea typeface="DM Sans"/>
                <a:cs typeface="DM Sans"/>
                <a:sym typeface="DM Sans"/>
              </a:defRPr>
            </a:lvl3pPr>
            <a:lvl4pPr lvl="3" rtl="0">
              <a:lnSpc>
                <a:spcPct val="100000"/>
              </a:lnSpc>
              <a:spcBef>
                <a:spcPts val="0"/>
              </a:spcBef>
              <a:spcAft>
                <a:spcPts val="0"/>
              </a:spcAft>
              <a:buSzPts val="2400"/>
              <a:buFont typeface="DM Sans"/>
              <a:buNone/>
              <a:defRPr sz="2400" b="1">
                <a:latin typeface="DM Sans"/>
                <a:ea typeface="DM Sans"/>
                <a:cs typeface="DM Sans"/>
                <a:sym typeface="DM Sans"/>
              </a:defRPr>
            </a:lvl4pPr>
            <a:lvl5pPr lvl="4" rtl="0">
              <a:lnSpc>
                <a:spcPct val="100000"/>
              </a:lnSpc>
              <a:spcBef>
                <a:spcPts val="0"/>
              </a:spcBef>
              <a:spcAft>
                <a:spcPts val="0"/>
              </a:spcAft>
              <a:buSzPts val="2400"/>
              <a:buFont typeface="DM Sans"/>
              <a:buNone/>
              <a:defRPr sz="2400" b="1">
                <a:latin typeface="DM Sans"/>
                <a:ea typeface="DM Sans"/>
                <a:cs typeface="DM Sans"/>
                <a:sym typeface="DM Sans"/>
              </a:defRPr>
            </a:lvl5pPr>
            <a:lvl6pPr lvl="5" rtl="0">
              <a:lnSpc>
                <a:spcPct val="100000"/>
              </a:lnSpc>
              <a:spcBef>
                <a:spcPts val="0"/>
              </a:spcBef>
              <a:spcAft>
                <a:spcPts val="0"/>
              </a:spcAft>
              <a:buSzPts val="2400"/>
              <a:buFont typeface="DM Sans"/>
              <a:buNone/>
              <a:defRPr sz="2400" b="1">
                <a:latin typeface="DM Sans"/>
                <a:ea typeface="DM Sans"/>
                <a:cs typeface="DM Sans"/>
                <a:sym typeface="DM Sans"/>
              </a:defRPr>
            </a:lvl6pPr>
            <a:lvl7pPr lvl="6" rtl="0">
              <a:lnSpc>
                <a:spcPct val="100000"/>
              </a:lnSpc>
              <a:spcBef>
                <a:spcPts val="0"/>
              </a:spcBef>
              <a:spcAft>
                <a:spcPts val="0"/>
              </a:spcAft>
              <a:buSzPts val="2400"/>
              <a:buFont typeface="DM Sans"/>
              <a:buNone/>
              <a:defRPr sz="2400" b="1">
                <a:latin typeface="DM Sans"/>
                <a:ea typeface="DM Sans"/>
                <a:cs typeface="DM Sans"/>
                <a:sym typeface="DM Sans"/>
              </a:defRPr>
            </a:lvl7pPr>
            <a:lvl8pPr lvl="7" rtl="0">
              <a:lnSpc>
                <a:spcPct val="100000"/>
              </a:lnSpc>
              <a:spcBef>
                <a:spcPts val="0"/>
              </a:spcBef>
              <a:spcAft>
                <a:spcPts val="0"/>
              </a:spcAft>
              <a:buSzPts val="2400"/>
              <a:buFont typeface="DM Sans"/>
              <a:buNone/>
              <a:defRPr sz="2400" b="1">
                <a:latin typeface="DM Sans"/>
                <a:ea typeface="DM Sans"/>
                <a:cs typeface="DM Sans"/>
                <a:sym typeface="DM Sans"/>
              </a:defRPr>
            </a:lvl8pPr>
            <a:lvl9pPr lvl="8"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73" name="Google Shape;73;p13"/>
          <p:cNvSpPr txBox="1">
            <a:spLocks noGrp="1"/>
          </p:cNvSpPr>
          <p:nvPr>
            <p:ph type="subTitle" idx="17"/>
          </p:nvPr>
        </p:nvSpPr>
        <p:spPr>
          <a:xfrm>
            <a:off x="1591950" y="2449912"/>
            <a:ext cx="2305500" cy="4848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DM Sans"/>
              <a:buNone/>
              <a:defRPr sz="2100">
                <a:solidFill>
                  <a:schemeClr val="dk1"/>
                </a:solidFill>
                <a:latin typeface="Questrial"/>
                <a:ea typeface="Questrial"/>
                <a:cs typeface="Questrial"/>
                <a:sym typeface="Questrial"/>
              </a:defRPr>
            </a:lvl1pPr>
            <a:lvl2pPr lvl="1" rtl="0">
              <a:lnSpc>
                <a:spcPct val="100000"/>
              </a:lnSpc>
              <a:spcBef>
                <a:spcPts val="0"/>
              </a:spcBef>
              <a:spcAft>
                <a:spcPts val="0"/>
              </a:spcAft>
              <a:buSzPts val="2400"/>
              <a:buFont typeface="DM Sans"/>
              <a:buNone/>
              <a:defRPr sz="2400" b="1">
                <a:latin typeface="DM Sans"/>
                <a:ea typeface="DM Sans"/>
                <a:cs typeface="DM Sans"/>
                <a:sym typeface="DM Sans"/>
              </a:defRPr>
            </a:lvl2pPr>
            <a:lvl3pPr lvl="2" rtl="0">
              <a:lnSpc>
                <a:spcPct val="100000"/>
              </a:lnSpc>
              <a:spcBef>
                <a:spcPts val="0"/>
              </a:spcBef>
              <a:spcAft>
                <a:spcPts val="0"/>
              </a:spcAft>
              <a:buSzPts val="2400"/>
              <a:buFont typeface="DM Sans"/>
              <a:buNone/>
              <a:defRPr sz="2400" b="1">
                <a:latin typeface="DM Sans"/>
                <a:ea typeface="DM Sans"/>
                <a:cs typeface="DM Sans"/>
                <a:sym typeface="DM Sans"/>
              </a:defRPr>
            </a:lvl3pPr>
            <a:lvl4pPr lvl="3" rtl="0">
              <a:lnSpc>
                <a:spcPct val="100000"/>
              </a:lnSpc>
              <a:spcBef>
                <a:spcPts val="0"/>
              </a:spcBef>
              <a:spcAft>
                <a:spcPts val="0"/>
              </a:spcAft>
              <a:buSzPts val="2400"/>
              <a:buFont typeface="DM Sans"/>
              <a:buNone/>
              <a:defRPr sz="2400" b="1">
                <a:latin typeface="DM Sans"/>
                <a:ea typeface="DM Sans"/>
                <a:cs typeface="DM Sans"/>
                <a:sym typeface="DM Sans"/>
              </a:defRPr>
            </a:lvl4pPr>
            <a:lvl5pPr lvl="4" rtl="0">
              <a:lnSpc>
                <a:spcPct val="100000"/>
              </a:lnSpc>
              <a:spcBef>
                <a:spcPts val="0"/>
              </a:spcBef>
              <a:spcAft>
                <a:spcPts val="0"/>
              </a:spcAft>
              <a:buSzPts val="2400"/>
              <a:buFont typeface="DM Sans"/>
              <a:buNone/>
              <a:defRPr sz="2400" b="1">
                <a:latin typeface="DM Sans"/>
                <a:ea typeface="DM Sans"/>
                <a:cs typeface="DM Sans"/>
                <a:sym typeface="DM Sans"/>
              </a:defRPr>
            </a:lvl5pPr>
            <a:lvl6pPr lvl="5" rtl="0">
              <a:lnSpc>
                <a:spcPct val="100000"/>
              </a:lnSpc>
              <a:spcBef>
                <a:spcPts val="0"/>
              </a:spcBef>
              <a:spcAft>
                <a:spcPts val="0"/>
              </a:spcAft>
              <a:buSzPts val="2400"/>
              <a:buFont typeface="DM Sans"/>
              <a:buNone/>
              <a:defRPr sz="2400" b="1">
                <a:latin typeface="DM Sans"/>
                <a:ea typeface="DM Sans"/>
                <a:cs typeface="DM Sans"/>
                <a:sym typeface="DM Sans"/>
              </a:defRPr>
            </a:lvl6pPr>
            <a:lvl7pPr lvl="6" rtl="0">
              <a:lnSpc>
                <a:spcPct val="100000"/>
              </a:lnSpc>
              <a:spcBef>
                <a:spcPts val="0"/>
              </a:spcBef>
              <a:spcAft>
                <a:spcPts val="0"/>
              </a:spcAft>
              <a:buSzPts val="2400"/>
              <a:buFont typeface="DM Sans"/>
              <a:buNone/>
              <a:defRPr sz="2400" b="1">
                <a:latin typeface="DM Sans"/>
                <a:ea typeface="DM Sans"/>
                <a:cs typeface="DM Sans"/>
                <a:sym typeface="DM Sans"/>
              </a:defRPr>
            </a:lvl7pPr>
            <a:lvl8pPr lvl="7" rtl="0">
              <a:lnSpc>
                <a:spcPct val="100000"/>
              </a:lnSpc>
              <a:spcBef>
                <a:spcPts val="0"/>
              </a:spcBef>
              <a:spcAft>
                <a:spcPts val="0"/>
              </a:spcAft>
              <a:buSzPts val="2400"/>
              <a:buFont typeface="DM Sans"/>
              <a:buNone/>
              <a:defRPr sz="2400" b="1">
                <a:latin typeface="DM Sans"/>
                <a:ea typeface="DM Sans"/>
                <a:cs typeface="DM Sans"/>
                <a:sym typeface="DM Sans"/>
              </a:defRPr>
            </a:lvl8pPr>
            <a:lvl9pPr lvl="8"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74" name="Google Shape;74;p13"/>
          <p:cNvSpPr txBox="1">
            <a:spLocks noGrp="1"/>
          </p:cNvSpPr>
          <p:nvPr>
            <p:ph type="subTitle" idx="18"/>
          </p:nvPr>
        </p:nvSpPr>
        <p:spPr>
          <a:xfrm>
            <a:off x="5344800" y="2449906"/>
            <a:ext cx="2305500" cy="4848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DM Sans"/>
              <a:buNone/>
              <a:defRPr sz="2100">
                <a:solidFill>
                  <a:schemeClr val="dk1"/>
                </a:solidFill>
                <a:latin typeface="Questrial"/>
                <a:ea typeface="Questrial"/>
                <a:cs typeface="Questrial"/>
                <a:sym typeface="Questrial"/>
              </a:defRPr>
            </a:lvl1pPr>
            <a:lvl2pPr lvl="1" rtl="0">
              <a:lnSpc>
                <a:spcPct val="100000"/>
              </a:lnSpc>
              <a:spcBef>
                <a:spcPts val="0"/>
              </a:spcBef>
              <a:spcAft>
                <a:spcPts val="0"/>
              </a:spcAft>
              <a:buSzPts val="2400"/>
              <a:buFont typeface="DM Sans"/>
              <a:buNone/>
              <a:defRPr sz="2400" b="1">
                <a:latin typeface="DM Sans"/>
                <a:ea typeface="DM Sans"/>
                <a:cs typeface="DM Sans"/>
                <a:sym typeface="DM Sans"/>
              </a:defRPr>
            </a:lvl2pPr>
            <a:lvl3pPr lvl="2" rtl="0">
              <a:lnSpc>
                <a:spcPct val="100000"/>
              </a:lnSpc>
              <a:spcBef>
                <a:spcPts val="0"/>
              </a:spcBef>
              <a:spcAft>
                <a:spcPts val="0"/>
              </a:spcAft>
              <a:buSzPts val="2400"/>
              <a:buFont typeface="DM Sans"/>
              <a:buNone/>
              <a:defRPr sz="2400" b="1">
                <a:latin typeface="DM Sans"/>
                <a:ea typeface="DM Sans"/>
                <a:cs typeface="DM Sans"/>
                <a:sym typeface="DM Sans"/>
              </a:defRPr>
            </a:lvl3pPr>
            <a:lvl4pPr lvl="3" rtl="0">
              <a:lnSpc>
                <a:spcPct val="100000"/>
              </a:lnSpc>
              <a:spcBef>
                <a:spcPts val="0"/>
              </a:spcBef>
              <a:spcAft>
                <a:spcPts val="0"/>
              </a:spcAft>
              <a:buSzPts val="2400"/>
              <a:buFont typeface="DM Sans"/>
              <a:buNone/>
              <a:defRPr sz="2400" b="1">
                <a:latin typeface="DM Sans"/>
                <a:ea typeface="DM Sans"/>
                <a:cs typeface="DM Sans"/>
                <a:sym typeface="DM Sans"/>
              </a:defRPr>
            </a:lvl4pPr>
            <a:lvl5pPr lvl="4" rtl="0">
              <a:lnSpc>
                <a:spcPct val="100000"/>
              </a:lnSpc>
              <a:spcBef>
                <a:spcPts val="0"/>
              </a:spcBef>
              <a:spcAft>
                <a:spcPts val="0"/>
              </a:spcAft>
              <a:buSzPts val="2400"/>
              <a:buFont typeface="DM Sans"/>
              <a:buNone/>
              <a:defRPr sz="2400" b="1">
                <a:latin typeface="DM Sans"/>
                <a:ea typeface="DM Sans"/>
                <a:cs typeface="DM Sans"/>
                <a:sym typeface="DM Sans"/>
              </a:defRPr>
            </a:lvl5pPr>
            <a:lvl6pPr lvl="5" rtl="0">
              <a:lnSpc>
                <a:spcPct val="100000"/>
              </a:lnSpc>
              <a:spcBef>
                <a:spcPts val="0"/>
              </a:spcBef>
              <a:spcAft>
                <a:spcPts val="0"/>
              </a:spcAft>
              <a:buSzPts val="2400"/>
              <a:buFont typeface="DM Sans"/>
              <a:buNone/>
              <a:defRPr sz="2400" b="1">
                <a:latin typeface="DM Sans"/>
                <a:ea typeface="DM Sans"/>
                <a:cs typeface="DM Sans"/>
                <a:sym typeface="DM Sans"/>
              </a:defRPr>
            </a:lvl6pPr>
            <a:lvl7pPr lvl="6" rtl="0">
              <a:lnSpc>
                <a:spcPct val="100000"/>
              </a:lnSpc>
              <a:spcBef>
                <a:spcPts val="0"/>
              </a:spcBef>
              <a:spcAft>
                <a:spcPts val="0"/>
              </a:spcAft>
              <a:buSzPts val="2400"/>
              <a:buFont typeface="DM Sans"/>
              <a:buNone/>
              <a:defRPr sz="2400" b="1">
                <a:latin typeface="DM Sans"/>
                <a:ea typeface="DM Sans"/>
                <a:cs typeface="DM Sans"/>
                <a:sym typeface="DM Sans"/>
              </a:defRPr>
            </a:lvl7pPr>
            <a:lvl8pPr lvl="7" rtl="0">
              <a:lnSpc>
                <a:spcPct val="100000"/>
              </a:lnSpc>
              <a:spcBef>
                <a:spcPts val="0"/>
              </a:spcBef>
              <a:spcAft>
                <a:spcPts val="0"/>
              </a:spcAft>
              <a:buSzPts val="2400"/>
              <a:buFont typeface="DM Sans"/>
              <a:buNone/>
              <a:defRPr sz="2400" b="1">
                <a:latin typeface="DM Sans"/>
                <a:ea typeface="DM Sans"/>
                <a:cs typeface="DM Sans"/>
                <a:sym typeface="DM Sans"/>
              </a:defRPr>
            </a:lvl8pPr>
            <a:lvl9pPr lvl="8"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75" name="Google Shape;75;p13"/>
          <p:cNvSpPr txBox="1">
            <a:spLocks noGrp="1"/>
          </p:cNvSpPr>
          <p:nvPr>
            <p:ph type="subTitle" idx="19"/>
          </p:nvPr>
        </p:nvSpPr>
        <p:spPr>
          <a:xfrm>
            <a:off x="1591950" y="3554812"/>
            <a:ext cx="2305500" cy="4848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DM Sans"/>
              <a:buNone/>
              <a:defRPr sz="2100">
                <a:solidFill>
                  <a:schemeClr val="dk1"/>
                </a:solidFill>
                <a:latin typeface="Questrial"/>
                <a:ea typeface="Questrial"/>
                <a:cs typeface="Questrial"/>
                <a:sym typeface="Questrial"/>
              </a:defRPr>
            </a:lvl1pPr>
            <a:lvl2pPr lvl="1" rtl="0">
              <a:lnSpc>
                <a:spcPct val="100000"/>
              </a:lnSpc>
              <a:spcBef>
                <a:spcPts val="0"/>
              </a:spcBef>
              <a:spcAft>
                <a:spcPts val="0"/>
              </a:spcAft>
              <a:buSzPts val="2400"/>
              <a:buFont typeface="DM Sans"/>
              <a:buNone/>
              <a:defRPr sz="2400" b="1">
                <a:latin typeface="DM Sans"/>
                <a:ea typeface="DM Sans"/>
                <a:cs typeface="DM Sans"/>
                <a:sym typeface="DM Sans"/>
              </a:defRPr>
            </a:lvl2pPr>
            <a:lvl3pPr lvl="2" rtl="0">
              <a:lnSpc>
                <a:spcPct val="100000"/>
              </a:lnSpc>
              <a:spcBef>
                <a:spcPts val="0"/>
              </a:spcBef>
              <a:spcAft>
                <a:spcPts val="0"/>
              </a:spcAft>
              <a:buSzPts val="2400"/>
              <a:buFont typeface="DM Sans"/>
              <a:buNone/>
              <a:defRPr sz="2400" b="1">
                <a:latin typeface="DM Sans"/>
                <a:ea typeface="DM Sans"/>
                <a:cs typeface="DM Sans"/>
                <a:sym typeface="DM Sans"/>
              </a:defRPr>
            </a:lvl3pPr>
            <a:lvl4pPr lvl="3" rtl="0">
              <a:lnSpc>
                <a:spcPct val="100000"/>
              </a:lnSpc>
              <a:spcBef>
                <a:spcPts val="0"/>
              </a:spcBef>
              <a:spcAft>
                <a:spcPts val="0"/>
              </a:spcAft>
              <a:buSzPts val="2400"/>
              <a:buFont typeface="DM Sans"/>
              <a:buNone/>
              <a:defRPr sz="2400" b="1">
                <a:latin typeface="DM Sans"/>
                <a:ea typeface="DM Sans"/>
                <a:cs typeface="DM Sans"/>
                <a:sym typeface="DM Sans"/>
              </a:defRPr>
            </a:lvl4pPr>
            <a:lvl5pPr lvl="4" rtl="0">
              <a:lnSpc>
                <a:spcPct val="100000"/>
              </a:lnSpc>
              <a:spcBef>
                <a:spcPts val="0"/>
              </a:spcBef>
              <a:spcAft>
                <a:spcPts val="0"/>
              </a:spcAft>
              <a:buSzPts val="2400"/>
              <a:buFont typeface="DM Sans"/>
              <a:buNone/>
              <a:defRPr sz="2400" b="1">
                <a:latin typeface="DM Sans"/>
                <a:ea typeface="DM Sans"/>
                <a:cs typeface="DM Sans"/>
                <a:sym typeface="DM Sans"/>
              </a:defRPr>
            </a:lvl5pPr>
            <a:lvl6pPr lvl="5" rtl="0">
              <a:lnSpc>
                <a:spcPct val="100000"/>
              </a:lnSpc>
              <a:spcBef>
                <a:spcPts val="0"/>
              </a:spcBef>
              <a:spcAft>
                <a:spcPts val="0"/>
              </a:spcAft>
              <a:buSzPts val="2400"/>
              <a:buFont typeface="DM Sans"/>
              <a:buNone/>
              <a:defRPr sz="2400" b="1">
                <a:latin typeface="DM Sans"/>
                <a:ea typeface="DM Sans"/>
                <a:cs typeface="DM Sans"/>
                <a:sym typeface="DM Sans"/>
              </a:defRPr>
            </a:lvl6pPr>
            <a:lvl7pPr lvl="6" rtl="0">
              <a:lnSpc>
                <a:spcPct val="100000"/>
              </a:lnSpc>
              <a:spcBef>
                <a:spcPts val="0"/>
              </a:spcBef>
              <a:spcAft>
                <a:spcPts val="0"/>
              </a:spcAft>
              <a:buSzPts val="2400"/>
              <a:buFont typeface="DM Sans"/>
              <a:buNone/>
              <a:defRPr sz="2400" b="1">
                <a:latin typeface="DM Sans"/>
                <a:ea typeface="DM Sans"/>
                <a:cs typeface="DM Sans"/>
                <a:sym typeface="DM Sans"/>
              </a:defRPr>
            </a:lvl7pPr>
            <a:lvl8pPr lvl="7" rtl="0">
              <a:lnSpc>
                <a:spcPct val="100000"/>
              </a:lnSpc>
              <a:spcBef>
                <a:spcPts val="0"/>
              </a:spcBef>
              <a:spcAft>
                <a:spcPts val="0"/>
              </a:spcAft>
              <a:buSzPts val="2400"/>
              <a:buFont typeface="DM Sans"/>
              <a:buNone/>
              <a:defRPr sz="2400" b="1">
                <a:latin typeface="DM Sans"/>
                <a:ea typeface="DM Sans"/>
                <a:cs typeface="DM Sans"/>
                <a:sym typeface="DM Sans"/>
              </a:defRPr>
            </a:lvl8pPr>
            <a:lvl9pPr lvl="8"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76" name="Google Shape;76;p13"/>
          <p:cNvSpPr txBox="1">
            <a:spLocks noGrp="1"/>
          </p:cNvSpPr>
          <p:nvPr>
            <p:ph type="subTitle" idx="20"/>
          </p:nvPr>
        </p:nvSpPr>
        <p:spPr>
          <a:xfrm>
            <a:off x="5344800" y="1345001"/>
            <a:ext cx="2305500" cy="4848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DM Sans"/>
              <a:buNone/>
              <a:defRPr sz="2100">
                <a:solidFill>
                  <a:schemeClr val="dk1"/>
                </a:solidFill>
                <a:latin typeface="Questrial"/>
                <a:ea typeface="Questrial"/>
                <a:cs typeface="Questrial"/>
                <a:sym typeface="Questrial"/>
              </a:defRPr>
            </a:lvl1pPr>
            <a:lvl2pPr lvl="1" rtl="0">
              <a:lnSpc>
                <a:spcPct val="100000"/>
              </a:lnSpc>
              <a:spcBef>
                <a:spcPts val="0"/>
              </a:spcBef>
              <a:spcAft>
                <a:spcPts val="0"/>
              </a:spcAft>
              <a:buSzPts val="2400"/>
              <a:buFont typeface="DM Sans"/>
              <a:buNone/>
              <a:defRPr sz="2400" b="1">
                <a:latin typeface="DM Sans"/>
                <a:ea typeface="DM Sans"/>
                <a:cs typeface="DM Sans"/>
                <a:sym typeface="DM Sans"/>
              </a:defRPr>
            </a:lvl2pPr>
            <a:lvl3pPr lvl="2" rtl="0">
              <a:lnSpc>
                <a:spcPct val="100000"/>
              </a:lnSpc>
              <a:spcBef>
                <a:spcPts val="0"/>
              </a:spcBef>
              <a:spcAft>
                <a:spcPts val="0"/>
              </a:spcAft>
              <a:buSzPts val="2400"/>
              <a:buFont typeface="DM Sans"/>
              <a:buNone/>
              <a:defRPr sz="2400" b="1">
                <a:latin typeface="DM Sans"/>
                <a:ea typeface="DM Sans"/>
                <a:cs typeface="DM Sans"/>
                <a:sym typeface="DM Sans"/>
              </a:defRPr>
            </a:lvl3pPr>
            <a:lvl4pPr lvl="3" rtl="0">
              <a:lnSpc>
                <a:spcPct val="100000"/>
              </a:lnSpc>
              <a:spcBef>
                <a:spcPts val="0"/>
              </a:spcBef>
              <a:spcAft>
                <a:spcPts val="0"/>
              </a:spcAft>
              <a:buSzPts val="2400"/>
              <a:buFont typeface="DM Sans"/>
              <a:buNone/>
              <a:defRPr sz="2400" b="1">
                <a:latin typeface="DM Sans"/>
                <a:ea typeface="DM Sans"/>
                <a:cs typeface="DM Sans"/>
                <a:sym typeface="DM Sans"/>
              </a:defRPr>
            </a:lvl4pPr>
            <a:lvl5pPr lvl="4" rtl="0">
              <a:lnSpc>
                <a:spcPct val="100000"/>
              </a:lnSpc>
              <a:spcBef>
                <a:spcPts val="0"/>
              </a:spcBef>
              <a:spcAft>
                <a:spcPts val="0"/>
              </a:spcAft>
              <a:buSzPts val="2400"/>
              <a:buFont typeface="DM Sans"/>
              <a:buNone/>
              <a:defRPr sz="2400" b="1">
                <a:latin typeface="DM Sans"/>
                <a:ea typeface="DM Sans"/>
                <a:cs typeface="DM Sans"/>
                <a:sym typeface="DM Sans"/>
              </a:defRPr>
            </a:lvl5pPr>
            <a:lvl6pPr lvl="5" rtl="0">
              <a:lnSpc>
                <a:spcPct val="100000"/>
              </a:lnSpc>
              <a:spcBef>
                <a:spcPts val="0"/>
              </a:spcBef>
              <a:spcAft>
                <a:spcPts val="0"/>
              </a:spcAft>
              <a:buSzPts val="2400"/>
              <a:buFont typeface="DM Sans"/>
              <a:buNone/>
              <a:defRPr sz="2400" b="1">
                <a:latin typeface="DM Sans"/>
                <a:ea typeface="DM Sans"/>
                <a:cs typeface="DM Sans"/>
                <a:sym typeface="DM Sans"/>
              </a:defRPr>
            </a:lvl6pPr>
            <a:lvl7pPr lvl="6" rtl="0">
              <a:lnSpc>
                <a:spcPct val="100000"/>
              </a:lnSpc>
              <a:spcBef>
                <a:spcPts val="0"/>
              </a:spcBef>
              <a:spcAft>
                <a:spcPts val="0"/>
              </a:spcAft>
              <a:buSzPts val="2400"/>
              <a:buFont typeface="DM Sans"/>
              <a:buNone/>
              <a:defRPr sz="2400" b="1">
                <a:latin typeface="DM Sans"/>
                <a:ea typeface="DM Sans"/>
                <a:cs typeface="DM Sans"/>
                <a:sym typeface="DM Sans"/>
              </a:defRPr>
            </a:lvl7pPr>
            <a:lvl8pPr lvl="7" rtl="0">
              <a:lnSpc>
                <a:spcPct val="100000"/>
              </a:lnSpc>
              <a:spcBef>
                <a:spcPts val="0"/>
              </a:spcBef>
              <a:spcAft>
                <a:spcPts val="0"/>
              </a:spcAft>
              <a:buSzPts val="2400"/>
              <a:buFont typeface="DM Sans"/>
              <a:buNone/>
              <a:defRPr sz="2400" b="1">
                <a:latin typeface="DM Sans"/>
                <a:ea typeface="DM Sans"/>
                <a:cs typeface="DM Sans"/>
                <a:sym typeface="DM Sans"/>
              </a:defRPr>
            </a:lvl8pPr>
            <a:lvl9pPr lvl="8"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77" name="Google Shape;77;p13"/>
          <p:cNvSpPr txBox="1">
            <a:spLocks noGrp="1"/>
          </p:cNvSpPr>
          <p:nvPr>
            <p:ph type="subTitle" idx="21"/>
          </p:nvPr>
        </p:nvSpPr>
        <p:spPr>
          <a:xfrm>
            <a:off x="5344800" y="3554800"/>
            <a:ext cx="2305500" cy="4848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DM Sans"/>
              <a:buNone/>
              <a:defRPr sz="2100">
                <a:solidFill>
                  <a:schemeClr val="dk1"/>
                </a:solidFill>
                <a:latin typeface="Questrial"/>
                <a:ea typeface="Questrial"/>
                <a:cs typeface="Questrial"/>
                <a:sym typeface="Questrial"/>
              </a:defRPr>
            </a:lvl1pPr>
            <a:lvl2pPr lvl="1" rtl="0">
              <a:lnSpc>
                <a:spcPct val="100000"/>
              </a:lnSpc>
              <a:spcBef>
                <a:spcPts val="0"/>
              </a:spcBef>
              <a:spcAft>
                <a:spcPts val="0"/>
              </a:spcAft>
              <a:buSzPts val="2400"/>
              <a:buFont typeface="DM Sans"/>
              <a:buNone/>
              <a:defRPr sz="2400" b="1">
                <a:latin typeface="DM Sans"/>
                <a:ea typeface="DM Sans"/>
                <a:cs typeface="DM Sans"/>
                <a:sym typeface="DM Sans"/>
              </a:defRPr>
            </a:lvl2pPr>
            <a:lvl3pPr lvl="2" rtl="0">
              <a:lnSpc>
                <a:spcPct val="100000"/>
              </a:lnSpc>
              <a:spcBef>
                <a:spcPts val="0"/>
              </a:spcBef>
              <a:spcAft>
                <a:spcPts val="0"/>
              </a:spcAft>
              <a:buSzPts val="2400"/>
              <a:buFont typeface="DM Sans"/>
              <a:buNone/>
              <a:defRPr sz="2400" b="1">
                <a:latin typeface="DM Sans"/>
                <a:ea typeface="DM Sans"/>
                <a:cs typeface="DM Sans"/>
                <a:sym typeface="DM Sans"/>
              </a:defRPr>
            </a:lvl3pPr>
            <a:lvl4pPr lvl="3" rtl="0">
              <a:lnSpc>
                <a:spcPct val="100000"/>
              </a:lnSpc>
              <a:spcBef>
                <a:spcPts val="0"/>
              </a:spcBef>
              <a:spcAft>
                <a:spcPts val="0"/>
              </a:spcAft>
              <a:buSzPts val="2400"/>
              <a:buFont typeface="DM Sans"/>
              <a:buNone/>
              <a:defRPr sz="2400" b="1">
                <a:latin typeface="DM Sans"/>
                <a:ea typeface="DM Sans"/>
                <a:cs typeface="DM Sans"/>
                <a:sym typeface="DM Sans"/>
              </a:defRPr>
            </a:lvl4pPr>
            <a:lvl5pPr lvl="4" rtl="0">
              <a:lnSpc>
                <a:spcPct val="100000"/>
              </a:lnSpc>
              <a:spcBef>
                <a:spcPts val="0"/>
              </a:spcBef>
              <a:spcAft>
                <a:spcPts val="0"/>
              </a:spcAft>
              <a:buSzPts val="2400"/>
              <a:buFont typeface="DM Sans"/>
              <a:buNone/>
              <a:defRPr sz="2400" b="1">
                <a:latin typeface="DM Sans"/>
                <a:ea typeface="DM Sans"/>
                <a:cs typeface="DM Sans"/>
                <a:sym typeface="DM Sans"/>
              </a:defRPr>
            </a:lvl5pPr>
            <a:lvl6pPr lvl="5" rtl="0">
              <a:lnSpc>
                <a:spcPct val="100000"/>
              </a:lnSpc>
              <a:spcBef>
                <a:spcPts val="0"/>
              </a:spcBef>
              <a:spcAft>
                <a:spcPts val="0"/>
              </a:spcAft>
              <a:buSzPts val="2400"/>
              <a:buFont typeface="DM Sans"/>
              <a:buNone/>
              <a:defRPr sz="2400" b="1">
                <a:latin typeface="DM Sans"/>
                <a:ea typeface="DM Sans"/>
                <a:cs typeface="DM Sans"/>
                <a:sym typeface="DM Sans"/>
              </a:defRPr>
            </a:lvl6pPr>
            <a:lvl7pPr lvl="6" rtl="0">
              <a:lnSpc>
                <a:spcPct val="100000"/>
              </a:lnSpc>
              <a:spcBef>
                <a:spcPts val="0"/>
              </a:spcBef>
              <a:spcAft>
                <a:spcPts val="0"/>
              </a:spcAft>
              <a:buSzPts val="2400"/>
              <a:buFont typeface="DM Sans"/>
              <a:buNone/>
              <a:defRPr sz="2400" b="1">
                <a:latin typeface="DM Sans"/>
                <a:ea typeface="DM Sans"/>
                <a:cs typeface="DM Sans"/>
                <a:sym typeface="DM Sans"/>
              </a:defRPr>
            </a:lvl7pPr>
            <a:lvl8pPr lvl="7" rtl="0">
              <a:lnSpc>
                <a:spcPct val="100000"/>
              </a:lnSpc>
              <a:spcBef>
                <a:spcPts val="0"/>
              </a:spcBef>
              <a:spcAft>
                <a:spcPts val="0"/>
              </a:spcAft>
              <a:buSzPts val="2400"/>
              <a:buFont typeface="DM Sans"/>
              <a:buNone/>
              <a:defRPr sz="2400" b="1">
                <a:latin typeface="DM Sans"/>
                <a:ea typeface="DM Sans"/>
                <a:cs typeface="DM Sans"/>
                <a:sym typeface="DM Sans"/>
              </a:defRPr>
            </a:lvl8pPr>
            <a:lvl9pPr lvl="8"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Quote">
  <p:cSld name="BLANK_1_1">
    <p:spTree>
      <p:nvGrpSpPr>
        <p:cNvPr id="1" name="Shape 78"/>
        <p:cNvGrpSpPr/>
        <p:nvPr/>
      </p:nvGrpSpPr>
      <p:grpSpPr>
        <a:xfrm>
          <a:off x="0" y="0"/>
          <a:ext cx="0" cy="0"/>
          <a:chOff x="0" y="0"/>
          <a:chExt cx="0" cy="0"/>
        </a:xfrm>
      </p:grpSpPr>
      <p:sp>
        <p:nvSpPr>
          <p:cNvPr id="79" name="Google Shape;79;p14"/>
          <p:cNvSpPr txBox="1">
            <a:spLocks noGrp="1"/>
          </p:cNvSpPr>
          <p:nvPr>
            <p:ph type="title"/>
          </p:nvPr>
        </p:nvSpPr>
        <p:spPr>
          <a:xfrm>
            <a:off x="713225" y="2940300"/>
            <a:ext cx="4397700" cy="4305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21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80" name="Google Shape;80;p14"/>
          <p:cNvSpPr txBox="1">
            <a:spLocks noGrp="1"/>
          </p:cNvSpPr>
          <p:nvPr>
            <p:ph type="subTitle" idx="1"/>
          </p:nvPr>
        </p:nvSpPr>
        <p:spPr>
          <a:xfrm>
            <a:off x="713225" y="1198700"/>
            <a:ext cx="6691200" cy="15687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2500"/>
            </a:lvl1pPr>
            <a:lvl2pPr lvl="1" algn="ctr" rtl="0">
              <a:lnSpc>
                <a:spcPct val="100000"/>
              </a:lnSpc>
              <a:spcBef>
                <a:spcPts val="0"/>
              </a:spcBef>
              <a:spcAft>
                <a:spcPts val="0"/>
              </a:spcAft>
              <a:buSzPts val="3000"/>
              <a:buNone/>
              <a:defRPr sz="3000"/>
            </a:lvl2pPr>
            <a:lvl3pPr lvl="2" algn="ctr" rtl="0">
              <a:lnSpc>
                <a:spcPct val="100000"/>
              </a:lnSpc>
              <a:spcBef>
                <a:spcPts val="0"/>
              </a:spcBef>
              <a:spcAft>
                <a:spcPts val="0"/>
              </a:spcAft>
              <a:buSzPts val="3000"/>
              <a:buNone/>
              <a:defRPr sz="3000"/>
            </a:lvl3pPr>
            <a:lvl4pPr lvl="3" algn="ctr" rtl="0">
              <a:lnSpc>
                <a:spcPct val="100000"/>
              </a:lnSpc>
              <a:spcBef>
                <a:spcPts val="0"/>
              </a:spcBef>
              <a:spcAft>
                <a:spcPts val="0"/>
              </a:spcAft>
              <a:buSzPts val="3000"/>
              <a:buNone/>
              <a:defRPr sz="3000"/>
            </a:lvl4pPr>
            <a:lvl5pPr lvl="4" algn="ctr" rtl="0">
              <a:lnSpc>
                <a:spcPct val="100000"/>
              </a:lnSpc>
              <a:spcBef>
                <a:spcPts val="0"/>
              </a:spcBef>
              <a:spcAft>
                <a:spcPts val="0"/>
              </a:spcAft>
              <a:buSzPts val="3000"/>
              <a:buNone/>
              <a:defRPr sz="3000"/>
            </a:lvl5pPr>
            <a:lvl6pPr lvl="5" algn="ctr" rtl="0">
              <a:lnSpc>
                <a:spcPct val="100000"/>
              </a:lnSpc>
              <a:spcBef>
                <a:spcPts val="0"/>
              </a:spcBef>
              <a:spcAft>
                <a:spcPts val="0"/>
              </a:spcAft>
              <a:buSzPts val="3000"/>
              <a:buNone/>
              <a:defRPr sz="3000"/>
            </a:lvl6pPr>
            <a:lvl7pPr lvl="6" algn="ctr" rtl="0">
              <a:lnSpc>
                <a:spcPct val="100000"/>
              </a:lnSpc>
              <a:spcBef>
                <a:spcPts val="0"/>
              </a:spcBef>
              <a:spcAft>
                <a:spcPts val="0"/>
              </a:spcAft>
              <a:buSzPts val="3000"/>
              <a:buNone/>
              <a:defRPr sz="3000"/>
            </a:lvl7pPr>
            <a:lvl8pPr lvl="7" algn="ctr" rtl="0">
              <a:lnSpc>
                <a:spcPct val="100000"/>
              </a:lnSpc>
              <a:spcBef>
                <a:spcPts val="0"/>
              </a:spcBef>
              <a:spcAft>
                <a:spcPts val="0"/>
              </a:spcAft>
              <a:buSzPts val="3000"/>
              <a:buNone/>
              <a:defRPr sz="3000"/>
            </a:lvl8pPr>
            <a:lvl9pPr lvl="8" algn="ctr" rtl="0">
              <a:lnSpc>
                <a:spcPct val="100000"/>
              </a:lnSpc>
              <a:spcBef>
                <a:spcPts val="0"/>
              </a:spcBef>
              <a:spcAft>
                <a:spcPts val="0"/>
              </a:spcAft>
              <a:buSzPts val="3000"/>
              <a:buNone/>
              <a:defRPr sz="3000"/>
            </a:lvl9pPr>
          </a:lstStyle>
          <a:p>
            <a:endParaRPr/>
          </a:p>
        </p:txBody>
      </p:sp>
      <p:pic>
        <p:nvPicPr>
          <p:cNvPr id="81" name="Google Shape;81;p14"/>
          <p:cNvPicPr preferRelativeResize="0"/>
          <p:nvPr/>
        </p:nvPicPr>
        <p:blipFill>
          <a:blip r:embed="rId2">
            <a:alphaModFix/>
          </a:blip>
          <a:stretch>
            <a:fillRect/>
          </a:stretch>
        </p:blipFill>
        <p:spPr>
          <a:xfrm flipH="1">
            <a:off x="-413549" y="-792750"/>
            <a:ext cx="1981200" cy="2027975"/>
          </a:xfrm>
          <a:prstGeom prst="rect">
            <a:avLst/>
          </a:prstGeom>
          <a:noFill/>
          <a:ln>
            <a:noFill/>
          </a:ln>
        </p:spPr>
      </p:pic>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ext">
  <p:cSld name="CUSTOM">
    <p:spTree>
      <p:nvGrpSpPr>
        <p:cNvPr id="1" name="Shape 82"/>
        <p:cNvGrpSpPr/>
        <p:nvPr/>
      </p:nvGrpSpPr>
      <p:grpSpPr>
        <a:xfrm>
          <a:off x="0" y="0"/>
          <a:ext cx="0" cy="0"/>
          <a:chOff x="0" y="0"/>
          <a:chExt cx="0" cy="0"/>
        </a:xfrm>
      </p:grpSpPr>
      <p:grpSp>
        <p:nvGrpSpPr>
          <p:cNvPr id="83" name="Google Shape;83;p15"/>
          <p:cNvGrpSpPr/>
          <p:nvPr/>
        </p:nvGrpSpPr>
        <p:grpSpPr>
          <a:xfrm>
            <a:off x="-610316" y="-95250"/>
            <a:ext cx="3631132" cy="7151546"/>
            <a:chOff x="-610316" y="-95250"/>
            <a:chExt cx="3631132" cy="7151546"/>
          </a:xfrm>
        </p:grpSpPr>
        <p:pic>
          <p:nvPicPr>
            <p:cNvPr id="84" name="Google Shape;84;p15"/>
            <p:cNvPicPr preferRelativeResize="0"/>
            <p:nvPr/>
          </p:nvPicPr>
          <p:blipFill rotWithShape="1">
            <a:blip r:embed="rId2">
              <a:alphaModFix/>
            </a:blip>
            <a:srcRect t="48973" r="12945" b="10384"/>
            <a:stretch/>
          </p:blipFill>
          <p:spPr>
            <a:xfrm flipH="1">
              <a:off x="-114300" y="-95250"/>
              <a:ext cx="2562900" cy="1224750"/>
            </a:xfrm>
            <a:prstGeom prst="rect">
              <a:avLst/>
            </a:prstGeom>
            <a:noFill/>
            <a:ln>
              <a:noFill/>
            </a:ln>
          </p:spPr>
        </p:pic>
        <p:pic>
          <p:nvPicPr>
            <p:cNvPr id="85" name="Google Shape;85;p15"/>
            <p:cNvPicPr preferRelativeResize="0"/>
            <p:nvPr/>
          </p:nvPicPr>
          <p:blipFill rotWithShape="1">
            <a:blip r:embed="rId2">
              <a:alphaModFix/>
            </a:blip>
            <a:srcRect t="12942" b="10381"/>
            <a:stretch/>
          </p:blipFill>
          <p:spPr>
            <a:xfrm rot="-7672025" flipH="1">
              <a:off x="-266700" y="4029825"/>
              <a:ext cx="2943900" cy="2310600"/>
            </a:xfrm>
            <a:prstGeom prst="rect">
              <a:avLst/>
            </a:prstGeom>
            <a:noFill/>
            <a:ln>
              <a:noFill/>
            </a:ln>
          </p:spPr>
        </p:pic>
      </p:grpSp>
      <p:sp>
        <p:nvSpPr>
          <p:cNvPr id="86" name="Google Shape;86;p15"/>
          <p:cNvSpPr txBox="1">
            <a:spLocks noGrp="1"/>
          </p:cNvSpPr>
          <p:nvPr>
            <p:ph type="title"/>
          </p:nvPr>
        </p:nvSpPr>
        <p:spPr>
          <a:xfrm>
            <a:off x="720000" y="1231800"/>
            <a:ext cx="3595200" cy="1694100"/>
          </a:xfrm>
          <a:prstGeom prst="rect">
            <a:avLst/>
          </a:prstGeom>
        </p:spPr>
        <p:txBody>
          <a:bodyPr spcFirstLastPara="1" wrap="square" lIns="91425" tIns="91425" rIns="91425" bIns="91425" anchor="b" anchorCtr="0">
            <a:noAutofit/>
          </a:bodyPr>
          <a:lstStyle>
            <a:lvl1pPr lvl="0" algn="l"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a:endParaRPr/>
          </a:p>
        </p:txBody>
      </p:sp>
      <p:sp>
        <p:nvSpPr>
          <p:cNvPr id="87" name="Google Shape;87;p15"/>
          <p:cNvSpPr txBox="1">
            <a:spLocks noGrp="1"/>
          </p:cNvSpPr>
          <p:nvPr>
            <p:ph type="subTitle" idx="1"/>
          </p:nvPr>
        </p:nvSpPr>
        <p:spPr>
          <a:xfrm>
            <a:off x="720000" y="2925600"/>
            <a:ext cx="3595200" cy="986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8" name="Google Shape;88;p15"/>
          <p:cNvSpPr>
            <a:spLocks noGrp="1"/>
          </p:cNvSpPr>
          <p:nvPr>
            <p:ph type="pic" idx="2"/>
          </p:nvPr>
        </p:nvSpPr>
        <p:spPr>
          <a:xfrm>
            <a:off x="4990950" y="0"/>
            <a:ext cx="4153200" cy="5143500"/>
          </a:xfrm>
          <a:prstGeom prst="rect">
            <a:avLst/>
          </a:prstGeom>
          <a:noFill/>
          <a:ln>
            <a:noFill/>
          </a:ln>
        </p:spPr>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1">
  <p:cSld name="CUSTOM_4">
    <p:spTree>
      <p:nvGrpSpPr>
        <p:cNvPr id="1" name="Shape 89"/>
        <p:cNvGrpSpPr/>
        <p:nvPr/>
      </p:nvGrpSpPr>
      <p:grpSpPr>
        <a:xfrm>
          <a:off x="0" y="0"/>
          <a:ext cx="0" cy="0"/>
          <a:chOff x="0" y="0"/>
          <a:chExt cx="0" cy="0"/>
        </a:xfrm>
      </p:grpSpPr>
      <p:grpSp>
        <p:nvGrpSpPr>
          <p:cNvPr id="90" name="Google Shape;90;p16"/>
          <p:cNvGrpSpPr/>
          <p:nvPr/>
        </p:nvGrpSpPr>
        <p:grpSpPr>
          <a:xfrm>
            <a:off x="-171450" y="-121200"/>
            <a:ext cx="9649500" cy="5398050"/>
            <a:chOff x="-171450" y="-121200"/>
            <a:chExt cx="9649500" cy="5398050"/>
          </a:xfrm>
        </p:grpSpPr>
        <p:pic>
          <p:nvPicPr>
            <p:cNvPr id="91" name="Google Shape;91;p16"/>
            <p:cNvPicPr preferRelativeResize="0"/>
            <p:nvPr/>
          </p:nvPicPr>
          <p:blipFill rotWithShape="1">
            <a:blip r:embed="rId2">
              <a:alphaModFix/>
            </a:blip>
            <a:srcRect l="10128" r="35001" b="52455"/>
            <a:stretch/>
          </p:blipFill>
          <p:spPr>
            <a:xfrm flipH="1">
              <a:off x="-171450" y="3756725"/>
              <a:ext cx="9448800" cy="1520125"/>
            </a:xfrm>
            <a:prstGeom prst="rect">
              <a:avLst/>
            </a:prstGeom>
            <a:noFill/>
            <a:ln>
              <a:noFill/>
            </a:ln>
          </p:spPr>
        </p:pic>
        <p:pic>
          <p:nvPicPr>
            <p:cNvPr id="92" name="Google Shape;92;p16"/>
            <p:cNvPicPr preferRelativeResize="0"/>
            <p:nvPr/>
          </p:nvPicPr>
          <p:blipFill rotWithShape="1">
            <a:blip r:embed="rId3">
              <a:alphaModFix/>
            </a:blip>
            <a:srcRect t="54726" b="10380"/>
            <a:stretch/>
          </p:blipFill>
          <p:spPr>
            <a:xfrm>
              <a:off x="6534150" y="-121200"/>
              <a:ext cx="2943900" cy="1051500"/>
            </a:xfrm>
            <a:prstGeom prst="rect">
              <a:avLst/>
            </a:prstGeom>
            <a:noFill/>
            <a:ln>
              <a:noFill/>
            </a:ln>
          </p:spPr>
        </p:pic>
      </p:grpSp>
      <p:sp>
        <p:nvSpPr>
          <p:cNvPr id="93" name="Google Shape;93;p16"/>
          <p:cNvSpPr txBox="1">
            <a:spLocks noGrp="1"/>
          </p:cNvSpPr>
          <p:nvPr>
            <p:ph type="title"/>
          </p:nvPr>
        </p:nvSpPr>
        <p:spPr>
          <a:xfrm>
            <a:off x="720000" y="1454788"/>
            <a:ext cx="2963400" cy="1051500"/>
          </a:xfrm>
          <a:prstGeom prst="rect">
            <a:avLst/>
          </a:prstGeom>
        </p:spPr>
        <p:txBody>
          <a:bodyPr spcFirstLastPara="1" wrap="square" lIns="91425" tIns="91425" rIns="91425" bIns="91425" anchor="b" anchorCtr="0">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a:endParaRPr/>
          </a:p>
        </p:txBody>
      </p:sp>
      <p:sp>
        <p:nvSpPr>
          <p:cNvPr id="94" name="Google Shape;94;p16"/>
          <p:cNvSpPr txBox="1">
            <a:spLocks noGrp="1"/>
          </p:cNvSpPr>
          <p:nvPr>
            <p:ph type="subTitle" idx="1"/>
          </p:nvPr>
        </p:nvSpPr>
        <p:spPr>
          <a:xfrm>
            <a:off x="720000" y="2506113"/>
            <a:ext cx="2963400" cy="1182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2">
  <p:cSld name="CUSTOM_4_1">
    <p:spTree>
      <p:nvGrpSpPr>
        <p:cNvPr id="1" name="Shape 95"/>
        <p:cNvGrpSpPr/>
        <p:nvPr/>
      </p:nvGrpSpPr>
      <p:grpSpPr>
        <a:xfrm>
          <a:off x="0" y="0"/>
          <a:ext cx="0" cy="0"/>
          <a:chOff x="0" y="0"/>
          <a:chExt cx="0" cy="0"/>
        </a:xfrm>
      </p:grpSpPr>
      <p:grpSp>
        <p:nvGrpSpPr>
          <p:cNvPr id="96" name="Google Shape;96;p17"/>
          <p:cNvGrpSpPr/>
          <p:nvPr/>
        </p:nvGrpSpPr>
        <p:grpSpPr>
          <a:xfrm>
            <a:off x="-610316" y="-152400"/>
            <a:ext cx="9925766" cy="7208696"/>
            <a:chOff x="-610316" y="-152400"/>
            <a:chExt cx="9925766" cy="7208696"/>
          </a:xfrm>
        </p:grpSpPr>
        <p:pic>
          <p:nvPicPr>
            <p:cNvPr id="97" name="Google Shape;97;p17"/>
            <p:cNvPicPr preferRelativeResize="0"/>
            <p:nvPr/>
          </p:nvPicPr>
          <p:blipFill rotWithShape="1">
            <a:blip r:embed="rId2">
              <a:alphaModFix/>
            </a:blip>
            <a:srcRect l="8518" r="36947" b="52711"/>
            <a:stretch/>
          </p:blipFill>
          <p:spPr>
            <a:xfrm rot="10800000">
              <a:off x="-76200" y="-152400"/>
              <a:ext cx="9391650" cy="1511950"/>
            </a:xfrm>
            <a:prstGeom prst="rect">
              <a:avLst/>
            </a:prstGeom>
            <a:noFill/>
            <a:ln>
              <a:noFill/>
            </a:ln>
          </p:spPr>
        </p:pic>
        <p:pic>
          <p:nvPicPr>
            <p:cNvPr id="98" name="Google Shape;98;p17"/>
            <p:cNvPicPr preferRelativeResize="0"/>
            <p:nvPr/>
          </p:nvPicPr>
          <p:blipFill rotWithShape="1">
            <a:blip r:embed="rId3">
              <a:alphaModFix/>
            </a:blip>
            <a:srcRect t="12942" b="10381"/>
            <a:stretch/>
          </p:blipFill>
          <p:spPr>
            <a:xfrm rot="-7672025" flipH="1">
              <a:off x="-266700" y="4029825"/>
              <a:ext cx="2943900" cy="2310600"/>
            </a:xfrm>
            <a:prstGeom prst="rect">
              <a:avLst/>
            </a:prstGeom>
            <a:noFill/>
            <a:ln>
              <a:noFill/>
            </a:ln>
          </p:spPr>
        </p:pic>
      </p:grpSp>
      <p:sp>
        <p:nvSpPr>
          <p:cNvPr id="99" name="Google Shape;99;p17"/>
          <p:cNvSpPr txBox="1">
            <a:spLocks noGrp="1"/>
          </p:cNvSpPr>
          <p:nvPr>
            <p:ph type="title"/>
          </p:nvPr>
        </p:nvSpPr>
        <p:spPr>
          <a:xfrm>
            <a:off x="5467375" y="1642746"/>
            <a:ext cx="2963400" cy="684900"/>
          </a:xfrm>
          <a:prstGeom prst="rect">
            <a:avLst/>
          </a:prstGeom>
        </p:spPr>
        <p:txBody>
          <a:bodyPr spcFirstLastPara="1" wrap="square" lIns="91425" tIns="91425" rIns="91425" bIns="91425" anchor="b" anchorCtr="0">
            <a:noAutofit/>
          </a:bodyPr>
          <a:lstStyle>
            <a:lvl1pPr lvl="0" algn="r"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a:endParaRPr/>
          </a:p>
        </p:txBody>
      </p:sp>
      <p:sp>
        <p:nvSpPr>
          <p:cNvPr id="100" name="Google Shape;100;p17"/>
          <p:cNvSpPr txBox="1">
            <a:spLocks noGrp="1"/>
          </p:cNvSpPr>
          <p:nvPr>
            <p:ph type="subTitle" idx="1"/>
          </p:nvPr>
        </p:nvSpPr>
        <p:spPr>
          <a:xfrm>
            <a:off x="5467525" y="2318152"/>
            <a:ext cx="2963400" cy="11826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ext 3">
  <p:cSld name="CUSTOM_4_2">
    <p:spTree>
      <p:nvGrpSpPr>
        <p:cNvPr id="1" name="Shape 101"/>
        <p:cNvGrpSpPr/>
        <p:nvPr/>
      </p:nvGrpSpPr>
      <p:grpSpPr>
        <a:xfrm>
          <a:off x="0" y="0"/>
          <a:ext cx="0" cy="0"/>
          <a:chOff x="0" y="0"/>
          <a:chExt cx="0" cy="0"/>
        </a:xfrm>
      </p:grpSpPr>
      <p:grpSp>
        <p:nvGrpSpPr>
          <p:cNvPr id="102" name="Google Shape;102;p18"/>
          <p:cNvGrpSpPr/>
          <p:nvPr/>
        </p:nvGrpSpPr>
        <p:grpSpPr>
          <a:xfrm>
            <a:off x="-422876" y="-1217750"/>
            <a:ext cx="9989751" cy="7140575"/>
            <a:chOff x="-422876" y="-1217750"/>
            <a:chExt cx="9989751" cy="7140575"/>
          </a:xfrm>
        </p:grpSpPr>
        <p:pic>
          <p:nvPicPr>
            <p:cNvPr id="103" name="Google Shape;103;p18"/>
            <p:cNvPicPr preferRelativeResize="0"/>
            <p:nvPr/>
          </p:nvPicPr>
          <p:blipFill rotWithShape="1">
            <a:blip r:embed="rId2">
              <a:alphaModFix/>
            </a:blip>
            <a:srcRect t="12942" b="10381"/>
            <a:stretch/>
          </p:blipFill>
          <p:spPr>
            <a:xfrm flipH="1">
              <a:off x="-422875" y="-1217750"/>
              <a:ext cx="2943900" cy="2310600"/>
            </a:xfrm>
            <a:prstGeom prst="rect">
              <a:avLst/>
            </a:prstGeom>
            <a:noFill/>
            <a:ln>
              <a:noFill/>
            </a:ln>
          </p:spPr>
        </p:pic>
        <p:pic>
          <p:nvPicPr>
            <p:cNvPr id="104" name="Google Shape;104;p18"/>
            <p:cNvPicPr preferRelativeResize="0"/>
            <p:nvPr/>
          </p:nvPicPr>
          <p:blipFill>
            <a:blip r:embed="rId3">
              <a:alphaModFix/>
            </a:blip>
            <a:stretch>
              <a:fillRect/>
            </a:stretch>
          </p:blipFill>
          <p:spPr>
            <a:xfrm flipH="1">
              <a:off x="-422876" y="4068125"/>
              <a:ext cx="9989751" cy="1854700"/>
            </a:xfrm>
            <a:prstGeom prst="rect">
              <a:avLst/>
            </a:prstGeom>
            <a:noFill/>
            <a:ln>
              <a:noFill/>
            </a:ln>
          </p:spPr>
        </p:pic>
      </p:grpSp>
      <p:sp>
        <p:nvSpPr>
          <p:cNvPr id="105" name="Google Shape;105;p18"/>
          <p:cNvSpPr txBox="1">
            <a:spLocks noGrp="1"/>
          </p:cNvSpPr>
          <p:nvPr>
            <p:ph type="title"/>
          </p:nvPr>
        </p:nvSpPr>
        <p:spPr>
          <a:xfrm>
            <a:off x="720000" y="1638083"/>
            <a:ext cx="2963400" cy="684900"/>
          </a:xfrm>
          <a:prstGeom prst="rect">
            <a:avLst/>
          </a:prstGeom>
        </p:spPr>
        <p:txBody>
          <a:bodyPr spcFirstLastPara="1" wrap="square" lIns="91425" tIns="91425" rIns="91425" bIns="91425" anchor="b" anchorCtr="0">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a:endParaRPr/>
          </a:p>
        </p:txBody>
      </p:sp>
      <p:sp>
        <p:nvSpPr>
          <p:cNvPr id="106" name="Google Shape;106;p18"/>
          <p:cNvSpPr txBox="1">
            <a:spLocks noGrp="1"/>
          </p:cNvSpPr>
          <p:nvPr>
            <p:ph type="subTitle" idx="1"/>
          </p:nvPr>
        </p:nvSpPr>
        <p:spPr>
          <a:xfrm>
            <a:off x="720000" y="2322800"/>
            <a:ext cx="2963400" cy="11826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ext 4">
  <p:cSld name="TITLE_AND_BODY_1">
    <p:spTree>
      <p:nvGrpSpPr>
        <p:cNvPr id="1" name="Shape 107"/>
        <p:cNvGrpSpPr/>
        <p:nvPr/>
      </p:nvGrpSpPr>
      <p:grpSpPr>
        <a:xfrm>
          <a:off x="0" y="0"/>
          <a:ext cx="0" cy="0"/>
          <a:chOff x="0" y="0"/>
          <a:chExt cx="0" cy="0"/>
        </a:xfrm>
      </p:grpSpPr>
      <p:grpSp>
        <p:nvGrpSpPr>
          <p:cNvPr id="108" name="Google Shape;108;p19"/>
          <p:cNvGrpSpPr/>
          <p:nvPr/>
        </p:nvGrpSpPr>
        <p:grpSpPr>
          <a:xfrm>
            <a:off x="-133350" y="-27700"/>
            <a:ext cx="9429749" cy="5266450"/>
            <a:chOff x="-133350" y="-27700"/>
            <a:chExt cx="9429749" cy="5266450"/>
          </a:xfrm>
        </p:grpSpPr>
        <p:pic>
          <p:nvPicPr>
            <p:cNvPr id="109" name="Google Shape;109;p19"/>
            <p:cNvPicPr preferRelativeResize="0"/>
            <p:nvPr/>
          </p:nvPicPr>
          <p:blipFill rotWithShape="1">
            <a:blip r:embed="rId2">
              <a:alphaModFix/>
            </a:blip>
            <a:srcRect l="3749" t="873" r="81263" b="45215"/>
            <a:stretch/>
          </p:blipFill>
          <p:spPr>
            <a:xfrm>
              <a:off x="-133350" y="4057700"/>
              <a:ext cx="1370400" cy="1181050"/>
            </a:xfrm>
            <a:prstGeom prst="rect">
              <a:avLst/>
            </a:prstGeom>
            <a:noFill/>
            <a:ln>
              <a:noFill/>
            </a:ln>
          </p:spPr>
        </p:pic>
        <p:pic>
          <p:nvPicPr>
            <p:cNvPr id="110" name="Google Shape;110;p19"/>
            <p:cNvPicPr preferRelativeResize="0"/>
            <p:nvPr/>
          </p:nvPicPr>
          <p:blipFill rotWithShape="1">
            <a:blip r:embed="rId3">
              <a:alphaModFix/>
            </a:blip>
            <a:srcRect t="68848" r="66844"/>
            <a:stretch/>
          </p:blipFill>
          <p:spPr>
            <a:xfrm>
              <a:off x="6681600" y="-27700"/>
              <a:ext cx="2614799" cy="896100"/>
            </a:xfrm>
            <a:prstGeom prst="rect">
              <a:avLst/>
            </a:prstGeom>
            <a:noFill/>
            <a:ln>
              <a:noFill/>
            </a:ln>
          </p:spPr>
        </p:pic>
      </p:grpSp>
      <p:sp>
        <p:nvSpPr>
          <p:cNvPr id="111" name="Google Shape;111;p1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a:endParaRPr/>
          </a:p>
        </p:txBody>
      </p:sp>
      <p:sp>
        <p:nvSpPr>
          <p:cNvPr id="112" name="Google Shape;112;p19"/>
          <p:cNvSpPr txBox="1">
            <a:spLocks noGrp="1"/>
          </p:cNvSpPr>
          <p:nvPr>
            <p:ph type="body" idx="1"/>
          </p:nvPr>
        </p:nvSpPr>
        <p:spPr>
          <a:xfrm>
            <a:off x="720000" y="1139550"/>
            <a:ext cx="7704000" cy="12360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SzPts val="1400"/>
              <a:buFont typeface="Nunito Light"/>
              <a:buChar char="●"/>
              <a:defRPr/>
            </a:lvl1pPr>
            <a:lvl2pPr marL="914400" lvl="1" indent="-317500" rtl="0">
              <a:lnSpc>
                <a:spcPct val="100000"/>
              </a:lnSpc>
              <a:spcBef>
                <a:spcPts val="0"/>
              </a:spcBef>
              <a:spcAft>
                <a:spcPts val="0"/>
              </a:spcAft>
              <a:buSzPts val="1400"/>
              <a:buFont typeface="Nunito Light"/>
              <a:buChar char="○"/>
              <a:defRPr/>
            </a:lvl2pPr>
            <a:lvl3pPr marL="1371600" lvl="2" indent="-317500" rtl="0">
              <a:lnSpc>
                <a:spcPct val="100000"/>
              </a:lnSpc>
              <a:spcBef>
                <a:spcPts val="0"/>
              </a:spcBef>
              <a:spcAft>
                <a:spcPts val="0"/>
              </a:spcAft>
              <a:buSzPts val="1400"/>
              <a:buFont typeface="Nunito Light"/>
              <a:buChar char="■"/>
              <a:defRPr/>
            </a:lvl3pPr>
            <a:lvl4pPr marL="1828800" lvl="3" indent="-317500" rtl="0">
              <a:lnSpc>
                <a:spcPct val="100000"/>
              </a:lnSpc>
              <a:spcBef>
                <a:spcPts val="0"/>
              </a:spcBef>
              <a:spcAft>
                <a:spcPts val="0"/>
              </a:spcAft>
              <a:buSzPts val="1400"/>
              <a:buFont typeface="Nunito Light"/>
              <a:buChar char="●"/>
              <a:defRPr/>
            </a:lvl4pPr>
            <a:lvl5pPr marL="2286000" lvl="4" indent="-317500" rtl="0">
              <a:lnSpc>
                <a:spcPct val="100000"/>
              </a:lnSpc>
              <a:spcBef>
                <a:spcPts val="0"/>
              </a:spcBef>
              <a:spcAft>
                <a:spcPts val="0"/>
              </a:spcAft>
              <a:buSzPts val="1400"/>
              <a:buFont typeface="Nunito Light"/>
              <a:buChar char="○"/>
              <a:defRPr/>
            </a:lvl5pPr>
            <a:lvl6pPr marL="2743200" lvl="5" indent="-317500" rtl="0">
              <a:lnSpc>
                <a:spcPct val="100000"/>
              </a:lnSpc>
              <a:spcBef>
                <a:spcPts val="0"/>
              </a:spcBef>
              <a:spcAft>
                <a:spcPts val="0"/>
              </a:spcAft>
              <a:buSzPts val="1400"/>
              <a:buFont typeface="Nunito Light"/>
              <a:buChar char="■"/>
              <a:defRPr/>
            </a:lvl6pPr>
            <a:lvl7pPr marL="3200400" lvl="6" indent="-317500" rtl="0">
              <a:lnSpc>
                <a:spcPct val="100000"/>
              </a:lnSpc>
              <a:spcBef>
                <a:spcPts val="0"/>
              </a:spcBef>
              <a:spcAft>
                <a:spcPts val="0"/>
              </a:spcAft>
              <a:buSzPts val="1400"/>
              <a:buFont typeface="Nunito Light"/>
              <a:buChar char="●"/>
              <a:defRPr/>
            </a:lvl7pPr>
            <a:lvl8pPr marL="3657600" lvl="7" indent="-317500" rtl="0">
              <a:lnSpc>
                <a:spcPct val="100000"/>
              </a:lnSpc>
              <a:spcBef>
                <a:spcPts val="0"/>
              </a:spcBef>
              <a:spcAft>
                <a:spcPts val="0"/>
              </a:spcAft>
              <a:buSzPts val="1400"/>
              <a:buFont typeface="Nunito Light"/>
              <a:buChar char="○"/>
              <a:defRPr/>
            </a:lvl8pPr>
            <a:lvl9pPr marL="4114800" lvl="8" indent="-317500" rtl="0">
              <a:lnSpc>
                <a:spcPct val="100000"/>
              </a:lnSpc>
              <a:spcBef>
                <a:spcPts val="0"/>
              </a:spcBef>
              <a:spcAft>
                <a:spcPts val="0"/>
              </a:spcAft>
              <a:buSzPts val="1400"/>
              <a:buFont typeface="Nunito Light"/>
              <a:buChar char="■"/>
              <a:defRPr/>
            </a:lvl9pPr>
          </a:lstStyle>
          <a:p>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ext 5">
  <p:cSld name="TITLE_AND_BODY_1_1">
    <p:spTree>
      <p:nvGrpSpPr>
        <p:cNvPr id="1" name="Shape 113"/>
        <p:cNvGrpSpPr/>
        <p:nvPr/>
      </p:nvGrpSpPr>
      <p:grpSpPr>
        <a:xfrm>
          <a:off x="0" y="0"/>
          <a:ext cx="0" cy="0"/>
          <a:chOff x="0" y="0"/>
          <a:chExt cx="0" cy="0"/>
        </a:xfrm>
      </p:grpSpPr>
      <p:grpSp>
        <p:nvGrpSpPr>
          <p:cNvPr id="114" name="Google Shape;114;p20"/>
          <p:cNvGrpSpPr/>
          <p:nvPr/>
        </p:nvGrpSpPr>
        <p:grpSpPr>
          <a:xfrm>
            <a:off x="-642469" y="-875078"/>
            <a:ext cx="10726814" cy="7255366"/>
            <a:chOff x="-642469" y="-875078"/>
            <a:chExt cx="10726814" cy="7255366"/>
          </a:xfrm>
        </p:grpSpPr>
        <p:pic>
          <p:nvPicPr>
            <p:cNvPr id="115" name="Google Shape;115;p20"/>
            <p:cNvPicPr preferRelativeResize="0"/>
            <p:nvPr/>
          </p:nvPicPr>
          <p:blipFill rotWithShape="1">
            <a:blip r:embed="rId2">
              <a:alphaModFix/>
            </a:blip>
            <a:srcRect t="12942" b="10381"/>
            <a:stretch/>
          </p:blipFill>
          <p:spPr>
            <a:xfrm rot="4627207" flipH="1">
              <a:off x="7638488" y="-426125"/>
              <a:ext cx="2460575" cy="1931250"/>
            </a:xfrm>
            <a:prstGeom prst="rect">
              <a:avLst/>
            </a:prstGeom>
            <a:noFill/>
            <a:ln>
              <a:noFill/>
            </a:ln>
          </p:spPr>
        </p:pic>
        <p:pic>
          <p:nvPicPr>
            <p:cNvPr id="116" name="Google Shape;116;p20"/>
            <p:cNvPicPr preferRelativeResize="0"/>
            <p:nvPr/>
          </p:nvPicPr>
          <p:blipFill rotWithShape="1">
            <a:blip r:embed="rId2">
              <a:alphaModFix/>
            </a:blip>
            <a:srcRect t="12942" b="10381"/>
            <a:stretch/>
          </p:blipFill>
          <p:spPr>
            <a:xfrm rot="-6300001" flipH="1">
              <a:off x="-621612" y="3976375"/>
              <a:ext cx="2460575" cy="1931250"/>
            </a:xfrm>
            <a:prstGeom prst="rect">
              <a:avLst/>
            </a:prstGeom>
            <a:noFill/>
            <a:ln>
              <a:noFill/>
            </a:ln>
          </p:spPr>
        </p:pic>
      </p:grpSp>
      <p:sp>
        <p:nvSpPr>
          <p:cNvPr id="117" name="Google Shape;117;p2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a:endParaRPr/>
          </a:p>
        </p:txBody>
      </p:sp>
      <p:sp>
        <p:nvSpPr>
          <p:cNvPr id="118" name="Google Shape;118;p20"/>
          <p:cNvSpPr txBox="1">
            <a:spLocks noGrp="1"/>
          </p:cNvSpPr>
          <p:nvPr>
            <p:ph type="body" idx="1"/>
          </p:nvPr>
        </p:nvSpPr>
        <p:spPr>
          <a:xfrm>
            <a:off x="720000" y="1139551"/>
            <a:ext cx="7704000" cy="34644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SzPts val="1400"/>
              <a:buFont typeface="Nunito Light"/>
              <a:buChar char="●"/>
              <a:defRPr/>
            </a:lvl1pPr>
            <a:lvl2pPr marL="914400" lvl="1" indent="-317500" rtl="0">
              <a:lnSpc>
                <a:spcPct val="100000"/>
              </a:lnSpc>
              <a:spcBef>
                <a:spcPts val="0"/>
              </a:spcBef>
              <a:spcAft>
                <a:spcPts val="0"/>
              </a:spcAft>
              <a:buSzPts val="1400"/>
              <a:buFont typeface="Nunito Light"/>
              <a:buChar char="○"/>
              <a:defRPr/>
            </a:lvl2pPr>
            <a:lvl3pPr marL="1371600" lvl="2" indent="-317500" rtl="0">
              <a:lnSpc>
                <a:spcPct val="100000"/>
              </a:lnSpc>
              <a:spcBef>
                <a:spcPts val="0"/>
              </a:spcBef>
              <a:spcAft>
                <a:spcPts val="0"/>
              </a:spcAft>
              <a:buSzPts val="1400"/>
              <a:buFont typeface="Nunito Light"/>
              <a:buChar char="■"/>
              <a:defRPr/>
            </a:lvl3pPr>
            <a:lvl4pPr marL="1828800" lvl="3" indent="-317500" rtl="0">
              <a:lnSpc>
                <a:spcPct val="100000"/>
              </a:lnSpc>
              <a:spcBef>
                <a:spcPts val="0"/>
              </a:spcBef>
              <a:spcAft>
                <a:spcPts val="0"/>
              </a:spcAft>
              <a:buSzPts val="1400"/>
              <a:buFont typeface="Nunito Light"/>
              <a:buChar char="●"/>
              <a:defRPr/>
            </a:lvl4pPr>
            <a:lvl5pPr marL="2286000" lvl="4" indent="-317500" rtl="0">
              <a:lnSpc>
                <a:spcPct val="100000"/>
              </a:lnSpc>
              <a:spcBef>
                <a:spcPts val="0"/>
              </a:spcBef>
              <a:spcAft>
                <a:spcPts val="0"/>
              </a:spcAft>
              <a:buSzPts val="1400"/>
              <a:buFont typeface="Nunito Light"/>
              <a:buChar char="○"/>
              <a:defRPr/>
            </a:lvl5pPr>
            <a:lvl6pPr marL="2743200" lvl="5" indent="-317500" rtl="0">
              <a:lnSpc>
                <a:spcPct val="100000"/>
              </a:lnSpc>
              <a:spcBef>
                <a:spcPts val="0"/>
              </a:spcBef>
              <a:spcAft>
                <a:spcPts val="0"/>
              </a:spcAft>
              <a:buSzPts val="1400"/>
              <a:buFont typeface="Nunito Light"/>
              <a:buChar char="■"/>
              <a:defRPr/>
            </a:lvl6pPr>
            <a:lvl7pPr marL="3200400" lvl="6" indent="-317500" rtl="0">
              <a:lnSpc>
                <a:spcPct val="100000"/>
              </a:lnSpc>
              <a:spcBef>
                <a:spcPts val="0"/>
              </a:spcBef>
              <a:spcAft>
                <a:spcPts val="0"/>
              </a:spcAft>
              <a:buSzPts val="1400"/>
              <a:buFont typeface="Nunito Light"/>
              <a:buChar char="●"/>
              <a:defRPr/>
            </a:lvl7pPr>
            <a:lvl8pPr marL="3657600" lvl="7" indent="-317500" rtl="0">
              <a:lnSpc>
                <a:spcPct val="100000"/>
              </a:lnSpc>
              <a:spcBef>
                <a:spcPts val="0"/>
              </a:spcBef>
              <a:spcAft>
                <a:spcPts val="0"/>
              </a:spcAft>
              <a:buSzPts val="1400"/>
              <a:buFont typeface="Nunito Light"/>
              <a:buChar char="○"/>
              <a:defRPr/>
            </a:lvl8pPr>
            <a:lvl9pPr marL="4114800" lvl="8" indent="-317500" rtl="0">
              <a:lnSpc>
                <a:spcPct val="100000"/>
              </a:lnSpc>
              <a:spcBef>
                <a:spcPts val="0"/>
              </a:spcBef>
              <a:spcAft>
                <a:spcPts val="0"/>
              </a:spcAft>
              <a:buSzPts val="1400"/>
              <a:buFont typeface="Nunito Light"/>
              <a:buChar char="■"/>
              <a:defRPr/>
            </a:lvl9pPr>
          </a:lstStyle>
          <a:p>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spTree>
      <p:nvGrpSpPr>
        <p:cNvPr id="1" name="Shape 119"/>
        <p:cNvGrpSpPr/>
        <p:nvPr/>
      </p:nvGrpSpPr>
      <p:grpSpPr>
        <a:xfrm>
          <a:off x="0" y="0"/>
          <a:ext cx="0" cy="0"/>
          <a:chOff x="0" y="0"/>
          <a:chExt cx="0" cy="0"/>
        </a:xfrm>
      </p:grpSpPr>
      <p:grpSp>
        <p:nvGrpSpPr>
          <p:cNvPr id="120" name="Google Shape;120;p21"/>
          <p:cNvGrpSpPr/>
          <p:nvPr/>
        </p:nvGrpSpPr>
        <p:grpSpPr>
          <a:xfrm>
            <a:off x="7181849" y="-136765"/>
            <a:ext cx="3042517" cy="5680315"/>
            <a:chOff x="7181849" y="-136765"/>
            <a:chExt cx="3042517" cy="5680315"/>
          </a:xfrm>
        </p:grpSpPr>
        <p:pic>
          <p:nvPicPr>
            <p:cNvPr id="121" name="Google Shape;121;p21"/>
            <p:cNvPicPr preferRelativeResize="0"/>
            <p:nvPr/>
          </p:nvPicPr>
          <p:blipFill rotWithShape="1">
            <a:blip r:embed="rId2">
              <a:alphaModFix/>
            </a:blip>
            <a:srcRect l="68186" t="63576"/>
            <a:stretch/>
          </p:blipFill>
          <p:spPr>
            <a:xfrm rot="10800000">
              <a:off x="7715387" y="-136765"/>
              <a:ext cx="2508979" cy="1047750"/>
            </a:xfrm>
            <a:prstGeom prst="rect">
              <a:avLst/>
            </a:prstGeom>
            <a:noFill/>
            <a:ln>
              <a:noFill/>
            </a:ln>
          </p:spPr>
        </p:pic>
        <p:pic>
          <p:nvPicPr>
            <p:cNvPr id="122" name="Google Shape;122;p21"/>
            <p:cNvPicPr preferRelativeResize="0"/>
            <p:nvPr/>
          </p:nvPicPr>
          <p:blipFill rotWithShape="1">
            <a:blip r:embed="rId3">
              <a:alphaModFix/>
            </a:blip>
            <a:srcRect l="33542" t="34747" r="43749"/>
            <a:stretch/>
          </p:blipFill>
          <p:spPr>
            <a:xfrm rot="10800000">
              <a:off x="7181849" y="4114050"/>
              <a:ext cx="2076451" cy="1429500"/>
            </a:xfrm>
            <a:prstGeom prst="rect">
              <a:avLst/>
            </a:prstGeom>
            <a:noFill/>
            <a:ln>
              <a:noFill/>
            </a:ln>
          </p:spPr>
        </p:pic>
      </p:grpSp>
      <p:sp>
        <p:nvSpPr>
          <p:cNvPr id="123" name="Google Shape;123;p2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a:endParaRPr/>
          </a:p>
        </p:txBody>
      </p:sp>
      <p:sp>
        <p:nvSpPr>
          <p:cNvPr id="124" name="Google Shape;124;p21"/>
          <p:cNvSpPr txBox="1">
            <a:spLocks noGrp="1"/>
          </p:cNvSpPr>
          <p:nvPr>
            <p:ph type="subTitle" idx="1"/>
          </p:nvPr>
        </p:nvSpPr>
        <p:spPr>
          <a:xfrm>
            <a:off x="5064875" y="3103354"/>
            <a:ext cx="2650500" cy="1010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5" name="Google Shape;125;p21"/>
          <p:cNvSpPr txBox="1">
            <a:spLocks noGrp="1"/>
          </p:cNvSpPr>
          <p:nvPr>
            <p:ph type="subTitle" idx="2"/>
          </p:nvPr>
        </p:nvSpPr>
        <p:spPr>
          <a:xfrm>
            <a:off x="1275936" y="3103356"/>
            <a:ext cx="2650500" cy="1010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6" name="Google Shape;126;p21"/>
          <p:cNvSpPr txBox="1">
            <a:spLocks noGrp="1"/>
          </p:cNvSpPr>
          <p:nvPr>
            <p:ph type="subTitle" idx="3"/>
          </p:nvPr>
        </p:nvSpPr>
        <p:spPr>
          <a:xfrm>
            <a:off x="1275925" y="2738350"/>
            <a:ext cx="2650500" cy="4848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DM Sans"/>
              <a:buNone/>
              <a:defRPr sz="2100">
                <a:solidFill>
                  <a:schemeClr val="dk1"/>
                </a:solidFill>
                <a:latin typeface="Questrial"/>
                <a:ea typeface="Questrial"/>
                <a:cs typeface="Questrial"/>
                <a:sym typeface="Questrial"/>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127" name="Google Shape;127;p21"/>
          <p:cNvSpPr txBox="1">
            <a:spLocks noGrp="1"/>
          </p:cNvSpPr>
          <p:nvPr>
            <p:ph type="subTitle" idx="4"/>
          </p:nvPr>
        </p:nvSpPr>
        <p:spPr>
          <a:xfrm>
            <a:off x="5064885" y="2738350"/>
            <a:ext cx="2650500" cy="4848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DM Sans"/>
              <a:buNone/>
              <a:defRPr sz="2100">
                <a:solidFill>
                  <a:schemeClr val="dk1"/>
                </a:solidFill>
                <a:latin typeface="Questrial"/>
                <a:ea typeface="Questrial"/>
                <a:cs typeface="Questrial"/>
                <a:sym typeface="Questrial"/>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two columns 2">
  <p:cSld name="TITLE_AND_TWO_COLUMNS_1_1">
    <p:spTree>
      <p:nvGrpSpPr>
        <p:cNvPr id="1" name="Shape 128"/>
        <p:cNvGrpSpPr/>
        <p:nvPr/>
      </p:nvGrpSpPr>
      <p:grpSpPr>
        <a:xfrm>
          <a:off x="0" y="0"/>
          <a:ext cx="0" cy="0"/>
          <a:chOff x="0" y="0"/>
          <a:chExt cx="0" cy="0"/>
        </a:xfrm>
      </p:grpSpPr>
      <p:grpSp>
        <p:nvGrpSpPr>
          <p:cNvPr id="129" name="Google Shape;129;p22"/>
          <p:cNvGrpSpPr/>
          <p:nvPr/>
        </p:nvGrpSpPr>
        <p:grpSpPr>
          <a:xfrm>
            <a:off x="952500" y="-324600"/>
            <a:ext cx="8590400" cy="5563350"/>
            <a:chOff x="952500" y="-324600"/>
            <a:chExt cx="8590400" cy="5563350"/>
          </a:xfrm>
        </p:grpSpPr>
        <p:pic>
          <p:nvPicPr>
            <p:cNvPr id="130" name="Google Shape;130;p22"/>
            <p:cNvPicPr preferRelativeResize="0"/>
            <p:nvPr/>
          </p:nvPicPr>
          <p:blipFill rotWithShape="1">
            <a:blip r:embed="rId2">
              <a:alphaModFix/>
            </a:blip>
            <a:srcRect t="66087" r="8958"/>
            <a:stretch/>
          </p:blipFill>
          <p:spPr>
            <a:xfrm rot="10800000" flipH="1">
              <a:off x="952500" y="4495850"/>
              <a:ext cx="8324852" cy="742900"/>
            </a:xfrm>
            <a:prstGeom prst="rect">
              <a:avLst/>
            </a:prstGeom>
            <a:noFill/>
            <a:ln>
              <a:noFill/>
            </a:ln>
          </p:spPr>
        </p:pic>
        <p:pic>
          <p:nvPicPr>
            <p:cNvPr id="131" name="Google Shape;131;p22"/>
            <p:cNvPicPr preferRelativeResize="0"/>
            <p:nvPr/>
          </p:nvPicPr>
          <p:blipFill rotWithShape="1">
            <a:blip r:embed="rId3">
              <a:alphaModFix/>
            </a:blip>
            <a:srcRect l="60385" t="69960" r="2175"/>
            <a:stretch/>
          </p:blipFill>
          <p:spPr>
            <a:xfrm rot="10800000">
              <a:off x="6590151" y="-324600"/>
              <a:ext cx="2952749" cy="864100"/>
            </a:xfrm>
            <a:prstGeom prst="rect">
              <a:avLst/>
            </a:prstGeom>
            <a:noFill/>
            <a:ln>
              <a:noFill/>
            </a:ln>
          </p:spPr>
        </p:pic>
      </p:grpSp>
      <p:sp>
        <p:nvSpPr>
          <p:cNvPr id="132" name="Google Shape;132;p2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a:endParaRPr/>
          </a:p>
        </p:txBody>
      </p:sp>
      <p:sp>
        <p:nvSpPr>
          <p:cNvPr id="133" name="Google Shape;133;p22"/>
          <p:cNvSpPr txBox="1">
            <a:spLocks noGrp="1"/>
          </p:cNvSpPr>
          <p:nvPr>
            <p:ph type="subTitle" idx="1"/>
          </p:nvPr>
        </p:nvSpPr>
        <p:spPr>
          <a:xfrm>
            <a:off x="4600075" y="2183900"/>
            <a:ext cx="3824100" cy="18153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4" name="Google Shape;134;p22"/>
          <p:cNvSpPr txBox="1">
            <a:spLocks noGrp="1"/>
          </p:cNvSpPr>
          <p:nvPr>
            <p:ph type="subTitle" idx="2"/>
          </p:nvPr>
        </p:nvSpPr>
        <p:spPr>
          <a:xfrm>
            <a:off x="720000" y="2183900"/>
            <a:ext cx="3824100" cy="18153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5" name="Google Shape;135;p22"/>
          <p:cNvSpPr txBox="1">
            <a:spLocks noGrp="1"/>
          </p:cNvSpPr>
          <p:nvPr>
            <p:ph type="subTitle" idx="3"/>
          </p:nvPr>
        </p:nvSpPr>
        <p:spPr>
          <a:xfrm>
            <a:off x="720000" y="1358400"/>
            <a:ext cx="7704000" cy="4848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DM Sans"/>
              <a:buNone/>
              <a:defRPr sz="2100">
                <a:solidFill>
                  <a:schemeClr val="dk1"/>
                </a:solidFill>
                <a:latin typeface="Questrial"/>
                <a:ea typeface="Questrial"/>
                <a:cs typeface="Questrial"/>
                <a:sym typeface="Questrial"/>
              </a:defRPr>
            </a:lvl1pPr>
            <a:lvl2pPr lvl="1" rtl="0">
              <a:lnSpc>
                <a:spcPct val="100000"/>
              </a:lnSpc>
              <a:spcBef>
                <a:spcPts val="0"/>
              </a:spcBef>
              <a:spcAft>
                <a:spcPts val="0"/>
              </a:spcAft>
              <a:buSzPts val="2400"/>
              <a:buFont typeface="DM Sans"/>
              <a:buNone/>
              <a:defRPr sz="2400" b="1">
                <a:latin typeface="DM Sans"/>
                <a:ea typeface="DM Sans"/>
                <a:cs typeface="DM Sans"/>
                <a:sym typeface="DM Sans"/>
              </a:defRPr>
            </a:lvl2pPr>
            <a:lvl3pPr lvl="2" rtl="0">
              <a:lnSpc>
                <a:spcPct val="100000"/>
              </a:lnSpc>
              <a:spcBef>
                <a:spcPts val="0"/>
              </a:spcBef>
              <a:spcAft>
                <a:spcPts val="0"/>
              </a:spcAft>
              <a:buSzPts val="2400"/>
              <a:buFont typeface="DM Sans"/>
              <a:buNone/>
              <a:defRPr sz="2400" b="1">
                <a:latin typeface="DM Sans"/>
                <a:ea typeface="DM Sans"/>
                <a:cs typeface="DM Sans"/>
                <a:sym typeface="DM Sans"/>
              </a:defRPr>
            </a:lvl3pPr>
            <a:lvl4pPr lvl="3" rtl="0">
              <a:lnSpc>
                <a:spcPct val="100000"/>
              </a:lnSpc>
              <a:spcBef>
                <a:spcPts val="0"/>
              </a:spcBef>
              <a:spcAft>
                <a:spcPts val="0"/>
              </a:spcAft>
              <a:buSzPts val="2400"/>
              <a:buFont typeface="DM Sans"/>
              <a:buNone/>
              <a:defRPr sz="2400" b="1">
                <a:latin typeface="DM Sans"/>
                <a:ea typeface="DM Sans"/>
                <a:cs typeface="DM Sans"/>
                <a:sym typeface="DM Sans"/>
              </a:defRPr>
            </a:lvl4pPr>
            <a:lvl5pPr lvl="4" rtl="0">
              <a:lnSpc>
                <a:spcPct val="100000"/>
              </a:lnSpc>
              <a:spcBef>
                <a:spcPts val="0"/>
              </a:spcBef>
              <a:spcAft>
                <a:spcPts val="0"/>
              </a:spcAft>
              <a:buSzPts val="2400"/>
              <a:buFont typeface="DM Sans"/>
              <a:buNone/>
              <a:defRPr sz="2400" b="1">
                <a:latin typeface="DM Sans"/>
                <a:ea typeface="DM Sans"/>
                <a:cs typeface="DM Sans"/>
                <a:sym typeface="DM Sans"/>
              </a:defRPr>
            </a:lvl5pPr>
            <a:lvl6pPr lvl="5" rtl="0">
              <a:lnSpc>
                <a:spcPct val="100000"/>
              </a:lnSpc>
              <a:spcBef>
                <a:spcPts val="0"/>
              </a:spcBef>
              <a:spcAft>
                <a:spcPts val="0"/>
              </a:spcAft>
              <a:buSzPts val="2400"/>
              <a:buFont typeface="DM Sans"/>
              <a:buNone/>
              <a:defRPr sz="2400" b="1">
                <a:latin typeface="DM Sans"/>
                <a:ea typeface="DM Sans"/>
                <a:cs typeface="DM Sans"/>
                <a:sym typeface="DM Sans"/>
              </a:defRPr>
            </a:lvl6pPr>
            <a:lvl7pPr lvl="6" rtl="0">
              <a:lnSpc>
                <a:spcPct val="100000"/>
              </a:lnSpc>
              <a:spcBef>
                <a:spcPts val="0"/>
              </a:spcBef>
              <a:spcAft>
                <a:spcPts val="0"/>
              </a:spcAft>
              <a:buSzPts val="2400"/>
              <a:buFont typeface="DM Sans"/>
              <a:buNone/>
              <a:defRPr sz="2400" b="1">
                <a:latin typeface="DM Sans"/>
                <a:ea typeface="DM Sans"/>
                <a:cs typeface="DM Sans"/>
                <a:sym typeface="DM Sans"/>
              </a:defRPr>
            </a:lvl7pPr>
            <a:lvl8pPr lvl="7" rtl="0">
              <a:lnSpc>
                <a:spcPct val="100000"/>
              </a:lnSpc>
              <a:spcBef>
                <a:spcPts val="0"/>
              </a:spcBef>
              <a:spcAft>
                <a:spcPts val="0"/>
              </a:spcAft>
              <a:buSzPts val="2400"/>
              <a:buFont typeface="DM Sans"/>
              <a:buNone/>
              <a:defRPr sz="2400" b="1">
                <a:latin typeface="DM Sans"/>
                <a:ea typeface="DM Sans"/>
                <a:cs typeface="DM Sans"/>
                <a:sym typeface="DM Sans"/>
              </a:defRPr>
            </a:lvl8pPr>
            <a:lvl9pPr lvl="8"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136"/>
        <p:cNvGrpSpPr/>
        <p:nvPr/>
      </p:nvGrpSpPr>
      <p:grpSpPr>
        <a:xfrm>
          <a:off x="0" y="0"/>
          <a:ext cx="0" cy="0"/>
          <a:chOff x="0" y="0"/>
          <a:chExt cx="0" cy="0"/>
        </a:xfrm>
      </p:grpSpPr>
      <p:grpSp>
        <p:nvGrpSpPr>
          <p:cNvPr id="137" name="Google Shape;137;p23"/>
          <p:cNvGrpSpPr/>
          <p:nvPr/>
        </p:nvGrpSpPr>
        <p:grpSpPr>
          <a:xfrm>
            <a:off x="-95250" y="-27700"/>
            <a:ext cx="9334499" cy="5266450"/>
            <a:chOff x="-95250" y="-27700"/>
            <a:chExt cx="9334499" cy="5266450"/>
          </a:xfrm>
        </p:grpSpPr>
        <p:pic>
          <p:nvPicPr>
            <p:cNvPr id="138" name="Google Shape;138;p23"/>
            <p:cNvPicPr preferRelativeResize="0"/>
            <p:nvPr/>
          </p:nvPicPr>
          <p:blipFill rotWithShape="1">
            <a:blip r:embed="rId2">
              <a:alphaModFix/>
            </a:blip>
            <a:srcRect l="4168" t="873" r="17467" b="45215"/>
            <a:stretch/>
          </p:blipFill>
          <p:spPr>
            <a:xfrm>
              <a:off x="-95250" y="4057700"/>
              <a:ext cx="7165275" cy="1181050"/>
            </a:xfrm>
            <a:prstGeom prst="rect">
              <a:avLst/>
            </a:prstGeom>
            <a:noFill/>
            <a:ln>
              <a:noFill/>
            </a:ln>
          </p:spPr>
        </p:pic>
        <p:pic>
          <p:nvPicPr>
            <p:cNvPr id="139" name="Google Shape;139;p23"/>
            <p:cNvPicPr preferRelativeResize="0"/>
            <p:nvPr/>
          </p:nvPicPr>
          <p:blipFill rotWithShape="1">
            <a:blip r:embed="rId3">
              <a:alphaModFix/>
            </a:blip>
            <a:srcRect t="68848" r="54767"/>
            <a:stretch/>
          </p:blipFill>
          <p:spPr>
            <a:xfrm>
              <a:off x="5671950" y="-27700"/>
              <a:ext cx="3567299" cy="896100"/>
            </a:xfrm>
            <a:prstGeom prst="rect">
              <a:avLst/>
            </a:prstGeom>
            <a:noFill/>
            <a:ln>
              <a:noFill/>
            </a:ln>
          </p:spPr>
        </p:pic>
      </p:grpSp>
      <p:sp>
        <p:nvSpPr>
          <p:cNvPr id="140" name="Google Shape;140;p2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a:endParaRPr/>
          </a:p>
        </p:txBody>
      </p:sp>
      <p:sp>
        <p:nvSpPr>
          <p:cNvPr id="141" name="Google Shape;141;p23"/>
          <p:cNvSpPr txBox="1">
            <a:spLocks noGrp="1"/>
          </p:cNvSpPr>
          <p:nvPr>
            <p:ph type="subTitle" idx="1"/>
          </p:nvPr>
        </p:nvSpPr>
        <p:spPr>
          <a:xfrm>
            <a:off x="713225" y="3103351"/>
            <a:ext cx="2283600" cy="896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42" name="Google Shape;142;p23"/>
          <p:cNvSpPr txBox="1">
            <a:spLocks noGrp="1"/>
          </p:cNvSpPr>
          <p:nvPr>
            <p:ph type="subTitle" idx="2"/>
          </p:nvPr>
        </p:nvSpPr>
        <p:spPr>
          <a:xfrm>
            <a:off x="3430198" y="3103351"/>
            <a:ext cx="2283600" cy="896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43" name="Google Shape;143;p23"/>
          <p:cNvSpPr txBox="1">
            <a:spLocks noGrp="1"/>
          </p:cNvSpPr>
          <p:nvPr>
            <p:ph type="subTitle" idx="3"/>
          </p:nvPr>
        </p:nvSpPr>
        <p:spPr>
          <a:xfrm>
            <a:off x="6140400" y="3103351"/>
            <a:ext cx="2283600" cy="896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44" name="Google Shape;144;p23"/>
          <p:cNvSpPr txBox="1">
            <a:spLocks noGrp="1"/>
          </p:cNvSpPr>
          <p:nvPr>
            <p:ph type="subTitle" idx="4"/>
          </p:nvPr>
        </p:nvSpPr>
        <p:spPr>
          <a:xfrm>
            <a:off x="713225" y="2738350"/>
            <a:ext cx="2283600" cy="4848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DM Sans"/>
              <a:buNone/>
              <a:defRPr sz="2100">
                <a:solidFill>
                  <a:schemeClr val="dk1"/>
                </a:solidFill>
                <a:latin typeface="Questrial"/>
                <a:ea typeface="Questrial"/>
                <a:cs typeface="Questrial"/>
                <a:sym typeface="Questrial"/>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145" name="Google Shape;145;p23"/>
          <p:cNvSpPr txBox="1">
            <a:spLocks noGrp="1"/>
          </p:cNvSpPr>
          <p:nvPr>
            <p:ph type="subTitle" idx="5"/>
          </p:nvPr>
        </p:nvSpPr>
        <p:spPr>
          <a:xfrm>
            <a:off x="3430364" y="2738350"/>
            <a:ext cx="2283600" cy="4848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DM Sans"/>
              <a:buNone/>
              <a:defRPr sz="2100">
                <a:solidFill>
                  <a:schemeClr val="dk1"/>
                </a:solidFill>
                <a:latin typeface="Questrial"/>
                <a:ea typeface="Questrial"/>
                <a:cs typeface="Questrial"/>
                <a:sym typeface="Questrial"/>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146" name="Google Shape;146;p23"/>
          <p:cNvSpPr txBox="1">
            <a:spLocks noGrp="1"/>
          </p:cNvSpPr>
          <p:nvPr>
            <p:ph type="subTitle" idx="6"/>
          </p:nvPr>
        </p:nvSpPr>
        <p:spPr>
          <a:xfrm>
            <a:off x="6140400" y="2738350"/>
            <a:ext cx="2283600" cy="4848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DM Sans"/>
              <a:buNone/>
              <a:defRPr sz="2100">
                <a:solidFill>
                  <a:schemeClr val="dk1"/>
                </a:solidFill>
                <a:latin typeface="Questrial"/>
                <a:ea typeface="Questrial"/>
                <a:cs typeface="Questrial"/>
                <a:sym typeface="Questrial"/>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147"/>
        <p:cNvGrpSpPr/>
        <p:nvPr/>
      </p:nvGrpSpPr>
      <p:grpSpPr>
        <a:xfrm>
          <a:off x="0" y="0"/>
          <a:ext cx="0" cy="0"/>
          <a:chOff x="0" y="0"/>
          <a:chExt cx="0" cy="0"/>
        </a:xfrm>
      </p:grpSpPr>
      <p:grpSp>
        <p:nvGrpSpPr>
          <p:cNvPr id="148" name="Google Shape;148;p24"/>
          <p:cNvGrpSpPr/>
          <p:nvPr/>
        </p:nvGrpSpPr>
        <p:grpSpPr>
          <a:xfrm>
            <a:off x="-171450" y="-136765"/>
            <a:ext cx="10395816" cy="5375515"/>
            <a:chOff x="-171450" y="-136765"/>
            <a:chExt cx="10395816" cy="5375515"/>
          </a:xfrm>
        </p:grpSpPr>
        <p:pic>
          <p:nvPicPr>
            <p:cNvPr id="149" name="Google Shape;149;p24"/>
            <p:cNvPicPr preferRelativeResize="0"/>
            <p:nvPr/>
          </p:nvPicPr>
          <p:blipFill rotWithShape="1">
            <a:blip r:embed="rId2">
              <a:alphaModFix/>
            </a:blip>
            <a:srcRect t="66087" r="8958"/>
            <a:stretch/>
          </p:blipFill>
          <p:spPr>
            <a:xfrm rot="10800000">
              <a:off x="-171450" y="4495850"/>
              <a:ext cx="8324852" cy="742900"/>
            </a:xfrm>
            <a:prstGeom prst="rect">
              <a:avLst/>
            </a:prstGeom>
            <a:noFill/>
            <a:ln>
              <a:noFill/>
            </a:ln>
          </p:spPr>
        </p:pic>
        <p:pic>
          <p:nvPicPr>
            <p:cNvPr id="150" name="Google Shape;150;p24"/>
            <p:cNvPicPr preferRelativeResize="0"/>
            <p:nvPr/>
          </p:nvPicPr>
          <p:blipFill rotWithShape="1">
            <a:blip r:embed="rId3">
              <a:alphaModFix/>
            </a:blip>
            <a:srcRect l="68186" t="63576"/>
            <a:stretch/>
          </p:blipFill>
          <p:spPr>
            <a:xfrm rot="10800000">
              <a:off x="7715387" y="-136765"/>
              <a:ext cx="2508979" cy="1047750"/>
            </a:xfrm>
            <a:prstGeom prst="rect">
              <a:avLst/>
            </a:prstGeom>
            <a:noFill/>
            <a:ln>
              <a:noFill/>
            </a:ln>
          </p:spPr>
        </p:pic>
      </p:grpSp>
      <p:sp>
        <p:nvSpPr>
          <p:cNvPr id="151" name="Google Shape;151;p2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a:endParaRPr/>
          </a:p>
        </p:txBody>
      </p:sp>
      <p:sp>
        <p:nvSpPr>
          <p:cNvPr id="152" name="Google Shape;152;p24"/>
          <p:cNvSpPr txBox="1">
            <a:spLocks noGrp="1"/>
          </p:cNvSpPr>
          <p:nvPr>
            <p:ph type="subTitle" idx="1"/>
          </p:nvPr>
        </p:nvSpPr>
        <p:spPr>
          <a:xfrm>
            <a:off x="1940229" y="1990401"/>
            <a:ext cx="19782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3" name="Google Shape;153;p24"/>
          <p:cNvSpPr txBox="1">
            <a:spLocks noGrp="1"/>
          </p:cNvSpPr>
          <p:nvPr>
            <p:ph type="subTitle" idx="2"/>
          </p:nvPr>
        </p:nvSpPr>
        <p:spPr>
          <a:xfrm>
            <a:off x="6282482" y="1990401"/>
            <a:ext cx="19782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4" name="Google Shape;154;p24"/>
          <p:cNvSpPr txBox="1">
            <a:spLocks noGrp="1"/>
          </p:cNvSpPr>
          <p:nvPr>
            <p:ph type="subTitle" idx="3"/>
          </p:nvPr>
        </p:nvSpPr>
        <p:spPr>
          <a:xfrm>
            <a:off x="1940229" y="3543851"/>
            <a:ext cx="19782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5" name="Google Shape;155;p24"/>
          <p:cNvSpPr txBox="1">
            <a:spLocks noGrp="1"/>
          </p:cNvSpPr>
          <p:nvPr>
            <p:ph type="subTitle" idx="4"/>
          </p:nvPr>
        </p:nvSpPr>
        <p:spPr>
          <a:xfrm>
            <a:off x="6282482" y="3543851"/>
            <a:ext cx="19782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6" name="Google Shape;156;p24"/>
          <p:cNvSpPr txBox="1">
            <a:spLocks noGrp="1"/>
          </p:cNvSpPr>
          <p:nvPr>
            <p:ph type="subTitle" idx="5"/>
          </p:nvPr>
        </p:nvSpPr>
        <p:spPr>
          <a:xfrm>
            <a:off x="1940218" y="1625400"/>
            <a:ext cx="1978200" cy="4848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DM Sans"/>
              <a:buNone/>
              <a:defRPr sz="2100">
                <a:solidFill>
                  <a:schemeClr val="dk1"/>
                </a:solidFill>
                <a:latin typeface="Questrial"/>
                <a:ea typeface="Questrial"/>
                <a:cs typeface="Questrial"/>
                <a:sym typeface="Questrial"/>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157" name="Google Shape;157;p24"/>
          <p:cNvSpPr txBox="1">
            <a:spLocks noGrp="1"/>
          </p:cNvSpPr>
          <p:nvPr>
            <p:ph type="subTitle" idx="6"/>
          </p:nvPr>
        </p:nvSpPr>
        <p:spPr>
          <a:xfrm>
            <a:off x="1940218" y="3178850"/>
            <a:ext cx="1978200" cy="4848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DM Sans"/>
              <a:buNone/>
              <a:defRPr sz="2100">
                <a:solidFill>
                  <a:schemeClr val="dk1"/>
                </a:solidFill>
                <a:latin typeface="Questrial"/>
                <a:ea typeface="Questrial"/>
                <a:cs typeface="Questrial"/>
                <a:sym typeface="Questrial"/>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158" name="Google Shape;158;p24"/>
          <p:cNvSpPr txBox="1">
            <a:spLocks noGrp="1"/>
          </p:cNvSpPr>
          <p:nvPr>
            <p:ph type="subTitle" idx="7"/>
          </p:nvPr>
        </p:nvSpPr>
        <p:spPr>
          <a:xfrm>
            <a:off x="6282468" y="1625400"/>
            <a:ext cx="1978200" cy="4848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DM Sans"/>
              <a:buNone/>
              <a:defRPr sz="2100">
                <a:solidFill>
                  <a:schemeClr val="dk1"/>
                </a:solidFill>
                <a:latin typeface="Questrial"/>
                <a:ea typeface="Questrial"/>
                <a:cs typeface="Questrial"/>
                <a:sym typeface="Questrial"/>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159" name="Google Shape;159;p24"/>
          <p:cNvSpPr txBox="1">
            <a:spLocks noGrp="1"/>
          </p:cNvSpPr>
          <p:nvPr>
            <p:ph type="subTitle" idx="8"/>
          </p:nvPr>
        </p:nvSpPr>
        <p:spPr>
          <a:xfrm>
            <a:off x="6282468" y="3178850"/>
            <a:ext cx="1978200" cy="4848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DM Sans"/>
              <a:buNone/>
              <a:defRPr sz="2100">
                <a:solidFill>
                  <a:schemeClr val="dk1"/>
                </a:solidFill>
                <a:latin typeface="Questrial"/>
                <a:ea typeface="Questrial"/>
                <a:cs typeface="Questrial"/>
                <a:sym typeface="Questrial"/>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160"/>
        <p:cNvGrpSpPr/>
        <p:nvPr/>
      </p:nvGrpSpPr>
      <p:grpSpPr>
        <a:xfrm>
          <a:off x="0" y="0"/>
          <a:ext cx="0" cy="0"/>
          <a:chOff x="0" y="0"/>
          <a:chExt cx="0" cy="0"/>
        </a:xfrm>
      </p:grpSpPr>
      <p:grpSp>
        <p:nvGrpSpPr>
          <p:cNvPr id="161" name="Google Shape;161;p25"/>
          <p:cNvGrpSpPr/>
          <p:nvPr/>
        </p:nvGrpSpPr>
        <p:grpSpPr>
          <a:xfrm>
            <a:off x="-114300" y="-95250"/>
            <a:ext cx="9390501" cy="5295900"/>
            <a:chOff x="-114300" y="-95250"/>
            <a:chExt cx="9390501" cy="5295900"/>
          </a:xfrm>
        </p:grpSpPr>
        <p:pic>
          <p:nvPicPr>
            <p:cNvPr id="162" name="Google Shape;162;p25"/>
            <p:cNvPicPr preferRelativeResize="0"/>
            <p:nvPr/>
          </p:nvPicPr>
          <p:blipFill rotWithShape="1">
            <a:blip r:embed="rId2">
              <a:alphaModFix/>
            </a:blip>
            <a:srcRect l="23283" b="3716"/>
            <a:stretch/>
          </p:blipFill>
          <p:spPr>
            <a:xfrm rot="10800000">
              <a:off x="6267450" y="-95250"/>
              <a:ext cx="3008751" cy="4328875"/>
            </a:xfrm>
            <a:prstGeom prst="rect">
              <a:avLst/>
            </a:prstGeom>
            <a:noFill/>
            <a:ln>
              <a:noFill/>
            </a:ln>
          </p:spPr>
        </p:pic>
        <p:pic>
          <p:nvPicPr>
            <p:cNvPr id="163" name="Google Shape;163;p25"/>
            <p:cNvPicPr preferRelativeResize="0"/>
            <p:nvPr/>
          </p:nvPicPr>
          <p:blipFill rotWithShape="1">
            <a:blip r:embed="rId3">
              <a:alphaModFix/>
            </a:blip>
            <a:srcRect l="21414" t="39417" r="37818" b="10381"/>
            <a:stretch/>
          </p:blipFill>
          <p:spPr>
            <a:xfrm rot="-5400000" flipH="1">
              <a:off x="42037" y="3844163"/>
              <a:ext cx="1200150" cy="1512825"/>
            </a:xfrm>
            <a:prstGeom prst="rect">
              <a:avLst/>
            </a:prstGeom>
            <a:noFill/>
            <a:ln>
              <a:noFill/>
            </a:ln>
          </p:spPr>
        </p:pic>
      </p:grpSp>
      <p:sp>
        <p:nvSpPr>
          <p:cNvPr id="164" name="Google Shape;164;p2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a:endParaRPr/>
          </a:p>
        </p:txBody>
      </p:sp>
      <p:sp>
        <p:nvSpPr>
          <p:cNvPr id="165" name="Google Shape;165;p25"/>
          <p:cNvSpPr txBox="1">
            <a:spLocks noGrp="1"/>
          </p:cNvSpPr>
          <p:nvPr>
            <p:ph type="subTitle" idx="1"/>
          </p:nvPr>
        </p:nvSpPr>
        <p:spPr>
          <a:xfrm>
            <a:off x="789775" y="1965075"/>
            <a:ext cx="2174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66" name="Google Shape;166;p25"/>
          <p:cNvSpPr txBox="1">
            <a:spLocks noGrp="1"/>
          </p:cNvSpPr>
          <p:nvPr>
            <p:ph type="subTitle" idx="2"/>
          </p:nvPr>
        </p:nvSpPr>
        <p:spPr>
          <a:xfrm>
            <a:off x="3483900" y="1965075"/>
            <a:ext cx="21762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67" name="Google Shape;167;p25"/>
          <p:cNvSpPr txBox="1">
            <a:spLocks noGrp="1"/>
          </p:cNvSpPr>
          <p:nvPr>
            <p:ph type="subTitle" idx="3"/>
          </p:nvPr>
        </p:nvSpPr>
        <p:spPr>
          <a:xfrm>
            <a:off x="789775" y="3518525"/>
            <a:ext cx="21741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68" name="Google Shape;168;p25"/>
          <p:cNvSpPr txBox="1">
            <a:spLocks noGrp="1"/>
          </p:cNvSpPr>
          <p:nvPr>
            <p:ph type="subTitle" idx="4"/>
          </p:nvPr>
        </p:nvSpPr>
        <p:spPr>
          <a:xfrm>
            <a:off x="3483900" y="3518525"/>
            <a:ext cx="21762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69" name="Google Shape;169;p25"/>
          <p:cNvSpPr txBox="1">
            <a:spLocks noGrp="1"/>
          </p:cNvSpPr>
          <p:nvPr>
            <p:ph type="subTitle" idx="5"/>
          </p:nvPr>
        </p:nvSpPr>
        <p:spPr>
          <a:xfrm>
            <a:off x="6180125" y="1965075"/>
            <a:ext cx="21780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70" name="Google Shape;170;p25"/>
          <p:cNvSpPr txBox="1">
            <a:spLocks noGrp="1"/>
          </p:cNvSpPr>
          <p:nvPr>
            <p:ph type="subTitle" idx="6"/>
          </p:nvPr>
        </p:nvSpPr>
        <p:spPr>
          <a:xfrm>
            <a:off x="6180125" y="3518525"/>
            <a:ext cx="2178000" cy="66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71" name="Google Shape;171;p25"/>
          <p:cNvSpPr txBox="1">
            <a:spLocks noGrp="1"/>
          </p:cNvSpPr>
          <p:nvPr>
            <p:ph type="subTitle" idx="7"/>
          </p:nvPr>
        </p:nvSpPr>
        <p:spPr>
          <a:xfrm>
            <a:off x="789775" y="1600075"/>
            <a:ext cx="2172000" cy="4848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DM Sans"/>
              <a:buNone/>
              <a:defRPr sz="2100">
                <a:solidFill>
                  <a:schemeClr val="dk1"/>
                </a:solidFill>
                <a:latin typeface="Questrial"/>
                <a:ea typeface="Questrial"/>
                <a:cs typeface="Questrial"/>
                <a:sym typeface="Questrial"/>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172" name="Google Shape;172;p25"/>
          <p:cNvSpPr txBox="1">
            <a:spLocks noGrp="1"/>
          </p:cNvSpPr>
          <p:nvPr>
            <p:ph type="subTitle" idx="8"/>
          </p:nvPr>
        </p:nvSpPr>
        <p:spPr>
          <a:xfrm>
            <a:off x="3483900" y="1600075"/>
            <a:ext cx="2174100" cy="4848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DM Sans"/>
              <a:buNone/>
              <a:defRPr sz="2100">
                <a:solidFill>
                  <a:schemeClr val="dk1"/>
                </a:solidFill>
                <a:latin typeface="Questrial"/>
                <a:ea typeface="Questrial"/>
                <a:cs typeface="Questrial"/>
                <a:sym typeface="Questrial"/>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173" name="Google Shape;173;p25"/>
          <p:cNvSpPr txBox="1">
            <a:spLocks noGrp="1"/>
          </p:cNvSpPr>
          <p:nvPr>
            <p:ph type="subTitle" idx="9"/>
          </p:nvPr>
        </p:nvSpPr>
        <p:spPr>
          <a:xfrm>
            <a:off x="6180125" y="1600075"/>
            <a:ext cx="2176200" cy="4848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DM Sans"/>
              <a:buNone/>
              <a:defRPr sz="2100">
                <a:solidFill>
                  <a:schemeClr val="dk1"/>
                </a:solidFill>
                <a:latin typeface="Questrial"/>
                <a:ea typeface="Questrial"/>
                <a:cs typeface="Questrial"/>
                <a:sym typeface="Questrial"/>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174" name="Google Shape;174;p25"/>
          <p:cNvSpPr txBox="1">
            <a:spLocks noGrp="1"/>
          </p:cNvSpPr>
          <p:nvPr>
            <p:ph type="subTitle" idx="13"/>
          </p:nvPr>
        </p:nvSpPr>
        <p:spPr>
          <a:xfrm>
            <a:off x="789775" y="3153525"/>
            <a:ext cx="2172000" cy="4848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DM Sans"/>
              <a:buNone/>
              <a:defRPr sz="2100">
                <a:solidFill>
                  <a:schemeClr val="dk1"/>
                </a:solidFill>
                <a:latin typeface="Questrial"/>
                <a:ea typeface="Questrial"/>
                <a:cs typeface="Questrial"/>
                <a:sym typeface="Questrial"/>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175" name="Google Shape;175;p25"/>
          <p:cNvSpPr txBox="1">
            <a:spLocks noGrp="1"/>
          </p:cNvSpPr>
          <p:nvPr>
            <p:ph type="subTitle" idx="14"/>
          </p:nvPr>
        </p:nvSpPr>
        <p:spPr>
          <a:xfrm>
            <a:off x="3483900" y="3153525"/>
            <a:ext cx="2174100" cy="4848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DM Sans"/>
              <a:buNone/>
              <a:defRPr sz="2100">
                <a:solidFill>
                  <a:schemeClr val="dk1"/>
                </a:solidFill>
                <a:latin typeface="Questrial"/>
                <a:ea typeface="Questrial"/>
                <a:cs typeface="Questrial"/>
                <a:sym typeface="Questrial"/>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
        <p:nvSpPr>
          <p:cNvPr id="176" name="Google Shape;176;p25"/>
          <p:cNvSpPr txBox="1">
            <a:spLocks noGrp="1"/>
          </p:cNvSpPr>
          <p:nvPr>
            <p:ph type="subTitle" idx="15"/>
          </p:nvPr>
        </p:nvSpPr>
        <p:spPr>
          <a:xfrm>
            <a:off x="6180125" y="3153525"/>
            <a:ext cx="2176200" cy="4848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DM Sans"/>
              <a:buNone/>
              <a:defRPr sz="2100">
                <a:solidFill>
                  <a:schemeClr val="dk1"/>
                </a:solidFill>
                <a:latin typeface="Questrial"/>
                <a:ea typeface="Questrial"/>
                <a:cs typeface="Questrial"/>
                <a:sym typeface="Questrial"/>
              </a:defRPr>
            </a:lvl1pPr>
            <a:lvl2pPr lvl="1" algn="ctr" rtl="0">
              <a:lnSpc>
                <a:spcPct val="100000"/>
              </a:lnSpc>
              <a:spcBef>
                <a:spcPts val="0"/>
              </a:spcBef>
              <a:spcAft>
                <a:spcPts val="0"/>
              </a:spcAft>
              <a:buSzPts val="2400"/>
              <a:buFont typeface="DM Sans"/>
              <a:buNone/>
              <a:defRPr sz="2400" b="1">
                <a:latin typeface="DM Sans"/>
                <a:ea typeface="DM Sans"/>
                <a:cs typeface="DM Sans"/>
                <a:sym typeface="DM Sans"/>
              </a:defRPr>
            </a:lvl2pPr>
            <a:lvl3pPr lvl="2" algn="ctr" rtl="0">
              <a:lnSpc>
                <a:spcPct val="100000"/>
              </a:lnSpc>
              <a:spcBef>
                <a:spcPts val="0"/>
              </a:spcBef>
              <a:spcAft>
                <a:spcPts val="0"/>
              </a:spcAft>
              <a:buSzPts val="2400"/>
              <a:buFont typeface="DM Sans"/>
              <a:buNone/>
              <a:defRPr sz="2400" b="1">
                <a:latin typeface="DM Sans"/>
                <a:ea typeface="DM Sans"/>
                <a:cs typeface="DM Sans"/>
                <a:sym typeface="DM Sans"/>
              </a:defRPr>
            </a:lvl3pPr>
            <a:lvl4pPr lvl="3" algn="ctr" rtl="0">
              <a:lnSpc>
                <a:spcPct val="100000"/>
              </a:lnSpc>
              <a:spcBef>
                <a:spcPts val="0"/>
              </a:spcBef>
              <a:spcAft>
                <a:spcPts val="0"/>
              </a:spcAft>
              <a:buSzPts val="2400"/>
              <a:buFont typeface="DM Sans"/>
              <a:buNone/>
              <a:defRPr sz="2400" b="1">
                <a:latin typeface="DM Sans"/>
                <a:ea typeface="DM Sans"/>
                <a:cs typeface="DM Sans"/>
                <a:sym typeface="DM Sans"/>
              </a:defRPr>
            </a:lvl4pPr>
            <a:lvl5pPr lvl="4" algn="ctr" rtl="0">
              <a:lnSpc>
                <a:spcPct val="100000"/>
              </a:lnSpc>
              <a:spcBef>
                <a:spcPts val="0"/>
              </a:spcBef>
              <a:spcAft>
                <a:spcPts val="0"/>
              </a:spcAft>
              <a:buSzPts val="2400"/>
              <a:buFont typeface="DM Sans"/>
              <a:buNone/>
              <a:defRPr sz="2400" b="1">
                <a:latin typeface="DM Sans"/>
                <a:ea typeface="DM Sans"/>
                <a:cs typeface="DM Sans"/>
                <a:sym typeface="DM Sans"/>
              </a:defRPr>
            </a:lvl5pPr>
            <a:lvl6pPr lvl="5" algn="ctr" rtl="0">
              <a:lnSpc>
                <a:spcPct val="100000"/>
              </a:lnSpc>
              <a:spcBef>
                <a:spcPts val="0"/>
              </a:spcBef>
              <a:spcAft>
                <a:spcPts val="0"/>
              </a:spcAft>
              <a:buSzPts val="2400"/>
              <a:buFont typeface="DM Sans"/>
              <a:buNone/>
              <a:defRPr sz="2400" b="1">
                <a:latin typeface="DM Sans"/>
                <a:ea typeface="DM Sans"/>
                <a:cs typeface="DM Sans"/>
                <a:sym typeface="DM Sans"/>
              </a:defRPr>
            </a:lvl6pPr>
            <a:lvl7pPr lvl="6" algn="ctr" rtl="0">
              <a:lnSpc>
                <a:spcPct val="100000"/>
              </a:lnSpc>
              <a:spcBef>
                <a:spcPts val="0"/>
              </a:spcBef>
              <a:spcAft>
                <a:spcPts val="0"/>
              </a:spcAft>
              <a:buSzPts val="2400"/>
              <a:buFont typeface="DM Sans"/>
              <a:buNone/>
              <a:defRPr sz="2400" b="1">
                <a:latin typeface="DM Sans"/>
                <a:ea typeface="DM Sans"/>
                <a:cs typeface="DM Sans"/>
                <a:sym typeface="DM Sans"/>
              </a:defRPr>
            </a:lvl7pPr>
            <a:lvl8pPr lvl="7" algn="ctr" rtl="0">
              <a:lnSpc>
                <a:spcPct val="100000"/>
              </a:lnSpc>
              <a:spcBef>
                <a:spcPts val="0"/>
              </a:spcBef>
              <a:spcAft>
                <a:spcPts val="0"/>
              </a:spcAft>
              <a:buSzPts val="2400"/>
              <a:buFont typeface="DM Sans"/>
              <a:buNone/>
              <a:defRPr sz="2400" b="1">
                <a:latin typeface="DM Sans"/>
                <a:ea typeface="DM Sans"/>
                <a:cs typeface="DM Sans"/>
                <a:sym typeface="DM Sans"/>
              </a:defRPr>
            </a:lvl8pPr>
            <a:lvl9pPr lvl="8" algn="ctr" rtl="0">
              <a:lnSpc>
                <a:spcPct val="100000"/>
              </a:lnSpc>
              <a:spcBef>
                <a:spcPts val="0"/>
              </a:spcBef>
              <a:spcAft>
                <a:spcPts val="0"/>
              </a:spcAft>
              <a:buSzPts val="2400"/>
              <a:buFont typeface="DM Sans"/>
              <a:buNone/>
              <a:defRPr sz="2400" b="1">
                <a:latin typeface="DM Sans"/>
                <a:ea typeface="DM Sans"/>
                <a:cs typeface="DM Sans"/>
                <a:sym typeface="DM Sans"/>
              </a:defRPr>
            </a:lvl9pPr>
          </a:lstStyle>
          <a:p>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only 1">
  <p:cSld name="TITLE_ONLY_1">
    <p:spTree>
      <p:nvGrpSpPr>
        <p:cNvPr id="1" name="Shape 177"/>
        <p:cNvGrpSpPr/>
        <p:nvPr/>
      </p:nvGrpSpPr>
      <p:grpSpPr>
        <a:xfrm>
          <a:off x="0" y="0"/>
          <a:ext cx="0" cy="0"/>
          <a:chOff x="0" y="0"/>
          <a:chExt cx="0" cy="0"/>
        </a:xfrm>
      </p:grpSpPr>
      <p:grpSp>
        <p:nvGrpSpPr>
          <p:cNvPr id="178" name="Google Shape;178;p26"/>
          <p:cNvGrpSpPr/>
          <p:nvPr/>
        </p:nvGrpSpPr>
        <p:grpSpPr>
          <a:xfrm>
            <a:off x="-457200" y="-171450"/>
            <a:ext cx="9660074" cy="5409649"/>
            <a:chOff x="-457200" y="-171450"/>
            <a:chExt cx="9660074" cy="5409649"/>
          </a:xfrm>
        </p:grpSpPr>
        <p:pic>
          <p:nvPicPr>
            <p:cNvPr id="179" name="Google Shape;179;p26"/>
            <p:cNvPicPr preferRelativeResize="0"/>
            <p:nvPr/>
          </p:nvPicPr>
          <p:blipFill rotWithShape="1">
            <a:blip r:embed="rId2">
              <a:alphaModFix/>
            </a:blip>
            <a:srcRect t="41540" r="58221"/>
            <a:stretch/>
          </p:blipFill>
          <p:spPr>
            <a:xfrm>
              <a:off x="7022175" y="-95250"/>
              <a:ext cx="2180699" cy="1112975"/>
            </a:xfrm>
            <a:prstGeom prst="rect">
              <a:avLst/>
            </a:prstGeom>
            <a:noFill/>
            <a:ln>
              <a:noFill/>
            </a:ln>
          </p:spPr>
        </p:pic>
        <p:pic>
          <p:nvPicPr>
            <p:cNvPr id="180" name="Google Shape;180;p26"/>
            <p:cNvPicPr preferRelativeResize="0"/>
            <p:nvPr/>
          </p:nvPicPr>
          <p:blipFill rotWithShape="1">
            <a:blip r:embed="rId2">
              <a:alphaModFix/>
            </a:blip>
            <a:srcRect l="63001"/>
            <a:stretch/>
          </p:blipFill>
          <p:spPr>
            <a:xfrm>
              <a:off x="-114300" y="3334400"/>
              <a:ext cx="1931250" cy="1903800"/>
            </a:xfrm>
            <a:prstGeom prst="rect">
              <a:avLst/>
            </a:prstGeom>
            <a:noFill/>
            <a:ln>
              <a:noFill/>
            </a:ln>
          </p:spPr>
        </p:pic>
        <p:pic>
          <p:nvPicPr>
            <p:cNvPr id="181" name="Google Shape;181;p26"/>
            <p:cNvPicPr preferRelativeResize="0"/>
            <p:nvPr/>
          </p:nvPicPr>
          <p:blipFill rotWithShape="1">
            <a:blip r:embed="rId3">
              <a:alphaModFix/>
            </a:blip>
            <a:srcRect t="31058" r="67916" b="31548"/>
            <a:stretch/>
          </p:blipFill>
          <p:spPr>
            <a:xfrm rot="10800000" flipH="1">
              <a:off x="-457200" y="-171450"/>
              <a:ext cx="2933698" cy="819150"/>
            </a:xfrm>
            <a:prstGeom prst="rect">
              <a:avLst/>
            </a:prstGeom>
            <a:noFill/>
            <a:ln>
              <a:noFill/>
            </a:ln>
          </p:spPr>
        </p:pic>
      </p:grpSp>
      <p:sp>
        <p:nvSpPr>
          <p:cNvPr id="182" name="Google Shape;182;p2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only 2">
  <p:cSld name="TITLE_ONLY_1_1">
    <p:spTree>
      <p:nvGrpSpPr>
        <p:cNvPr id="1" name="Shape 183"/>
        <p:cNvGrpSpPr/>
        <p:nvPr/>
      </p:nvGrpSpPr>
      <p:grpSpPr>
        <a:xfrm>
          <a:off x="0" y="0"/>
          <a:ext cx="0" cy="0"/>
          <a:chOff x="0" y="0"/>
          <a:chExt cx="0" cy="0"/>
        </a:xfrm>
      </p:grpSpPr>
      <p:grpSp>
        <p:nvGrpSpPr>
          <p:cNvPr id="184" name="Google Shape;184;p27"/>
          <p:cNvGrpSpPr/>
          <p:nvPr/>
        </p:nvGrpSpPr>
        <p:grpSpPr>
          <a:xfrm>
            <a:off x="-114300" y="-95250"/>
            <a:ext cx="9390501" cy="5238750"/>
            <a:chOff x="-114300" y="-95250"/>
            <a:chExt cx="9390501" cy="5238750"/>
          </a:xfrm>
        </p:grpSpPr>
        <p:pic>
          <p:nvPicPr>
            <p:cNvPr id="185" name="Google Shape;185;p27"/>
            <p:cNvPicPr preferRelativeResize="0"/>
            <p:nvPr/>
          </p:nvPicPr>
          <p:blipFill rotWithShape="1">
            <a:blip r:embed="rId2">
              <a:alphaModFix/>
            </a:blip>
            <a:srcRect l="23283" b="3716"/>
            <a:stretch/>
          </p:blipFill>
          <p:spPr>
            <a:xfrm rot="10800000">
              <a:off x="6267450" y="-95250"/>
              <a:ext cx="3008751" cy="4328875"/>
            </a:xfrm>
            <a:prstGeom prst="rect">
              <a:avLst/>
            </a:prstGeom>
            <a:noFill/>
            <a:ln>
              <a:noFill/>
            </a:ln>
          </p:spPr>
        </p:pic>
        <p:pic>
          <p:nvPicPr>
            <p:cNvPr id="186" name="Google Shape;186;p27"/>
            <p:cNvPicPr preferRelativeResize="0"/>
            <p:nvPr/>
          </p:nvPicPr>
          <p:blipFill rotWithShape="1">
            <a:blip r:embed="rId2">
              <a:alphaModFix/>
            </a:blip>
            <a:srcRect l="31330" t="55929" r="24466" b="13139"/>
            <a:stretch/>
          </p:blipFill>
          <p:spPr>
            <a:xfrm>
              <a:off x="-114300" y="3752850"/>
              <a:ext cx="1733550" cy="1390650"/>
            </a:xfrm>
            <a:prstGeom prst="rect">
              <a:avLst/>
            </a:prstGeom>
            <a:noFill/>
            <a:ln>
              <a:noFill/>
            </a:ln>
          </p:spPr>
        </p:pic>
      </p:grpSp>
      <p:sp>
        <p:nvSpPr>
          <p:cNvPr id="187" name="Google Shape;187;p2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only 3">
  <p:cSld name="TITLE_ONLY_1_1_1">
    <p:spTree>
      <p:nvGrpSpPr>
        <p:cNvPr id="1" name="Shape 188"/>
        <p:cNvGrpSpPr/>
        <p:nvPr/>
      </p:nvGrpSpPr>
      <p:grpSpPr>
        <a:xfrm>
          <a:off x="0" y="0"/>
          <a:ext cx="0" cy="0"/>
          <a:chOff x="0" y="0"/>
          <a:chExt cx="0" cy="0"/>
        </a:xfrm>
      </p:grpSpPr>
      <p:grpSp>
        <p:nvGrpSpPr>
          <p:cNvPr id="189" name="Google Shape;189;p28"/>
          <p:cNvGrpSpPr/>
          <p:nvPr/>
        </p:nvGrpSpPr>
        <p:grpSpPr>
          <a:xfrm>
            <a:off x="-171450" y="-152400"/>
            <a:ext cx="9829800" cy="5467350"/>
            <a:chOff x="-171450" y="-152400"/>
            <a:chExt cx="9829800" cy="5467350"/>
          </a:xfrm>
        </p:grpSpPr>
        <p:pic>
          <p:nvPicPr>
            <p:cNvPr id="190" name="Google Shape;190;p28"/>
            <p:cNvPicPr preferRelativeResize="0"/>
            <p:nvPr/>
          </p:nvPicPr>
          <p:blipFill rotWithShape="1">
            <a:blip r:embed="rId2">
              <a:alphaModFix/>
            </a:blip>
            <a:srcRect l="7876" b="45749"/>
            <a:stretch/>
          </p:blipFill>
          <p:spPr>
            <a:xfrm>
              <a:off x="-171450" y="4393925"/>
              <a:ext cx="8423999" cy="921025"/>
            </a:xfrm>
            <a:prstGeom prst="rect">
              <a:avLst/>
            </a:prstGeom>
            <a:noFill/>
            <a:ln>
              <a:noFill/>
            </a:ln>
          </p:spPr>
        </p:pic>
        <p:pic>
          <p:nvPicPr>
            <p:cNvPr id="191" name="Google Shape;191;p28"/>
            <p:cNvPicPr preferRelativeResize="0"/>
            <p:nvPr/>
          </p:nvPicPr>
          <p:blipFill rotWithShape="1">
            <a:blip r:embed="rId2">
              <a:alphaModFix/>
            </a:blip>
            <a:srcRect l="56809" b="26013"/>
            <a:stretch/>
          </p:blipFill>
          <p:spPr>
            <a:xfrm rot="10800000">
              <a:off x="5708975" y="-152400"/>
              <a:ext cx="3949375" cy="1256075"/>
            </a:xfrm>
            <a:prstGeom prst="rect">
              <a:avLst/>
            </a:prstGeom>
            <a:noFill/>
            <a:ln>
              <a:noFill/>
            </a:ln>
          </p:spPr>
        </p:pic>
      </p:grpSp>
      <p:sp>
        <p:nvSpPr>
          <p:cNvPr id="192" name="Google Shape;192;p2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itle only 4">
  <p:cSld name="TITLE_ONLY_1_1_1_1">
    <p:spTree>
      <p:nvGrpSpPr>
        <p:cNvPr id="1" name="Shape 193"/>
        <p:cNvGrpSpPr/>
        <p:nvPr/>
      </p:nvGrpSpPr>
      <p:grpSpPr>
        <a:xfrm>
          <a:off x="0" y="0"/>
          <a:ext cx="0" cy="0"/>
          <a:chOff x="0" y="0"/>
          <a:chExt cx="0" cy="0"/>
        </a:xfrm>
      </p:grpSpPr>
      <p:sp>
        <p:nvSpPr>
          <p:cNvPr id="194" name="Google Shape;194;p2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a:endParaRPr/>
          </a:p>
        </p:txBody>
      </p:sp>
      <p:grpSp>
        <p:nvGrpSpPr>
          <p:cNvPr id="195" name="Google Shape;195;p29"/>
          <p:cNvGrpSpPr/>
          <p:nvPr/>
        </p:nvGrpSpPr>
        <p:grpSpPr>
          <a:xfrm rot="10800000" flipH="1">
            <a:off x="-38100" y="-19050"/>
            <a:ext cx="9390501" cy="5391150"/>
            <a:chOff x="-114300" y="-247650"/>
            <a:chExt cx="9390501" cy="5391150"/>
          </a:xfrm>
        </p:grpSpPr>
        <p:pic>
          <p:nvPicPr>
            <p:cNvPr id="196" name="Google Shape;196;p29"/>
            <p:cNvPicPr preferRelativeResize="0"/>
            <p:nvPr/>
          </p:nvPicPr>
          <p:blipFill rotWithShape="1">
            <a:blip r:embed="rId2">
              <a:alphaModFix/>
            </a:blip>
            <a:srcRect l="23283" b="3716"/>
            <a:stretch/>
          </p:blipFill>
          <p:spPr>
            <a:xfrm rot="10800000">
              <a:off x="6267450" y="-247650"/>
              <a:ext cx="3008751" cy="4328875"/>
            </a:xfrm>
            <a:prstGeom prst="rect">
              <a:avLst/>
            </a:prstGeom>
            <a:noFill/>
            <a:ln>
              <a:noFill/>
            </a:ln>
          </p:spPr>
        </p:pic>
        <p:pic>
          <p:nvPicPr>
            <p:cNvPr id="197" name="Google Shape;197;p29"/>
            <p:cNvPicPr preferRelativeResize="0"/>
            <p:nvPr/>
          </p:nvPicPr>
          <p:blipFill rotWithShape="1">
            <a:blip r:embed="rId2">
              <a:alphaModFix/>
            </a:blip>
            <a:srcRect l="31330" t="55929" r="24466" b="13139"/>
            <a:stretch/>
          </p:blipFill>
          <p:spPr>
            <a:xfrm>
              <a:off x="-114300" y="3752850"/>
              <a:ext cx="1733550" cy="1390650"/>
            </a:xfrm>
            <a:prstGeom prst="rect">
              <a:avLst/>
            </a:prstGeom>
            <a:noFill/>
            <a:ln>
              <a:noFill/>
            </a:ln>
          </p:spPr>
        </p:pic>
      </p:gr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Numbers and text">
  <p:cSld name="CUSTOM_8">
    <p:spTree>
      <p:nvGrpSpPr>
        <p:cNvPr id="1" name="Shape 198"/>
        <p:cNvGrpSpPr/>
        <p:nvPr/>
      </p:nvGrpSpPr>
      <p:grpSpPr>
        <a:xfrm>
          <a:off x="0" y="0"/>
          <a:ext cx="0" cy="0"/>
          <a:chOff x="0" y="0"/>
          <a:chExt cx="0" cy="0"/>
        </a:xfrm>
      </p:grpSpPr>
      <p:grpSp>
        <p:nvGrpSpPr>
          <p:cNvPr id="199" name="Google Shape;199;p30"/>
          <p:cNvGrpSpPr/>
          <p:nvPr/>
        </p:nvGrpSpPr>
        <p:grpSpPr>
          <a:xfrm>
            <a:off x="-171450" y="-114300"/>
            <a:ext cx="9486900" cy="5372100"/>
            <a:chOff x="-171450" y="-114300"/>
            <a:chExt cx="9486900" cy="5372100"/>
          </a:xfrm>
        </p:grpSpPr>
        <p:pic>
          <p:nvPicPr>
            <p:cNvPr id="200" name="Google Shape;200;p30"/>
            <p:cNvPicPr preferRelativeResize="0"/>
            <p:nvPr/>
          </p:nvPicPr>
          <p:blipFill rotWithShape="1">
            <a:blip r:embed="rId2">
              <a:alphaModFix/>
            </a:blip>
            <a:srcRect t="12942" r="16177" b="10381"/>
            <a:stretch/>
          </p:blipFill>
          <p:spPr>
            <a:xfrm flipH="1">
              <a:off x="-171450" y="-114300"/>
              <a:ext cx="2467650" cy="2310600"/>
            </a:xfrm>
            <a:prstGeom prst="rect">
              <a:avLst/>
            </a:prstGeom>
            <a:noFill/>
            <a:ln>
              <a:noFill/>
            </a:ln>
          </p:spPr>
        </p:pic>
        <p:pic>
          <p:nvPicPr>
            <p:cNvPr id="201" name="Google Shape;201;p30"/>
            <p:cNvPicPr preferRelativeResize="0"/>
            <p:nvPr/>
          </p:nvPicPr>
          <p:blipFill rotWithShape="1">
            <a:blip r:embed="rId2">
              <a:alphaModFix/>
            </a:blip>
            <a:srcRect l="15655" t="33114" r="25378"/>
            <a:stretch/>
          </p:blipFill>
          <p:spPr>
            <a:xfrm rot="5400000">
              <a:off x="6701250" y="2643600"/>
              <a:ext cx="2419350" cy="2809050"/>
            </a:xfrm>
            <a:prstGeom prst="rect">
              <a:avLst/>
            </a:prstGeom>
            <a:noFill/>
            <a:ln>
              <a:noFill/>
            </a:ln>
          </p:spPr>
        </p:pic>
      </p:grpSp>
      <p:sp>
        <p:nvSpPr>
          <p:cNvPr id="202" name="Google Shape;202;p30"/>
          <p:cNvSpPr txBox="1">
            <a:spLocks noGrp="1"/>
          </p:cNvSpPr>
          <p:nvPr>
            <p:ph type="title" hasCustomPrompt="1"/>
          </p:nvPr>
        </p:nvSpPr>
        <p:spPr>
          <a:xfrm>
            <a:off x="2223600" y="539507"/>
            <a:ext cx="4696800" cy="768900"/>
          </a:xfrm>
          <a:prstGeom prst="rect">
            <a:avLst/>
          </a:prstGeom>
          <a:noFill/>
        </p:spPr>
        <p:txBody>
          <a:bodyPr spcFirstLastPara="1" wrap="square" lIns="91425" tIns="91425" rIns="91425" bIns="91425" anchor="b" anchorCtr="0">
            <a:noAutofit/>
          </a:bodyPr>
          <a:lstStyle>
            <a:lvl1pPr lvl="0" rtl="0">
              <a:spcBef>
                <a:spcPts val="0"/>
              </a:spcBef>
              <a:spcAft>
                <a:spcPts val="0"/>
              </a:spcAft>
              <a:buClr>
                <a:schemeClr val="lt1"/>
              </a:buClr>
              <a:buSzPts val="6000"/>
              <a:buNone/>
              <a:defRPr sz="3600" b="1"/>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203" name="Google Shape;203;p30"/>
          <p:cNvSpPr txBox="1">
            <a:spLocks noGrp="1"/>
          </p:cNvSpPr>
          <p:nvPr>
            <p:ph type="subTitle" idx="1"/>
          </p:nvPr>
        </p:nvSpPr>
        <p:spPr>
          <a:xfrm>
            <a:off x="2223600" y="1228426"/>
            <a:ext cx="4696800" cy="4272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2400"/>
              <a:buNone/>
              <a:defRPr sz="1600">
                <a:solidFill>
                  <a:schemeClr val="dk1"/>
                </a:solidFill>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None/>
              <a:defRPr sz="2100">
                <a:solidFill>
                  <a:schemeClr val="dk1"/>
                </a:solidFill>
              </a:defRPr>
            </a:lvl4pPr>
            <a:lvl5pPr lvl="4" algn="ctr" rtl="0">
              <a:lnSpc>
                <a:spcPct val="100000"/>
              </a:lnSpc>
              <a:spcBef>
                <a:spcPts val="0"/>
              </a:spcBef>
              <a:spcAft>
                <a:spcPts val="0"/>
              </a:spcAft>
              <a:buClr>
                <a:schemeClr val="dk1"/>
              </a:buClr>
              <a:buSzPts val="2100"/>
              <a:buNone/>
              <a:defRPr sz="2100">
                <a:solidFill>
                  <a:schemeClr val="dk1"/>
                </a:solidFill>
              </a:defRPr>
            </a:lvl5pPr>
            <a:lvl6pPr lvl="5" algn="ctr" rtl="0">
              <a:lnSpc>
                <a:spcPct val="100000"/>
              </a:lnSpc>
              <a:spcBef>
                <a:spcPts val="0"/>
              </a:spcBef>
              <a:spcAft>
                <a:spcPts val="0"/>
              </a:spcAft>
              <a:buClr>
                <a:schemeClr val="dk1"/>
              </a:buClr>
              <a:buSzPts val="2100"/>
              <a:buNone/>
              <a:defRPr sz="2100">
                <a:solidFill>
                  <a:schemeClr val="dk1"/>
                </a:solidFill>
              </a:defRPr>
            </a:lvl6pPr>
            <a:lvl7pPr lvl="6" algn="ctr" rtl="0">
              <a:lnSpc>
                <a:spcPct val="100000"/>
              </a:lnSpc>
              <a:spcBef>
                <a:spcPts val="0"/>
              </a:spcBef>
              <a:spcAft>
                <a:spcPts val="0"/>
              </a:spcAft>
              <a:buClr>
                <a:schemeClr val="dk1"/>
              </a:buClr>
              <a:buSzPts val="2100"/>
              <a:buNone/>
              <a:defRPr sz="2100">
                <a:solidFill>
                  <a:schemeClr val="dk1"/>
                </a:solidFill>
              </a:defRPr>
            </a:lvl7pPr>
            <a:lvl8pPr lvl="7" algn="ctr" rtl="0">
              <a:lnSpc>
                <a:spcPct val="100000"/>
              </a:lnSpc>
              <a:spcBef>
                <a:spcPts val="0"/>
              </a:spcBef>
              <a:spcAft>
                <a:spcPts val="0"/>
              </a:spcAft>
              <a:buClr>
                <a:schemeClr val="dk1"/>
              </a:buClr>
              <a:buSzPts val="2100"/>
              <a:buNone/>
              <a:defRPr sz="2100">
                <a:solidFill>
                  <a:schemeClr val="dk1"/>
                </a:solidFill>
              </a:defRPr>
            </a:lvl8pPr>
            <a:lvl9pPr lvl="8" algn="ctr" rtl="0">
              <a:lnSpc>
                <a:spcPct val="100000"/>
              </a:lnSpc>
              <a:spcBef>
                <a:spcPts val="0"/>
              </a:spcBef>
              <a:spcAft>
                <a:spcPts val="0"/>
              </a:spcAft>
              <a:buClr>
                <a:schemeClr val="dk1"/>
              </a:buClr>
              <a:buSzPts val="2100"/>
              <a:buNone/>
              <a:defRPr sz="2100">
                <a:solidFill>
                  <a:schemeClr val="dk1"/>
                </a:solidFill>
              </a:defRPr>
            </a:lvl9pPr>
          </a:lstStyle>
          <a:p>
            <a:endParaRPr/>
          </a:p>
        </p:txBody>
      </p:sp>
      <p:sp>
        <p:nvSpPr>
          <p:cNvPr id="204" name="Google Shape;204;p30"/>
          <p:cNvSpPr txBox="1">
            <a:spLocks noGrp="1"/>
          </p:cNvSpPr>
          <p:nvPr>
            <p:ph type="title" idx="2" hasCustomPrompt="1"/>
          </p:nvPr>
        </p:nvSpPr>
        <p:spPr>
          <a:xfrm>
            <a:off x="2223600" y="2013687"/>
            <a:ext cx="4696800" cy="768900"/>
          </a:xfrm>
          <a:prstGeom prst="rect">
            <a:avLst/>
          </a:prstGeom>
          <a:noFill/>
        </p:spPr>
        <p:txBody>
          <a:bodyPr spcFirstLastPara="1" wrap="square" lIns="91425" tIns="91425" rIns="91425" bIns="91425" anchor="b" anchorCtr="0">
            <a:noAutofit/>
          </a:bodyPr>
          <a:lstStyle>
            <a:lvl1pPr lvl="0" rtl="0">
              <a:spcBef>
                <a:spcPts val="0"/>
              </a:spcBef>
              <a:spcAft>
                <a:spcPts val="0"/>
              </a:spcAft>
              <a:buClr>
                <a:schemeClr val="lt1"/>
              </a:buClr>
              <a:buSzPts val="6000"/>
              <a:buNone/>
              <a:defRPr sz="3600" b="1"/>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205" name="Google Shape;205;p30"/>
          <p:cNvSpPr txBox="1">
            <a:spLocks noGrp="1"/>
          </p:cNvSpPr>
          <p:nvPr>
            <p:ph type="subTitle" idx="3"/>
          </p:nvPr>
        </p:nvSpPr>
        <p:spPr>
          <a:xfrm>
            <a:off x="2223600" y="2702611"/>
            <a:ext cx="4696800" cy="4272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2400"/>
              <a:buNone/>
              <a:defRPr sz="1600">
                <a:solidFill>
                  <a:schemeClr val="dk1"/>
                </a:solidFill>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None/>
              <a:defRPr sz="2100">
                <a:solidFill>
                  <a:schemeClr val="dk1"/>
                </a:solidFill>
              </a:defRPr>
            </a:lvl4pPr>
            <a:lvl5pPr lvl="4" algn="ctr" rtl="0">
              <a:lnSpc>
                <a:spcPct val="100000"/>
              </a:lnSpc>
              <a:spcBef>
                <a:spcPts val="0"/>
              </a:spcBef>
              <a:spcAft>
                <a:spcPts val="0"/>
              </a:spcAft>
              <a:buClr>
                <a:schemeClr val="dk1"/>
              </a:buClr>
              <a:buSzPts val="2100"/>
              <a:buNone/>
              <a:defRPr sz="2100">
                <a:solidFill>
                  <a:schemeClr val="dk1"/>
                </a:solidFill>
              </a:defRPr>
            </a:lvl5pPr>
            <a:lvl6pPr lvl="5" algn="ctr" rtl="0">
              <a:lnSpc>
                <a:spcPct val="100000"/>
              </a:lnSpc>
              <a:spcBef>
                <a:spcPts val="0"/>
              </a:spcBef>
              <a:spcAft>
                <a:spcPts val="0"/>
              </a:spcAft>
              <a:buClr>
                <a:schemeClr val="dk1"/>
              </a:buClr>
              <a:buSzPts val="2100"/>
              <a:buNone/>
              <a:defRPr sz="2100">
                <a:solidFill>
                  <a:schemeClr val="dk1"/>
                </a:solidFill>
              </a:defRPr>
            </a:lvl6pPr>
            <a:lvl7pPr lvl="6" algn="ctr" rtl="0">
              <a:lnSpc>
                <a:spcPct val="100000"/>
              </a:lnSpc>
              <a:spcBef>
                <a:spcPts val="0"/>
              </a:spcBef>
              <a:spcAft>
                <a:spcPts val="0"/>
              </a:spcAft>
              <a:buClr>
                <a:schemeClr val="dk1"/>
              </a:buClr>
              <a:buSzPts val="2100"/>
              <a:buNone/>
              <a:defRPr sz="2100">
                <a:solidFill>
                  <a:schemeClr val="dk1"/>
                </a:solidFill>
              </a:defRPr>
            </a:lvl7pPr>
            <a:lvl8pPr lvl="7" algn="ctr" rtl="0">
              <a:lnSpc>
                <a:spcPct val="100000"/>
              </a:lnSpc>
              <a:spcBef>
                <a:spcPts val="0"/>
              </a:spcBef>
              <a:spcAft>
                <a:spcPts val="0"/>
              </a:spcAft>
              <a:buClr>
                <a:schemeClr val="dk1"/>
              </a:buClr>
              <a:buSzPts val="2100"/>
              <a:buNone/>
              <a:defRPr sz="2100">
                <a:solidFill>
                  <a:schemeClr val="dk1"/>
                </a:solidFill>
              </a:defRPr>
            </a:lvl8pPr>
            <a:lvl9pPr lvl="8" algn="ctr" rtl="0">
              <a:lnSpc>
                <a:spcPct val="100000"/>
              </a:lnSpc>
              <a:spcBef>
                <a:spcPts val="0"/>
              </a:spcBef>
              <a:spcAft>
                <a:spcPts val="0"/>
              </a:spcAft>
              <a:buClr>
                <a:schemeClr val="dk1"/>
              </a:buClr>
              <a:buSzPts val="2100"/>
              <a:buNone/>
              <a:defRPr sz="2100">
                <a:solidFill>
                  <a:schemeClr val="dk1"/>
                </a:solidFill>
              </a:defRPr>
            </a:lvl9pPr>
          </a:lstStyle>
          <a:p>
            <a:endParaRPr/>
          </a:p>
        </p:txBody>
      </p:sp>
      <p:sp>
        <p:nvSpPr>
          <p:cNvPr id="206" name="Google Shape;206;p30"/>
          <p:cNvSpPr txBox="1">
            <a:spLocks noGrp="1"/>
          </p:cNvSpPr>
          <p:nvPr>
            <p:ph type="title" idx="4" hasCustomPrompt="1"/>
          </p:nvPr>
        </p:nvSpPr>
        <p:spPr>
          <a:xfrm>
            <a:off x="2223600" y="3487868"/>
            <a:ext cx="4696800" cy="768900"/>
          </a:xfrm>
          <a:prstGeom prst="rect">
            <a:avLst/>
          </a:prstGeom>
          <a:noFill/>
        </p:spPr>
        <p:txBody>
          <a:bodyPr spcFirstLastPara="1" wrap="square" lIns="91425" tIns="91425" rIns="91425" bIns="91425" anchor="b" anchorCtr="0">
            <a:noAutofit/>
          </a:bodyPr>
          <a:lstStyle>
            <a:lvl1pPr lvl="0" rtl="0">
              <a:spcBef>
                <a:spcPts val="0"/>
              </a:spcBef>
              <a:spcAft>
                <a:spcPts val="0"/>
              </a:spcAft>
              <a:buClr>
                <a:schemeClr val="lt1"/>
              </a:buClr>
              <a:buSzPts val="6000"/>
              <a:buNone/>
              <a:defRPr sz="3600" b="1"/>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207" name="Google Shape;207;p30"/>
          <p:cNvSpPr txBox="1">
            <a:spLocks noGrp="1"/>
          </p:cNvSpPr>
          <p:nvPr>
            <p:ph type="subTitle" idx="5"/>
          </p:nvPr>
        </p:nvSpPr>
        <p:spPr>
          <a:xfrm>
            <a:off x="2223600" y="4176797"/>
            <a:ext cx="4696800" cy="4272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2400"/>
              <a:buNone/>
              <a:defRPr sz="1600">
                <a:solidFill>
                  <a:schemeClr val="dk1"/>
                </a:solidFill>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None/>
              <a:defRPr sz="2100">
                <a:solidFill>
                  <a:schemeClr val="dk1"/>
                </a:solidFill>
              </a:defRPr>
            </a:lvl4pPr>
            <a:lvl5pPr lvl="4" algn="ctr" rtl="0">
              <a:lnSpc>
                <a:spcPct val="100000"/>
              </a:lnSpc>
              <a:spcBef>
                <a:spcPts val="0"/>
              </a:spcBef>
              <a:spcAft>
                <a:spcPts val="0"/>
              </a:spcAft>
              <a:buClr>
                <a:schemeClr val="dk1"/>
              </a:buClr>
              <a:buSzPts val="2100"/>
              <a:buNone/>
              <a:defRPr sz="2100">
                <a:solidFill>
                  <a:schemeClr val="dk1"/>
                </a:solidFill>
              </a:defRPr>
            </a:lvl5pPr>
            <a:lvl6pPr lvl="5" algn="ctr" rtl="0">
              <a:lnSpc>
                <a:spcPct val="100000"/>
              </a:lnSpc>
              <a:spcBef>
                <a:spcPts val="0"/>
              </a:spcBef>
              <a:spcAft>
                <a:spcPts val="0"/>
              </a:spcAft>
              <a:buClr>
                <a:schemeClr val="dk1"/>
              </a:buClr>
              <a:buSzPts val="2100"/>
              <a:buNone/>
              <a:defRPr sz="2100">
                <a:solidFill>
                  <a:schemeClr val="dk1"/>
                </a:solidFill>
              </a:defRPr>
            </a:lvl6pPr>
            <a:lvl7pPr lvl="6" algn="ctr" rtl="0">
              <a:lnSpc>
                <a:spcPct val="100000"/>
              </a:lnSpc>
              <a:spcBef>
                <a:spcPts val="0"/>
              </a:spcBef>
              <a:spcAft>
                <a:spcPts val="0"/>
              </a:spcAft>
              <a:buClr>
                <a:schemeClr val="dk1"/>
              </a:buClr>
              <a:buSzPts val="2100"/>
              <a:buNone/>
              <a:defRPr sz="2100">
                <a:solidFill>
                  <a:schemeClr val="dk1"/>
                </a:solidFill>
              </a:defRPr>
            </a:lvl7pPr>
            <a:lvl8pPr lvl="7" algn="ctr" rtl="0">
              <a:lnSpc>
                <a:spcPct val="100000"/>
              </a:lnSpc>
              <a:spcBef>
                <a:spcPts val="0"/>
              </a:spcBef>
              <a:spcAft>
                <a:spcPts val="0"/>
              </a:spcAft>
              <a:buClr>
                <a:schemeClr val="dk1"/>
              </a:buClr>
              <a:buSzPts val="2100"/>
              <a:buNone/>
              <a:defRPr sz="2100">
                <a:solidFill>
                  <a:schemeClr val="dk1"/>
                </a:solidFill>
              </a:defRPr>
            </a:lvl8pPr>
            <a:lvl9pPr lvl="8" algn="ctr" rtl="0">
              <a:lnSpc>
                <a:spcPct val="100000"/>
              </a:lnSpc>
              <a:spcBef>
                <a:spcPts val="0"/>
              </a:spcBef>
              <a:spcAft>
                <a:spcPts val="0"/>
              </a:spcAft>
              <a:buClr>
                <a:schemeClr val="dk1"/>
              </a:buClr>
              <a:buSzPts val="2100"/>
              <a:buNone/>
              <a:defRPr sz="2100">
                <a:solidFill>
                  <a:schemeClr val="dk1"/>
                </a:solidFill>
              </a:defRPr>
            </a:lvl9pPr>
          </a:lstStyle>
          <a:p>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208"/>
        <p:cNvGrpSpPr/>
        <p:nvPr/>
      </p:nvGrpSpPr>
      <p:grpSpPr>
        <a:xfrm>
          <a:off x="0" y="0"/>
          <a:ext cx="0" cy="0"/>
          <a:chOff x="0" y="0"/>
          <a:chExt cx="0" cy="0"/>
        </a:xfrm>
      </p:grpSpPr>
      <p:grpSp>
        <p:nvGrpSpPr>
          <p:cNvPr id="209" name="Google Shape;209;p31"/>
          <p:cNvGrpSpPr/>
          <p:nvPr/>
        </p:nvGrpSpPr>
        <p:grpSpPr>
          <a:xfrm>
            <a:off x="-237299" y="-869075"/>
            <a:ext cx="10132447" cy="6299826"/>
            <a:chOff x="-237299" y="-869075"/>
            <a:chExt cx="10132447" cy="6299826"/>
          </a:xfrm>
        </p:grpSpPr>
        <p:pic>
          <p:nvPicPr>
            <p:cNvPr id="210" name="Google Shape;210;p31"/>
            <p:cNvPicPr preferRelativeResize="0"/>
            <p:nvPr/>
          </p:nvPicPr>
          <p:blipFill>
            <a:blip r:embed="rId2">
              <a:alphaModFix/>
            </a:blip>
            <a:stretch>
              <a:fillRect/>
            </a:stretch>
          </p:blipFill>
          <p:spPr>
            <a:xfrm rot="-10575735" flipH="1">
              <a:off x="-187256" y="-544053"/>
              <a:ext cx="10032361" cy="1862613"/>
            </a:xfrm>
            <a:prstGeom prst="rect">
              <a:avLst/>
            </a:prstGeom>
            <a:noFill/>
            <a:ln>
              <a:noFill/>
            </a:ln>
          </p:spPr>
        </p:pic>
        <p:pic>
          <p:nvPicPr>
            <p:cNvPr id="211" name="Google Shape;211;p31"/>
            <p:cNvPicPr preferRelativeResize="0"/>
            <p:nvPr/>
          </p:nvPicPr>
          <p:blipFill>
            <a:blip r:embed="rId3">
              <a:alphaModFix/>
            </a:blip>
            <a:stretch>
              <a:fillRect/>
            </a:stretch>
          </p:blipFill>
          <p:spPr>
            <a:xfrm rot="10800000" flipH="1">
              <a:off x="7263151" y="3402775"/>
              <a:ext cx="1981200" cy="2027975"/>
            </a:xfrm>
            <a:prstGeom prst="rect">
              <a:avLst/>
            </a:prstGeom>
            <a:noFill/>
            <a:ln>
              <a:noFill/>
            </a:ln>
          </p:spPr>
        </p:pic>
      </p:grpSp>
      <p:sp>
        <p:nvSpPr>
          <p:cNvPr id="212" name="Google Shape;212;p31"/>
          <p:cNvSpPr txBox="1">
            <a:spLocks noGrp="1"/>
          </p:cNvSpPr>
          <p:nvPr>
            <p:ph type="title"/>
          </p:nvPr>
        </p:nvSpPr>
        <p:spPr>
          <a:xfrm>
            <a:off x="713254" y="1491175"/>
            <a:ext cx="3190800" cy="1058700"/>
          </a:xfrm>
          <a:prstGeom prst="rect">
            <a:avLst/>
          </a:prstGeom>
        </p:spPr>
        <p:txBody>
          <a:bodyPr spcFirstLastPara="1" wrap="square" lIns="91425" tIns="91425" rIns="91425" bIns="91425" anchor="t" anchorCtr="0">
            <a:noAutofit/>
          </a:bodyPr>
          <a:lstStyle>
            <a:lvl1pPr lvl="0" rtl="0">
              <a:spcBef>
                <a:spcPts val="0"/>
              </a:spcBef>
              <a:spcAft>
                <a:spcPts val="0"/>
              </a:spcAft>
              <a:buSzPts val="3100"/>
              <a:buNone/>
              <a:defRPr sz="6000"/>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a:endParaRPr/>
          </a:p>
        </p:txBody>
      </p:sp>
      <p:sp>
        <p:nvSpPr>
          <p:cNvPr id="213" name="Google Shape;213;p31"/>
          <p:cNvSpPr txBox="1">
            <a:spLocks noGrp="1"/>
          </p:cNvSpPr>
          <p:nvPr>
            <p:ph type="subTitle" idx="1"/>
          </p:nvPr>
        </p:nvSpPr>
        <p:spPr>
          <a:xfrm>
            <a:off x="713250" y="2621375"/>
            <a:ext cx="3190800" cy="1058700"/>
          </a:xfrm>
          <a:prstGeom prst="rect">
            <a:avLst/>
          </a:prstGeom>
        </p:spPr>
        <p:txBody>
          <a:bodyPr spcFirstLastPara="1" wrap="square" lIns="91425" tIns="91425" rIns="91425" bIns="91425" anchor="ctr" anchorCtr="0">
            <a:noAutofit/>
          </a:bodyPr>
          <a:lstStyle>
            <a:lvl1pPr lvl="0"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4" name="Google Shape;214;p31"/>
          <p:cNvSpPr txBox="1"/>
          <p:nvPr/>
        </p:nvSpPr>
        <p:spPr>
          <a:xfrm>
            <a:off x="4003050" y="2452350"/>
            <a:ext cx="3504000" cy="747000"/>
          </a:xfrm>
          <a:prstGeom prst="rect">
            <a:avLst/>
          </a:prstGeom>
          <a:noFill/>
          <a:ln>
            <a:noFill/>
          </a:ln>
        </p:spPr>
        <p:txBody>
          <a:bodyPr spcFirstLastPara="1" wrap="square" lIns="91425" tIns="91425" rIns="91425" bIns="91425" anchor="t" anchorCtr="0">
            <a:noAutofit/>
          </a:bodyPr>
          <a:lstStyle/>
          <a:p>
            <a:pPr marL="0" lvl="0" indent="0" algn="l" rtl="0">
              <a:spcBef>
                <a:spcPts val="300"/>
              </a:spcBef>
              <a:spcAft>
                <a:spcPts val="0"/>
              </a:spcAft>
              <a:buNone/>
            </a:pPr>
            <a:r>
              <a:rPr lang="en" sz="1200" b="1">
                <a:solidFill>
                  <a:schemeClr val="dk1"/>
                </a:solidFill>
                <a:latin typeface="Figtree"/>
                <a:ea typeface="Figtree"/>
                <a:cs typeface="Figtree"/>
                <a:sym typeface="Figtree"/>
              </a:rPr>
              <a:t>CREDITS:</a:t>
            </a:r>
            <a:r>
              <a:rPr lang="en" sz="1200">
                <a:solidFill>
                  <a:schemeClr val="dk1"/>
                </a:solidFill>
                <a:latin typeface="Figtree"/>
                <a:ea typeface="Figtree"/>
                <a:cs typeface="Figtree"/>
                <a:sym typeface="Figtree"/>
              </a:rPr>
              <a:t> This presentation template was created by </a:t>
            </a:r>
            <a:r>
              <a:rPr lang="en" sz="1200" b="1" u="sng">
                <a:solidFill>
                  <a:schemeClr val="dk1"/>
                </a:solidFill>
                <a:latin typeface="Figtree"/>
                <a:ea typeface="Figtree"/>
                <a:cs typeface="Figtree"/>
                <a:sym typeface="Figtree"/>
                <a:hlinkClick r:id="rId4">
                  <a:extLst>
                    <a:ext uri="{A12FA001-AC4F-418D-AE19-62706E023703}">
                      <ahyp:hlinkClr xmlns:ahyp="http://schemas.microsoft.com/office/drawing/2018/hyperlinkcolor" val="tx"/>
                    </a:ext>
                  </a:extLst>
                </a:hlinkClick>
              </a:rPr>
              <a:t>Slidesgo</a:t>
            </a:r>
            <a:r>
              <a:rPr lang="en" sz="1200">
                <a:solidFill>
                  <a:schemeClr val="dk1"/>
                </a:solidFill>
                <a:latin typeface="Figtree"/>
                <a:ea typeface="Figtree"/>
                <a:cs typeface="Figtree"/>
                <a:sym typeface="Figtree"/>
              </a:rPr>
              <a:t>, and includes icons by </a:t>
            </a:r>
            <a:r>
              <a:rPr lang="en" sz="1200" b="1" u="sng">
                <a:solidFill>
                  <a:schemeClr val="dk1"/>
                </a:solidFill>
                <a:latin typeface="Figtree"/>
                <a:ea typeface="Figtree"/>
                <a:cs typeface="Figtree"/>
                <a:sym typeface="Figtree"/>
                <a:hlinkClick r:id="rId5">
                  <a:extLst>
                    <a:ext uri="{A12FA001-AC4F-418D-AE19-62706E023703}">
                      <ahyp:hlinkClr xmlns:ahyp="http://schemas.microsoft.com/office/drawing/2018/hyperlinkcolor" val="tx"/>
                    </a:ext>
                  </a:extLst>
                </a:hlinkClick>
              </a:rPr>
              <a:t>Flaticon</a:t>
            </a:r>
            <a:r>
              <a:rPr lang="en" sz="1200">
                <a:solidFill>
                  <a:schemeClr val="dk1"/>
                </a:solidFill>
                <a:latin typeface="Figtree"/>
                <a:ea typeface="Figtree"/>
                <a:cs typeface="Figtree"/>
                <a:sym typeface="Figtree"/>
              </a:rPr>
              <a:t>, and infographics &amp; images by </a:t>
            </a:r>
            <a:r>
              <a:rPr lang="en" sz="1200" b="1" u="sng">
                <a:solidFill>
                  <a:schemeClr val="dk1"/>
                </a:solidFill>
                <a:latin typeface="Figtree"/>
                <a:ea typeface="Figtree"/>
                <a:cs typeface="Figtree"/>
                <a:sym typeface="Figtree"/>
                <a:hlinkClick r:id="rId6">
                  <a:extLst>
                    <a:ext uri="{A12FA001-AC4F-418D-AE19-62706E023703}">
                      <ahyp:hlinkClr xmlns:ahyp="http://schemas.microsoft.com/office/drawing/2018/hyperlinkcolor" val="tx"/>
                    </a:ext>
                  </a:extLst>
                </a:hlinkClick>
              </a:rPr>
              <a:t>Freepik</a:t>
            </a:r>
            <a:r>
              <a:rPr lang="en" sz="1200" u="sng">
                <a:solidFill>
                  <a:schemeClr val="dk1"/>
                </a:solidFill>
                <a:latin typeface="Figtree"/>
                <a:ea typeface="Figtree"/>
                <a:cs typeface="Figtree"/>
                <a:sym typeface="Figtree"/>
              </a:rPr>
              <a:t> </a:t>
            </a:r>
            <a:endParaRPr sz="1200" b="1" u="sng">
              <a:solidFill>
                <a:schemeClr val="dk1"/>
              </a:solidFill>
              <a:latin typeface="Figtree"/>
              <a:ea typeface="Figtree"/>
              <a:cs typeface="Figtree"/>
              <a:sym typeface="Figtree"/>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215"/>
        <p:cNvGrpSpPr/>
        <p:nvPr/>
      </p:nvGrpSpPr>
      <p:grpSpPr>
        <a:xfrm>
          <a:off x="0" y="0"/>
          <a:ext cx="0" cy="0"/>
          <a:chOff x="0" y="0"/>
          <a:chExt cx="0" cy="0"/>
        </a:xfrm>
      </p:grpSpPr>
      <p:grpSp>
        <p:nvGrpSpPr>
          <p:cNvPr id="216" name="Google Shape;216;p32"/>
          <p:cNvGrpSpPr/>
          <p:nvPr/>
        </p:nvGrpSpPr>
        <p:grpSpPr>
          <a:xfrm>
            <a:off x="-362025" y="0"/>
            <a:ext cx="9506024" cy="5238750"/>
            <a:chOff x="-362025" y="0"/>
            <a:chExt cx="9506024" cy="5238750"/>
          </a:xfrm>
        </p:grpSpPr>
        <p:pic>
          <p:nvPicPr>
            <p:cNvPr id="217" name="Google Shape;217;p32"/>
            <p:cNvPicPr preferRelativeResize="0"/>
            <p:nvPr/>
          </p:nvPicPr>
          <p:blipFill rotWithShape="1">
            <a:blip r:embed="rId2">
              <a:alphaModFix/>
            </a:blip>
            <a:srcRect t="34490" r="18126"/>
            <a:stretch/>
          </p:blipFill>
          <p:spPr>
            <a:xfrm>
              <a:off x="1657275" y="0"/>
              <a:ext cx="7486724" cy="1435100"/>
            </a:xfrm>
            <a:prstGeom prst="rect">
              <a:avLst/>
            </a:prstGeom>
            <a:noFill/>
            <a:ln>
              <a:noFill/>
            </a:ln>
          </p:spPr>
        </p:pic>
        <p:pic>
          <p:nvPicPr>
            <p:cNvPr id="218" name="Google Shape;218;p32"/>
            <p:cNvPicPr preferRelativeResize="0"/>
            <p:nvPr/>
          </p:nvPicPr>
          <p:blipFill>
            <a:blip r:embed="rId3">
              <a:alphaModFix/>
            </a:blip>
            <a:stretch>
              <a:fillRect/>
            </a:stretch>
          </p:blipFill>
          <p:spPr>
            <a:xfrm>
              <a:off x="-362025" y="2362200"/>
              <a:ext cx="7886700" cy="2876550"/>
            </a:xfrm>
            <a:prstGeom prst="rect">
              <a:avLst/>
            </a:prstGeom>
            <a:noFill/>
            <a:ln>
              <a:noFill/>
            </a:ln>
          </p:spPr>
        </p:pic>
      </p:gr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219"/>
        <p:cNvGrpSpPr/>
        <p:nvPr/>
      </p:nvGrpSpPr>
      <p:grpSpPr>
        <a:xfrm>
          <a:off x="0" y="0"/>
          <a:ext cx="0" cy="0"/>
          <a:chOff x="0" y="0"/>
          <a:chExt cx="0" cy="0"/>
        </a:xfrm>
      </p:grpSpPr>
      <p:grpSp>
        <p:nvGrpSpPr>
          <p:cNvPr id="220" name="Google Shape;220;p33"/>
          <p:cNvGrpSpPr/>
          <p:nvPr/>
        </p:nvGrpSpPr>
        <p:grpSpPr>
          <a:xfrm>
            <a:off x="-76199" y="-268320"/>
            <a:ext cx="9363849" cy="5526120"/>
            <a:chOff x="-76199" y="-268320"/>
            <a:chExt cx="9363849" cy="5526120"/>
          </a:xfrm>
        </p:grpSpPr>
        <p:pic>
          <p:nvPicPr>
            <p:cNvPr id="221" name="Google Shape;221;p33"/>
            <p:cNvPicPr preferRelativeResize="0"/>
            <p:nvPr/>
          </p:nvPicPr>
          <p:blipFill>
            <a:blip r:embed="rId2">
              <a:alphaModFix/>
            </a:blip>
            <a:stretch>
              <a:fillRect/>
            </a:stretch>
          </p:blipFill>
          <p:spPr>
            <a:xfrm>
              <a:off x="-76199" y="114300"/>
              <a:ext cx="4487047" cy="5143500"/>
            </a:xfrm>
            <a:prstGeom prst="rect">
              <a:avLst/>
            </a:prstGeom>
            <a:noFill/>
            <a:ln>
              <a:noFill/>
            </a:ln>
          </p:spPr>
        </p:pic>
        <p:pic>
          <p:nvPicPr>
            <p:cNvPr id="222" name="Google Shape;222;p33"/>
            <p:cNvPicPr preferRelativeResize="0"/>
            <p:nvPr/>
          </p:nvPicPr>
          <p:blipFill>
            <a:blip r:embed="rId3">
              <a:alphaModFix/>
            </a:blip>
            <a:stretch>
              <a:fillRect/>
            </a:stretch>
          </p:blipFill>
          <p:spPr>
            <a:xfrm>
              <a:off x="6162600" y="-268320"/>
              <a:ext cx="3125050" cy="3198870"/>
            </a:xfrm>
            <a:prstGeom prst="rect">
              <a:avLst/>
            </a:prstGeom>
            <a:noFill/>
            <a:ln>
              <a:noFill/>
            </a:ln>
          </p:spPr>
        </p:pic>
      </p:gr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226"/>
        <p:cNvGrpSpPr/>
        <p:nvPr/>
      </p:nvGrpSpPr>
      <p:grpSpPr>
        <a:xfrm>
          <a:off x="0" y="0"/>
          <a:ext cx="0" cy="0"/>
          <a:chOff x="0" y="0"/>
          <a:chExt cx="0" cy="0"/>
        </a:xfrm>
      </p:grpSpPr>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227"/>
        <p:cNvGrpSpPr/>
        <p:nvPr/>
      </p:nvGrpSpPr>
      <p:grpSpPr>
        <a:xfrm>
          <a:off x="0" y="0"/>
          <a:ext cx="0" cy="0"/>
          <a:chOff x="0" y="0"/>
          <a:chExt cx="0" cy="0"/>
        </a:xfrm>
      </p:grpSpPr>
      <p:sp>
        <p:nvSpPr>
          <p:cNvPr id="228" name="Google Shape;228;p36"/>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34.xml"/><Relationship Id="rId1" Type="http://schemas.openxmlformats.org/officeDocument/2006/relationships/slideLayout" Target="../slideLayouts/slideLayout3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3100"/>
              <a:buFont typeface="Questrial"/>
              <a:buNone/>
              <a:defRPr sz="3100">
                <a:solidFill>
                  <a:schemeClr val="dk1"/>
                </a:solidFill>
                <a:latin typeface="Questrial"/>
                <a:ea typeface="Questrial"/>
                <a:cs typeface="Questrial"/>
                <a:sym typeface="Questrial"/>
              </a:defRPr>
            </a:lvl1pPr>
            <a:lvl2pPr lvl="1" rtl="0">
              <a:spcBef>
                <a:spcPts val="0"/>
              </a:spcBef>
              <a:spcAft>
                <a:spcPts val="0"/>
              </a:spcAft>
              <a:buClr>
                <a:schemeClr val="dk1"/>
              </a:buClr>
              <a:buSzPts val="3100"/>
              <a:buFont typeface="Questrial"/>
              <a:buNone/>
              <a:defRPr sz="3100">
                <a:solidFill>
                  <a:schemeClr val="dk1"/>
                </a:solidFill>
                <a:latin typeface="Questrial"/>
                <a:ea typeface="Questrial"/>
                <a:cs typeface="Questrial"/>
                <a:sym typeface="Questrial"/>
              </a:defRPr>
            </a:lvl2pPr>
            <a:lvl3pPr lvl="2" rtl="0">
              <a:spcBef>
                <a:spcPts val="0"/>
              </a:spcBef>
              <a:spcAft>
                <a:spcPts val="0"/>
              </a:spcAft>
              <a:buClr>
                <a:schemeClr val="dk1"/>
              </a:buClr>
              <a:buSzPts val="3100"/>
              <a:buFont typeface="Questrial"/>
              <a:buNone/>
              <a:defRPr sz="3100">
                <a:solidFill>
                  <a:schemeClr val="dk1"/>
                </a:solidFill>
                <a:latin typeface="Questrial"/>
                <a:ea typeface="Questrial"/>
                <a:cs typeface="Questrial"/>
                <a:sym typeface="Questrial"/>
              </a:defRPr>
            </a:lvl3pPr>
            <a:lvl4pPr lvl="3" rtl="0">
              <a:spcBef>
                <a:spcPts val="0"/>
              </a:spcBef>
              <a:spcAft>
                <a:spcPts val="0"/>
              </a:spcAft>
              <a:buClr>
                <a:schemeClr val="dk1"/>
              </a:buClr>
              <a:buSzPts val="3100"/>
              <a:buFont typeface="Questrial"/>
              <a:buNone/>
              <a:defRPr sz="3100">
                <a:solidFill>
                  <a:schemeClr val="dk1"/>
                </a:solidFill>
                <a:latin typeface="Questrial"/>
                <a:ea typeface="Questrial"/>
                <a:cs typeface="Questrial"/>
                <a:sym typeface="Questrial"/>
              </a:defRPr>
            </a:lvl4pPr>
            <a:lvl5pPr lvl="4" rtl="0">
              <a:spcBef>
                <a:spcPts val="0"/>
              </a:spcBef>
              <a:spcAft>
                <a:spcPts val="0"/>
              </a:spcAft>
              <a:buClr>
                <a:schemeClr val="dk1"/>
              </a:buClr>
              <a:buSzPts val="3100"/>
              <a:buFont typeface="Questrial"/>
              <a:buNone/>
              <a:defRPr sz="3100">
                <a:solidFill>
                  <a:schemeClr val="dk1"/>
                </a:solidFill>
                <a:latin typeface="Questrial"/>
                <a:ea typeface="Questrial"/>
                <a:cs typeface="Questrial"/>
                <a:sym typeface="Questrial"/>
              </a:defRPr>
            </a:lvl5pPr>
            <a:lvl6pPr lvl="5" rtl="0">
              <a:spcBef>
                <a:spcPts val="0"/>
              </a:spcBef>
              <a:spcAft>
                <a:spcPts val="0"/>
              </a:spcAft>
              <a:buClr>
                <a:schemeClr val="dk1"/>
              </a:buClr>
              <a:buSzPts val="3100"/>
              <a:buFont typeface="Questrial"/>
              <a:buNone/>
              <a:defRPr sz="3100">
                <a:solidFill>
                  <a:schemeClr val="dk1"/>
                </a:solidFill>
                <a:latin typeface="Questrial"/>
                <a:ea typeface="Questrial"/>
                <a:cs typeface="Questrial"/>
                <a:sym typeface="Questrial"/>
              </a:defRPr>
            </a:lvl6pPr>
            <a:lvl7pPr lvl="6" rtl="0">
              <a:spcBef>
                <a:spcPts val="0"/>
              </a:spcBef>
              <a:spcAft>
                <a:spcPts val="0"/>
              </a:spcAft>
              <a:buClr>
                <a:schemeClr val="dk1"/>
              </a:buClr>
              <a:buSzPts val="3100"/>
              <a:buFont typeface="Questrial"/>
              <a:buNone/>
              <a:defRPr sz="3100">
                <a:solidFill>
                  <a:schemeClr val="dk1"/>
                </a:solidFill>
                <a:latin typeface="Questrial"/>
                <a:ea typeface="Questrial"/>
                <a:cs typeface="Questrial"/>
                <a:sym typeface="Questrial"/>
              </a:defRPr>
            </a:lvl7pPr>
            <a:lvl8pPr lvl="7" rtl="0">
              <a:spcBef>
                <a:spcPts val="0"/>
              </a:spcBef>
              <a:spcAft>
                <a:spcPts val="0"/>
              </a:spcAft>
              <a:buClr>
                <a:schemeClr val="dk1"/>
              </a:buClr>
              <a:buSzPts val="3100"/>
              <a:buFont typeface="Questrial"/>
              <a:buNone/>
              <a:defRPr sz="3100">
                <a:solidFill>
                  <a:schemeClr val="dk1"/>
                </a:solidFill>
                <a:latin typeface="Questrial"/>
                <a:ea typeface="Questrial"/>
                <a:cs typeface="Questrial"/>
                <a:sym typeface="Questrial"/>
              </a:defRPr>
            </a:lvl8pPr>
            <a:lvl9pPr lvl="8" rtl="0">
              <a:spcBef>
                <a:spcPts val="0"/>
              </a:spcBef>
              <a:spcAft>
                <a:spcPts val="0"/>
              </a:spcAft>
              <a:buClr>
                <a:schemeClr val="dk1"/>
              </a:buClr>
              <a:buSzPts val="3100"/>
              <a:buFont typeface="Questrial"/>
              <a:buNone/>
              <a:defRPr sz="3100">
                <a:solidFill>
                  <a:schemeClr val="dk1"/>
                </a:solidFill>
                <a:latin typeface="Questrial"/>
                <a:ea typeface="Questrial"/>
                <a:cs typeface="Questrial"/>
                <a:sym typeface="Questrial"/>
              </a:defRPr>
            </a:lvl9pPr>
          </a:lstStyle>
          <a:p>
            <a:endParaRPr/>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17500">
              <a:lnSpc>
                <a:spcPct val="115000"/>
              </a:lnSpc>
              <a:spcBef>
                <a:spcPts val="0"/>
              </a:spcBef>
              <a:spcAft>
                <a:spcPts val="0"/>
              </a:spcAft>
              <a:buClr>
                <a:schemeClr val="dk1"/>
              </a:buClr>
              <a:buSzPts val="1400"/>
              <a:buFont typeface="Figtree"/>
              <a:buChar char="●"/>
              <a:defRPr>
                <a:solidFill>
                  <a:schemeClr val="dk1"/>
                </a:solidFill>
                <a:latin typeface="Figtree"/>
                <a:ea typeface="Figtree"/>
                <a:cs typeface="Figtree"/>
                <a:sym typeface="Figtree"/>
              </a:defRPr>
            </a:lvl1pPr>
            <a:lvl2pPr marL="914400" lvl="1" indent="-317500">
              <a:lnSpc>
                <a:spcPct val="115000"/>
              </a:lnSpc>
              <a:spcBef>
                <a:spcPts val="0"/>
              </a:spcBef>
              <a:spcAft>
                <a:spcPts val="0"/>
              </a:spcAft>
              <a:buClr>
                <a:schemeClr val="dk1"/>
              </a:buClr>
              <a:buSzPts val="1400"/>
              <a:buFont typeface="Figtree"/>
              <a:buChar char="○"/>
              <a:defRPr>
                <a:solidFill>
                  <a:schemeClr val="dk1"/>
                </a:solidFill>
                <a:latin typeface="Figtree"/>
                <a:ea typeface="Figtree"/>
                <a:cs typeface="Figtree"/>
                <a:sym typeface="Figtree"/>
              </a:defRPr>
            </a:lvl2pPr>
            <a:lvl3pPr marL="1371600" lvl="2" indent="-317500">
              <a:lnSpc>
                <a:spcPct val="115000"/>
              </a:lnSpc>
              <a:spcBef>
                <a:spcPts val="0"/>
              </a:spcBef>
              <a:spcAft>
                <a:spcPts val="0"/>
              </a:spcAft>
              <a:buClr>
                <a:schemeClr val="dk1"/>
              </a:buClr>
              <a:buSzPts val="1400"/>
              <a:buFont typeface="Figtree"/>
              <a:buChar char="■"/>
              <a:defRPr>
                <a:solidFill>
                  <a:schemeClr val="dk1"/>
                </a:solidFill>
                <a:latin typeface="Figtree"/>
                <a:ea typeface="Figtree"/>
                <a:cs typeface="Figtree"/>
                <a:sym typeface="Figtree"/>
              </a:defRPr>
            </a:lvl3pPr>
            <a:lvl4pPr marL="1828800" lvl="3" indent="-317500">
              <a:lnSpc>
                <a:spcPct val="115000"/>
              </a:lnSpc>
              <a:spcBef>
                <a:spcPts val="0"/>
              </a:spcBef>
              <a:spcAft>
                <a:spcPts val="0"/>
              </a:spcAft>
              <a:buClr>
                <a:schemeClr val="dk1"/>
              </a:buClr>
              <a:buSzPts val="1400"/>
              <a:buFont typeface="Figtree"/>
              <a:buChar char="●"/>
              <a:defRPr>
                <a:solidFill>
                  <a:schemeClr val="dk1"/>
                </a:solidFill>
                <a:latin typeface="Figtree"/>
                <a:ea typeface="Figtree"/>
                <a:cs typeface="Figtree"/>
                <a:sym typeface="Figtree"/>
              </a:defRPr>
            </a:lvl4pPr>
            <a:lvl5pPr marL="2286000" lvl="4" indent="-317500">
              <a:lnSpc>
                <a:spcPct val="115000"/>
              </a:lnSpc>
              <a:spcBef>
                <a:spcPts val="0"/>
              </a:spcBef>
              <a:spcAft>
                <a:spcPts val="0"/>
              </a:spcAft>
              <a:buClr>
                <a:schemeClr val="dk1"/>
              </a:buClr>
              <a:buSzPts val="1400"/>
              <a:buFont typeface="Figtree"/>
              <a:buChar char="○"/>
              <a:defRPr>
                <a:solidFill>
                  <a:schemeClr val="dk1"/>
                </a:solidFill>
                <a:latin typeface="Figtree"/>
                <a:ea typeface="Figtree"/>
                <a:cs typeface="Figtree"/>
                <a:sym typeface="Figtree"/>
              </a:defRPr>
            </a:lvl5pPr>
            <a:lvl6pPr marL="2743200" lvl="5" indent="-317500">
              <a:lnSpc>
                <a:spcPct val="115000"/>
              </a:lnSpc>
              <a:spcBef>
                <a:spcPts val="0"/>
              </a:spcBef>
              <a:spcAft>
                <a:spcPts val="0"/>
              </a:spcAft>
              <a:buClr>
                <a:schemeClr val="dk1"/>
              </a:buClr>
              <a:buSzPts val="1400"/>
              <a:buFont typeface="Figtree"/>
              <a:buChar char="■"/>
              <a:defRPr>
                <a:solidFill>
                  <a:schemeClr val="dk1"/>
                </a:solidFill>
                <a:latin typeface="Figtree"/>
                <a:ea typeface="Figtree"/>
                <a:cs typeface="Figtree"/>
                <a:sym typeface="Figtree"/>
              </a:defRPr>
            </a:lvl6pPr>
            <a:lvl7pPr marL="3200400" lvl="6" indent="-317500">
              <a:lnSpc>
                <a:spcPct val="115000"/>
              </a:lnSpc>
              <a:spcBef>
                <a:spcPts val="0"/>
              </a:spcBef>
              <a:spcAft>
                <a:spcPts val="0"/>
              </a:spcAft>
              <a:buClr>
                <a:schemeClr val="dk1"/>
              </a:buClr>
              <a:buSzPts val="1400"/>
              <a:buFont typeface="Figtree"/>
              <a:buChar char="●"/>
              <a:defRPr>
                <a:solidFill>
                  <a:schemeClr val="dk1"/>
                </a:solidFill>
                <a:latin typeface="Figtree"/>
                <a:ea typeface="Figtree"/>
                <a:cs typeface="Figtree"/>
                <a:sym typeface="Figtree"/>
              </a:defRPr>
            </a:lvl7pPr>
            <a:lvl8pPr marL="3657600" lvl="7" indent="-317500">
              <a:lnSpc>
                <a:spcPct val="115000"/>
              </a:lnSpc>
              <a:spcBef>
                <a:spcPts val="0"/>
              </a:spcBef>
              <a:spcAft>
                <a:spcPts val="0"/>
              </a:spcAft>
              <a:buClr>
                <a:schemeClr val="dk1"/>
              </a:buClr>
              <a:buSzPts val="1400"/>
              <a:buFont typeface="Figtree"/>
              <a:buChar char="○"/>
              <a:defRPr>
                <a:solidFill>
                  <a:schemeClr val="dk1"/>
                </a:solidFill>
                <a:latin typeface="Figtree"/>
                <a:ea typeface="Figtree"/>
                <a:cs typeface="Figtree"/>
                <a:sym typeface="Figtree"/>
              </a:defRPr>
            </a:lvl8pPr>
            <a:lvl9pPr marL="4114800" lvl="8" indent="-317500">
              <a:lnSpc>
                <a:spcPct val="115000"/>
              </a:lnSpc>
              <a:spcBef>
                <a:spcPts val="0"/>
              </a:spcBef>
              <a:spcAft>
                <a:spcPts val="0"/>
              </a:spcAft>
              <a:buClr>
                <a:schemeClr val="dk1"/>
              </a:buClr>
              <a:buSzPts val="1400"/>
              <a:buFont typeface="Figtree"/>
              <a:buChar char="■"/>
              <a:defRPr>
                <a:solidFill>
                  <a:schemeClr val="dk1"/>
                </a:solidFill>
                <a:latin typeface="Figtree"/>
                <a:ea typeface="Figtree"/>
                <a:cs typeface="Figtree"/>
                <a:sym typeface="Figtree"/>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Lst>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223"/>
        <p:cNvGrpSpPr/>
        <p:nvPr/>
      </p:nvGrpSpPr>
      <p:grpSpPr>
        <a:xfrm>
          <a:off x="0" y="0"/>
          <a:ext cx="0" cy="0"/>
          <a:chOff x="0" y="0"/>
          <a:chExt cx="0" cy="0"/>
        </a:xfrm>
      </p:grpSpPr>
      <p:sp>
        <p:nvSpPr>
          <p:cNvPr id="224" name="Google Shape;224;p34"/>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225" name="Google Shape;225;p34"/>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80" r:id="rId1"/>
    <p:sldLayoutId id="2147483681" r:id="rId2"/>
  </p:sldLayoutIdLst>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8" Type="http://schemas.openxmlformats.org/officeDocument/2006/relationships/slide" Target="slide42.xml"/><Relationship Id="rId13" Type="http://schemas.openxmlformats.org/officeDocument/2006/relationships/hyperlink" Target="https://www.freepik.com/?utm_source=slidesgo_template&amp;utm_medium=referral-link&amp;utm_campaign=promo-slide&amp;utm_term=slidesgo&amp;utm_content=freepik" TargetMode="External"/><Relationship Id="rId3" Type="http://schemas.openxmlformats.org/officeDocument/2006/relationships/slide" Target="slide40.xml"/><Relationship Id="rId7" Type="http://schemas.openxmlformats.org/officeDocument/2006/relationships/slide" Target="slide48.xml"/><Relationship Id="rId12" Type="http://schemas.openxmlformats.org/officeDocument/2006/relationships/hyperlink" Target="http://bit.ly/33VAFh3" TargetMode="External"/><Relationship Id="rId17" Type="http://schemas.openxmlformats.org/officeDocument/2006/relationships/hyperlink" Target="https://www.videvo.net/?utm_source=slidesgo_template&amp;utm_medium=referral-link&amp;utm_campaign=sg_resources&amp;utm_content=videvo" TargetMode="External"/><Relationship Id="rId2" Type="http://schemas.openxmlformats.org/officeDocument/2006/relationships/notesSlide" Target="../notesSlides/notesSlide2.xml"/><Relationship Id="rId16" Type="http://schemas.openxmlformats.org/officeDocument/2006/relationships/hyperlink" Target="https://wepik.com/?utm_source=slidesgo_template&amp;utm_medium=referral-link&amp;utm_campaign=promo-slide&amp;utm_term=slidesgo&amp;utm_content=wepik" TargetMode="External"/><Relationship Id="rId1" Type="http://schemas.openxmlformats.org/officeDocument/2006/relationships/slideLayout" Target="../slideLayouts/slideLayout3.xml"/><Relationship Id="rId6" Type="http://schemas.openxmlformats.org/officeDocument/2006/relationships/slide" Target="slide35.xml"/><Relationship Id="rId11" Type="http://schemas.openxmlformats.org/officeDocument/2006/relationships/hyperlink" Target="http://bit.ly/30B07Gq" TargetMode="External"/><Relationship Id="rId5" Type="http://schemas.openxmlformats.org/officeDocument/2006/relationships/slide" Target="slide36.xml"/><Relationship Id="rId15" Type="http://schemas.openxmlformats.org/officeDocument/2006/relationships/hyperlink" Target="https://storyset.com/?utm_source=slidesgo_template&amp;utm_medium=referral-link&amp;utm_campaign=promo-slide&amp;utm_term=slidesgo&amp;utm_content=storyset" TargetMode="External"/><Relationship Id="rId10" Type="http://schemas.openxmlformats.org/officeDocument/2006/relationships/hyperlink" Target="https://bit.ly/3A1uf1Q" TargetMode="External"/><Relationship Id="rId4" Type="http://schemas.openxmlformats.org/officeDocument/2006/relationships/slide" Target="slide37.xml"/><Relationship Id="rId9"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4" Type="http://schemas.openxmlformats.org/officeDocument/2006/relationships/hyperlink" Target="https://www.flaticon.com/?utm_source=slidesgo_template&amp;utm_medium=referral-link&amp;utm_campaign=promo-slide&amp;utm_term=slidesgo&amp;utm_content=flaticon" TargetMode="Externa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2.xml"/></Relationships>
</file>

<file path=ppt/slides/_rels/slide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4.xml"/><Relationship Id="rId1" Type="http://schemas.openxmlformats.org/officeDocument/2006/relationships/slideLayout" Target="../slideLayouts/slideLayout8.xml"/></Relationships>
</file>

<file path=ppt/slides/_rels/slide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5.xml"/><Relationship Id="rId1" Type="http://schemas.openxmlformats.org/officeDocument/2006/relationships/slideLayout" Target="../slideLayouts/slideLayout2.xml"/><Relationship Id="rId4" Type="http://schemas.openxmlformats.org/officeDocument/2006/relationships/image" Target="../media/image1.png"/></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1.xml"/></Relationships>
</file>

<file path=ppt/slides/_rels/slide7.xml.rels><?xml version="1.0" encoding="UTF-8" standalone="yes"?>
<Relationships xmlns="http://schemas.openxmlformats.org/package/2006/relationships"><Relationship Id="rId3" Type="http://schemas.openxmlformats.org/officeDocument/2006/relationships/image" Target="../media/image7.jpg"/><Relationship Id="rId2" Type="http://schemas.openxmlformats.org/officeDocument/2006/relationships/notesSlide" Target="../notesSlides/notesSlide7.xml"/><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0.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2.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4.xml"/></Relationships>
</file>

<file path=ppt/slides/_rels/slide1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3.xml"/><Relationship Id="rId1" Type="http://schemas.openxmlformats.org/officeDocument/2006/relationships/slideLayout" Target="../slideLayouts/slideLayout13.xml"/></Relationships>
</file>

<file path=ppt/slides/_rels/slide14.xml.rels><?xml version="1.0" encoding="UTF-8" standalone="yes"?>
<Relationships xmlns="http://schemas.openxmlformats.org/package/2006/relationships"><Relationship Id="rId3" Type="http://schemas.openxmlformats.org/officeDocument/2006/relationships/image" Target="../media/image8.jpg"/><Relationship Id="rId2" Type="http://schemas.openxmlformats.org/officeDocument/2006/relationships/notesSlide" Target="../notesSlides/notesSlide14.xml"/><Relationship Id="rId1" Type="http://schemas.openxmlformats.org/officeDocument/2006/relationships/slideLayout" Target="../slideLayouts/slideLayout9.xml"/><Relationship Id="rId4" Type="http://schemas.openxmlformats.org/officeDocument/2006/relationships/image" Target="../media/image4.png"/></Relationships>
</file>

<file path=ppt/slides/_rels/slide15.xml.rels><?xml version="1.0" encoding="UTF-8" standalone="yes"?>
<Relationships xmlns="http://schemas.openxmlformats.org/package/2006/relationships"><Relationship Id="rId3" Type="http://schemas.openxmlformats.org/officeDocument/2006/relationships/image" Target="../media/image9.jpg"/><Relationship Id="rId2" Type="http://schemas.openxmlformats.org/officeDocument/2006/relationships/notesSlide" Target="../notesSlides/notesSlide15.xml"/><Relationship Id="rId1" Type="http://schemas.openxmlformats.org/officeDocument/2006/relationships/slideLayout" Target="../slideLayouts/slideLayout14.xml"/></Relationships>
</file>

<file path=ppt/slides/_rels/slide1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6.xml"/><Relationship Id="rId1" Type="http://schemas.openxmlformats.org/officeDocument/2006/relationships/slideLayout" Target="../slideLayouts/slideLayout10.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9.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3" Type="http://schemas.openxmlformats.org/officeDocument/2006/relationships/image" Target="../media/image10.jpg"/><Relationship Id="rId2" Type="http://schemas.openxmlformats.org/officeDocument/2006/relationships/notesSlide" Target="../notesSlides/notesSlide19.xml"/><Relationship Id="rId1" Type="http://schemas.openxmlformats.org/officeDocument/2006/relationships/slideLayout" Target="../slideLayouts/slideLayout15.xml"/></Relationships>
</file>

<file path=ppt/slides/_rels/slide20.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notesSlide" Target="../notesSlides/notesSlide20.xml"/><Relationship Id="rId1" Type="http://schemas.openxmlformats.org/officeDocument/2006/relationships/slideLayout" Target="../slideLayouts/slideLayout16.xml"/></Relationships>
</file>

<file path=ppt/slides/_rels/slide21.xml.rels><?xml version="1.0" encoding="UTF-8" standalone="yes"?>
<Relationships xmlns="http://schemas.openxmlformats.org/package/2006/relationships"><Relationship Id="rId3" Type="http://schemas.openxmlformats.org/officeDocument/2006/relationships/image" Target="../media/image12.jpg"/><Relationship Id="rId2" Type="http://schemas.openxmlformats.org/officeDocument/2006/relationships/notesSlide" Target="../notesSlides/notesSlide21.xml"/><Relationship Id="rId1" Type="http://schemas.openxmlformats.org/officeDocument/2006/relationships/slideLayout" Target="../slideLayouts/slideLayout17.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6.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5.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7.xml"/></Relationships>
</file>

<file path=ppt/slides/_rels/slide26.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26.xml"/><Relationship Id="rId1" Type="http://schemas.openxmlformats.org/officeDocument/2006/relationships/slideLayout" Target="../slideLayouts/slideLayout28.xml"/><Relationship Id="rId5" Type="http://schemas.openxmlformats.org/officeDocument/2006/relationships/image" Target="../media/image13.png"/><Relationship Id="rId4" Type="http://schemas.openxmlformats.org/officeDocument/2006/relationships/hyperlink" Target="https://docs.google.com/spreadsheets/d/15T-MkLaGongNu60D_przvZ2OlggQxjtUu3Fm7u3epxo/copy" TargetMode="External"/></Relationships>
</file>

<file path=ppt/slides/_rels/slide27.xml.rels><?xml version="1.0" encoding="UTF-8" standalone="yes"?>
<Relationships xmlns="http://schemas.openxmlformats.org/package/2006/relationships"><Relationship Id="rId3" Type="http://schemas.openxmlformats.org/officeDocument/2006/relationships/image" Target="../media/image14.jpg"/><Relationship Id="rId2" Type="http://schemas.openxmlformats.org/officeDocument/2006/relationships/notesSlide" Target="../notesSlides/notesSlide27.xml"/><Relationship Id="rId1" Type="http://schemas.openxmlformats.org/officeDocument/2006/relationships/slideLayout" Target="../slideLayouts/slideLayout4.xml"/><Relationship Id="rId4" Type="http://schemas.openxmlformats.org/officeDocument/2006/relationships/image" Target="../media/image15.jpg"/></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5.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6.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5.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6.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7.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8.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5.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30.xml"/></Relationships>
</file>

<file path=ppt/slides/_rels/slide36.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hyperlink" Target="https://www.freepik.com/free-vector/marketing-business-landing-page_11241534.htm/?utm_source=slidesgo_template&amp;utm_medium=referral-link&amp;utm_campaign=sg_resources&amp;utm_content=freepik" TargetMode="External"/><Relationship Id="rId7" Type="http://schemas.openxmlformats.org/officeDocument/2006/relationships/image" Target="../media/image18.png"/><Relationship Id="rId2" Type="http://schemas.openxmlformats.org/officeDocument/2006/relationships/notesSlide" Target="../notesSlides/notesSlide36.xml"/><Relationship Id="rId1" Type="http://schemas.openxmlformats.org/officeDocument/2006/relationships/slideLayout" Target="../slideLayouts/slideLayout18.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6.png"/><Relationship Id="rId9" Type="http://schemas.openxmlformats.org/officeDocument/2006/relationships/image" Target="../media/image20.png"/></Relationships>
</file>

<file path=ppt/slides/_rels/slide37.xml.rels><?xml version="1.0" encoding="UTF-8" standalone="yes"?>
<Relationships xmlns="http://schemas.openxmlformats.org/package/2006/relationships"><Relationship Id="rId8" Type="http://schemas.openxmlformats.org/officeDocument/2006/relationships/hyperlink" Target="https://www.freepik.com/free-photo/people-practicing-social-integration-workspace_26324654.htm/?utm_source=slidesgo_template&amp;utm_medium=referral-link&amp;utm_campaign=sg_resources&amp;utm_content=freepik" TargetMode="External"/><Relationship Id="rId3" Type="http://schemas.openxmlformats.org/officeDocument/2006/relationships/hyperlink" Target="https://www.freepik.com/free-vector/marketing-business-instagram-stories_11241532.htm/?utm_source=slidesgo_template&amp;utm_medium=referral-link&amp;utm_campaign=sg_resources&amp;utm_content=freepik" TargetMode="External"/><Relationship Id="rId7" Type="http://schemas.openxmlformats.org/officeDocument/2006/relationships/hyperlink" Target="https://www.freepik.com/free-photo/people-practicing-social-integration-workspace_26324650.htm/?utm_source=slidesgo_template&amp;utm_medium=referral-link&amp;utm_campaign=sg_resources&amp;utm_content=freepik" TargetMode="External"/><Relationship Id="rId2" Type="http://schemas.openxmlformats.org/officeDocument/2006/relationships/notesSlide" Target="../notesSlides/notesSlide37.xml"/><Relationship Id="rId1" Type="http://schemas.openxmlformats.org/officeDocument/2006/relationships/slideLayout" Target="../slideLayouts/slideLayout19.xml"/><Relationship Id="rId6" Type="http://schemas.openxmlformats.org/officeDocument/2006/relationships/hyperlink" Target="https://www.freepik.com/free-photo/people-practicing-social-integration-workspace_26324695.htm/?utm_source=slidesgo_template&amp;utm_medium=referral-link&amp;utm_campaign=sg_resources&amp;utm_content=freepik" TargetMode="External"/><Relationship Id="rId5" Type="http://schemas.openxmlformats.org/officeDocument/2006/relationships/hyperlink" Target="https://www.freepik.com/free-photo/medium-shot-female-economist-working-office_39551297.htm/?utm_source=slidesgo_template&amp;utm_medium=referral-link&amp;utm_campaign=sg_resources&amp;utm_content=freepik" TargetMode="External"/><Relationship Id="rId4" Type="http://schemas.openxmlformats.org/officeDocument/2006/relationships/hyperlink" Target="https://www.freepik.com/free-vector/marketing-business-invoice-template_11241529.htm/?utm_source=slidesgo_template&amp;utm_medium=referral-link&amp;utm_campaign=sg_resources&amp;utm_content=freepik" TargetMode="External"/><Relationship Id="rId9" Type="http://schemas.openxmlformats.org/officeDocument/2006/relationships/hyperlink" Target="https://www.freepik.com/free-photo/people-practicing-social-integration-workspace_26324693.htm/?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8.xml"/><Relationship Id="rId1" Type="http://schemas.openxmlformats.org/officeDocument/2006/relationships/slideLayout" Target="../slideLayouts/slideLayout34.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35.xml"/></Relationships>
</file>

<file path=ppt/slides/_rels/slide39.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9.xml"/><Relationship Id="rId1" Type="http://schemas.openxmlformats.org/officeDocument/2006/relationships/slideLayout" Target="../slideLayouts/slideLayout34.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35.xml"/></Relationships>
</file>

<file path=ppt/slides/_rels/slide40.xml.rels><?xml version="1.0" encoding="UTF-8" standalone="yes"?>
<Relationships xmlns="http://schemas.openxmlformats.org/package/2006/relationships"><Relationship Id="rId3" Type="http://schemas.openxmlformats.org/officeDocument/2006/relationships/hyperlink" Target="https://fonts.google.com/specimen/Questrial" TargetMode="External"/><Relationship Id="rId2" Type="http://schemas.openxmlformats.org/officeDocument/2006/relationships/notesSlide" Target="../notesSlides/notesSlide40.xml"/><Relationship Id="rId1" Type="http://schemas.openxmlformats.org/officeDocument/2006/relationships/slideLayout" Target="../slideLayouts/slideLayout34.xml"/><Relationship Id="rId4" Type="http://schemas.openxmlformats.org/officeDocument/2006/relationships/hyperlink" Target="https://fonts.google.com/specimen/Figtree" TargetMode="External"/></Relationships>
</file>

<file path=ppt/slides/_rels/slide41.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25.png"/><Relationship Id="rId2" Type="http://schemas.openxmlformats.org/officeDocument/2006/relationships/notesSlide" Target="../notesSlides/notesSlide41.xml"/><Relationship Id="rId1" Type="http://schemas.openxmlformats.org/officeDocument/2006/relationships/slideLayout" Target="../slideLayouts/slideLayout34.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24.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23.png"/><Relationship Id="rId4" Type="http://schemas.openxmlformats.org/officeDocument/2006/relationships/image" Target="../media/image21.png"/><Relationship Id="rId9" Type="http://schemas.openxmlformats.org/officeDocument/2006/relationships/image" Target="../media/image22.png"/></Relationships>
</file>

<file path=ppt/slides/_rels/slide42.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42.xml"/><Relationship Id="rId1" Type="http://schemas.openxmlformats.org/officeDocument/2006/relationships/slideLayout" Target="../slideLayouts/slideLayout34.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33.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3.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3.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3.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33.xml"/></Relationships>
</file>

<file path=ppt/slides/_rels/slide48.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48.xml"/><Relationship Id="rId1" Type="http://schemas.openxmlformats.org/officeDocument/2006/relationships/slideLayout" Target="../slideLayouts/slideLayout34.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33.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3.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3.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33.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34.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34.xml"/></Relationships>
</file>

<file path=ppt/slides/_rels/slide55.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55.xml"/><Relationship Id="rId1" Type="http://schemas.openxmlformats.org/officeDocument/2006/relationships/slideLayout" Target="../slideLayouts/slideLayout33.xml"/><Relationship Id="rId4" Type="http://schemas.openxmlformats.org/officeDocument/2006/relationships/image" Target="../media/image26.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232"/>
        <p:cNvGrpSpPr/>
        <p:nvPr/>
      </p:nvGrpSpPr>
      <p:grpSpPr>
        <a:xfrm>
          <a:off x="0" y="0"/>
          <a:ext cx="0" cy="0"/>
          <a:chOff x="0" y="0"/>
          <a:chExt cx="0" cy="0"/>
        </a:xfrm>
      </p:grpSpPr>
      <p:sp>
        <p:nvSpPr>
          <p:cNvPr id="233" name="Google Shape;233;p37"/>
          <p:cNvSpPr txBox="1">
            <a:spLocks noGrp="1"/>
          </p:cNvSpPr>
          <p:nvPr>
            <p:ph type="ctrTitle"/>
          </p:nvPr>
        </p:nvSpPr>
        <p:spPr>
          <a:xfrm>
            <a:off x="1011382" y="946297"/>
            <a:ext cx="8430775" cy="1473600"/>
          </a:xfrm>
          <a:prstGeom prst="rect">
            <a:avLst/>
          </a:prstGeom>
        </p:spPr>
        <p:txBody>
          <a:bodyPr spcFirstLastPara="1" wrap="square" lIns="91425" tIns="91425" rIns="91425" bIns="91425" anchor="b" anchorCtr="0">
            <a:noAutofit/>
          </a:bodyPr>
          <a:lstStyle/>
          <a:p>
            <a:pPr lvl="0"/>
            <a:r>
              <a:rPr lang="en-US" sz="3600" dirty="0"/>
              <a:t>Design of 2.4 GHz BLE Transmitter </a:t>
            </a:r>
            <a:br>
              <a:rPr lang="en-US" sz="3600" dirty="0"/>
            </a:br>
            <a:r>
              <a:rPr lang="en-US" sz="3600" dirty="0"/>
              <a:t>with Wake-Up Receiver (</a:t>
            </a:r>
            <a:r>
              <a:rPr lang="en-US" sz="3600" dirty="0" err="1"/>
              <a:t>WuRx</a:t>
            </a:r>
            <a:r>
              <a:rPr lang="en-US" sz="3600" dirty="0"/>
              <a:t>)</a:t>
            </a:r>
            <a:endParaRPr sz="3600" dirty="0"/>
          </a:p>
        </p:txBody>
      </p:sp>
      <p:sp>
        <p:nvSpPr>
          <p:cNvPr id="234" name="Google Shape;234;p37"/>
          <p:cNvSpPr txBox="1">
            <a:spLocks noGrp="1"/>
          </p:cNvSpPr>
          <p:nvPr>
            <p:ph type="subTitle" idx="1"/>
          </p:nvPr>
        </p:nvSpPr>
        <p:spPr>
          <a:xfrm>
            <a:off x="5188527" y="2626313"/>
            <a:ext cx="3242248" cy="654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Supervisor: Dr.NGUYEN Van Hieu</a:t>
            </a:r>
          </a:p>
          <a:p>
            <a:pPr marL="0" lvl="0" indent="0" algn="l" rtl="0">
              <a:spcBef>
                <a:spcPts val="0"/>
              </a:spcBef>
              <a:spcAft>
                <a:spcPts val="0"/>
              </a:spcAft>
              <a:buNone/>
            </a:pPr>
            <a:r>
              <a:rPr lang="en" dirty="0"/>
              <a:t>Subject: Mircowave Engineering</a:t>
            </a:r>
            <a:endParaRPr dirty="0"/>
          </a:p>
        </p:txBody>
      </p:sp>
      <p:pic>
        <p:nvPicPr>
          <p:cNvPr id="235" name="Google Shape;235;p37"/>
          <p:cNvPicPr preferRelativeResize="0"/>
          <p:nvPr/>
        </p:nvPicPr>
        <p:blipFill>
          <a:blip r:embed="rId3">
            <a:alphaModFix/>
          </a:blip>
          <a:stretch>
            <a:fillRect/>
          </a:stretch>
        </p:blipFill>
        <p:spPr>
          <a:xfrm>
            <a:off x="-374496" y="3486729"/>
            <a:ext cx="10011250" cy="1858736"/>
          </a:xfrm>
          <a:prstGeom prst="rect">
            <a:avLst/>
          </a:prstGeom>
          <a:noFill/>
          <a:ln>
            <a:noFill/>
          </a:ln>
        </p:spPr>
      </p:pic>
      <p:sp>
        <p:nvSpPr>
          <p:cNvPr id="2" name="TextBox 1">
            <a:extLst>
              <a:ext uri="{FF2B5EF4-FFF2-40B4-BE49-F238E27FC236}">
                <a16:creationId xmlns:a16="http://schemas.microsoft.com/office/drawing/2014/main" id="{25750E08-5DD6-1F2A-BA7F-6266DA66B6EA}"/>
              </a:ext>
            </a:extLst>
          </p:cNvPr>
          <p:cNvSpPr txBox="1"/>
          <p:nvPr/>
        </p:nvSpPr>
        <p:spPr>
          <a:xfrm>
            <a:off x="2528630" y="293360"/>
            <a:ext cx="4204997" cy="707886"/>
          </a:xfrm>
          <a:prstGeom prst="rect">
            <a:avLst/>
          </a:prstGeom>
          <a:noFill/>
        </p:spPr>
        <p:txBody>
          <a:bodyPr wrap="none" rtlCol="0">
            <a:spAutoFit/>
          </a:bodyPr>
          <a:lstStyle/>
          <a:p>
            <a:r>
              <a:rPr lang="en" sz="4000" dirty="0"/>
              <a:t>BigProject Report</a:t>
            </a:r>
            <a:endParaRPr lang="vi-VN" sz="4000" dirty="0"/>
          </a:p>
        </p:txBody>
      </p:sp>
    </p:spTree>
  </p:cSld>
  <p:clrMapOvr>
    <a:masterClrMapping/>
  </p:clrMapOvr>
  <mc:AlternateContent xmlns:mc="http://schemas.openxmlformats.org/markup-compatibility/2006">
    <mc:Choice xmlns:p14="http://schemas.microsoft.com/office/powerpoint/2010/main" Requires="p14">
      <p:transition p14:dur="0"/>
    </mc:Choice>
    <mc:Fallback>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39"/>
        <p:cNvGrpSpPr/>
        <p:nvPr/>
      </p:nvGrpSpPr>
      <p:grpSpPr>
        <a:xfrm>
          <a:off x="0" y="0"/>
          <a:ext cx="0" cy="0"/>
          <a:chOff x="0" y="0"/>
          <a:chExt cx="0" cy="0"/>
        </a:xfrm>
      </p:grpSpPr>
      <p:sp>
        <p:nvSpPr>
          <p:cNvPr id="240" name="Google Shape;240;p3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Contents of this template</a:t>
            </a:r>
            <a:endParaRPr/>
          </a:p>
        </p:txBody>
      </p:sp>
      <p:sp>
        <p:nvSpPr>
          <p:cNvPr id="241" name="Google Shape;241;p38"/>
          <p:cNvSpPr txBox="1">
            <a:spLocks noGrp="1"/>
          </p:cNvSpPr>
          <p:nvPr>
            <p:ph type="body" idx="1"/>
          </p:nvPr>
        </p:nvSpPr>
        <p:spPr>
          <a:xfrm>
            <a:off x="720000" y="1139550"/>
            <a:ext cx="7704000" cy="399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delete this slide when you’re done editing the presentation</a:t>
            </a:r>
            <a:endParaRPr>
              <a:solidFill>
                <a:schemeClr val="dk1"/>
              </a:solidFill>
            </a:endParaRPr>
          </a:p>
        </p:txBody>
      </p:sp>
      <p:graphicFrame>
        <p:nvGraphicFramePr>
          <p:cNvPr id="242" name="Google Shape;242;p38"/>
          <p:cNvGraphicFramePr/>
          <p:nvPr/>
        </p:nvGraphicFramePr>
        <p:xfrm>
          <a:off x="720000" y="1767225"/>
          <a:ext cx="7704000" cy="2169150"/>
        </p:xfrm>
        <a:graphic>
          <a:graphicData uri="http://schemas.openxmlformats.org/drawingml/2006/table">
            <a:tbl>
              <a:tblPr>
                <a:noFill/>
                <a:tableStyleId>{6A9CC4E2-919E-47D1-8DDA-F73AE51FF960}</a:tableStyleId>
              </a:tblPr>
              <a:tblGrid>
                <a:gridCol w="2619875">
                  <a:extLst>
                    <a:ext uri="{9D8B030D-6E8A-4147-A177-3AD203B41FA5}">
                      <a16:colId xmlns:a16="http://schemas.microsoft.com/office/drawing/2014/main" val="20000"/>
                    </a:ext>
                  </a:extLst>
                </a:gridCol>
                <a:gridCol w="5084125">
                  <a:extLst>
                    <a:ext uri="{9D8B030D-6E8A-4147-A177-3AD203B41FA5}">
                      <a16:colId xmlns:a16="http://schemas.microsoft.com/office/drawing/2014/main" val="20001"/>
                    </a:ext>
                  </a:extLst>
                </a:gridCol>
              </a:tblGrid>
              <a:tr h="361525">
                <a:tc>
                  <a:txBody>
                    <a:bodyPr/>
                    <a:lstStyle/>
                    <a:p>
                      <a:pPr marL="0" lvl="0" indent="0" algn="l" rtl="0">
                        <a:lnSpc>
                          <a:spcPct val="115000"/>
                        </a:lnSpc>
                        <a:spcBef>
                          <a:spcPts val="0"/>
                        </a:spcBef>
                        <a:spcAft>
                          <a:spcPts val="0"/>
                        </a:spcAft>
                        <a:buNone/>
                      </a:pPr>
                      <a:r>
                        <a:rPr lang="en" sz="1000" b="1" u="sng">
                          <a:solidFill>
                            <a:schemeClr val="dk1"/>
                          </a:solidFill>
                          <a:latin typeface="Figtree"/>
                          <a:ea typeface="Figtree"/>
                          <a:cs typeface="Figtree"/>
                          <a:sym typeface="Figtree"/>
                          <a:hlinkClick r:id="rId3" action="ppaction://hlinksldjump">
                            <a:extLst>
                              <a:ext uri="{A12FA001-AC4F-418D-AE19-62706E023703}">
                                <ahyp:hlinkClr xmlns:ahyp="http://schemas.microsoft.com/office/drawing/2018/hyperlinkcolor" val="tx"/>
                              </a:ext>
                            </a:extLst>
                          </a:hlinkClick>
                        </a:rPr>
                        <a:t>Fonts</a:t>
                      </a:r>
                      <a:endParaRPr sz="1000" b="1" u="sng">
                        <a:solidFill>
                          <a:schemeClr val="dk1"/>
                        </a:solidFill>
                        <a:latin typeface="Figtree"/>
                        <a:ea typeface="Figtree"/>
                        <a:cs typeface="Figtree"/>
                        <a:sym typeface="Figtree"/>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lnSpc>
                          <a:spcPct val="115000"/>
                        </a:lnSpc>
                        <a:spcBef>
                          <a:spcPts val="0"/>
                        </a:spcBef>
                        <a:spcAft>
                          <a:spcPts val="1600"/>
                        </a:spcAft>
                        <a:buNone/>
                      </a:pPr>
                      <a:r>
                        <a:rPr lang="en" sz="1000">
                          <a:solidFill>
                            <a:schemeClr val="dk1"/>
                          </a:solidFill>
                          <a:latin typeface="Figtree"/>
                          <a:ea typeface="Figtree"/>
                          <a:cs typeface="Figtree"/>
                          <a:sym typeface="Figtree"/>
                        </a:rPr>
                        <a:t>To view this template correctly in PowerPoint, download and install the fonts we used</a:t>
                      </a:r>
                      <a:endParaRPr sz="1000">
                        <a:solidFill>
                          <a:schemeClr val="dk1"/>
                        </a:solidFill>
                        <a:latin typeface="Figtree"/>
                        <a:ea typeface="Figtree"/>
                        <a:cs typeface="Figtree"/>
                        <a:sym typeface="Figtree"/>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r h="361525">
                <a:tc>
                  <a:txBody>
                    <a:bodyPr/>
                    <a:lstStyle/>
                    <a:p>
                      <a:pPr marL="0" lvl="0" indent="0" algn="l" rtl="0">
                        <a:lnSpc>
                          <a:spcPct val="115000"/>
                        </a:lnSpc>
                        <a:spcBef>
                          <a:spcPts val="0"/>
                        </a:spcBef>
                        <a:spcAft>
                          <a:spcPts val="0"/>
                        </a:spcAft>
                        <a:buNone/>
                      </a:pPr>
                      <a:r>
                        <a:rPr lang="en" sz="1000" b="1" u="sng">
                          <a:solidFill>
                            <a:schemeClr val="dk1"/>
                          </a:solidFill>
                          <a:latin typeface="Figtree"/>
                          <a:ea typeface="Figtree"/>
                          <a:cs typeface="Figtree"/>
                          <a:sym typeface="Figtree"/>
                          <a:hlinkClick r:id="rId4" action="ppaction://hlinksldjump">
                            <a:extLst>
                              <a:ext uri="{A12FA001-AC4F-418D-AE19-62706E023703}">
                                <ahyp:hlinkClr xmlns:ahyp="http://schemas.microsoft.com/office/drawing/2018/hyperlinkcolor" val="tx"/>
                              </a:ext>
                            </a:extLst>
                          </a:hlinkClick>
                        </a:rPr>
                        <a:t>Used</a:t>
                      </a:r>
                      <a:r>
                        <a:rPr lang="en" sz="1000" b="1">
                          <a:solidFill>
                            <a:schemeClr val="dk1"/>
                          </a:solidFill>
                          <a:latin typeface="Figtree"/>
                          <a:ea typeface="Figtree"/>
                          <a:cs typeface="Figtree"/>
                          <a:sym typeface="Figtree"/>
                        </a:rPr>
                        <a:t> and </a:t>
                      </a:r>
                      <a:r>
                        <a:rPr lang="en" sz="1000" b="1" u="sng">
                          <a:solidFill>
                            <a:schemeClr val="dk1"/>
                          </a:solidFill>
                          <a:latin typeface="Figtree"/>
                          <a:ea typeface="Figtree"/>
                          <a:cs typeface="Figtree"/>
                          <a:sym typeface="Figtree"/>
                          <a:hlinkClick r:id="rId5" action="ppaction://hlinksldjump">
                            <a:extLst>
                              <a:ext uri="{A12FA001-AC4F-418D-AE19-62706E023703}">
                                <ahyp:hlinkClr xmlns:ahyp="http://schemas.microsoft.com/office/drawing/2018/hyperlinkcolor" val="tx"/>
                              </a:ext>
                            </a:extLst>
                          </a:hlinkClick>
                        </a:rPr>
                        <a:t>alternative</a:t>
                      </a:r>
                      <a:r>
                        <a:rPr lang="en" sz="1000" b="1" u="sng">
                          <a:solidFill>
                            <a:schemeClr val="dk1"/>
                          </a:solidFill>
                          <a:latin typeface="Figtree"/>
                          <a:ea typeface="Figtree"/>
                          <a:cs typeface="Figtree"/>
                          <a:sym typeface="Figtree"/>
                          <a:hlinkClick r:id="rId5" action="ppaction://hlinksldjump">
                            <a:extLst>
                              <a:ext uri="{A12FA001-AC4F-418D-AE19-62706E023703}">
                                <ahyp:hlinkClr xmlns:ahyp="http://schemas.microsoft.com/office/drawing/2018/hyperlinkcolor" val="tx"/>
                              </a:ext>
                            </a:extLst>
                          </a:hlinkClick>
                        </a:rPr>
                        <a:t> resources</a:t>
                      </a:r>
                      <a:endParaRPr sz="1000" b="1" u="sng">
                        <a:solidFill>
                          <a:schemeClr val="dk1"/>
                        </a:solidFill>
                        <a:latin typeface="Figtree"/>
                        <a:ea typeface="Figtree"/>
                        <a:cs typeface="Figtree"/>
                        <a:sym typeface="Figtree"/>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marR="0" lvl="0" indent="0" algn="l" rtl="0">
                        <a:lnSpc>
                          <a:spcPct val="115000"/>
                        </a:lnSpc>
                        <a:spcBef>
                          <a:spcPts val="0"/>
                        </a:spcBef>
                        <a:spcAft>
                          <a:spcPts val="1600"/>
                        </a:spcAft>
                        <a:buNone/>
                      </a:pPr>
                      <a:r>
                        <a:rPr lang="en" sz="1000" dirty="0">
                          <a:solidFill>
                            <a:schemeClr val="dk1"/>
                          </a:solidFill>
                          <a:latin typeface="Figtree"/>
                          <a:ea typeface="Figtree"/>
                          <a:cs typeface="Figtree"/>
                          <a:sym typeface="Figtree"/>
                        </a:rPr>
                        <a:t>An assortment of graphic resources that are suitable for use in this presentation</a:t>
                      </a:r>
                      <a:endParaRPr sz="1000" dirty="0">
                        <a:solidFill>
                          <a:schemeClr val="dk1"/>
                        </a:solidFill>
                        <a:latin typeface="Figtree"/>
                        <a:ea typeface="Figtree"/>
                        <a:cs typeface="Figtree"/>
                        <a:sym typeface="Figtree"/>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361525">
                <a:tc>
                  <a:txBody>
                    <a:bodyPr/>
                    <a:lstStyle/>
                    <a:p>
                      <a:pPr marL="0" lvl="0" indent="0" algn="l" rtl="0">
                        <a:lnSpc>
                          <a:spcPct val="115000"/>
                        </a:lnSpc>
                        <a:spcBef>
                          <a:spcPts val="0"/>
                        </a:spcBef>
                        <a:spcAft>
                          <a:spcPts val="0"/>
                        </a:spcAft>
                        <a:buNone/>
                      </a:pPr>
                      <a:r>
                        <a:rPr lang="en" sz="1000" b="1" u="sng">
                          <a:solidFill>
                            <a:schemeClr val="dk1"/>
                          </a:solidFill>
                          <a:latin typeface="Figtree"/>
                          <a:ea typeface="Figtree"/>
                          <a:cs typeface="Figtree"/>
                          <a:sym typeface="Figtree"/>
                          <a:hlinkClick r:id="rId6" action="ppaction://hlinksldjump">
                            <a:extLst>
                              <a:ext uri="{A12FA001-AC4F-418D-AE19-62706E023703}">
                                <ahyp:hlinkClr xmlns:ahyp="http://schemas.microsoft.com/office/drawing/2018/hyperlinkcolor" val="tx"/>
                              </a:ext>
                            </a:extLst>
                          </a:hlinkClick>
                        </a:rPr>
                        <a:t>Thanks slide</a:t>
                      </a:r>
                      <a:endParaRPr sz="1000" b="1" u="sng">
                        <a:solidFill>
                          <a:schemeClr val="dk1"/>
                        </a:solidFill>
                        <a:latin typeface="Figtree"/>
                        <a:ea typeface="Figtree"/>
                        <a:cs typeface="Figtree"/>
                        <a:sym typeface="Figtree"/>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tc>
                  <a:txBody>
                    <a:bodyPr/>
                    <a:lstStyle/>
                    <a:p>
                      <a:pPr marL="0" lvl="0" indent="0" algn="l" rtl="0">
                        <a:lnSpc>
                          <a:spcPct val="115000"/>
                        </a:lnSpc>
                        <a:spcBef>
                          <a:spcPts val="0"/>
                        </a:spcBef>
                        <a:spcAft>
                          <a:spcPts val="1600"/>
                        </a:spcAft>
                        <a:buNone/>
                      </a:pPr>
                      <a:r>
                        <a:rPr lang="en" sz="1000">
                          <a:solidFill>
                            <a:schemeClr val="dk1"/>
                          </a:solidFill>
                          <a:latin typeface="Figtree"/>
                          <a:ea typeface="Figtree"/>
                          <a:cs typeface="Figtree"/>
                          <a:sym typeface="Figtree"/>
                        </a:rPr>
                        <a:t>You must keep it so that proper credits for our design are given</a:t>
                      </a:r>
                      <a:endParaRPr sz="1000">
                        <a:solidFill>
                          <a:schemeClr val="dk1"/>
                        </a:solidFill>
                        <a:latin typeface="Figtree"/>
                        <a:ea typeface="Figtree"/>
                        <a:cs typeface="Figtree"/>
                        <a:sym typeface="Figtree"/>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2"/>
                  </a:ext>
                </a:extLst>
              </a:tr>
              <a:tr h="361525">
                <a:tc>
                  <a:txBody>
                    <a:bodyPr/>
                    <a:lstStyle/>
                    <a:p>
                      <a:pPr marL="0" lvl="0" indent="0" algn="l" rtl="0">
                        <a:lnSpc>
                          <a:spcPct val="115000"/>
                        </a:lnSpc>
                        <a:spcBef>
                          <a:spcPts val="0"/>
                        </a:spcBef>
                        <a:spcAft>
                          <a:spcPts val="0"/>
                        </a:spcAft>
                        <a:buNone/>
                      </a:pPr>
                      <a:r>
                        <a:rPr lang="en" sz="1000" b="1" u="sng">
                          <a:solidFill>
                            <a:schemeClr val="dk1"/>
                          </a:solidFill>
                          <a:latin typeface="Figtree"/>
                          <a:ea typeface="Figtree"/>
                          <a:cs typeface="Figtree"/>
                          <a:sym typeface="Figtree"/>
                          <a:hlinkClick r:id="rId3" action="ppaction://hlinksldjump">
                            <a:extLst>
                              <a:ext uri="{A12FA001-AC4F-418D-AE19-62706E023703}">
                                <ahyp:hlinkClr xmlns:ahyp="http://schemas.microsoft.com/office/drawing/2018/hyperlinkcolor" val="tx"/>
                              </a:ext>
                            </a:extLst>
                          </a:hlinkClick>
                        </a:rPr>
                        <a:t>Colors</a:t>
                      </a:r>
                      <a:endParaRPr sz="1000" b="1" u="sng">
                        <a:solidFill>
                          <a:schemeClr val="dk1"/>
                        </a:solidFill>
                        <a:latin typeface="Figtree"/>
                        <a:ea typeface="Figtree"/>
                        <a:cs typeface="Figtree"/>
                        <a:sym typeface="Figtree"/>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tc>
                  <a:txBody>
                    <a:bodyPr/>
                    <a:lstStyle/>
                    <a:p>
                      <a:pPr marL="0" lvl="0" indent="0" algn="l" rtl="0">
                        <a:lnSpc>
                          <a:spcPct val="115000"/>
                        </a:lnSpc>
                        <a:spcBef>
                          <a:spcPts val="0"/>
                        </a:spcBef>
                        <a:spcAft>
                          <a:spcPts val="1600"/>
                        </a:spcAft>
                        <a:buNone/>
                      </a:pPr>
                      <a:r>
                        <a:rPr lang="en" sz="1000">
                          <a:solidFill>
                            <a:schemeClr val="dk1"/>
                          </a:solidFill>
                          <a:latin typeface="Figtree"/>
                          <a:ea typeface="Figtree"/>
                          <a:cs typeface="Figtree"/>
                          <a:sym typeface="Figtree"/>
                        </a:rPr>
                        <a:t>All the colors used in this presentation</a:t>
                      </a:r>
                      <a:endParaRPr sz="1000">
                        <a:solidFill>
                          <a:schemeClr val="dk1"/>
                        </a:solidFill>
                        <a:latin typeface="Figtree"/>
                        <a:ea typeface="Figtree"/>
                        <a:cs typeface="Figtree"/>
                        <a:sym typeface="Figtree"/>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361525">
                <a:tc>
                  <a:txBody>
                    <a:bodyPr/>
                    <a:lstStyle/>
                    <a:p>
                      <a:pPr marL="0" lvl="0" indent="0" algn="l" rtl="0">
                        <a:lnSpc>
                          <a:spcPct val="115000"/>
                        </a:lnSpc>
                        <a:spcBef>
                          <a:spcPts val="0"/>
                        </a:spcBef>
                        <a:spcAft>
                          <a:spcPts val="0"/>
                        </a:spcAft>
                        <a:buNone/>
                      </a:pPr>
                      <a:r>
                        <a:rPr lang="en" sz="1000" b="1" u="sng">
                          <a:solidFill>
                            <a:schemeClr val="dk1"/>
                          </a:solidFill>
                          <a:latin typeface="Figtree"/>
                          <a:ea typeface="Figtree"/>
                          <a:cs typeface="Figtree"/>
                          <a:sym typeface="Figtree"/>
                          <a:hlinkClick r:id="rId7" action="ppaction://hlinksldjump">
                            <a:extLst>
                              <a:ext uri="{A12FA001-AC4F-418D-AE19-62706E023703}">
                                <ahyp:hlinkClr xmlns:ahyp="http://schemas.microsoft.com/office/drawing/2018/hyperlinkcolor" val="tx"/>
                              </a:ext>
                            </a:extLst>
                          </a:hlinkClick>
                        </a:rPr>
                        <a:t>Icons</a:t>
                      </a:r>
                      <a:r>
                        <a:rPr lang="en" sz="1000" b="1">
                          <a:solidFill>
                            <a:schemeClr val="dk1"/>
                          </a:solidFill>
                          <a:latin typeface="Figtree"/>
                          <a:ea typeface="Figtree"/>
                          <a:cs typeface="Figtree"/>
                          <a:sym typeface="Figtree"/>
                        </a:rPr>
                        <a:t> and </a:t>
                      </a:r>
                      <a:r>
                        <a:rPr lang="en" sz="1000" b="1" u="sng">
                          <a:solidFill>
                            <a:schemeClr val="dk1"/>
                          </a:solidFill>
                          <a:latin typeface="Figtree"/>
                          <a:ea typeface="Figtree"/>
                          <a:cs typeface="Figtree"/>
                          <a:sym typeface="Figtree"/>
                          <a:hlinkClick r:id="rId8" action="ppaction://hlinksldjump">
                            <a:extLst>
                              <a:ext uri="{A12FA001-AC4F-418D-AE19-62706E023703}">
                                <ahyp:hlinkClr xmlns:ahyp="http://schemas.microsoft.com/office/drawing/2018/hyperlinkcolor" val="tx"/>
                              </a:ext>
                            </a:extLst>
                          </a:hlinkClick>
                        </a:rPr>
                        <a:t>infographic resources</a:t>
                      </a:r>
                      <a:endParaRPr sz="1000" b="1" u="sng">
                        <a:solidFill>
                          <a:schemeClr val="dk1"/>
                        </a:solidFill>
                        <a:latin typeface="Figtree"/>
                        <a:ea typeface="Figtree"/>
                        <a:cs typeface="Figtree"/>
                        <a:sym typeface="Figtree"/>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1"/>
                    </a:solidFill>
                  </a:tcPr>
                </a:tc>
                <a:tc>
                  <a:txBody>
                    <a:bodyPr/>
                    <a:lstStyle/>
                    <a:p>
                      <a:pPr marL="0" lvl="0" indent="0" algn="l" rtl="0">
                        <a:lnSpc>
                          <a:spcPct val="115000"/>
                        </a:lnSpc>
                        <a:spcBef>
                          <a:spcPts val="0"/>
                        </a:spcBef>
                        <a:spcAft>
                          <a:spcPts val="0"/>
                        </a:spcAft>
                        <a:buNone/>
                      </a:pPr>
                      <a:r>
                        <a:rPr lang="en" sz="1000">
                          <a:solidFill>
                            <a:schemeClr val="dk1"/>
                          </a:solidFill>
                          <a:latin typeface="Figtree"/>
                          <a:ea typeface="Figtree"/>
                          <a:cs typeface="Figtree"/>
                          <a:sym typeface="Figtree"/>
                        </a:rPr>
                        <a:t>These can be used in the template, and their size and color can be edited</a:t>
                      </a:r>
                      <a:endParaRPr sz="1000">
                        <a:solidFill>
                          <a:schemeClr val="dk1"/>
                        </a:solidFill>
                        <a:latin typeface="Figtree"/>
                        <a:ea typeface="Figtree"/>
                        <a:cs typeface="Figtree"/>
                        <a:sym typeface="Figtree"/>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4"/>
                  </a:ext>
                </a:extLst>
              </a:tr>
              <a:tr h="361525">
                <a:tc>
                  <a:txBody>
                    <a:bodyPr/>
                    <a:lstStyle/>
                    <a:p>
                      <a:pPr marL="0" lvl="0" indent="0" algn="l" rtl="0">
                        <a:lnSpc>
                          <a:spcPct val="115000"/>
                        </a:lnSpc>
                        <a:spcBef>
                          <a:spcPts val="0"/>
                        </a:spcBef>
                        <a:spcAft>
                          <a:spcPts val="0"/>
                        </a:spcAft>
                        <a:buNone/>
                      </a:pPr>
                      <a:r>
                        <a:rPr lang="en" sz="1000" b="1">
                          <a:solidFill>
                            <a:schemeClr val="dk1"/>
                          </a:solidFill>
                          <a:latin typeface="Figtree"/>
                          <a:ea typeface="Figtree"/>
                          <a:cs typeface="Figtree"/>
                          <a:sym typeface="Figtree"/>
                        </a:rPr>
                        <a:t>Editable presentation theme </a:t>
                      </a:r>
                      <a:endParaRPr sz="1000" b="1">
                        <a:solidFill>
                          <a:schemeClr val="dk1"/>
                        </a:solidFill>
                        <a:latin typeface="Figtree"/>
                        <a:ea typeface="Figtree"/>
                        <a:cs typeface="Figtree"/>
                        <a:sym typeface="Figtree"/>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1"/>
                    </a:solidFill>
                  </a:tcPr>
                </a:tc>
                <a:tc>
                  <a:txBody>
                    <a:bodyPr/>
                    <a:lstStyle/>
                    <a:p>
                      <a:pPr marL="0" lvl="0" indent="0" algn="l" rtl="0">
                        <a:lnSpc>
                          <a:spcPct val="115000"/>
                        </a:lnSpc>
                        <a:spcBef>
                          <a:spcPts val="0"/>
                        </a:spcBef>
                        <a:spcAft>
                          <a:spcPts val="1600"/>
                        </a:spcAft>
                        <a:buNone/>
                      </a:pPr>
                      <a:r>
                        <a:rPr lang="en" sz="1000" dirty="0">
                          <a:solidFill>
                            <a:schemeClr val="dk1"/>
                          </a:solidFill>
                          <a:latin typeface="Figtree"/>
                          <a:ea typeface="Figtree"/>
                          <a:cs typeface="Figtree"/>
                          <a:sym typeface="Figtree"/>
                        </a:rPr>
                        <a:t>You can edit the master slides easily. For more info, click </a:t>
                      </a:r>
                      <a:r>
                        <a:rPr lang="en" sz="1000" b="1" u="sng" dirty="0">
                          <a:solidFill>
                            <a:schemeClr val="dk1"/>
                          </a:solidFill>
                          <a:latin typeface="Figtree"/>
                          <a:ea typeface="Figtree"/>
                          <a:cs typeface="Figtree"/>
                          <a:sym typeface="Figtree"/>
                          <a:hlinkClick r:id="rId9">
                            <a:extLst>
                              <a:ext uri="{A12FA001-AC4F-418D-AE19-62706E023703}">
                                <ahyp:hlinkClr xmlns:ahyp="http://schemas.microsoft.com/office/drawing/2018/hyperlinkcolor" val="tx"/>
                              </a:ext>
                            </a:extLst>
                          </a:hlinkClick>
                        </a:rPr>
                        <a:t>here</a:t>
                      </a:r>
                      <a:endParaRPr sz="1000" dirty="0">
                        <a:solidFill>
                          <a:schemeClr val="dk1"/>
                        </a:solidFill>
                        <a:latin typeface="Figtree"/>
                        <a:ea typeface="Figtree"/>
                        <a:cs typeface="Figtree"/>
                        <a:sym typeface="Figtree"/>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sp>
        <p:nvSpPr>
          <p:cNvPr id="243" name="Google Shape;243;p38"/>
          <p:cNvSpPr txBox="1"/>
          <p:nvPr/>
        </p:nvSpPr>
        <p:spPr>
          <a:xfrm>
            <a:off x="1650113" y="4133675"/>
            <a:ext cx="1713300" cy="4617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chemeClr val="dk1"/>
                </a:solidFill>
                <a:latin typeface="Figtree"/>
                <a:ea typeface="Figtree"/>
                <a:cs typeface="Figtree"/>
                <a:sym typeface="Figtree"/>
              </a:rPr>
              <a:t>For more info:</a:t>
            </a:r>
            <a:br>
              <a:rPr lang="en" sz="1000" b="1">
                <a:solidFill>
                  <a:schemeClr val="dk1"/>
                </a:solidFill>
                <a:latin typeface="Figtree"/>
                <a:ea typeface="Figtree"/>
                <a:cs typeface="Figtree"/>
                <a:sym typeface="Figtree"/>
              </a:rPr>
            </a:br>
            <a:r>
              <a:rPr lang="en" sz="1000" b="1" u="sng">
                <a:solidFill>
                  <a:schemeClr val="dk1"/>
                </a:solidFill>
                <a:latin typeface="Figtree"/>
                <a:ea typeface="Figtree"/>
                <a:cs typeface="Figtree"/>
                <a:sym typeface="Figtree"/>
                <a:hlinkClick r:id="rId10">
                  <a:extLst>
                    <a:ext uri="{A12FA001-AC4F-418D-AE19-62706E023703}">
                      <ahyp:hlinkClr xmlns:ahyp="http://schemas.microsoft.com/office/drawing/2018/hyperlinkcolor" val="tx"/>
                    </a:ext>
                  </a:extLst>
                </a:hlinkClick>
              </a:rPr>
              <a:t>Slidesgo</a:t>
            </a:r>
            <a:r>
              <a:rPr lang="en" sz="1000" b="1">
                <a:solidFill>
                  <a:schemeClr val="dk1"/>
                </a:solidFill>
                <a:latin typeface="Figtree"/>
                <a:ea typeface="Figtree"/>
                <a:cs typeface="Figtree"/>
                <a:sym typeface="Figtree"/>
              </a:rPr>
              <a:t> | </a:t>
            </a:r>
            <a:r>
              <a:rPr lang="en" sz="1000" b="1" u="sng">
                <a:solidFill>
                  <a:schemeClr val="dk1"/>
                </a:solidFill>
                <a:latin typeface="Figtree"/>
                <a:ea typeface="Figtree"/>
                <a:cs typeface="Figtree"/>
                <a:sym typeface="Figtree"/>
                <a:hlinkClick r:id="rId11">
                  <a:extLst>
                    <a:ext uri="{A12FA001-AC4F-418D-AE19-62706E023703}">
                      <ahyp:hlinkClr xmlns:ahyp="http://schemas.microsoft.com/office/drawing/2018/hyperlinkcolor" val="tx"/>
                    </a:ext>
                  </a:extLst>
                </a:hlinkClick>
              </a:rPr>
              <a:t>Blog</a:t>
            </a:r>
            <a:r>
              <a:rPr lang="en" sz="1000" b="1">
                <a:solidFill>
                  <a:schemeClr val="dk1"/>
                </a:solidFill>
                <a:latin typeface="Figtree"/>
                <a:ea typeface="Figtree"/>
                <a:cs typeface="Figtree"/>
                <a:sym typeface="Figtree"/>
              </a:rPr>
              <a:t> | </a:t>
            </a:r>
            <a:r>
              <a:rPr lang="en" sz="1000" b="1" u="sng">
                <a:solidFill>
                  <a:schemeClr val="dk1"/>
                </a:solidFill>
                <a:latin typeface="Figtree"/>
                <a:ea typeface="Figtree"/>
                <a:cs typeface="Figtree"/>
                <a:sym typeface="Figtree"/>
                <a:hlinkClick r:id="rId12">
                  <a:extLst>
                    <a:ext uri="{A12FA001-AC4F-418D-AE19-62706E023703}">
                      <ahyp:hlinkClr xmlns:ahyp="http://schemas.microsoft.com/office/drawing/2018/hyperlinkcolor" val="tx"/>
                    </a:ext>
                  </a:extLst>
                </a:hlinkClick>
              </a:rPr>
              <a:t>FAQs</a:t>
            </a:r>
            <a:endParaRPr sz="1000" b="1" u="sng">
              <a:solidFill>
                <a:schemeClr val="dk1"/>
              </a:solidFill>
              <a:latin typeface="Figtree"/>
              <a:ea typeface="Figtree"/>
              <a:cs typeface="Figtree"/>
              <a:sym typeface="Figtree"/>
            </a:endParaRPr>
          </a:p>
        </p:txBody>
      </p:sp>
      <p:sp>
        <p:nvSpPr>
          <p:cNvPr id="244" name="Google Shape;244;p38"/>
          <p:cNvSpPr txBox="1"/>
          <p:nvPr/>
        </p:nvSpPr>
        <p:spPr>
          <a:xfrm>
            <a:off x="4493887" y="4133675"/>
            <a:ext cx="3000000" cy="4617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chemeClr val="dk1"/>
                </a:solidFill>
                <a:latin typeface="Figtree"/>
                <a:ea typeface="Figtree"/>
                <a:cs typeface="Figtree"/>
                <a:sym typeface="Figtree"/>
              </a:rPr>
              <a:t>You can visit our sister projects:</a:t>
            </a:r>
            <a:br>
              <a:rPr lang="en" sz="1000" b="1">
                <a:solidFill>
                  <a:schemeClr val="dk1"/>
                </a:solidFill>
                <a:latin typeface="Figtree"/>
                <a:ea typeface="Figtree"/>
                <a:cs typeface="Figtree"/>
                <a:sym typeface="Figtree"/>
              </a:rPr>
            </a:br>
            <a:r>
              <a:rPr lang="en" sz="1000" b="1" u="sng">
                <a:solidFill>
                  <a:schemeClr val="dk1"/>
                </a:solidFill>
                <a:latin typeface="Figtree"/>
                <a:ea typeface="Figtree"/>
                <a:cs typeface="Figtree"/>
                <a:sym typeface="Figtree"/>
                <a:hlinkClick r:id="rId13">
                  <a:extLst>
                    <a:ext uri="{A12FA001-AC4F-418D-AE19-62706E023703}">
                      <ahyp:hlinkClr xmlns:ahyp="http://schemas.microsoft.com/office/drawing/2018/hyperlinkcolor" val="tx"/>
                    </a:ext>
                  </a:extLst>
                </a:hlinkClick>
              </a:rPr>
              <a:t>Freepik</a:t>
            </a:r>
            <a:r>
              <a:rPr lang="en" sz="1000" b="1">
                <a:solidFill>
                  <a:schemeClr val="dk1"/>
                </a:solidFill>
                <a:latin typeface="Figtree"/>
                <a:ea typeface="Figtree"/>
                <a:cs typeface="Figtree"/>
                <a:sym typeface="Figtree"/>
              </a:rPr>
              <a:t> | </a:t>
            </a:r>
            <a:r>
              <a:rPr lang="en" sz="1000" b="1" u="sng">
                <a:solidFill>
                  <a:schemeClr val="dk1"/>
                </a:solidFill>
                <a:latin typeface="Figtree"/>
                <a:ea typeface="Figtree"/>
                <a:cs typeface="Figtree"/>
                <a:sym typeface="Figtree"/>
                <a:hlinkClick r:id="rId14">
                  <a:extLst>
                    <a:ext uri="{A12FA001-AC4F-418D-AE19-62706E023703}">
                      <ahyp:hlinkClr xmlns:ahyp="http://schemas.microsoft.com/office/drawing/2018/hyperlinkcolor" val="tx"/>
                    </a:ext>
                  </a:extLst>
                </a:hlinkClick>
              </a:rPr>
              <a:t>Flaticon</a:t>
            </a:r>
            <a:r>
              <a:rPr lang="en" sz="1000" b="1">
                <a:solidFill>
                  <a:schemeClr val="dk1"/>
                </a:solidFill>
                <a:latin typeface="Figtree"/>
                <a:ea typeface="Figtree"/>
                <a:cs typeface="Figtree"/>
                <a:sym typeface="Figtree"/>
              </a:rPr>
              <a:t> | </a:t>
            </a:r>
            <a:r>
              <a:rPr lang="en" sz="1000" b="1" u="sng">
                <a:solidFill>
                  <a:schemeClr val="dk1"/>
                </a:solidFill>
                <a:latin typeface="Figtree"/>
                <a:ea typeface="Figtree"/>
                <a:cs typeface="Figtree"/>
                <a:sym typeface="Figtree"/>
                <a:hlinkClick r:id="rId15">
                  <a:extLst>
                    <a:ext uri="{A12FA001-AC4F-418D-AE19-62706E023703}">
                      <ahyp:hlinkClr xmlns:ahyp="http://schemas.microsoft.com/office/drawing/2018/hyperlinkcolor" val="tx"/>
                    </a:ext>
                  </a:extLst>
                </a:hlinkClick>
              </a:rPr>
              <a:t>Storyset</a:t>
            </a:r>
            <a:r>
              <a:rPr lang="en" sz="1000" b="1">
                <a:solidFill>
                  <a:schemeClr val="dk1"/>
                </a:solidFill>
                <a:latin typeface="Figtree"/>
                <a:ea typeface="Figtree"/>
                <a:cs typeface="Figtree"/>
                <a:sym typeface="Figtree"/>
              </a:rPr>
              <a:t> | </a:t>
            </a:r>
            <a:r>
              <a:rPr lang="en" sz="1000" b="1" u="sng">
                <a:solidFill>
                  <a:schemeClr val="dk1"/>
                </a:solidFill>
                <a:latin typeface="Figtree"/>
                <a:ea typeface="Figtree"/>
                <a:cs typeface="Figtree"/>
                <a:sym typeface="Figtree"/>
                <a:hlinkClick r:id="rId16">
                  <a:extLst>
                    <a:ext uri="{A12FA001-AC4F-418D-AE19-62706E023703}">
                      <ahyp:hlinkClr xmlns:ahyp="http://schemas.microsoft.com/office/drawing/2018/hyperlinkcolor" val="tx"/>
                    </a:ext>
                  </a:extLst>
                </a:hlinkClick>
              </a:rPr>
              <a:t>Wepik</a:t>
            </a:r>
            <a:r>
              <a:rPr lang="en" sz="1000" b="1">
                <a:solidFill>
                  <a:schemeClr val="dk1"/>
                </a:solidFill>
                <a:latin typeface="Figtree"/>
                <a:ea typeface="Figtree"/>
                <a:cs typeface="Figtree"/>
                <a:sym typeface="Figtree"/>
              </a:rPr>
              <a:t> | </a:t>
            </a:r>
            <a:r>
              <a:rPr lang="en" sz="1000" b="1" u="sng">
                <a:solidFill>
                  <a:schemeClr val="dk1"/>
                </a:solidFill>
                <a:latin typeface="Figtree"/>
                <a:ea typeface="Figtree"/>
                <a:cs typeface="Figtree"/>
                <a:sym typeface="Figtree"/>
                <a:hlinkClick r:id="rId17">
                  <a:extLst>
                    <a:ext uri="{A12FA001-AC4F-418D-AE19-62706E023703}">
                      <ahyp:hlinkClr xmlns:ahyp="http://schemas.microsoft.com/office/drawing/2018/hyperlinkcolor" val="tx"/>
                    </a:ext>
                  </a:extLst>
                </a:hlinkClick>
              </a:rPr>
              <a:t>Videvo</a:t>
            </a:r>
            <a:endParaRPr sz="1000" b="1">
              <a:solidFill>
                <a:schemeClr val="dk1"/>
              </a:solidFill>
              <a:latin typeface="Figtree"/>
              <a:ea typeface="Figtree"/>
              <a:cs typeface="Figtree"/>
              <a:sym typeface="Figtree"/>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48"/>
        <p:cNvGrpSpPr/>
        <p:nvPr/>
      </p:nvGrpSpPr>
      <p:grpSpPr>
        <a:xfrm>
          <a:off x="0" y="0"/>
          <a:ext cx="0" cy="0"/>
          <a:chOff x="0" y="0"/>
          <a:chExt cx="0" cy="0"/>
        </a:xfrm>
      </p:grpSpPr>
      <p:sp>
        <p:nvSpPr>
          <p:cNvPr id="249" name="Google Shape;249;p3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Table of contents</a:t>
            </a:r>
            <a:endParaRPr/>
          </a:p>
        </p:txBody>
      </p:sp>
      <p:sp>
        <p:nvSpPr>
          <p:cNvPr id="250" name="Google Shape;250;p39"/>
          <p:cNvSpPr txBox="1">
            <a:spLocks noGrp="1"/>
          </p:cNvSpPr>
          <p:nvPr>
            <p:ph type="subTitle" idx="3"/>
          </p:nvPr>
        </p:nvSpPr>
        <p:spPr>
          <a:xfrm>
            <a:off x="1591950" y="3919305"/>
            <a:ext cx="23055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sz="1600"/>
          </a:p>
        </p:txBody>
      </p:sp>
      <p:sp>
        <p:nvSpPr>
          <p:cNvPr id="251" name="Google Shape;251;p39"/>
          <p:cNvSpPr txBox="1">
            <a:spLocks noGrp="1"/>
          </p:cNvSpPr>
          <p:nvPr>
            <p:ph type="subTitle" idx="1"/>
          </p:nvPr>
        </p:nvSpPr>
        <p:spPr>
          <a:xfrm>
            <a:off x="1591950" y="2814405"/>
            <a:ext cx="23055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a:p>
        </p:txBody>
      </p:sp>
      <p:sp>
        <p:nvSpPr>
          <p:cNvPr id="252" name="Google Shape;252;p39"/>
          <p:cNvSpPr txBox="1">
            <a:spLocks noGrp="1"/>
          </p:cNvSpPr>
          <p:nvPr>
            <p:ph type="subTitle" idx="2"/>
          </p:nvPr>
        </p:nvSpPr>
        <p:spPr>
          <a:xfrm>
            <a:off x="1591950" y="1709505"/>
            <a:ext cx="23055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a:p>
        </p:txBody>
      </p:sp>
      <p:sp>
        <p:nvSpPr>
          <p:cNvPr id="253" name="Google Shape;253;p39"/>
          <p:cNvSpPr txBox="1">
            <a:spLocks noGrp="1"/>
          </p:cNvSpPr>
          <p:nvPr>
            <p:ph type="subTitle" idx="4"/>
          </p:nvPr>
        </p:nvSpPr>
        <p:spPr>
          <a:xfrm>
            <a:off x="5344800" y="1709505"/>
            <a:ext cx="23055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a:p>
        </p:txBody>
      </p:sp>
      <p:sp>
        <p:nvSpPr>
          <p:cNvPr id="254" name="Google Shape;254;p39"/>
          <p:cNvSpPr txBox="1">
            <a:spLocks noGrp="1"/>
          </p:cNvSpPr>
          <p:nvPr>
            <p:ph type="subTitle" idx="5"/>
          </p:nvPr>
        </p:nvSpPr>
        <p:spPr>
          <a:xfrm>
            <a:off x="5344800" y="2814405"/>
            <a:ext cx="23055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a:p>
        </p:txBody>
      </p:sp>
      <p:sp>
        <p:nvSpPr>
          <p:cNvPr id="255" name="Google Shape;255;p39"/>
          <p:cNvSpPr txBox="1">
            <a:spLocks noGrp="1"/>
          </p:cNvSpPr>
          <p:nvPr>
            <p:ph type="subTitle" idx="6"/>
          </p:nvPr>
        </p:nvSpPr>
        <p:spPr>
          <a:xfrm>
            <a:off x="5344800" y="3919305"/>
            <a:ext cx="23055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a:p>
        </p:txBody>
      </p:sp>
      <p:sp>
        <p:nvSpPr>
          <p:cNvPr id="256" name="Google Shape;256;p39"/>
          <p:cNvSpPr txBox="1">
            <a:spLocks noGrp="1"/>
          </p:cNvSpPr>
          <p:nvPr>
            <p:ph type="title" idx="7"/>
          </p:nvPr>
        </p:nvSpPr>
        <p:spPr>
          <a:xfrm>
            <a:off x="720000" y="1345001"/>
            <a:ext cx="734700" cy="484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01</a:t>
            </a:r>
            <a:endParaRPr/>
          </a:p>
        </p:txBody>
      </p:sp>
      <p:sp>
        <p:nvSpPr>
          <p:cNvPr id="257" name="Google Shape;257;p39"/>
          <p:cNvSpPr txBox="1">
            <a:spLocks noGrp="1"/>
          </p:cNvSpPr>
          <p:nvPr>
            <p:ph type="title" idx="8"/>
          </p:nvPr>
        </p:nvSpPr>
        <p:spPr>
          <a:xfrm>
            <a:off x="4472850" y="2449906"/>
            <a:ext cx="734700" cy="484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05</a:t>
            </a:r>
            <a:endParaRPr/>
          </a:p>
        </p:txBody>
      </p:sp>
      <p:sp>
        <p:nvSpPr>
          <p:cNvPr id="258" name="Google Shape;258;p39"/>
          <p:cNvSpPr txBox="1">
            <a:spLocks noGrp="1"/>
          </p:cNvSpPr>
          <p:nvPr>
            <p:ph type="title" idx="9"/>
          </p:nvPr>
        </p:nvSpPr>
        <p:spPr>
          <a:xfrm>
            <a:off x="4472850" y="1345001"/>
            <a:ext cx="734700" cy="484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04</a:t>
            </a:r>
            <a:endParaRPr/>
          </a:p>
        </p:txBody>
      </p:sp>
      <p:sp>
        <p:nvSpPr>
          <p:cNvPr id="259" name="Google Shape;259;p39"/>
          <p:cNvSpPr txBox="1">
            <a:spLocks noGrp="1"/>
          </p:cNvSpPr>
          <p:nvPr>
            <p:ph type="title" idx="13"/>
          </p:nvPr>
        </p:nvSpPr>
        <p:spPr>
          <a:xfrm>
            <a:off x="720000" y="2449906"/>
            <a:ext cx="734700" cy="484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02</a:t>
            </a:r>
            <a:endParaRPr/>
          </a:p>
        </p:txBody>
      </p:sp>
      <p:sp>
        <p:nvSpPr>
          <p:cNvPr id="260" name="Google Shape;260;p39"/>
          <p:cNvSpPr txBox="1">
            <a:spLocks noGrp="1"/>
          </p:cNvSpPr>
          <p:nvPr>
            <p:ph type="title" idx="14"/>
          </p:nvPr>
        </p:nvSpPr>
        <p:spPr>
          <a:xfrm>
            <a:off x="4472850" y="3554800"/>
            <a:ext cx="734700" cy="484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06</a:t>
            </a:r>
            <a:endParaRPr/>
          </a:p>
        </p:txBody>
      </p:sp>
      <p:sp>
        <p:nvSpPr>
          <p:cNvPr id="261" name="Google Shape;261;p39"/>
          <p:cNvSpPr txBox="1">
            <a:spLocks noGrp="1"/>
          </p:cNvSpPr>
          <p:nvPr>
            <p:ph type="title" idx="15"/>
          </p:nvPr>
        </p:nvSpPr>
        <p:spPr>
          <a:xfrm>
            <a:off x="720000" y="3554800"/>
            <a:ext cx="734700" cy="484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03</a:t>
            </a:r>
            <a:endParaRPr/>
          </a:p>
        </p:txBody>
      </p:sp>
      <p:sp>
        <p:nvSpPr>
          <p:cNvPr id="262" name="Google Shape;262;p39"/>
          <p:cNvSpPr txBox="1">
            <a:spLocks noGrp="1"/>
          </p:cNvSpPr>
          <p:nvPr>
            <p:ph type="subTitle" idx="16"/>
          </p:nvPr>
        </p:nvSpPr>
        <p:spPr>
          <a:xfrm>
            <a:off x="1591950" y="1345012"/>
            <a:ext cx="2305500" cy="48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Introduction</a:t>
            </a:r>
            <a:endParaRPr/>
          </a:p>
        </p:txBody>
      </p:sp>
      <p:sp>
        <p:nvSpPr>
          <p:cNvPr id="263" name="Google Shape;263;p39"/>
          <p:cNvSpPr txBox="1">
            <a:spLocks noGrp="1"/>
          </p:cNvSpPr>
          <p:nvPr>
            <p:ph type="subTitle" idx="17"/>
          </p:nvPr>
        </p:nvSpPr>
        <p:spPr>
          <a:xfrm>
            <a:off x="1591950" y="2449912"/>
            <a:ext cx="2305500" cy="48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Methodology</a:t>
            </a:r>
            <a:endParaRPr/>
          </a:p>
        </p:txBody>
      </p:sp>
      <p:sp>
        <p:nvSpPr>
          <p:cNvPr id="264" name="Google Shape;264;p39"/>
          <p:cNvSpPr txBox="1">
            <a:spLocks noGrp="1"/>
          </p:cNvSpPr>
          <p:nvPr>
            <p:ph type="subTitle" idx="18"/>
          </p:nvPr>
        </p:nvSpPr>
        <p:spPr>
          <a:xfrm>
            <a:off x="5344800" y="2449906"/>
            <a:ext cx="2305500" cy="48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Conclusion</a:t>
            </a:r>
            <a:endParaRPr/>
          </a:p>
        </p:txBody>
      </p:sp>
      <p:sp>
        <p:nvSpPr>
          <p:cNvPr id="265" name="Google Shape;265;p39"/>
          <p:cNvSpPr txBox="1">
            <a:spLocks noGrp="1"/>
          </p:cNvSpPr>
          <p:nvPr>
            <p:ph type="subTitle" idx="19"/>
          </p:nvPr>
        </p:nvSpPr>
        <p:spPr>
          <a:xfrm>
            <a:off x="1591950" y="3554812"/>
            <a:ext cx="2305500" cy="48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Results</a:t>
            </a:r>
            <a:endParaRPr/>
          </a:p>
        </p:txBody>
      </p:sp>
      <p:sp>
        <p:nvSpPr>
          <p:cNvPr id="266" name="Google Shape;266;p39"/>
          <p:cNvSpPr txBox="1">
            <a:spLocks noGrp="1"/>
          </p:cNvSpPr>
          <p:nvPr>
            <p:ph type="subTitle" idx="20"/>
          </p:nvPr>
        </p:nvSpPr>
        <p:spPr>
          <a:xfrm>
            <a:off x="5344800" y="1345001"/>
            <a:ext cx="2305500" cy="48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Discussion</a:t>
            </a:r>
            <a:endParaRPr/>
          </a:p>
        </p:txBody>
      </p:sp>
      <p:sp>
        <p:nvSpPr>
          <p:cNvPr id="267" name="Google Shape;267;p39"/>
          <p:cNvSpPr txBox="1">
            <a:spLocks noGrp="1"/>
          </p:cNvSpPr>
          <p:nvPr>
            <p:ph type="subTitle" idx="21"/>
          </p:nvPr>
        </p:nvSpPr>
        <p:spPr>
          <a:xfrm>
            <a:off x="5344800" y="3554800"/>
            <a:ext cx="2305500" cy="48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References</a:t>
            </a:r>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271"/>
        <p:cNvGrpSpPr/>
        <p:nvPr/>
      </p:nvGrpSpPr>
      <p:grpSpPr>
        <a:xfrm>
          <a:off x="0" y="0"/>
          <a:ext cx="0" cy="0"/>
          <a:chOff x="0" y="0"/>
          <a:chExt cx="0" cy="0"/>
        </a:xfrm>
      </p:grpSpPr>
      <p:pic>
        <p:nvPicPr>
          <p:cNvPr id="272" name="Google Shape;272;p40"/>
          <p:cNvPicPr preferRelativeResize="0"/>
          <p:nvPr/>
        </p:nvPicPr>
        <p:blipFill>
          <a:blip r:embed="rId3">
            <a:alphaModFix/>
          </a:blip>
          <a:stretch>
            <a:fillRect/>
          </a:stretch>
        </p:blipFill>
        <p:spPr>
          <a:xfrm flipH="1">
            <a:off x="1318550" y="2343150"/>
            <a:ext cx="7886700" cy="2876550"/>
          </a:xfrm>
          <a:prstGeom prst="rect">
            <a:avLst/>
          </a:prstGeom>
          <a:noFill/>
          <a:ln>
            <a:noFill/>
          </a:ln>
        </p:spPr>
      </p:pic>
      <p:sp>
        <p:nvSpPr>
          <p:cNvPr id="273" name="Google Shape;273;p40"/>
          <p:cNvSpPr txBox="1">
            <a:spLocks noGrp="1"/>
          </p:cNvSpPr>
          <p:nvPr>
            <p:ph type="title"/>
          </p:nvPr>
        </p:nvSpPr>
        <p:spPr>
          <a:xfrm>
            <a:off x="713225" y="788063"/>
            <a:ext cx="4872900" cy="1161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Whoa!</a:t>
            </a:r>
            <a:endParaRPr/>
          </a:p>
        </p:txBody>
      </p:sp>
      <p:sp>
        <p:nvSpPr>
          <p:cNvPr id="274" name="Google Shape;274;p40"/>
          <p:cNvSpPr txBox="1">
            <a:spLocks noGrp="1"/>
          </p:cNvSpPr>
          <p:nvPr>
            <p:ph type="subTitle" idx="1"/>
          </p:nvPr>
        </p:nvSpPr>
        <p:spPr>
          <a:xfrm>
            <a:off x="713225" y="2083813"/>
            <a:ext cx="4872900" cy="671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This can be the part of the presentation where you introduce yourself, write your email…</a:t>
            </a:r>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278"/>
        <p:cNvGrpSpPr/>
        <p:nvPr/>
      </p:nvGrpSpPr>
      <p:grpSpPr>
        <a:xfrm>
          <a:off x="0" y="0"/>
          <a:ext cx="0" cy="0"/>
          <a:chOff x="0" y="0"/>
          <a:chExt cx="0" cy="0"/>
        </a:xfrm>
      </p:grpSpPr>
      <p:pic>
        <p:nvPicPr>
          <p:cNvPr id="279" name="Google Shape;279;p41"/>
          <p:cNvPicPr preferRelativeResize="0"/>
          <p:nvPr/>
        </p:nvPicPr>
        <p:blipFill>
          <a:blip r:embed="rId3">
            <a:alphaModFix/>
          </a:blip>
          <a:stretch>
            <a:fillRect/>
          </a:stretch>
        </p:blipFill>
        <p:spPr>
          <a:xfrm rot="5400000" flipH="1">
            <a:off x="229738" y="972688"/>
            <a:ext cx="3922025" cy="4495800"/>
          </a:xfrm>
          <a:prstGeom prst="rect">
            <a:avLst/>
          </a:prstGeom>
          <a:noFill/>
          <a:ln>
            <a:noFill/>
          </a:ln>
        </p:spPr>
      </p:pic>
      <p:pic>
        <p:nvPicPr>
          <p:cNvPr id="280" name="Google Shape;280;p41"/>
          <p:cNvPicPr preferRelativeResize="0"/>
          <p:nvPr/>
        </p:nvPicPr>
        <p:blipFill rotWithShape="1">
          <a:blip r:embed="rId4">
            <a:alphaModFix/>
          </a:blip>
          <a:srcRect t="12942" b="10381"/>
          <a:stretch/>
        </p:blipFill>
        <p:spPr>
          <a:xfrm>
            <a:off x="6400800" y="-114300"/>
            <a:ext cx="2943900" cy="2310600"/>
          </a:xfrm>
          <a:prstGeom prst="rect">
            <a:avLst/>
          </a:prstGeom>
          <a:noFill/>
          <a:ln>
            <a:noFill/>
          </a:ln>
        </p:spPr>
      </p:pic>
      <p:sp>
        <p:nvSpPr>
          <p:cNvPr id="281" name="Google Shape;281;p41"/>
          <p:cNvSpPr txBox="1">
            <a:spLocks noGrp="1"/>
          </p:cNvSpPr>
          <p:nvPr>
            <p:ph type="title"/>
          </p:nvPr>
        </p:nvSpPr>
        <p:spPr>
          <a:xfrm>
            <a:off x="2340900" y="788063"/>
            <a:ext cx="4462200" cy="1291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Introduction about research problem</a:t>
            </a:r>
            <a:endParaRPr/>
          </a:p>
        </p:txBody>
      </p:sp>
      <p:sp>
        <p:nvSpPr>
          <p:cNvPr id="282" name="Google Shape;282;p41"/>
          <p:cNvSpPr txBox="1">
            <a:spLocks noGrp="1"/>
          </p:cNvSpPr>
          <p:nvPr>
            <p:ph type="title" idx="2"/>
          </p:nvPr>
        </p:nvSpPr>
        <p:spPr>
          <a:xfrm>
            <a:off x="713225" y="788075"/>
            <a:ext cx="1394100" cy="1291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01</a:t>
            </a:r>
            <a:endParaRPr/>
          </a:p>
        </p:txBody>
      </p:sp>
      <p:sp>
        <p:nvSpPr>
          <p:cNvPr id="283" name="Google Shape;283;p41"/>
          <p:cNvSpPr txBox="1">
            <a:spLocks noGrp="1"/>
          </p:cNvSpPr>
          <p:nvPr>
            <p:ph type="subTitle" idx="1"/>
          </p:nvPr>
        </p:nvSpPr>
        <p:spPr>
          <a:xfrm>
            <a:off x="2340900" y="2083813"/>
            <a:ext cx="4462200" cy="375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enter a subtitle here if you need it</a:t>
            </a:r>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287"/>
        <p:cNvGrpSpPr/>
        <p:nvPr/>
      </p:nvGrpSpPr>
      <p:grpSpPr>
        <a:xfrm>
          <a:off x="0" y="0"/>
          <a:ext cx="0" cy="0"/>
          <a:chOff x="0" y="0"/>
          <a:chExt cx="0" cy="0"/>
        </a:xfrm>
      </p:grpSpPr>
      <p:sp>
        <p:nvSpPr>
          <p:cNvPr id="288" name="Google Shape;288;p4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The problem</a:t>
            </a:r>
            <a:endParaRPr/>
          </a:p>
        </p:txBody>
      </p:sp>
      <p:sp>
        <p:nvSpPr>
          <p:cNvPr id="289" name="Google Shape;289;p42"/>
          <p:cNvSpPr txBox="1">
            <a:spLocks noGrp="1"/>
          </p:cNvSpPr>
          <p:nvPr>
            <p:ph type="subTitle" idx="1"/>
          </p:nvPr>
        </p:nvSpPr>
        <p:spPr>
          <a:xfrm>
            <a:off x="4600075" y="2183900"/>
            <a:ext cx="3824100" cy="1815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takes a little more than 58 days to complete its rotation, so try to imagine how long days must be there! Since the temperatures are so extreme, albeit not as extreme as on Venus, Mercury has been deemed to be non-habitable for humans</a:t>
            </a:r>
            <a:endParaRPr/>
          </a:p>
        </p:txBody>
      </p:sp>
      <p:sp>
        <p:nvSpPr>
          <p:cNvPr id="290" name="Google Shape;290;p42"/>
          <p:cNvSpPr txBox="1">
            <a:spLocks noGrp="1"/>
          </p:cNvSpPr>
          <p:nvPr>
            <p:ph type="subTitle" idx="2"/>
          </p:nvPr>
        </p:nvSpPr>
        <p:spPr>
          <a:xfrm>
            <a:off x="720000" y="2183900"/>
            <a:ext cx="3824100" cy="1815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entire Solar System. Contrary to popular belief, this planet's name has nothing to do with the liquid metal. Mercury was, instead, named after the famous Roman messenger god Mercurius</a:t>
            </a:r>
            <a:endParaRPr/>
          </a:p>
        </p:txBody>
      </p:sp>
      <p:sp>
        <p:nvSpPr>
          <p:cNvPr id="291" name="Google Shape;291;p42"/>
          <p:cNvSpPr txBox="1">
            <a:spLocks noGrp="1"/>
          </p:cNvSpPr>
          <p:nvPr>
            <p:ph type="subTitle" idx="3"/>
          </p:nvPr>
        </p:nvSpPr>
        <p:spPr>
          <a:xfrm>
            <a:off x="720000" y="1358400"/>
            <a:ext cx="7704000" cy="48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Study research</a:t>
            </a:r>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295"/>
        <p:cNvGrpSpPr/>
        <p:nvPr/>
      </p:nvGrpSpPr>
      <p:grpSpPr>
        <a:xfrm>
          <a:off x="0" y="0"/>
          <a:ext cx="0" cy="0"/>
          <a:chOff x="0" y="0"/>
          <a:chExt cx="0" cy="0"/>
        </a:xfrm>
      </p:grpSpPr>
      <p:sp>
        <p:nvSpPr>
          <p:cNvPr id="296" name="Google Shape;296;p43"/>
          <p:cNvSpPr txBox="1">
            <a:spLocks noGrp="1"/>
          </p:cNvSpPr>
          <p:nvPr>
            <p:ph type="title"/>
          </p:nvPr>
        </p:nvSpPr>
        <p:spPr>
          <a:xfrm>
            <a:off x="720000" y="445025"/>
            <a:ext cx="4685100" cy="655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The research topic</a:t>
            </a:r>
            <a:endParaRPr/>
          </a:p>
        </p:txBody>
      </p:sp>
      <p:sp>
        <p:nvSpPr>
          <p:cNvPr id="297" name="Google Shape;297;p43"/>
          <p:cNvSpPr txBox="1">
            <a:spLocks noGrp="1"/>
          </p:cNvSpPr>
          <p:nvPr>
            <p:ph type="subTitle" idx="1"/>
          </p:nvPr>
        </p:nvSpPr>
        <p:spPr>
          <a:xfrm>
            <a:off x="720000" y="1427600"/>
            <a:ext cx="4685100" cy="2298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t>Do you know what helps you make your point crystal clear? Lists like this one:</a:t>
            </a:r>
            <a:endParaRPr/>
          </a:p>
          <a:p>
            <a:pPr marL="457200" lvl="0" indent="-317500" algn="l" rtl="0">
              <a:spcBef>
                <a:spcPts val="1000"/>
              </a:spcBef>
              <a:spcAft>
                <a:spcPts val="0"/>
              </a:spcAft>
              <a:buSzPts val="1400"/>
              <a:buChar char="●"/>
            </a:pPr>
            <a:r>
              <a:rPr lang="en"/>
              <a:t>They’re simple </a:t>
            </a:r>
            <a:endParaRPr/>
          </a:p>
          <a:p>
            <a:pPr marL="457200" lvl="0" indent="-317500" algn="l" rtl="0">
              <a:spcBef>
                <a:spcPts val="0"/>
              </a:spcBef>
              <a:spcAft>
                <a:spcPts val="0"/>
              </a:spcAft>
              <a:buSzPts val="1400"/>
              <a:buChar char="●"/>
            </a:pPr>
            <a:r>
              <a:rPr lang="en"/>
              <a:t>You can organize your ideas clearly</a:t>
            </a:r>
            <a:endParaRPr/>
          </a:p>
          <a:p>
            <a:pPr marL="457200" lvl="0" indent="-317500" algn="l" rtl="0">
              <a:spcBef>
                <a:spcPts val="0"/>
              </a:spcBef>
              <a:spcAft>
                <a:spcPts val="0"/>
              </a:spcAft>
              <a:buSzPts val="1400"/>
              <a:buChar char="●"/>
            </a:pPr>
            <a:r>
              <a:rPr lang="en"/>
              <a:t>You’ll never forget to buy milk!</a:t>
            </a:r>
            <a:endParaRPr/>
          </a:p>
          <a:p>
            <a:pPr marL="0" lvl="0" indent="0" algn="l" rtl="0">
              <a:spcBef>
                <a:spcPts val="1000"/>
              </a:spcBef>
              <a:spcAft>
                <a:spcPts val="0"/>
              </a:spcAft>
              <a:buNone/>
            </a:pPr>
            <a:r>
              <a:rPr lang="en"/>
              <a:t>And the most important thing: the audience won’t miss the point of your presentation</a:t>
            </a:r>
            <a:endParaRPr/>
          </a:p>
        </p:txBody>
      </p:sp>
      <p:pic>
        <p:nvPicPr>
          <p:cNvPr id="298" name="Google Shape;298;p43"/>
          <p:cNvPicPr preferRelativeResize="0">
            <a:picLocks noGrp="1"/>
          </p:cNvPicPr>
          <p:nvPr>
            <p:ph type="pic" idx="2"/>
          </p:nvPr>
        </p:nvPicPr>
        <p:blipFill rotWithShape="1">
          <a:blip r:embed="rId3">
            <a:alphaModFix/>
          </a:blip>
          <a:srcRect l="30555" r="30555"/>
          <a:stretch/>
        </p:blipFill>
        <p:spPr>
          <a:xfrm>
            <a:off x="6112497" y="-30250"/>
            <a:ext cx="3042299" cy="5214000"/>
          </a:xfrm>
          <a:prstGeom prst="rect">
            <a:avLst/>
          </a:prstGeom>
        </p:spPr>
      </p:pic>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302"/>
        <p:cNvGrpSpPr/>
        <p:nvPr/>
      </p:nvGrpSpPr>
      <p:grpSpPr>
        <a:xfrm>
          <a:off x="0" y="0"/>
          <a:ext cx="0" cy="0"/>
          <a:chOff x="0" y="0"/>
          <a:chExt cx="0" cy="0"/>
        </a:xfrm>
      </p:grpSpPr>
      <p:sp>
        <p:nvSpPr>
          <p:cNvPr id="303" name="Google Shape;303;p4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Research objectives</a:t>
            </a:r>
            <a:endParaRPr/>
          </a:p>
        </p:txBody>
      </p:sp>
      <p:sp>
        <p:nvSpPr>
          <p:cNvPr id="304" name="Google Shape;304;p44"/>
          <p:cNvSpPr txBox="1">
            <a:spLocks noGrp="1"/>
          </p:cNvSpPr>
          <p:nvPr>
            <p:ph type="subTitle" idx="1"/>
          </p:nvPr>
        </p:nvSpPr>
        <p:spPr>
          <a:xfrm>
            <a:off x="5064875" y="3103354"/>
            <a:ext cx="2650500" cy="1010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 It’s hot and has a poisonous atmosphere</a:t>
            </a:r>
            <a:endParaRPr/>
          </a:p>
        </p:txBody>
      </p:sp>
      <p:sp>
        <p:nvSpPr>
          <p:cNvPr id="305" name="Google Shape;305;p44"/>
          <p:cNvSpPr txBox="1">
            <a:spLocks noGrp="1"/>
          </p:cNvSpPr>
          <p:nvPr>
            <p:ph type="subTitle" idx="2"/>
          </p:nvPr>
        </p:nvSpPr>
        <p:spPr>
          <a:xfrm>
            <a:off x="1275936" y="3103356"/>
            <a:ext cx="2650500" cy="1010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Solar System—it’s only a bit larger than the Moon</a:t>
            </a:r>
            <a:endParaRPr/>
          </a:p>
        </p:txBody>
      </p:sp>
      <p:sp>
        <p:nvSpPr>
          <p:cNvPr id="306" name="Google Shape;306;p44"/>
          <p:cNvSpPr txBox="1">
            <a:spLocks noGrp="1"/>
          </p:cNvSpPr>
          <p:nvPr>
            <p:ph type="subTitle" idx="3"/>
          </p:nvPr>
        </p:nvSpPr>
        <p:spPr>
          <a:xfrm>
            <a:off x="1275925" y="2738350"/>
            <a:ext cx="2650500" cy="48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Issue</a:t>
            </a:r>
            <a:endParaRPr/>
          </a:p>
        </p:txBody>
      </p:sp>
      <p:sp>
        <p:nvSpPr>
          <p:cNvPr id="307" name="Google Shape;307;p44"/>
          <p:cNvSpPr txBox="1">
            <a:spLocks noGrp="1"/>
          </p:cNvSpPr>
          <p:nvPr>
            <p:ph type="subTitle" idx="4"/>
          </p:nvPr>
        </p:nvSpPr>
        <p:spPr>
          <a:xfrm>
            <a:off x="5064885" y="2738350"/>
            <a:ext cx="2650500" cy="48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Context</a:t>
            </a:r>
            <a:endParaRPr/>
          </a:p>
        </p:txBody>
      </p:sp>
      <p:sp>
        <p:nvSpPr>
          <p:cNvPr id="308" name="Google Shape;308;p44"/>
          <p:cNvSpPr/>
          <p:nvPr/>
        </p:nvSpPr>
        <p:spPr>
          <a:xfrm>
            <a:off x="1358900" y="1646388"/>
            <a:ext cx="828300" cy="8283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Albert Sans"/>
              <a:ea typeface="Albert Sans"/>
              <a:cs typeface="Albert Sans"/>
              <a:sym typeface="Albert Sans"/>
            </a:endParaRPr>
          </a:p>
        </p:txBody>
      </p:sp>
      <p:sp>
        <p:nvSpPr>
          <p:cNvPr id="309" name="Google Shape;309;p44"/>
          <p:cNvSpPr/>
          <p:nvPr/>
        </p:nvSpPr>
        <p:spPr>
          <a:xfrm>
            <a:off x="5147850" y="1646388"/>
            <a:ext cx="828300" cy="8283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Albert Sans"/>
              <a:ea typeface="Albert Sans"/>
              <a:cs typeface="Albert Sans"/>
              <a:sym typeface="Albert Sans"/>
            </a:endParaRPr>
          </a:p>
        </p:txBody>
      </p:sp>
      <p:sp>
        <p:nvSpPr>
          <p:cNvPr id="310" name="Google Shape;310;p44"/>
          <p:cNvSpPr/>
          <p:nvPr/>
        </p:nvSpPr>
        <p:spPr>
          <a:xfrm>
            <a:off x="1530159" y="1861425"/>
            <a:ext cx="485800" cy="398221"/>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1" name="Google Shape;311;p44"/>
          <p:cNvGrpSpPr/>
          <p:nvPr/>
        </p:nvGrpSpPr>
        <p:grpSpPr>
          <a:xfrm>
            <a:off x="5349476" y="1861421"/>
            <a:ext cx="425035" cy="398225"/>
            <a:chOff x="2623237" y="2431047"/>
            <a:chExt cx="355024" cy="332630"/>
          </a:xfrm>
        </p:grpSpPr>
        <p:sp>
          <p:nvSpPr>
            <p:cNvPr id="312" name="Google Shape;312;p44"/>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44"/>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44"/>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44"/>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319"/>
        <p:cNvGrpSpPr/>
        <p:nvPr/>
      </p:nvGrpSpPr>
      <p:grpSpPr>
        <a:xfrm>
          <a:off x="0" y="0"/>
          <a:ext cx="0" cy="0"/>
          <a:chOff x="0" y="0"/>
          <a:chExt cx="0" cy="0"/>
        </a:xfrm>
      </p:grpSpPr>
      <p:sp>
        <p:nvSpPr>
          <p:cNvPr id="320" name="Google Shape;320;p4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Research design</a:t>
            </a:r>
            <a:endParaRPr/>
          </a:p>
        </p:txBody>
      </p:sp>
      <p:sp>
        <p:nvSpPr>
          <p:cNvPr id="321" name="Google Shape;321;p45"/>
          <p:cNvSpPr txBox="1">
            <a:spLocks noGrp="1"/>
          </p:cNvSpPr>
          <p:nvPr>
            <p:ph type="subTitle" idx="1"/>
          </p:nvPr>
        </p:nvSpPr>
        <p:spPr>
          <a:xfrm>
            <a:off x="713225" y="3103351"/>
            <a:ext cx="2283600" cy="896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of them all</a:t>
            </a:r>
            <a:endParaRPr/>
          </a:p>
        </p:txBody>
      </p:sp>
      <p:sp>
        <p:nvSpPr>
          <p:cNvPr id="322" name="Google Shape;322;p45"/>
          <p:cNvSpPr txBox="1">
            <a:spLocks noGrp="1"/>
          </p:cNvSpPr>
          <p:nvPr>
            <p:ph type="subTitle" idx="2"/>
          </p:nvPr>
        </p:nvSpPr>
        <p:spPr>
          <a:xfrm>
            <a:off x="3430198" y="3103351"/>
            <a:ext cx="2283600" cy="896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323" name="Google Shape;323;p45"/>
          <p:cNvSpPr txBox="1">
            <a:spLocks noGrp="1"/>
          </p:cNvSpPr>
          <p:nvPr>
            <p:ph type="subTitle" idx="3"/>
          </p:nvPr>
        </p:nvSpPr>
        <p:spPr>
          <a:xfrm>
            <a:off x="6140400" y="3103351"/>
            <a:ext cx="2283600" cy="896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cold place. It’s full of iron oxide dust</a:t>
            </a:r>
            <a:endParaRPr/>
          </a:p>
        </p:txBody>
      </p:sp>
      <p:sp>
        <p:nvSpPr>
          <p:cNvPr id="324" name="Google Shape;324;p45"/>
          <p:cNvSpPr txBox="1">
            <a:spLocks noGrp="1"/>
          </p:cNvSpPr>
          <p:nvPr>
            <p:ph type="subTitle" idx="4"/>
          </p:nvPr>
        </p:nvSpPr>
        <p:spPr>
          <a:xfrm>
            <a:off x="713225" y="2738350"/>
            <a:ext cx="2283600" cy="48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Qualitative</a:t>
            </a:r>
            <a:endParaRPr/>
          </a:p>
        </p:txBody>
      </p:sp>
      <p:sp>
        <p:nvSpPr>
          <p:cNvPr id="325" name="Google Shape;325;p45"/>
          <p:cNvSpPr txBox="1">
            <a:spLocks noGrp="1"/>
          </p:cNvSpPr>
          <p:nvPr>
            <p:ph type="subTitle" idx="5"/>
          </p:nvPr>
        </p:nvSpPr>
        <p:spPr>
          <a:xfrm>
            <a:off x="3430364" y="2738350"/>
            <a:ext cx="2283600" cy="48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Quantitative</a:t>
            </a:r>
            <a:endParaRPr/>
          </a:p>
        </p:txBody>
      </p:sp>
      <p:sp>
        <p:nvSpPr>
          <p:cNvPr id="326" name="Google Shape;326;p45"/>
          <p:cNvSpPr txBox="1">
            <a:spLocks noGrp="1"/>
          </p:cNvSpPr>
          <p:nvPr>
            <p:ph type="subTitle" idx="6"/>
          </p:nvPr>
        </p:nvSpPr>
        <p:spPr>
          <a:xfrm>
            <a:off x="6140400" y="2738350"/>
            <a:ext cx="2283600" cy="48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Mixed methods</a:t>
            </a:r>
            <a:endParaRPr/>
          </a:p>
        </p:txBody>
      </p:sp>
      <p:sp>
        <p:nvSpPr>
          <p:cNvPr id="327" name="Google Shape;327;p45"/>
          <p:cNvSpPr/>
          <p:nvPr/>
        </p:nvSpPr>
        <p:spPr>
          <a:xfrm>
            <a:off x="785383" y="1646388"/>
            <a:ext cx="828300" cy="8283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Albert Sans"/>
              <a:ea typeface="Albert Sans"/>
              <a:cs typeface="Albert Sans"/>
              <a:sym typeface="Albert Sans"/>
            </a:endParaRPr>
          </a:p>
        </p:txBody>
      </p:sp>
      <p:sp>
        <p:nvSpPr>
          <p:cNvPr id="328" name="Google Shape;328;p45"/>
          <p:cNvSpPr/>
          <p:nvPr/>
        </p:nvSpPr>
        <p:spPr>
          <a:xfrm>
            <a:off x="3502358" y="1646388"/>
            <a:ext cx="828300" cy="8283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Albert Sans"/>
              <a:ea typeface="Albert Sans"/>
              <a:cs typeface="Albert Sans"/>
              <a:sym typeface="Albert Sans"/>
            </a:endParaRPr>
          </a:p>
        </p:txBody>
      </p:sp>
      <p:sp>
        <p:nvSpPr>
          <p:cNvPr id="329" name="Google Shape;329;p45"/>
          <p:cNvSpPr/>
          <p:nvPr/>
        </p:nvSpPr>
        <p:spPr>
          <a:xfrm>
            <a:off x="6219333" y="1646388"/>
            <a:ext cx="828300" cy="8283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Albert Sans"/>
              <a:ea typeface="Albert Sans"/>
              <a:cs typeface="Albert Sans"/>
              <a:sym typeface="Albert Sans"/>
            </a:endParaRPr>
          </a:p>
        </p:txBody>
      </p:sp>
      <p:grpSp>
        <p:nvGrpSpPr>
          <p:cNvPr id="330" name="Google Shape;330;p45"/>
          <p:cNvGrpSpPr/>
          <p:nvPr/>
        </p:nvGrpSpPr>
        <p:grpSpPr>
          <a:xfrm>
            <a:off x="3697794" y="1841540"/>
            <a:ext cx="437759" cy="437843"/>
            <a:chOff x="5774124" y="4294550"/>
            <a:chExt cx="331611" cy="331674"/>
          </a:xfrm>
        </p:grpSpPr>
        <p:sp>
          <p:nvSpPr>
            <p:cNvPr id="331" name="Google Shape;331;p45"/>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45"/>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 name="Google Shape;333;p45"/>
          <p:cNvGrpSpPr/>
          <p:nvPr/>
        </p:nvGrpSpPr>
        <p:grpSpPr>
          <a:xfrm>
            <a:off x="6414535" y="1840451"/>
            <a:ext cx="437768" cy="440098"/>
            <a:chOff x="3095745" y="3805393"/>
            <a:chExt cx="352840" cy="354717"/>
          </a:xfrm>
        </p:grpSpPr>
        <p:sp>
          <p:nvSpPr>
            <p:cNvPr id="334" name="Google Shape;334;p45"/>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45"/>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45"/>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45"/>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45"/>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45"/>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 name="Google Shape;340;p45"/>
          <p:cNvGrpSpPr/>
          <p:nvPr/>
        </p:nvGrpSpPr>
        <p:grpSpPr>
          <a:xfrm>
            <a:off x="980715" y="1907186"/>
            <a:ext cx="437761" cy="306704"/>
            <a:chOff x="4048787" y="2977019"/>
            <a:chExt cx="283488" cy="198604"/>
          </a:xfrm>
        </p:grpSpPr>
        <p:sp>
          <p:nvSpPr>
            <p:cNvPr id="341" name="Google Shape;341;p45"/>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45"/>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45"/>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45"/>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45"/>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45"/>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350"/>
        <p:cNvGrpSpPr/>
        <p:nvPr/>
      </p:nvGrpSpPr>
      <p:grpSpPr>
        <a:xfrm>
          <a:off x="0" y="0"/>
          <a:ext cx="0" cy="0"/>
          <a:chOff x="0" y="0"/>
          <a:chExt cx="0" cy="0"/>
        </a:xfrm>
      </p:grpSpPr>
      <p:sp>
        <p:nvSpPr>
          <p:cNvPr id="351" name="Google Shape;351;p4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Justification for conducting the research</a:t>
            </a:r>
            <a:endParaRPr/>
          </a:p>
        </p:txBody>
      </p:sp>
      <p:sp>
        <p:nvSpPr>
          <p:cNvPr id="352" name="Google Shape;352;p46"/>
          <p:cNvSpPr txBox="1">
            <a:spLocks noGrp="1"/>
          </p:cNvSpPr>
          <p:nvPr>
            <p:ph type="subTitle" idx="1"/>
          </p:nvPr>
        </p:nvSpPr>
        <p:spPr>
          <a:xfrm>
            <a:off x="1940229" y="1990401"/>
            <a:ext cx="1978200" cy="665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Mars is actually a very cold place</a:t>
            </a:r>
            <a:endParaRPr/>
          </a:p>
        </p:txBody>
      </p:sp>
      <p:sp>
        <p:nvSpPr>
          <p:cNvPr id="353" name="Google Shape;353;p46"/>
          <p:cNvSpPr txBox="1">
            <a:spLocks noGrp="1"/>
          </p:cNvSpPr>
          <p:nvPr>
            <p:ph type="subTitle" idx="2"/>
          </p:nvPr>
        </p:nvSpPr>
        <p:spPr>
          <a:xfrm>
            <a:off x="6282482" y="1990401"/>
            <a:ext cx="1978200" cy="665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extremely high temperatures</a:t>
            </a:r>
            <a:endParaRPr/>
          </a:p>
        </p:txBody>
      </p:sp>
      <p:sp>
        <p:nvSpPr>
          <p:cNvPr id="354" name="Google Shape;354;p46"/>
          <p:cNvSpPr txBox="1">
            <a:spLocks noGrp="1"/>
          </p:cNvSpPr>
          <p:nvPr>
            <p:ph type="subTitle" idx="3"/>
          </p:nvPr>
        </p:nvSpPr>
        <p:spPr>
          <a:xfrm>
            <a:off x="1940229" y="3543851"/>
            <a:ext cx="1978200" cy="665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the biggest planet of them all</a:t>
            </a:r>
            <a:endParaRPr/>
          </a:p>
        </p:txBody>
      </p:sp>
      <p:sp>
        <p:nvSpPr>
          <p:cNvPr id="355" name="Google Shape;355;p46"/>
          <p:cNvSpPr txBox="1">
            <a:spLocks noGrp="1"/>
          </p:cNvSpPr>
          <p:nvPr>
            <p:ph type="subTitle" idx="4"/>
          </p:nvPr>
        </p:nvSpPr>
        <p:spPr>
          <a:xfrm>
            <a:off x="6282482" y="3543851"/>
            <a:ext cx="1978200" cy="665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a gas giant and has several rings</a:t>
            </a:r>
            <a:endParaRPr/>
          </a:p>
        </p:txBody>
      </p:sp>
      <p:sp>
        <p:nvSpPr>
          <p:cNvPr id="356" name="Google Shape;356;p46"/>
          <p:cNvSpPr txBox="1">
            <a:spLocks noGrp="1"/>
          </p:cNvSpPr>
          <p:nvPr>
            <p:ph type="subTitle" idx="5"/>
          </p:nvPr>
        </p:nvSpPr>
        <p:spPr>
          <a:xfrm>
            <a:off x="1940218" y="1625400"/>
            <a:ext cx="1978200" cy="48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357" name="Google Shape;357;p46"/>
          <p:cNvSpPr txBox="1">
            <a:spLocks noGrp="1"/>
          </p:cNvSpPr>
          <p:nvPr>
            <p:ph type="subTitle" idx="6"/>
          </p:nvPr>
        </p:nvSpPr>
        <p:spPr>
          <a:xfrm>
            <a:off x="1940218" y="3178850"/>
            <a:ext cx="1978200" cy="48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Jupiter</a:t>
            </a:r>
            <a:endParaRPr/>
          </a:p>
        </p:txBody>
      </p:sp>
      <p:sp>
        <p:nvSpPr>
          <p:cNvPr id="358" name="Google Shape;358;p46"/>
          <p:cNvSpPr txBox="1">
            <a:spLocks noGrp="1"/>
          </p:cNvSpPr>
          <p:nvPr>
            <p:ph type="subTitle" idx="7"/>
          </p:nvPr>
        </p:nvSpPr>
        <p:spPr>
          <a:xfrm>
            <a:off x="6282468" y="1625400"/>
            <a:ext cx="1978200" cy="48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359" name="Google Shape;359;p46"/>
          <p:cNvSpPr txBox="1">
            <a:spLocks noGrp="1"/>
          </p:cNvSpPr>
          <p:nvPr>
            <p:ph type="subTitle" idx="8"/>
          </p:nvPr>
        </p:nvSpPr>
        <p:spPr>
          <a:xfrm>
            <a:off x="6282468" y="3178850"/>
            <a:ext cx="1978200" cy="48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Saturn</a:t>
            </a:r>
            <a:endParaRPr/>
          </a:p>
        </p:txBody>
      </p:sp>
      <p:sp>
        <p:nvSpPr>
          <p:cNvPr id="360" name="Google Shape;360;p46"/>
          <p:cNvSpPr/>
          <p:nvPr/>
        </p:nvSpPr>
        <p:spPr>
          <a:xfrm>
            <a:off x="5225568" y="1625388"/>
            <a:ext cx="828300" cy="8283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Albert Sans"/>
              <a:ea typeface="Albert Sans"/>
              <a:cs typeface="Albert Sans"/>
              <a:sym typeface="Albert Sans"/>
            </a:endParaRPr>
          </a:p>
        </p:txBody>
      </p:sp>
      <p:sp>
        <p:nvSpPr>
          <p:cNvPr id="361" name="Google Shape;361;p46"/>
          <p:cNvSpPr/>
          <p:nvPr/>
        </p:nvSpPr>
        <p:spPr>
          <a:xfrm>
            <a:off x="883318" y="1625388"/>
            <a:ext cx="828300" cy="8283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Albert Sans"/>
              <a:ea typeface="Albert Sans"/>
              <a:cs typeface="Albert Sans"/>
              <a:sym typeface="Albert Sans"/>
            </a:endParaRPr>
          </a:p>
        </p:txBody>
      </p:sp>
      <p:sp>
        <p:nvSpPr>
          <p:cNvPr id="362" name="Google Shape;362;p46"/>
          <p:cNvSpPr/>
          <p:nvPr/>
        </p:nvSpPr>
        <p:spPr>
          <a:xfrm>
            <a:off x="5225568" y="3178838"/>
            <a:ext cx="828300" cy="8283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Albert Sans"/>
              <a:ea typeface="Albert Sans"/>
              <a:cs typeface="Albert Sans"/>
              <a:sym typeface="Albert Sans"/>
            </a:endParaRPr>
          </a:p>
        </p:txBody>
      </p:sp>
      <p:sp>
        <p:nvSpPr>
          <p:cNvPr id="363" name="Google Shape;363;p46"/>
          <p:cNvSpPr/>
          <p:nvPr/>
        </p:nvSpPr>
        <p:spPr>
          <a:xfrm>
            <a:off x="883318" y="3178838"/>
            <a:ext cx="828300" cy="8283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Albert Sans"/>
              <a:ea typeface="Albert Sans"/>
              <a:cs typeface="Albert Sans"/>
              <a:sym typeface="Albert Sans"/>
            </a:endParaRPr>
          </a:p>
        </p:txBody>
      </p:sp>
      <p:grpSp>
        <p:nvGrpSpPr>
          <p:cNvPr id="364" name="Google Shape;364;p46"/>
          <p:cNvGrpSpPr/>
          <p:nvPr/>
        </p:nvGrpSpPr>
        <p:grpSpPr>
          <a:xfrm>
            <a:off x="5403384" y="3366876"/>
            <a:ext cx="472684" cy="452239"/>
            <a:chOff x="3950316" y="3820307"/>
            <a:chExt cx="369805" cy="353782"/>
          </a:xfrm>
        </p:grpSpPr>
        <p:sp>
          <p:nvSpPr>
            <p:cNvPr id="365" name="Google Shape;365;p46"/>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46"/>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46"/>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46"/>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9" name="Google Shape;369;p46"/>
          <p:cNvGrpSpPr/>
          <p:nvPr/>
        </p:nvGrpSpPr>
        <p:grpSpPr>
          <a:xfrm>
            <a:off x="1137352" y="3366775"/>
            <a:ext cx="320140" cy="452236"/>
            <a:chOff x="1333682" y="3344330"/>
            <a:chExt cx="271213" cy="383088"/>
          </a:xfrm>
        </p:grpSpPr>
        <p:sp>
          <p:nvSpPr>
            <p:cNvPr id="370" name="Google Shape;370;p46"/>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46"/>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46"/>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46"/>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46"/>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46"/>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46"/>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46"/>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46"/>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46"/>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46"/>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 name="Google Shape;381;p46"/>
          <p:cNvGrpSpPr/>
          <p:nvPr/>
        </p:nvGrpSpPr>
        <p:grpSpPr>
          <a:xfrm>
            <a:off x="5479469" y="1855617"/>
            <a:ext cx="320143" cy="392581"/>
            <a:chOff x="3086313" y="2877049"/>
            <a:chExt cx="320143" cy="392581"/>
          </a:xfrm>
        </p:grpSpPr>
        <p:sp>
          <p:nvSpPr>
            <p:cNvPr id="382" name="Google Shape;382;p46"/>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46"/>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46"/>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46"/>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46"/>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46"/>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46"/>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46"/>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46"/>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46"/>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46"/>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46"/>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4" name="Google Shape;394;p46"/>
          <p:cNvGrpSpPr/>
          <p:nvPr/>
        </p:nvGrpSpPr>
        <p:grpSpPr>
          <a:xfrm>
            <a:off x="1100571" y="1855587"/>
            <a:ext cx="393862" cy="392583"/>
            <a:chOff x="852385" y="1510916"/>
            <a:chExt cx="353145" cy="351998"/>
          </a:xfrm>
        </p:grpSpPr>
        <p:sp>
          <p:nvSpPr>
            <p:cNvPr id="395" name="Google Shape;395;p46"/>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46"/>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46"/>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401"/>
        <p:cNvGrpSpPr/>
        <p:nvPr/>
      </p:nvGrpSpPr>
      <p:grpSpPr>
        <a:xfrm>
          <a:off x="0" y="0"/>
          <a:ext cx="0" cy="0"/>
          <a:chOff x="0" y="0"/>
          <a:chExt cx="0" cy="0"/>
        </a:xfrm>
      </p:grpSpPr>
      <p:sp>
        <p:nvSpPr>
          <p:cNvPr id="402" name="Google Shape;402;p47"/>
          <p:cNvSpPr txBox="1">
            <a:spLocks noGrp="1"/>
          </p:cNvSpPr>
          <p:nvPr>
            <p:ph type="subTitle" idx="2"/>
          </p:nvPr>
        </p:nvSpPr>
        <p:spPr>
          <a:xfrm>
            <a:off x="3483900" y="1965075"/>
            <a:ext cx="2176200" cy="665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extremely high temperatures</a:t>
            </a:r>
            <a:endParaRPr/>
          </a:p>
        </p:txBody>
      </p:sp>
      <p:sp>
        <p:nvSpPr>
          <p:cNvPr id="403" name="Google Shape;403;p47"/>
          <p:cNvSpPr txBox="1">
            <a:spLocks noGrp="1"/>
          </p:cNvSpPr>
          <p:nvPr>
            <p:ph type="subTitle" idx="5"/>
          </p:nvPr>
        </p:nvSpPr>
        <p:spPr>
          <a:xfrm>
            <a:off x="6180125" y="1965075"/>
            <a:ext cx="2178000" cy="665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Neptune is the farthest planet from the Sun</a:t>
            </a:r>
            <a:endParaRPr/>
          </a:p>
        </p:txBody>
      </p:sp>
      <p:sp>
        <p:nvSpPr>
          <p:cNvPr id="404" name="Google Shape;404;p4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Discussion</a:t>
            </a:r>
            <a:endParaRPr/>
          </a:p>
        </p:txBody>
      </p:sp>
      <p:sp>
        <p:nvSpPr>
          <p:cNvPr id="405" name="Google Shape;405;p47"/>
          <p:cNvSpPr txBox="1">
            <a:spLocks noGrp="1"/>
          </p:cNvSpPr>
          <p:nvPr>
            <p:ph type="subTitle" idx="1"/>
          </p:nvPr>
        </p:nvSpPr>
        <p:spPr>
          <a:xfrm>
            <a:off x="789775" y="1965075"/>
            <a:ext cx="2174100" cy="665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Mars is actually a very cold place</a:t>
            </a:r>
            <a:endParaRPr/>
          </a:p>
        </p:txBody>
      </p:sp>
      <p:sp>
        <p:nvSpPr>
          <p:cNvPr id="406" name="Google Shape;406;p47"/>
          <p:cNvSpPr txBox="1">
            <a:spLocks noGrp="1"/>
          </p:cNvSpPr>
          <p:nvPr>
            <p:ph type="subTitle" idx="3"/>
          </p:nvPr>
        </p:nvSpPr>
        <p:spPr>
          <a:xfrm>
            <a:off x="789775" y="3518525"/>
            <a:ext cx="2174100" cy="665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a:t>
            </a:r>
            <a:endParaRPr/>
          </a:p>
        </p:txBody>
      </p:sp>
      <p:sp>
        <p:nvSpPr>
          <p:cNvPr id="407" name="Google Shape;407;p47"/>
          <p:cNvSpPr txBox="1">
            <a:spLocks noGrp="1"/>
          </p:cNvSpPr>
          <p:nvPr>
            <p:ph type="subTitle" idx="4"/>
          </p:nvPr>
        </p:nvSpPr>
        <p:spPr>
          <a:xfrm>
            <a:off x="3483900" y="3518525"/>
            <a:ext cx="2176200" cy="665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a gas giant and has several rings</a:t>
            </a:r>
            <a:endParaRPr/>
          </a:p>
        </p:txBody>
      </p:sp>
      <p:sp>
        <p:nvSpPr>
          <p:cNvPr id="408" name="Google Shape;408;p47"/>
          <p:cNvSpPr txBox="1">
            <a:spLocks noGrp="1"/>
          </p:cNvSpPr>
          <p:nvPr>
            <p:ph type="subTitle" idx="6"/>
          </p:nvPr>
        </p:nvSpPr>
        <p:spPr>
          <a:xfrm>
            <a:off x="6180125" y="3518525"/>
            <a:ext cx="2178000" cy="665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the biggest planet of them all</a:t>
            </a:r>
            <a:endParaRPr/>
          </a:p>
        </p:txBody>
      </p:sp>
      <p:sp>
        <p:nvSpPr>
          <p:cNvPr id="409" name="Google Shape;409;p47"/>
          <p:cNvSpPr txBox="1">
            <a:spLocks noGrp="1"/>
          </p:cNvSpPr>
          <p:nvPr>
            <p:ph type="subTitle" idx="7"/>
          </p:nvPr>
        </p:nvSpPr>
        <p:spPr>
          <a:xfrm>
            <a:off x="789775" y="1600075"/>
            <a:ext cx="2172000" cy="48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410" name="Google Shape;410;p47"/>
          <p:cNvSpPr txBox="1">
            <a:spLocks noGrp="1"/>
          </p:cNvSpPr>
          <p:nvPr>
            <p:ph type="subTitle" idx="8"/>
          </p:nvPr>
        </p:nvSpPr>
        <p:spPr>
          <a:xfrm>
            <a:off x="3483900" y="1600075"/>
            <a:ext cx="2174100" cy="48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411" name="Google Shape;411;p47"/>
          <p:cNvSpPr txBox="1">
            <a:spLocks noGrp="1"/>
          </p:cNvSpPr>
          <p:nvPr>
            <p:ph type="subTitle" idx="9"/>
          </p:nvPr>
        </p:nvSpPr>
        <p:spPr>
          <a:xfrm>
            <a:off x="6180125" y="1600075"/>
            <a:ext cx="2176200" cy="48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Neptune</a:t>
            </a:r>
            <a:endParaRPr/>
          </a:p>
        </p:txBody>
      </p:sp>
      <p:sp>
        <p:nvSpPr>
          <p:cNvPr id="412" name="Google Shape;412;p47"/>
          <p:cNvSpPr txBox="1">
            <a:spLocks noGrp="1"/>
          </p:cNvSpPr>
          <p:nvPr>
            <p:ph type="subTitle" idx="13"/>
          </p:nvPr>
        </p:nvSpPr>
        <p:spPr>
          <a:xfrm>
            <a:off x="789775" y="3153525"/>
            <a:ext cx="2172000" cy="48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413" name="Google Shape;413;p47"/>
          <p:cNvSpPr txBox="1">
            <a:spLocks noGrp="1"/>
          </p:cNvSpPr>
          <p:nvPr>
            <p:ph type="subTitle" idx="14"/>
          </p:nvPr>
        </p:nvSpPr>
        <p:spPr>
          <a:xfrm>
            <a:off x="3483900" y="3153525"/>
            <a:ext cx="2174100" cy="48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Saturn</a:t>
            </a:r>
            <a:endParaRPr/>
          </a:p>
        </p:txBody>
      </p:sp>
      <p:sp>
        <p:nvSpPr>
          <p:cNvPr id="414" name="Google Shape;414;p47"/>
          <p:cNvSpPr txBox="1">
            <a:spLocks noGrp="1"/>
          </p:cNvSpPr>
          <p:nvPr>
            <p:ph type="subTitle" idx="15"/>
          </p:nvPr>
        </p:nvSpPr>
        <p:spPr>
          <a:xfrm>
            <a:off x="6180125" y="3153525"/>
            <a:ext cx="2176200" cy="48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Jupiter</a:t>
            </a:r>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418"/>
        <p:cNvGrpSpPr/>
        <p:nvPr/>
      </p:nvGrpSpPr>
      <p:grpSpPr>
        <a:xfrm>
          <a:off x="0" y="0"/>
          <a:ext cx="0" cy="0"/>
          <a:chOff x="0" y="0"/>
          <a:chExt cx="0" cy="0"/>
        </a:xfrm>
      </p:grpSpPr>
      <p:sp>
        <p:nvSpPr>
          <p:cNvPr id="419" name="Google Shape;419;p48"/>
          <p:cNvSpPr txBox="1">
            <a:spLocks noGrp="1"/>
          </p:cNvSpPr>
          <p:nvPr>
            <p:ph type="title"/>
          </p:nvPr>
        </p:nvSpPr>
        <p:spPr>
          <a:xfrm>
            <a:off x="713225" y="1067400"/>
            <a:ext cx="5607000" cy="1787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Awesome words</a:t>
            </a:r>
            <a:endParaRPr/>
          </a:p>
        </p:txBody>
      </p:sp>
      <p:pic>
        <p:nvPicPr>
          <p:cNvPr id="420" name="Google Shape;420;p48"/>
          <p:cNvPicPr preferRelativeResize="0"/>
          <p:nvPr/>
        </p:nvPicPr>
        <p:blipFill rotWithShape="1">
          <a:blip r:embed="rId3">
            <a:alphaModFix/>
          </a:blip>
          <a:srcRect l="10570" r="31411" b="30284"/>
          <a:stretch/>
        </p:blipFill>
        <p:spPr>
          <a:xfrm rot="10301103" flipH="1">
            <a:off x="-191467" y="-267214"/>
            <a:ext cx="5795860" cy="1293028"/>
          </a:xfrm>
          <a:prstGeom prst="rect">
            <a:avLst/>
          </a:prstGeom>
          <a:noFill/>
          <a:ln>
            <a:noFill/>
          </a:ln>
        </p:spPr>
      </p:pic>
      <p:pic>
        <p:nvPicPr>
          <p:cNvPr id="421" name="Google Shape;421;p48"/>
          <p:cNvPicPr preferRelativeResize="0"/>
          <p:nvPr/>
        </p:nvPicPr>
        <p:blipFill>
          <a:blip r:embed="rId3">
            <a:alphaModFix/>
          </a:blip>
          <a:stretch>
            <a:fillRect/>
          </a:stretch>
        </p:blipFill>
        <p:spPr>
          <a:xfrm rot="10301106" flipH="1">
            <a:off x="-318450" y="3333750"/>
            <a:ext cx="9989749" cy="1854699"/>
          </a:xfrm>
          <a:prstGeom prst="rect">
            <a:avLst/>
          </a:prstGeom>
          <a:noFill/>
          <a:ln>
            <a:noFill/>
          </a:ln>
        </p:spPr>
      </p:pic>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425"/>
        <p:cNvGrpSpPr/>
        <p:nvPr/>
      </p:nvGrpSpPr>
      <p:grpSpPr>
        <a:xfrm>
          <a:off x="0" y="0"/>
          <a:ext cx="0" cy="0"/>
          <a:chOff x="0" y="0"/>
          <a:chExt cx="0" cy="0"/>
        </a:xfrm>
      </p:grpSpPr>
      <p:sp>
        <p:nvSpPr>
          <p:cNvPr id="426" name="Google Shape;426;p49"/>
          <p:cNvSpPr txBox="1">
            <a:spLocks noGrp="1"/>
          </p:cNvSpPr>
          <p:nvPr>
            <p:ph type="subTitle" idx="1"/>
          </p:nvPr>
        </p:nvSpPr>
        <p:spPr>
          <a:xfrm>
            <a:off x="713225" y="1198700"/>
            <a:ext cx="6691200" cy="1568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“This is a quote, words full of wisdom that someone important said and can make the reader get inspired”</a:t>
            </a:r>
            <a:endParaRPr/>
          </a:p>
        </p:txBody>
      </p:sp>
      <p:sp>
        <p:nvSpPr>
          <p:cNvPr id="427" name="Google Shape;427;p49"/>
          <p:cNvSpPr txBox="1">
            <a:spLocks noGrp="1"/>
          </p:cNvSpPr>
          <p:nvPr>
            <p:ph type="title"/>
          </p:nvPr>
        </p:nvSpPr>
        <p:spPr>
          <a:xfrm>
            <a:off x="713225" y="2940300"/>
            <a:ext cx="4397700" cy="430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—Someone Famous</a:t>
            </a:r>
            <a:endParaRPr/>
          </a:p>
        </p:txBody>
      </p:sp>
      <p:pic>
        <p:nvPicPr>
          <p:cNvPr id="428" name="Google Shape;428;p49"/>
          <p:cNvPicPr preferRelativeResize="0"/>
          <p:nvPr/>
        </p:nvPicPr>
        <p:blipFill>
          <a:blip r:embed="rId3">
            <a:alphaModFix/>
          </a:blip>
          <a:stretch>
            <a:fillRect/>
          </a:stretch>
        </p:blipFill>
        <p:spPr>
          <a:xfrm rot="9875616">
            <a:off x="-346675" y="3409951"/>
            <a:ext cx="9989750" cy="1854699"/>
          </a:xfrm>
          <a:prstGeom prst="rect">
            <a:avLst/>
          </a:prstGeom>
          <a:noFill/>
          <a:ln>
            <a:noFill/>
          </a:ln>
        </p:spPr>
      </p:pic>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432"/>
        <p:cNvGrpSpPr/>
        <p:nvPr/>
      </p:nvGrpSpPr>
      <p:grpSpPr>
        <a:xfrm>
          <a:off x="0" y="0"/>
          <a:ext cx="0" cy="0"/>
          <a:chOff x="0" y="0"/>
          <a:chExt cx="0" cy="0"/>
        </a:xfrm>
      </p:grpSpPr>
      <p:pic>
        <p:nvPicPr>
          <p:cNvPr id="433" name="Google Shape;433;p50"/>
          <p:cNvPicPr preferRelativeResize="0">
            <a:picLocks noGrp="1"/>
          </p:cNvPicPr>
          <p:nvPr>
            <p:ph type="pic" idx="2"/>
          </p:nvPr>
        </p:nvPicPr>
        <p:blipFill rotWithShape="1">
          <a:blip r:embed="rId3">
            <a:alphaModFix/>
          </a:blip>
          <a:srcRect t="7627" b="7627"/>
          <a:stretch/>
        </p:blipFill>
        <p:spPr>
          <a:xfrm>
            <a:off x="-25" y="-13725"/>
            <a:ext cx="9143997" cy="5157302"/>
          </a:xfrm>
          <a:prstGeom prst="rect">
            <a:avLst/>
          </a:prstGeom>
        </p:spPr>
      </p:pic>
      <p:sp>
        <p:nvSpPr>
          <p:cNvPr id="434" name="Google Shape;434;p50"/>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 picture is worth a thousand words</a:t>
            </a:r>
            <a:endParaRPr/>
          </a:p>
        </p:txBody>
      </p:sp>
      <p:pic>
        <p:nvPicPr>
          <p:cNvPr id="435" name="Google Shape;435;p50"/>
          <p:cNvPicPr preferRelativeResize="0"/>
          <p:nvPr/>
        </p:nvPicPr>
        <p:blipFill>
          <a:blip r:embed="rId4">
            <a:alphaModFix/>
          </a:blip>
          <a:stretch>
            <a:fillRect/>
          </a:stretch>
        </p:blipFill>
        <p:spPr>
          <a:xfrm rot="-9900001">
            <a:off x="-1394451" y="3829051"/>
            <a:ext cx="9989751" cy="1854700"/>
          </a:xfrm>
          <a:prstGeom prst="rect">
            <a:avLst/>
          </a:prstGeom>
          <a:noFill/>
          <a:ln>
            <a:noFill/>
          </a:ln>
        </p:spPr>
      </p:pic>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439"/>
        <p:cNvGrpSpPr/>
        <p:nvPr/>
      </p:nvGrpSpPr>
      <p:grpSpPr>
        <a:xfrm>
          <a:off x="0" y="0"/>
          <a:ext cx="0" cy="0"/>
          <a:chOff x="0" y="0"/>
          <a:chExt cx="0" cy="0"/>
        </a:xfrm>
      </p:grpSpPr>
      <p:pic>
        <p:nvPicPr>
          <p:cNvPr id="440" name="Google Shape;440;p51"/>
          <p:cNvPicPr preferRelativeResize="0">
            <a:picLocks noGrp="1"/>
          </p:cNvPicPr>
          <p:nvPr>
            <p:ph type="pic" idx="2"/>
          </p:nvPr>
        </p:nvPicPr>
        <p:blipFill rotWithShape="1">
          <a:blip r:embed="rId3">
            <a:alphaModFix/>
          </a:blip>
          <a:srcRect l="28158" r="18144"/>
          <a:stretch/>
        </p:blipFill>
        <p:spPr>
          <a:xfrm>
            <a:off x="4990950" y="0"/>
            <a:ext cx="4153052" cy="5143501"/>
          </a:xfrm>
          <a:prstGeom prst="rect">
            <a:avLst/>
          </a:prstGeom>
        </p:spPr>
      </p:pic>
      <p:sp>
        <p:nvSpPr>
          <p:cNvPr id="441" name="Google Shape;441;p51"/>
          <p:cNvSpPr txBox="1">
            <a:spLocks noGrp="1"/>
          </p:cNvSpPr>
          <p:nvPr>
            <p:ph type="title"/>
          </p:nvPr>
        </p:nvSpPr>
        <p:spPr>
          <a:xfrm>
            <a:off x="720000" y="1231800"/>
            <a:ext cx="3595200" cy="1694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 picture always reinforces </a:t>
            </a:r>
            <a:endParaRPr/>
          </a:p>
          <a:p>
            <a:pPr marL="0" lvl="0" indent="0" algn="l" rtl="0">
              <a:spcBef>
                <a:spcPts val="0"/>
              </a:spcBef>
              <a:spcAft>
                <a:spcPts val="0"/>
              </a:spcAft>
              <a:buNone/>
            </a:pPr>
            <a:r>
              <a:rPr lang="en"/>
              <a:t>the concept</a:t>
            </a:r>
            <a:endParaRPr/>
          </a:p>
        </p:txBody>
      </p:sp>
      <p:sp>
        <p:nvSpPr>
          <p:cNvPr id="442" name="Google Shape;442;p51"/>
          <p:cNvSpPr txBox="1">
            <a:spLocks noGrp="1"/>
          </p:cNvSpPr>
          <p:nvPr>
            <p:ph type="subTitle" idx="1"/>
          </p:nvPr>
        </p:nvSpPr>
        <p:spPr>
          <a:xfrm>
            <a:off x="720000" y="2925600"/>
            <a:ext cx="3595200" cy="986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Images reveal large amounts of data, so remember: use an image instead of a long text. Your audience will appreciate it</a:t>
            </a:r>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446"/>
        <p:cNvGrpSpPr/>
        <p:nvPr/>
      </p:nvGrpSpPr>
      <p:grpSpPr>
        <a:xfrm>
          <a:off x="0" y="0"/>
          <a:ext cx="0" cy="0"/>
          <a:chOff x="0" y="0"/>
          <a:chExt cx="0" cy="0"/>
        </a:xfrm>
      </p:grpSpPr>
      <p:sp>
        <p:nvSpPr>
          <p:cNvPr id="447" name="Google Shape;447;p52"/>
          <p:cNvSpPr txBox="1">
            <a:spLocks noGrp="1"/>
          </p:cNvSpPr>
          <p:nvPr>
            <p:ph type="title"/>
          </p:nvPr>
        </p:nvSpPr>
        <p:spPr>
          <a:xfrm>
            <a:off x="713225" y="838800"/>
            <a:ext cx="4757100" cy="1095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98,300,000</a:t>
            </a:r>
            <a:endParaRPr/>
          </a:p>
        </p:txBody>
      </p:sp>
      <p:sp>
        <p:nvSpPr>
          <p:cNvPr id="448" name="Google Shape;448;p52"/>
          <p:cNvSpPr txBox="1">
            <a:spLocks noGrp="1"/>
          </p:cNvSpPr>
          <p:nvPr>
            <p:ph type="subTitle" idx="1"/>
          </p:nvPr>
        </p:nvSpPr>
        <p:spPr>
          <a:xfrm>
            <a:off x="713225" y="2010604"/>
            <a:ext cx="4757100" cy="497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Big numbers catch your audience’s attention</a:t>
            </a:r>
            <a:endParaRPr/>
          </a:p>
        </p:txBody>
      </p:sp>
      <p:pic>
        <p:nvPicPr>
          <p:cNvPr id="449" name="Google Shape;449;p52"/>
          <p:cNvPicPr preferRelativeResize="0"/>
          <p:nvPr/>
        </p:nvPicPr>
        <p:blipFill>
          <a:blip r:embed="rId3">
            <a:alphaModFix/>
          </a:blip>
          <a:stretch>
            <a:fillRect/>
          </a:stretch>
        </p:blipFill>
        <p:spPr>
          <a:xfrm flipH="1">
            <a:off x="-422876" y="3105150"/>
            <a:ext cx="9989751" cy="1854700"/>
          </a:xfrm>
          <a:prstGeom prst="rect">
            <a:avLst/>
          </a:prstGeom>
          <a:noFill/>
          <a:ln>
            <a:noFill/>
          </a:ln>
        </p:spPr>
      </p:pic>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453"/>
        <p:cNvGrpSpPr/>
        <p:nvPr/>
      </p:nvGrpSpPr>
      <p:grpSpPr>
        <a:xfrm>
          <a:off x="0" y="0"/>
          <a:ext cx="0" cy="0"/>
          <a:chOff x="0" y="0"/>
          <a:chExt cx="0" cy="0"/>
        </a:xfrm>
      </p:grpSpPr>
      <p:sp>
        <p:nvSpPr>
          <p:cNvPr id="454" name="Google Shape;454;p53"/>
          <p:cNvSpPr txBox="1">
            <a:spLocks noGrp="1"/>
          </p:cNvSpPr>
          <p:nvPr>
            <p:ph type="subTitle" idx="1"/>
          </p:nvPr>
        </p:nvSpPr>
        <p:spPr>
          <a:xfrm>
            <a:off x="2223600" y="1228426"/>
            <a:ext cx="4696800" cy="427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Jupiter’s rotation period</a:t>
            </a:r>
            <a:endParaRPr/>
          </a:p>
        </p:txBody>
      </p:sp>
      <p:sp>
        <p:nvSpPr>
          <p:cNvPr id="455" name="Google Shape;455;p53"/>
          <p:cNvSpPr txBox="1">
            <a:spLocks noGrp="1"/>
          </p:cNvSpPr>
          <p:nvPr>
            <p:ph type="title"/>
          </p:nvPr>
        </p:nvSpPr>
        <p:spPr>
          <a:xfrm>
            <a:off x="2223600" y="539507"/>
            <a:ext cx="4696800" cy="768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9h 55m 23s</a:t>
            </a:r>
            <a:endParaRPr/>
          </a:p>
        </p:txBody>
      </p:sp>
      <p:sp>
        <p:nvSpPr>
          <p:cNvPr id="456" name="Google Shape;456;p53"/>
          <p:cNvSpPr txBox="1">
            <a:spLocks noGrp="1"/>
          </p:cNvSpPr>
          <p:nvPr>
            <p:ph type="title" idx="2"/>
          </p:nvPr>
        </p:nvSpPr>
        <p:spPr>
          <a:xfrm>
            <a:off x="2223600" y="2013687"/>
            <a:ext cx="4696800" cy="768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333,000</a:t>
            </a:r>
            <a:endParaRPr/>
          </a:p>
        </p:txBody>
      </p:sp>
      <p:sp>
        <p:nvSpPr>
          <p:cNvPr id="457" name="Google Shape;457;p53"/>
          <p:cNvSpPr txBox="1">
            <a:spLocks noGrp="1"/>
          </p:cNvSpPr>
          <p:nvPr>
            <p:ph type="subTitle" idx="3"/>
          </p:nvPr>
        </p:nvSpPr>
        <p:spPr>
          <a:xfrm>
            <a:off x="2223600" y="2702611"/>
            <a:ext cx="4696800" cy="427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The Sun’s mass compared to Earth’s</a:t>
            </a:r>
            <a:endParaRPr/>
          </a:p>
        </p:txBody>
      </p:sp>
      <p:sp>
        <p:nvSpPr>
          <p:cNvPr id="458" name="Google Shape;458;p53"/>
          <p:cNvSpPr txBox="1">
            <a:spLocks noGrp="1"/>
          </p:cNvSpPr>
          <p:nvPr>
            <p:ph type="title" idx="4"/>
          </p:nvPr>
        </p:nvSpPr>
        <p:spPr>
          <a:xfrm>
            <a:off x="2223600" y="3487868"/>
            <a:ext cx="4696800" cy="768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386,000 km</a:t>
            </a:r>
            <a:endParaRPr/>
          </a:p>
        </p:txBody>
      </p:sp>
      <p:sp>
        <p:nvSpPr>
          <p:cNvPr id="459" name="Google Shape;459;p53"/>
          <p:cNvSpPr txBox="1">
            <a:spLocks noGrp="1"/>
          </p:cNvSpPr>
          <p:nvPr>
            <p:ph type="subTitle" idx="5"/>
          </p:nvPr>
        </p:nvSpPr>
        <p:spPr>
          <a:xfrm>
            <a:off x="2223600" y="4176797"/>
            <a:ext cx="4696800" cy="427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Distance between Earth and the Moon</a:t>
            </a:r>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463"/>
        <p:cNvGrpSpPr/>
        <p:nvPr/>
      </p:nvGrpSpPr>
      <p:grpSpPr>
        <a:xfrm>
          <a:off x="0" y="0"/>
          <a:ext cx="0" cy="0"/>
          <a:chOff x="0" y="0"/>
          <a:chExt cx="0" cy="0"/>
        </a:xfrm>
      </p:grpSpPr>
      <p:sp>
        <p:nvSpPr>
          <p:cNvPr id="464" name="Google Shape;464;p5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Compliance with educational standards</a:t>
            </a:r>
            <a:endParaRPr/>
          </a:p>
        </p:txBody>
      </p:sp>
      <p:sp>
        <p:nvSpPr>
          <p:cNvPr id="465" name="Google Shape;465;p54"/>
          <p:cNvSpPr txBox="1">
            <a:spLocks noGrp="1"/>
          </p:cNvSpPr>
          <p:nvPr>
            <p:ph type="subTitle" idx="4294967295"/>
          </p:nvPr>
        </p:nvSpPr>
        <p:spPr>
          <a:xfrm>
            <a:off x="720800" y="3705375"/>
            <a:ext cx="3058500" cy="675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of them all</a:t>
            </a:r>
            <a:endParaRPr/>
          </a:p>
        </p:txBody>
      </p:sp>
      <p:sp>
        <p:nvSpPr>
          <p:cNvPr id="466" name="Google Shape;466;p54"/>
          <p:cNvSpPr txBox="1">
            <a:spLocks noGrp="1"/>
          </p:cNvSpPr>
          <p:nvPr>
            <p:ph type="subTitle" idx="4294967295"/>
          </p:nvPr>
        </p:nvSpPr>
        <p:spPr>
          <a:xfrm>
            <a:off x="720801" y="3251858"/>
            <a:ext cx="3058500" cy="505500"/>
          </a:xfrm>
          <a:prstGeom prst="rect">
            <a:avLst/>
          </a:prstGeom>
        </p:spPr>
        <p:txBody>
          <a:bodyPr spcFirstLastPara="1" wrap="square" lIns="91425" tIns="91425" rIns="91425" bIns="91425" anchor="b" anchorCtr="0">
            <a:noAutofit/>
          </a:bodyPr>
          <a:lstStyle/>
          <a:p>
            <a:pPr marL="0" lvl="0" indent="0" algn="l" rtl="0">
              <a:lnSpc>
                <a:spcPct val="100000"/>
              </a:lnSpc>
              <a:spcBef>
                <a:spcPts val="0"/>
              </a:spcBef>
              <a:spcAft>
                <a:spcPts val="0"/>
              </a:spcAft>
              <a:buNone/>
            </a:pPr>
            <a:r>
              <a:rPr lang="en" sz="2100">
                <a:latin typeface="Questrial"/>
                <a:ea typeface="Questrial"/>
                <a:cs typeface="Questrial"/>
                <a:sym typeface="Questrial"/>
              </a:rPr>
              <a:t>Teacher training</a:t>
            </a:r>
            <a:endParaRPr sz="2100">
              <a:latin typeface="Questrial"/>
              <a:ea typeface="Questrial"/>
              <a:cs typeface="Questrial"/>
              <a:sym typeface="Questrial"/>
            </a:endParaRPr>
          </a:p>
        </p:txBody>
      </p:sp>
      <p:sp>
        <p:nvSpPr>
          <p:cNvPr id="467" name="Google Shape;467;p54"/>
          <p:cNvSpPr txBox="1">
            <a:spLocks noGrp="1"/>
          </p:cNvSpPr>
          <p:nvPr>
            <p:ph type="subTitle" idx="4294967295"/>
          </p:nvPr>
        </p:nvSpPr>
        <p:spPr>
          <a:xfrm>
            <a:off x="4406199" y="3705375"/>
            <a:ext cx="3058500" cy="675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468" name="Google Shape;468;p54"/>
          <p:cNvSpPr txBox="1">
            <a:spLocks noGrp="1"/>
          </p:cNvSpPr>
          <p:nvPr>
            <p:ph type="subTitle" idx="4294967295"/>
          </p:nvPr>
        </p:nvSpPr>
        <p:spPr>
          <a:xfrm>
            <a:off x="4406200" y="3251858"/>
            <a:ext cx="3058500" cy="505500"/>
          </a:xfrm>
          <a:prstGeom prst="rect">
            <a:avLst/>
          </a:prstGeom>
        </p:spPr>
        <p:txBody>
          <a:bodyPr spcFirstLastPara="1" wrap="square" lIns="91425" tIns="91425" rIns="91425" bIns="91425" anchor="b" anchorCtr="0">
            <a:noAutofit/>
          </a:bodyPr>
          <a:lstStyle/>
          <a:p>
            <a:pPr marL="0" lvl="0" indent="0" algn="l" rtl="0">
              <a:lnSpc>
                <a:spcPct val="100000"/>
              </a:lnSpc>
              <a:spcBef>
                <a:spcPts val="0"/>
              </a:spcBef>
              <a:spcAft>
                <a:spcPts val="0"/>
              </a:spcAft>
              <a:buNone/>
            </a:pPr>
            <a:r>
              <a:rPr lang="en" sz="2100">
                <a:latin typeface="Questrial"/>
                <a:ea typeface="Questrial"/>
                <a:cs typeface="Questrial"/>
                <a:sym typeface="Questrial"/>
              </a:rPr>
              <a:t>Inclusion of technology</a:t>
            </a:r>
            <a:endParaRPr sz="2100">
              <a:latin typeface="Questrial"/>
              <a:ea typeface="Questrial"/>
              <a:cs typeface="Questrial"/>
              <a:sym typeface="Questrial"/>
            </a:endParaRPr>
          </a:p>
        </p:txBody>
      </p:sp>
      <p:sp>
        <p:nvSpPr>
          <p:cNvPr id="469" name="Google Shape;469;p54"/>
          <p:cNvSpPr txBox="1">
            <a:spLocks noGrp="1"/>
          </p:cNvSpPr>
          <p:nvPr>
            <p:ph type="title" idx="4294967295"/>
          </p:nvPr>
        </p:nvSpPr>
        <p:spPr>
          <a:xfrm>
            <a:off x="4406199" y="2932925"/>
            <a:ext cx="1016700" cy="406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400" b="1"/>
              <a:t>50%</a:t>
            </a:r>
            <a:endParaRPr sz="2400" b="1"/>
          </a:p>
        </p:txBody>
      </p:sp>
      <p:sp>
        <p:nvSpPr>
          <p:cNvPr id="470" name="Google Shape;470;p54"/>
          <p:cNvSpPr txBox="1">
            <a:spLocks noGrp="1"/>
          </p:cNvSpPr>
          <p:nvPr>
            <p:ph type="title" idx="4294967295"/>
          </p:nvPr>
        </p:nvSpPr>
        <p:spPr>
          <a:xfrm>
            <a:off x="720797" y="2932925"/>
            <a:ext cx="1016700" cy="406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400" b="1"/>
              <a:t>25%</a:t>
            </a:r>
            <a:endParaRPr sz="2400" b="1"/>
          </a:p>
        </p:txBody>
      </p:sp>
      <p:sp>
        <p:nvSpPr>
          <p:cNvPr id="471" name="Google Shape;471;p54"/>
          <p:cNvSpPr/>
          <p:nvPr/>
        </p:nvSpPr>
        <p:spPr>
          <a:xfrm>
            <a:off x="4406202" y="1498601"/>
            <a:ext cx="1105800" cy="1105800"/>
          </a:xfrm>
          <a:prstGeom prst="donut">
            <a:avLst>
              <a:gd name="adj" fmla="val 11930"/>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54"/>
          <p:cNvSpPr/>
          <p:nvPr/>
        </p:nvSpPr>
        <p:spPr>
          <a:xfrm flipH="1">
            <a:off x="4406203" y="1498600"/>
            <a:ext cx="1105800" cy="1105800"/>
          </a:xfrm>
          <a:prstGeom prst="blockArc">
            <a:avLst>
              <a:gd name="adj1" fmla="val 5371258"/>
              <a:gd name="adj2" fmla="val 16221490"/>
              <a:gd name="adj3" fmla="val 11851"/>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54"/>
          <p:cNvSpPr/>
          <p:nvPr/>
        </p:nvSpPr>
        <p:spPr>
          <a:xfrm>
            <a:off x="720798" y="1498601"/>
            <a:ext cx="1105800" cy="1105800"/>
          </a:xfrm>
          <a:prstGeom prst="donut">
            <a:avLst>
              <a:gd name="adj" fmla="val 11930"/>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54"/>
          <p:cNvSpPr/>
          <p:nvPr/>
        </p:nvSpPr>
        <p:spPr>
          <a:xfrm flipH="1">
            <a:off x="720800" y="1498600"/>
            <a:ext cx="1105800" cy="1105800"/>
          </a:xfrm>
          <a:prstGeom prst="blockArc">
            <a:avLst>
              <a:gd name="adj1" fmla="val 10798115"/>
              <a:gd name="adj2" fmla="val 16221490"/>
              <a:gd name="adj3" fmla="val 11851"/>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54"/>
          <p:cNvSpPr/>
          <p:nvPr/>
        </p:nvSpPr>
        <p:spPr>
          <a:xfrm>
            <a:off x="1090882" y="1869724"/>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6" name="Google Shape;476;p54"/>
          <p:cNvGrpSpPr/>
          <p:nvPr/>
        </p:nvGrpSpPr>
        <p:grpSpPr>
          <a:xfrm>
            <a:off x="4753328" y="1893712"/>
            <a:ext cx="411535" cy="315587"/>
            <a:chOff x="3042703" y="1529137"/>
            <a:chExt cx="411535" cy="315587"/>
          </a:xfrm>
        </p:grpSpPr>
        <p:sp>
          <p:nvSpPr>
            <p:cNvPr id="477" name="Google Shape;477;p54"/>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54"/>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54"/>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54"/>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54"/>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54"/>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54"/>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54"/>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54"/>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54"/>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490"/>
        <p:cNvGrpSpPr/>
        <p:nvPr/>
      </p:nvGrpSpPr>
      <p:grpSpPr>
        <a:xfrm>
          <a:off x="0" y="0"/>
          <a:ext cx="0" cy="0"/>
          <a:chOff x="0" y="0"/>
          <a:chExt cx="0" cy="0"/>
        </a:xfrm>
      </p:grpSpPr>
      <p:grpSp>
        <p:nvGrpSpPr>
          <p:cNvPr id="491" name="Google Shape;491;p55"/>
          <p:cNvGrpSpPr/>
          <p:nvPr/>
        </p:nvGrpSpPr>
        <p:grpSpPr>
          <a:xfrm>
            <a:off x="4565580" y="1260432"/>
            <a:ext cx="3432984" cy="2496295"/>
            <a:chOff x="331763" y="414153"/>
            <a:chExt cx="6903246" cy="5019697"/>
          </a:xfrm>
        </p:grpSpPr>
        <p:sp>
          <p:nvSpPr>
            <p:cNvPr id="492" name="Google Shape;492;p55"/>
            <p:cNvSpPr/>
            <p:nvPr/>
          </p:nvSpPr>
          <p:spPr>
            <a:xfrm>
              <a:off x="2953125" y="4725150"/>
              <a:ext cx="1660725" cy="708700"/>
            </a:xfrm>
            <a:custGeom>
              <a:avLst/>
              <a:gdLst/>
              <a:ahLst/>
              <a:cxnLst/>
              <a:rect l="l" t="t" r="r" b="b"/>
              <a:pathLst>
                <a:path w="66429" h="28348" extrusionOk="0">
                  <a:moveTo>
                    <a:pt x="6889" y="1"/>
                  </a:moveTo>
                  <a:lnTo>
                    <a:pt x="1" y="28347"/>
                  </a:lnTo>
                  <a:lnTo>
                    <a:pt x="66429" y="28347"/>
                  </a:lnTo>
                  <a:lnTo>
                    <a:pt x="59475" y="1"/>
                  </a:lnTo>
                  <a:lnTo>
                    <a:pt x="33182" y="464"/>
                  </a:lnTo>
                  <a:lnTo>
                    <a:pt x="6889" y="1"/>
                  </a:ln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55"/>
            <p:cNvSpPr/>
            <p:nvPr/>
          </p:nvSpPr>
          <p:spPr>
            <a:xfrm>
              <a:off x="331763" y="414153"/>
              <a:ext cx="6903246" cy="4353879"/>
            </a:xfrm>
            <a:custGeom>
              <a:avLst/>
              <a:gdLst/>
              <a:ahLst/>
              <a:cxnLst/>
              <a:rect l="l" t="t" r="r" b="b"/>
              <a:pathLst>
                <a:path w="248162" h="181204" extrusionOk="0">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55"/>
            <p:cNvSpPr/>
            <p:nvPr/>
          </p:nvSpPr>
          <p:spPr>
            <a:xfrm>
              <a:off x="547300" y="600323"/>
              <a:ext cx="6472159" cy="3981525"/>
            </a:xfrm>
            <a:custGeom>
              <a:avLst/>
              <a:gdLst/>
              <a:ahLst/>
              <a:cxnLst/>
              <a:rect l="l" t="t" r="r" b="b"/>
              <a:pathLst>
                <a:path w="232665" h="165707" extrusionOk="0">
                  <a:moveTo>
                    <a:pt x="1" y="1"/>
                  </a:moveTo>
                  <a:lnTo>
                    <a:pt x="1" y="24307"/>
                  </a:lnTo>
                  <a:lnTo>
                    <a:pt x="1" y="165707"/>
                  </a:lnTo>
                  <a:lnTo>
                    <a:pt x="232665" y="165707"/>
                  </a:lnTo>
                  <a:lnTo>
                    <a:pt x="232665" y="121532"/>
                  </a:lnTo>
                  <a:lnTo>
                    <a:pt x="232665" y="1"/>
                  </a:ln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55"/>
            <p:cNvSpPr/>
            <p:nvPr/>
          </p:nvSpPr>
          <p:spPr>
            <a:xfrm>
              <a:off x="2772650" y="5206975"/>
              <a:ext cx="2020025" cy="226875"/>
            </a:xfrm>
            <a:custGeom>
              <a:avLst/>
              <a:gdLst/>
              <a:ahLst/>
              <a:cxnLst/>
              <a:rect l="l" t="t" r="r" b="b"/>
              <a:pathLst>
                <a:path w="80801" h="9075" extrusionOk="0">
                  <a:moveTo>
                    <a:pt x="4571" y="1"/>
                  </a:moveTo>
                  <a:cubicBezTo>
                    <a:pt x="2054" y="1"/>
                    <a:pt x="1" y="2054"/>
                    <a:pt x="1" y="4570"/>
                  </a:cubicBezTo>
                  <a:cubicBezTo>
                    <a:pt x="1" y="7021"/>
                    <a:pt x="2054" y="9074"/>
                    <a:pt x="4571" y="9074"/>
                  </a:cubicBezTo>
                  <a:lnTo>
                    <a:pt x="76297" y="9074"/>
                  </a:lnTo>
                  <a:cubicBezTo>
                    <a:pt x="78814" y="9074"/>
                    <a:pt x="80801" y="7021"/>
                    <a:pt x="80801" y="4570"/>
                  </a:cubicBezTo>
                  <a:cubicBezTo>
                    <a:pt x="80801" y="2054"/>
                    <a:pt x="78814" y="1"/>
                    <a:pt x="76297" y="1"/>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96" name="Google Shape;496;p55"/>
          <p:cNvPicPr preferRelativeResize="0"/>
          <p:nvPr/>
        </p:nvPicPr>
        <p:blipFill rotWithShape="1">
          <a:blip r:embed="rId3">
            <a:alphaModFix/>
          </a:blip>
          <a:srcRect l="3891" r="3882"/>
          <a:stretch/>
        </p:blipFill>
        <p:spPr>
          <a:xfrm>
            <a:off x="4657478" y="1352658"/>
            <a:ext cx="3249110" cy="1981718"/>
          </a:xfrm>
          <a:prstGeom prst="rect">
            <a:avLst/>
          </a:prstGeom>
          <a:noFill/>
          <a:ln w="9525" cap="flat" cmpd="sng">
            <a:solidFill>
              <a:schemeClr val="dk1"/>
            </a:solidFill>
            <a:prstDash val="solid"/>
            <a:round/>
            <a:headEnd type="none" w="sm" len="sm"/>
            <a:tailEnd type="none" w="sm" len="sm"/>
          </a:ln>
        </p:spPr>
      </p:pic>
      <p:sp>
        <p:nvSpPr>
          <p:cNvPr id="497" name="Google Shape;497;p55"/>
          <p:cNvSpPr txBox="1">
            <a:spLocks noGrp="1"/>
          </p:cNvSpPr>
          <p:nvPr>
            <p:ph type="title"/>
          </p:nvPr>
        </p:nvSpPr>
        <p:spPr>
          <a:xfrm>
            <a:off x="720000" y="1454788"/>
            <a:ext cx="2963400" cy="1051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Computer mockup</a:t>
            </a:r>
            <a:endParaRPr/>
          </a:p>
        </p:txBody>
      </p:sp>
      <p:sp>
        <p:nvSpPr>
          <p:cNvPr id="498" name="Google Shape;498;p55"/>
          <p:cNvSpPr txBox="1">
            <a:spLocks noGrp="1"/>
          </p:cNvSpPr>
          <p:nvPr>
            <p:ph type="subTitle" idx="1"/>
          </p:nvPr>
        </p:nvSpPr>
        <p:spPr>
          <a:xfrm>
            <a:off x="720000" y="2506113"/>
            <a:ext cx="2963400" cy="1182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the image on the screen with your own work. Just right-click on it and select “Replace image”</a:t>
            </a:r>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502"/>
        <p:cNvGrpSpPr/>
        <p:nvPr/>
      </p:nvGrpSpPr>
      <p:grpSpPr>
        <a:xfrm>
          <a:off x="0" y="0"/>
          <a:ext cx="0" cy="0"/>
          <a:chOff x="0" y="0"/>
          <a:chExt cx="0" cy="0"/>
        </a:xfrm>
      </p:grpSpPr>
      <p:grpSp>
        <p:nvGrpSpPr>
          <p:cNvPr id="503" name="Google Shape;503;p56"/>
          <p:cNvGrpSpPr/>
          <p:nvPr/>
        </p:nvGrpSpPr>
        <p:grpSpPr>
          <a:xfrm>
            <a:off x="1561951" y="735560"/>
            <a:ext cx="2697276" cy="3672287"/>
            <a:chOff x="1655550" y="790900"/>
            <a:chExt cx="2510262" cy="3417671"/>
          </a:xfrm>
        </p:grpSpPr>
        <p:sp>
          <p:nvSpPr>
            <p:cNvPr id="504" name="Google Shape;504;p56"/>
            <p:cNvSpPr/>
            <p:nvPr/>
          </p:nvSpPr>
          <p:spPr>
            <a:xfrm>
              <a:off x="1655550" y="790900"/>
              <a:ext cx="2510262" cy="3417671"/>
            </a:xfrm>
            <a:custGeom>
              <a:avLst/>
              <a:gdLst/>
              <a:ahLst/>
              <a:cxnLst/>
              <a:rect l="l" t="t" r="r" b="b"/>
              <a:pathLst>
                <a:path w="143096" h="190426" extrusionOk="0">
                  <a:moveTo>
                    <a:pt x="2914" y="0"/>
                  </a:moveTo>
                  <a:cubicBezTo>
                    <a:pt x="1280" y="0"/>
                    <a:pt x="0" y="1281"/>
                    <a:pt x="0" y="2914"/>
                  </a:cubicBezTo>
                  <a:lnTo>
                    <a:pt x="0" y="187512"/>
                  </a:lnTo>
                  <a:cubicBezTo>
                    <a:pt x="0" y="189101"/>
                    <a:pt x="1280" y="190426"/>
                    <a:pt x="2914" y="190426"/>
                  </a:cubicBezTo>
                  <a:lnTo>
                    <a:pt x="140182" y="190426"/>
                  </a:lnTo>
                  <a:cubicBezTo>
                    <a:pt x="141771" y="190426"/>
                    <a:pt x="143096" y="189101"/>
                    <a:pt x="143096" y="187512"/>
                  </a:cubicBezTo>
                  <a:lnTo>
                    <a:pt x="143096" y="2914"/>
                  </a:lnTo>
                  <a:cubicBezTo>
                    <a:pt x="143096" y="1281"/>
                    <a:pt x="141771" y="0"/>
                    <a:pt x="140182" y="0"/>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56"/>
            <p:cNvSpPr/>
            <p:nvPr/>
          </p:nvSpPr>
          <p:spPr>
            <a:xfrm>
              <a:off x="1735300" y="886765"/>
              <a:ext cx="2350730" cy="3115776"/>
            </a:xfrm>
            <a:custGeom>
              <a:avLst/>
              <a:gdLst/>
              <a:ahLst/>
              <a:cxnLst/>
              <a:rect l="l" t="t" r="r" b="b"/>
              <a:pathLst>
                <a:path w="134002" h="173605" extrusionOk="0">
                  <a:moveTo>
                    <a:pt x="1" y="1"/>
                  </a:moveTo>
                  <a:lnTo>
                    <a:pt x="1" y="53821"/>
                  </a:lnTo>
                  <a:lnTo>
                    <a:pt x="1" y="127599"/>
                  </a:lnTo>
                  <a:lnTo>
                    <a:pt x="1" y="173605"/>
                  </a:lnTo>
                  <a:lnTo>
                    <a:pt x="134001" y="173605"/>
                  </a:lnTo>
                  <a:lnTo>
                    <a:pt x="134001" y="34615"/>
                  </a:lnTo>
                  <a:lnTo>
                    <a:pt x="134001" y="1"/>
                  </a:ln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506" name="Google Shape;506;p56"/>
          <p:cNvPicPr preferRelativeResize="0"/>
          <p:nvPr/>
        </p:nvPicPr>
        <p:blipFill rotWithShape="1">
          <a:blip r:embed="rId3">
            <a:alphaModFix/>
          </a:blip>
          <a:srcRect l="4546" r="53239"/>
          <a:stretch/>
        </p:blipFill>
        <p:spPr>
          <a:xfrm>
            <a:off x="1655968" y="838567"/>
            <a:ext cx="2512490" cy="3347958"/>
          </a:xfrm>
          <a:prstGeom prst="rect">
            <a:avLst/>
          </a:prstGeom>
          <a:noFill/>
          <a:ln w="9525" cap="flat" cmpd="sng">
            <a:solidFill>
              <a:schemeClr val="dk1"/>
            </a:solidFill>
            <a:prstDash val="solid"/>
            <a:round/>
            <a:headEnd type="none" w="sm" len="sm"/>
            <a:tailEnd type="none" w="sm" len="sm"/>
          </a:ln>
        </p:spPr>
      </p:pic>
      <p:sp>
        <p:nvSpPr>
          <p:cNvPr id="507" name="Google Shape;507;p56"/>
          <p:cNvSpPr txBox="1">
            <a:spLocks noGrp="1"/>
          </p:cNvSpPr>
          <p:nvPr>
            <p:ph type="title"/>
          </p:nvPr>
        </p:nvSpPr>
        <p:spPr>
          <a:xfrm>
            <a:off x="5467375" y="1642746"/>
            <a:ext cx="2963400" cy="6849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Tablet mockup</a:t>
            </a:r>
            <a:endParaRPr/>
          </a:p>
        </p:txBody>
      </p:sp>
      <p:sp>
        <p:nvSpPr>
          <p:cNvPr id="508" name="Google Shape;508;p56"/>
          <p:cNvSpPr txBox="1">
            <a:spLocks noGrp="1"/>
          </p:cNvSpPr>
          <p:nvPr>
            <p:ph type="subTitle" idx="1"/>
          </p:nvPr>
        </p:nvSpPr>
        <p:spPr>
          <a:xfrm>
            <a:off x="5467525" y="2318152"/>
            <a:ext cx="2963400" cy="1182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You can replace the image on the screen with your own work. Just right-click on it and select “Replace image”</a:t>
            </a:r>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512"/>
        <p:cNvGrpSpPr/>
        <p:nvPr/>
      </p:nvGrpSpPr>
      <p:grpSpPr>
        <a:xfrm>
          <a:off x="0" y="0"/>
          <a:ext cx="0" cy="0"/>
          <a:chOff x="0" y="0"/>
          <a:chExt cx="0" cy="0"/>
        </a:xfrm>
      </p:grpSpPr>
      <p:sp>
        <p:nvSpPr>
          <p:cNvPr id="513" name="Google Shape;513;p57"/>
          <p:cNvSpPr txBox="1">
            <a:spLocks noGrp="1"/>
          </p:cNvSpPr>
          <p:nvPr>
            <p:ph type="title"/>
          </p:nvPr>
        </p:nvSpPr>
        <p:spPr>
          <a:xfrm>
            <a:off x="720000" y="1638083"/>
            <a:ext cx="2963400" cy="684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Phone mockup</a:t>
            </a:r>
            <a:endParaRPr/>
          </a:p>
        </p:txBody>
      </p:sp>
      <p:sp>
        <p:nvSpPr>
          <p:cNvPr id="514" name="Google Shape;514;p57"/>
          <p:cNvSpPr txBox="1">
            <a:spLocks noGrp="1"/>
          </p:cNvSpPr>
          <p:nvPr>
            <p:ph type="subTitle" idx="1"/>
          </p:nvPr>
        </p:nvSpPr>
        <p:spPr>
          <a:xfrm>
            <a:off x="720000" y="2322800"/>
            <a:ext cx="2963400" cy="1182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the image on the screen with your own work. Just right-click on it and select “Replace image”</a:t>
            </a:r>
            <a:endParaRPr/>
          </a:p>
        </p:txBody>
      </p:sp>
      <p:sp>
        <p:nvSpPr>
          <p:cNvPr id="515" name="Google Shape;515;p57"/>
          <p:cNvSpPr/>
          <p:nvPr/>
        </p:nvSpPr>
        <p:spPr>
          <a:xfrm>
            <a:off x="5326054" y="891931"/>
            <a:ext cx="1664618" cy="3176204"/>
          </a:xfrm>
          <a:custGeom>
            <a:avLst/>
            <a:gdLst/>
            <a:ahLst/>
            <a:cxnLst/>
            <a:rect l="l" t="t" r="r" b="b"/>
            <a:pathLst>
              <a:path w="84552" h="161331" extrusionOk="0">
                <a:moveTo>
                  <a:pt x="1" y="1"/>
                </a:moveTo>
                <a:lnTo>
                  <a:pt x="1" y="161331"/>
                </a:lnTo>
                <a:lnTo>
                  <a:pt x="84551" y="161331"/>
                </a:lnTo>
                <a:lnTo>
                  <a:pt x="8455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6" name="Google Shape;516;p57"/>
          <p:cNvGrpSpPr/>
          <p:nvPr/>
        </p:nvGrpSpPr>
        <p:grpSpPr>
          <a:xfrm>
            <a:off x="5240876" y="709411"/>
            <a:ext cx="1834973" cy="3724678"/>
            <a:chOff x="5186401" y="494525"/>
            <a:chExt cx="1834973" cy="3724678"/>
          </a:xfrm>
        </p:grpSpPr>
        <p:sp>
          <p:nvSpPr>
            <p:cNvPr id="517" name="Google Shape;517;p57"/>
            <p:cNvSpPr/>
            <p:nvPr/>
          </p:nvSpPr>
          <p:spPr>
            <a:xfrm>
              <a:off x="5186401" y="494525"/>
              <a:ext cx="1834973" cy="3724678"/>
            </a:xfrm>
            <a:custGeom>
              <a:avLst/>
              <a:gdLst/>
              <a:ahLst/>
              <a:cxnLst/>
              <a:rect l="l" t="t" r="r" b="b"/>
              <a:pathLst>
                <a:path w="93205" h="189190" extrusionOk="0">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57"/>
            <p:cNvSpPr/>
            <p:nvPr/>
          </p:nvSpPr>
          <p:spPr>
            <a:xfrm>
              <a:off x="5890455" y="3969678"/>
              <a:ext cx="458108" cy="154724"/>
            </a:xfrm>
            <a:custGeom>
              <a:avLst/>
              <a:gdLst/>
              <a:ahLst/>
              <a:cxnLst/>
              <a:rect l="l" t="t" r="r" b="b"/>
              <a:pathLst>
                <a:path w="23269" h="7859" extrusionOk="0">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519" name="Google Shape;519;p57"/>
          <p:cNvPicPr preferRelativeResize="0"/>
          <p:nvPr/>
        </p:nvPicPr>
        <p:blipFill rotWithShape="1">
          <a:blip r:embed="rId3">
            <a:alphaModFix/>
          </a:blip>
          <a:srcRect l="60913" r="9607"/>
          <a:stretch/>
        </p:blipFill>
        <p:spPr>
          <a:xfrm>
            <a:off x="5326063" y="891935"/>
            <a:ext cx="1664599" cy="3176198"/>
          </a:xfrm>
          <a:prstGeom prst="rect">
            <a:avLst/>
          </a:prstGeom>
          <a:noFill/>
          <a:ln w="9525" cap="flat" cmpd="sng">
            <a:solidFill>
              <a:schemeClr val="dk1"/>
            </a:solidFill>
            <a:prstDash val="solid"/>
            <a:round/>
            <a:headEnd type="none" w="sm" len="sm"/>
            <a:tailEnd type="none" w="sm" len="sm"/>
          </a:ln>
        </p:spPr>
      </p:pic>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523"/>
        <p:cNvGrpSpPr/>
        <p:nvPr/>
      </p:nvGrpSpPr>
      <p:grpSpPr>
        <a:xfrm>
          <a:off x="0" y="0"/>
          <a:ext cx="0" cy="0"/>
          <a:chOff x="0" y="0"/>
          <a:chExt cx="0" cy="0"/>
        </a:xfrm>
      </p:grpSpPr>
      <p:sp>
        <p:nvSpPr>
          <p:cNvPr id="524" name="Google Shape;524;p5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Demographic analysis</a:t>
            </a:r>
            <a:endParaRPr/>
          </a:p>
        </p:txBody>
      </p:sp>
      <p:grpSp>
        <p:nvGrpSpPr>
          <p:cNvPr id="525" name="Google Shape;525;p58"/>
          <p:cNvGrpSpPr/>
          <p:nvPr/>
        </p:nvGrpSpPr>
        <p:grpSpPr>
          <a:xfrm>
            <a:off x="719992" y="1692604"/>
            <a:ext cx="4041853" cy="2152862"/>
            <a:chOff x="233350" y="949250"/>
            <a:chExt cx="7137300" cy="3802300"/>
          </a:xfrm>
        </p:grpSpPr>
        <p:sp>
          <p:nvSpPr>
            <p:cNvPr id="526" name="Google Shape;526;p58"/>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58"/>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58"/>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58"/>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58"/>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58"/>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58"/>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58"/>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58"/>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58"/>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58"/>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58"/>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58"/>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58"/>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58"/>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58"/>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58"/>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58"/>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58"/>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58"/>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58"/>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58"/>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58"/>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58"/>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58"/>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58"/>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58"/>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58"/>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58"/>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58"/>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58"/>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58"/>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58"/>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58"/>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58"/>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58"/>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58"/>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58"/>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58"/>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58"/>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58"/>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58"/>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58"/>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58"/>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58"/>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58"/>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58"/>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58"/>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58"/>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58"/>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58"/>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7" name="Google Shape;577;p58"/>
          <p:cNvSpPr txBox="1"/>
          <p:nvPr/>
        </p:nvSpPr>
        <p:spPr>
          <a:xfrm>
            <a:off x="6445807" y="3944551"/>
            <a:ext cx="1978200" cy="6654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Figtree"/>
                <a:ea typeface="Figtree"/>
                <a:cs typeface="Figtree"/>
                <a:sym typeface="Figtree"/>
              </a:rPr>
              <a:t>Saturn is a gas giant and has several rings</a:t>
            </a:r>
            <a:endParaRPr>
              <a:solidFill>
                <a:schemeClr val="dk1"/>
              </a:solidFill>
              <a:latin typeface="Figtree"/>
              <a:ea typeface="Figtree"/>
              <a:cs typeface="Figtree"/>
              <a:sym typeface="Figtree"/>
            </a:endParaRPr>
          </a:p>
        </p:txBody>
      </p:sp>
      <p:sp>
        <p:nvSpPr>
          <p:cNvPr id="578" name="Google Shape;578;p58"/>
          <p:cNvSpPr txBox="1"/>
          <p:nvPr/>
        </p:nvSpPr>
        <p:spPr>
          <a:xfrm>
            <a:off x="6445793" y="3503350"/>
            <a:ext cx="1978200" cy="4848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None/>
            </a:pPr>
            <a:r>
              <a:rPr lang="en" sz="2100">
                <a:solidFill>
                  <a:schemeClr val="dk1"/>
                </a:solidFill>
                <a:latin typeface="Questrial"/>
                <a:ea typeface="Questrial"/>
                <a:cs typeface="Questrial"/>
                <a:sym typeface="Questrial"/>
              </a:rPr>
              <a:t>Saturn</a:t>
            </a:r>
            <a:endParaRPr sz="2100">
              <a:solidFill>
                <a:schemeClr val="dk1"/>
              </a:solidFill>
              <a:latin typeface="Questrial"/>
              <a:ea typeface="Questrial"/>
              <a:cs typeface="Questrial"/>
              <a:sym typeface="Questrial"/>
            </a:endParaRPr>
          </a:p>
        </p:txBody>
      </p:sp>
      <p:sp>
        <p:nvSpPr>
          <p:cNvPr id="579" name="Google Shape;579;p58"/>
          <p:cNvSpPr/>
          <p:nvPr/>
        </p:nvSpPr>
        <p:spPr>
          <a:xfrm>
            <a:off x="2528150" y="2086150"/>
            <a:ext cx="130800" cy="1308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Figtree"/>
              <a:ea typeface="Figtree"/>
              <a:cs typeface="Figtree"/>
              <a:sym typeface="Figtree"/>
            </a:endParaRPr>
          </a:p>
        </p:txBody>
      </p:sp>
      <p:sp>
        <p:nvSpPr>
          <p:cNvPr id="580" name="Google Shape;580;p58"/>
          <p:cNvSpPr/>
          <p:nvPr/>
        </p:nvSpPr>
        <p:spPr>
          <a:xfrm>
            <a:off x="1699975" y="3383250"/>
            <a:ext cx="130800" cy="1308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Figtree"/>
              <a:ea typeface="Figtree"/>
              <a:cs typeface="Figtree"/>
              <a:sym typeface="Figtree"/>
            </a:endParaRPr>
          </a:p>
        </p:txBody>
      </p:sp>
      <p:cxnSp>
        <p:nvCxnSpPr>
          <p:cNvPr id="581" name="Google Shape;581;p58"/>
          <p:cNvCxnSpPr>
            <a:stCxn id="582" idx="1"/>
            <a:endCxn id="579" idx="6"/>
          </p:cNvCxnSpPr>
          <p:nvPr/>
        </p:nvCxnSpPr>
        <p:spPr>
          <a:xfrm rot="10800000">
            <a:off x="2658907" y="2151451"/>
            <a:ext cx="3786900" cy="455400"/>
          </a:xfrm>
          <a:prstGeom prst="bentConnector3">
            <a:avLst>
              <a:gd name="adj1" fmla="val 34390"/>
            </a:avLst>
          </a:prstGeom>
          <a:noFill/>
          <a:ln w="9525" cap="flat" cmpd="sng">
            <a:solidFill>
              <a:schemeClr val="dk1"/>
            </a:solidFill>
            <a:prstDash val="solid"/>
            <a:round/>
            <a:headEnd type="none" w="med" len="med"/>
            <a:tailEnd type="none" w="med" len="med"/>
          </a:ln>
        </p:spPr>
      </p:cxnSp>
      <p:cxnSp>
        <p:nvCxnSpPr>
          <p:cNvPr id="583" name="Google Shape;583;p58"/>
          <p:cNvCxnSpPr>
            <a:stCxn id="577" idx="1"/>
            <a:endCxn id="580" idx="6"/>
          </p:cNvCxnSpPr>
          <p:nvPr/>
        </p:nvCxnSpPr>
        <p:spPr>
          <a:xfrm rot="10800000">
            <a:off x="1830907" y="3448651"/>
            <a:ext cx="4614900" cy="828600"/>
          </a:xfrm>
          <a:prstGeom prst="bentConnector3">
            <a:avLst>
              <a:gd name="adj1" fmla="val 27983"/>
            </a:avLst>
          </a:prstGeom>
          <a:noFill/>
          <a:ln w="9525" cap="flat" cmpd="sng">
            <a:solidFill>
              <a:schemeClr val="dk1"/>
            </a:solidFill>
            <a:prstDash val="solid"/>
            <a:round/>
            <a:headEnd type="none" w="med" len="med"/>
            <a:tailEnd type="none" w="med" len="med"/>
          </a:ln>
        </p:spPr>
      </p:cxnSp>
      <p:sp>
        <p:nvSpPr>
          <p:cNvPr id="584" name="Google Shape;584;p58"/>
          <p:cNvSpPr txBox="1">
            <a:spLocks noGrp="1"/>
          </p:cNvSpPr>
          <p:nvPr>
            <p:ph type="title" idx="4294967295"/>
          </p:nvPr>
        </p:nvSpPr>
        <p:spPr>
          <a:xfrm>
            <a:off x="6445825" y="3159897"/>
            <a:ext cx="1186200" cy="406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400" b="1"/>
              <a:t>75%</a:t>
            </a:r>
            <a:endParaRPr sz="2400" b="1"/>
          </a:p>
        </p:txBody>
      </p:sp>
      <p:sp>
        <p:nvSpPr>
          <p:cNvPr id="585" name="Google Shape;585;p58"/>
          <p:cNvSpPr/>
          <p:nvPr/>
        </p:nvSpPr>
        <p:spPr>
          <a:xfrm>
            <a:off x="5541400" y="3159901"/>
            <a:ext cx="784800" cy="784500"/>
          </a:xfrm>
          <a:prstGeom prst="donut">
            <a:avLst>
              <a:gd name="adj" fmla="val 11930"/>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58"/>
          <p:cNvSpPr/>
          <p:nvPr/>
        </p:nvSpPr>
        <p:spPr>
          <a:xfrm flipH="1">
            <a:off x="5541206" y="3159900"/>
            <a:ext cx="784800" cy="784500"/>
          </a:xfrm>
          <a:prstGeom prst="blockArc">
            <a:avLst>
              <a:gd name="adj1" fmla="val 115444"/>
              <a:gd name="adj2" fmla="val 16221490"/>
              <a:gd name="adj3" fmla="val 11851"/>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58"/>
          <p:cNvSpPr txBox="1"/>
          <p:nvPr/>
        </p:nvSpPr>
        <p:spPr>
          <a:xfrm>
            <a:off x="6445807" y="2274151"/>
            <a:ext cx="1978200" cy="6654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Figtree"/>
                <a:ea typeface="Figtree"/>
                <a:cs typeface="Figtree"/>
                <a:sym typeface="Figtree"/>
              </a:rPr>
              <a:t>Venus has extremely high temperatures</a:t>
            </a:r>
            <a:endParaRPr>
              <a:solidFill>
                <a:schemeClr val="dk1"/>
              </a:solidFill>
              <a:latin typeface="Figtree"/>
              <a:ea typeface="Figtree"/>
              <a:cs typeface="Figtree"/>
              <a:sym typeface="Figtree"/>
            </a:endParaRPr>
          </a:p>
        </p:txBody>
      </p:sp>
      <p:sp>
        <p:nvSpPr>
          <p:cNvPr id="587" name="Google Shape;587;p58"/>
          <p:cNvSpPr txBox="1"/>
          <p:nvPr/>
        </p:nvSpPr>
        <p:spPr>
          <a:xfrm>
            <a:off x="6445793" y="1832950"/>
            <a:ext cx="1978200" cy="4848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None/>
            </a:pPr>
            <a:r>
              <a:rPr lang="en" sz="2100">
                <a:solidFill>
                  <a:schemeClr val="dk1"/>
                </a:solidFill>
                <a:latin typeface="Questrial"/>
                <a:ea typeface="Questrial"/>
                <a:cs typeface="Questrial"/>
                <a:sym typeface="Questrial"/>
              </a:rPr>
              <a:t>Venus</a:t>
            </a:r>
            <a:endParaRPr sz="2100">
              <a:solidFill>
                <a:schemeClr val="dk1"/>
              </a:solidFill>
              <a:latin typeface="Questrial"/>
              <a:ea typeface="Questrial"/>
              <a:cs typeface="Questrial"/>
              <a:sym typeface="Questrial"/>
            </a:endParaRPr>
          </a:p>
        </p:txBody>
      </p:sp>
      <p:sp>
        <p:nvSpPr>
          <p:cNvPr id="588" name="Google Shape;588;p58"/>
          <p:cNvSpPr txBox="1">
            <a:spLocks noGrp="1"/>
          </p:cNvSpPr>
          <p:nvPr>
            <p:ph type="title" idx="4294967295"/>
          </p:nvPr>
        </p:nvSpPr>
        <p:spPr>
          <a:xfrm>
            <a:off x="6445825" y="1489497"/>
            <a:ext cx="1186200" cy="406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400" b="1"/>
              <a:t>25%</a:t>
            </a:r>
            <a:endParaRPr sz="2400" b="1"/>
          </a:p>
        </p:txBody>
      </p:sp>
      <p:sp>
        <p:nvSpPr>
          <p:cNvPr id="589" name="Google Shape;589;p58"/>
          <p:cNvSpPr/>
          <p:nvPr/>
        </p:nvSpPr>
        <p:spPr>
          <a:xfrm>
            <a:off x="5541400" y="1489501"/>
            <a:ext cx="784800" cy="784500"/>
          </a:xfrm>
          <a:prstGeom prst="donut">
            <a:avLst>
              <a:gd name="adj" fmla="val 11930"/>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58"/>
          <p:cNvSpPr/>
          <p:nvPr/>
        </p:nvSpPr>
        <p:spPr>
          <a:xfrm flipH="1">
            <a:off x="5541206" y="1489500"/>
            <a:ext cx="784800" cy="784500"/>
          </a:xfrm>
          <a:prstGeom prst="blockArc">
            <a:avLst>
              <a:gd name="adj1" fmla="val 10798115"/>
              <a:gd name="adj2" fmla="val 16221490"/>
              <a:gd name="adj3" fmla="val 11851"/>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594"/>
        <p:cNvGrpSpPr/>
        <p:nvPr/>
      </p:nvGrpSpPr>
      <p:grpSpPr>
        <a:xfrm>
          <a:off x="0" y="0"/>
          <a:ext cx="0" cy="0"/>
          <a:chOff x="0" y="0"/>
          <a:chExt cx="0" cy="0"/>
        </a:xfrm>
      </p:grpSpPr>
      <p:sp>
        <p:nvSpPr>
          <p:cNvPr id="595" name="Google Shape;595;p5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Design of the investigation</a:t>
            </a:r>
            <a:endParaRPr/>
          </a:p>
        </p:txBody>
      </p:sp>
      <p:sp>
        <p:nvSpPr>
          <p:cNvPr id="596" name="Google Shape;596;p59"/>
          <p:cNvSpPr txBox="1"/>
          <p:nvPr/>
        </p:nvSpPr>
        <p:spPr>
          <a:xfrm>
            <a:off x="2102925" y="1310425"/>
            <a:ext cx="2172300" cy="6354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a:solidFill>
                  <a:schemeClr val="dk1"/>
                </a:solidFill>
                <a:latin typeface="Figtree"/>
                <a:ea typeface="Figtree"/>
                <a:cs typeface="Figtree"/>
                <a:sym typeface="Figtree"/>
              </a:rPr>
              <a:t>Jupiter is the biggest planet of them all</a:t>
            </a:r>
            <a:endParaRPr>
              <a:solidFill>
                <a:schemeClr val="dk1"/>
              </a:solidFill>
              <a:latin typeface="Figtree"/>
              <a:ea typeface="Figtree"/>
              <a:cs typeface="Figtree"/>
              <a:sym typeface="Figtree"/>
            </a:endParaRPr>
          </a:p>
        </p:txBody>
      </p:sp>
      <p:sp>
        <p:nvSpPr>
          <p:cNvPr id="597" name="Google Shape;597;p59"/>
          <p:cNvSpPr txBox="1"/>
          <p:nvPr/>
        </p:nvSpPr>
        <p:spPr>
          <a:xfrm>
            <a:off x="4860375" y="1310425"/>
            <a:ext cx="2180700" cy="6354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a:solidFill>
                  <a:schemeClr val="dk1"/>
                </a:solidFill>
                <a:latin typeface="Figtree"/>
                <a:ea typeface="Figtree"/>
                <a:cs typeface="Figtree"/>
                <a:sym typeface="Figtree"/>
              </a:rPr>
              <a:t>Saturn is a gas giant and has several rings</a:t>
            </a:r>
            <a:endParaRPr>
              <a:solidFill>
                <a:schemeClr val="dk1"/>
              </a:solidFill>
              <a:latin typeface="Figtree"/>
              <a:ea typeface="Figtree"/>
              <a:cs typeface="Figtree"/>
              <a:sym typeface="Figtree"/>
            </a:endParaRPr>
          </a:p>
        </p:txBody>
      </p:sp>
      <p:sp>
        <p:nvSpPr>
          <p:cNvPr id="598" name="Google Shape;598;p59"/>
          <p:cNvSpPr txBox="1"/>
          <p:nvPr/>
        </p:nvSpPr>
        <p:spPr>
          <a:xfrm>
            <a:off x="720000" y="3959752"/>
            <a:ext cx="2180700" cy="6354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Figtree"/>
                <a:ea typeface="Figtree"/>
                <a:cs typeface="Figtree"/>
                <a:sym typeface="Figtree"/>
              </a:rPr>
              <a:t>Mercury is the closest planet to the Sun</a:t>
            </a:r>
            <a:endParaRPr>
              <a:solidFill>
                <a:schemeClr val="dk1"/>
              </a:solidFill>
              <a:latin typeface="Figtree"/>
              <a:ea typeface="Figtree"/>
              <a:cs typeface="Figtree"/>
              <a:sym typeface="Figtree"/>
            </a:endParaRPr>
          </a:p>
        </p:txBody>
      </p:sp>
      <p:sp>
        <p:nvSpPr>
          <p:cNvPr id="599" name="Google Shape;599;p59"/>
          <p:cNvSpPr txBox="1"/>
          <p:nvPr/>
        </p:nvSpPr>
        <p:spPr>
          <a:xfrm>
            <a:off x="3477450" y="3959752"/>
            <a:ext cx="2180700" cy="6354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Figtree"/>
                <a:ea typeface="Figtree"/>
                <a:cs typeface="Figtree"/>
                <a:sym typeface="Figtree"/>
              </a:rPr>
              <a:t>Venus is the second planet from the Sun</a:t>
            </a:r>
            <a:endParaRPr>
              <a:solidFill>
                <a:schemeClr val="dk1"/>
              </a:solidFill>
              <a:latin typeface="Figtree"/>
              <a:ea typeface="Figtree"/>
              <a:cs typeface="Figtree"/>
              <a:sym typeface="Figtree"/>
            </a:endParaRPr>
          </a:p>
        </p:txBody>
      </p:sp>
      <p:sp>
        <p:nvSpPr>
          <p:cNvPr id="600" name="Google Shape;600;p59"/>
          <p:cNvSpPr txBox="1"/>
          <p:nvPr/>
        </p:nvSpPr>
        <p:spPr>
          <a:xfrm>
            <a:off x="6243300" y="3959752"/>
            <a:ext cx="2180700" cy="6354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Figtree"/>
                <a:ea typeface="Figtree"/>
                <a:cs typeface="Figtree"/>
                <a:sym typeface="Figtree"/>
              </a:rPr>
              <a:t>Earth is the third planet from the Sun</a:t>
            </a:r>
            <a:endParaRPr>
              <a:solidFill>
                <a:schemeClr val="dk1"/>
              </a:solidFill>
              <a:latin typeface="Figtree"/>
              <a:ea typeface="Figtree"/>
              <a:cs typeface="Figtree"/>
              <a:sym typeface="Figtree"/>
            </a:endParaRPr>
          </a:p>
        </p:txBody>
      </p:sp>
      <p:sp>
        <p:nvSpPr>
          <p:cNvPr id="601" name="Google Shape;601;p59"/>
          <p:cNvSpPr txBox="1"/>
          <p:nvPr/>
        </p:nvSpPr>
        <p:spPr>
          <a:xfrm>
            <a:off x="2104237" y="1860112"/>
            <a:ext cx="2176200" cy="5589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2100">
                <a:solidFill>
                  <a:schemeClr val="dk1"/>
                </a:solidFill>
                <a:latin typeface="Questrial"/>
                <a:ea typeface="Questrial"/>
                <a:cs typeface="Questrial"/>
                <a:sym typeface="Questrial"/>
              </a:rPr>
              <a:t>Data collection</a:t>
            </a:r>
            <a:endParaRPr sz="2100">
              <a:solidFill>
                <a:schemeClr val="dk1"/>
              </a:solidFill>
              <a:latin typeface="Questrial"/>
              <a:ea typeface="Questrial"/>
              <a:cs typeface="Questrial"/>
              <a:sym typeface="Questrial"/>
            </a:endParaRPr>
          </a:p>
        </p:txBody>
      </p:sp>
      <p:sp>
        <p:nvSpPr>
          <p:cNvPr id="602" name="Google Shape;602;p59"/>
          <p:cNvSpPr txBox="1"/>
          <p:nvPr/>
        </p:nvSpPr>
        <p:spPr>
          <a:xfrm>
            <a:off x="4867913" y="1860112"/>
            <a:ext cx="2172000" cy="5589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2100">
                <a:solidFill>
                  <a:schemeClr val="dk1"/>
                </a:solidFill>
                <a:latin typeface="Questrial"/>
                <a:ea typeface="Questrial"/>
                <a:cs typeface="Questrial"/>
                <a:sym typeface="Questrial"/>
              </a:rPr>
              <a:t>Analysis of data</a:t>
            </a:r>
            <a:endParaRPr sz="2100">
              <a:solidFill>
                <a:schemeClr val="dk1"/>
              </a:solidFill>
              <a:latin typeface="Questrial"/>
              <a:ea typeface="Questrial"/>
              <a:cs typeface="Questrial"/>
              <a:sym typeface="Questrial"/>
            </a:endParaRPr>
          </a:p>
        </p:txBody>
      </p:sp>
      <p:sp>
        <p:nvSpPr>
          <p:cNvPr id="603" name="Google Shape;603;p59"/>
          <p:cNvSpPr txBox="1"/>
          <p:nvPr/>
        </p:nvSpPr>
        <p:spPr>
          <a:xfrm>
            <a:off x="724200" y="3435117"/>
            <a:ext cx="2172300" cy="5589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None/>
            </a:pPr>
            <a:r>
              <a:rPr lang="en" sz="2100">
                <a:solidFill>
                  <a:schemeClr val="dk1"/>
                </a:solidFill>
                <a:latin typeface="Questrial"/>
                <a:ea typeface="Questrial"/>
                <a:cs typeface="Questrial"/>
                <a:sym typeface="Questrial"/>
              </a:rPr>
              <a:t>Sample</a:t>
            </a:r>
            <a:endParaRPr sz="2100">
              <a:solidFill>
                <a:schemeClr val="dk1"/>
              </a:solidFill>
              <a:latin typeface="Questrial"/>
              <a:ea typeface="Questrial"/>
              <a:cs typeface="Questrial"/>
              <a:sym typeface="Questrial"/>
            </a:endParaRPr>
          </a:p>
        </p:txBody>
      </p:sp>
      <p:sp>
        <p:nvSpPr>
          <p:cNvPr id="604" name="Google Shape;604;p59"/>
          <p:cNvSpPr txBox="1"/>
          <p:nvPr/>
        </p:nvSpPr>
        <p:spPr>
          <a:xfrm>
            <a:off x="3488175" y="3435117"/>
            <a:ext cx="2172000" cy="5589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None/>
            </a:pPr>
            <a:r>
              <a:rPr lang="en" sz="2100">
                <a:solidFill>
                  <a:schemeClr val="dk1"/>
                </a:solidFill>
                <a:latin typeface="Questrial"/>
                <a:ea typeface="Questrial"/>
                <a:cs typeface="Questrial"/>
                <a:sym typeface="Questrial"/>
              </a:rPr>
              <a:t>Procedure</a:t>
            </a:r>
            <a:endParaRPr sz="2100">
              <a:solidFill>
                <a:schemeClr val="dk1"/>
              </a:solidFill>
              <a:latin typeface="Questrial"/>
              <a:ea typeface="Questrial"/>
              <a:cs typeface="Questrial"/>
              <a:sym typeface="Questrial"/>
            </a:endParaRPr>
          </a:p>
        </p:txBody>
      </p:sp>
      <p:sp>
        <p:nvSpPr>
          <p:cNvPr id="605" name="Google Shape;605;p59"/>
          <p:cNvSpPr txBox="1"/>
          <p:nvPr/>
        </p:nvSpPr>
        <p:spPr>
          <a:xfrm>
            <a:off x="6247650" y="3435117"/>
            <a:ext cx="2172000" cy="5589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None/>
            </a:pPr>
            <a:r>
              <a:rPr lang="en" sz="2100">
                <a:solidFill>
                  <a:schemeClr val="dk1"/>
                </a:solidFill>
                <a:latin typeface="Questrial"/>
                <a:ea typeface="Questrial"/>
                <a:cs typeface="Questrial"/>
                <a:sym typeface="Questrial"/>
              </a:rPr>
              <a:t>Conclusions</a:t>
            </a:r>
            <a:endParaRPr sz="2100">
              <a:solidFill>
                <a:schemeClr val="dk1"/>
              </a:solidFill>
              <a:latin typeface="Questrial"/>
              <a:ea typeface="Questrial"/>
              <a:cs typeface="Questrial"/>
              <a:sym typeface="Questrial"/>
            </a:endParaRPr>
          </a:p>
        </p:txBody>
      </p:sp>
      <p:cxnSp>
        <p:nvCxnSpPr>
          <p:cNvPr id="606" name="Google Shape;606;p59"/>
          <p:cNvCxnSpPr>
            <a:endCxn id="607" idx="2"/>
          </p:cNvCxnSpPr>
          <p:nvPr/>
        </p:nvCxnSpPr>
        <p:spPr>
          <a:xfrm>
            <a:off x="724350" y="2952900"/>
            <a:ext cx="768300" cy="0"/>
          </a:xfrm>
          <a:prstGeom prst="straightConnector1">
            <a:avLst/>
          </a:prstGeom>
          <a:noFill/>
          <a:ln w="9525" cap="flat" cmpd="sng">
            <a:solidFill>
              <a:schemeClr val="dk1"/>
            </a:solidFill>
            <a:prstDash val="solid"/>
            <a:round/>
            <a:headEnd type="none" w="med" len="med"/>
            <a:tailEnd type="none" w="med" len="med"/>
          </a:ln>
        </p:spPr>
      </p:cxnSp>
      <p:sp>
        <p:nvSpPr>
          <p:cNvPr id="607" name="Google Shape;607;p59"/>
          <p:cNvSpPr/>
          <p:nvPr/>
        </p:nvSpPr>
        <p:spPr>
          <a:xfrm>
            <a:off x="1492650" y="2635200"/>
            <a:ext cx="635400" cy="6354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endParaRPr sz="2000" b="1">
              <a:solidFill>
                <a:schemeClr val="lt1"/>
              </a:solidFill>
              <a:latin typeface="Jost"/>
              <a:ea typeface="Jost"/>
              <a:cs typeface="Jost"/>
              <a:sym typeface="Jost"/>
            </a:endParaRPr>
          </a:p>
        </p:txBody>
      </p:sp>
      <p:sp>
        <p:nvSpPr>
          <p:cNvPr id="608" name="Google Shape;608;p59"/>
          <p:cNvSpPr/>
          <p:nvPr/>
        </p:nvSpPr>
        <p:spPr>
          <a:xfrm>
            <a:off x="2874675" y="2635200"/>
            <a:ext cx="635400" cy="6354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endParaRPr sz="2000" b="1">
              <a:solidFill>
                <a:schemeClr val="lt1"/>
              </a:solidFill>
              <a:latin typeface="Jost"/>
              <a:ea typeface="Jost"/>
              <a:cs typeface="Jost"/>
              <a:sym typeface="Jost"/>
            </a:endParaRPr>
          </a:p>
        </p:txBody>
      </p:sp>
      <p:sp>
        <p:nvSpPr>
          <p:cNvPr id="609" name="Google Shape;609;p59"/>
          <p:cNvSpPr/>
          <p:nvPr/>
        </p:nvSpPr>
        <p:spPr>
          <a:xfrm>
            <a:off x="4251116" y="2635200"/>
            <a:ext cx="635400" cy="6354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endParaRPr sz="2000" b="1">
              <a:solidFill>
                <a:schemeClr val="lt1"/>
              </a:solidFill>
              <a:latin typeface="Jost"/>
              <a:ea typeface="Jost"/>
              <a:cs typeface="Jost"/>
              <a:sym typeface="Jost"/>
            </a:endParaRPr>
          </a:p>
        </p:txBody>
      </p:sp>
      <p:sp>
        <p:nvSpPr>
          <p:cNvPr id="610" name="Google Shape;610;p59"/>
          <p:cNvSpPr/>
          <p:nvPr/>
        </p:nvSpPr>
        <p:spPr>
          <a:xfrm>
            <a:off x="5633025" y="2635200"/>
            <a:ext cx="635400" cy="6354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endParaRPr sz="2000" b="1">
              <a:solidFill>
                <a:schemeClr val="lt1"/>
              </a:solidFill>
              <a:latin typeface="Jost"/>
              <a:ea typeface="Jost"/>
              <a:cs typeface="Jost"/>
              <a:sym typeface="Jost"/>
            </a:endParaRPr>
          </a:p>
        </p:txBody>
      </p:sp>
      <p:sp>
        <p:nvSpPr>
          <p:cNvPr id="611" name="Google Shape;611;p59"/>
          <p:cNvSpPr/>
          <p:nvPr/>
        </p:nvSpPr>
        <p:spPr>
          <a:xfrm>
            <a:off x="7015950" y="2635200"/>
            <a:ext cx="635400" cy="6354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endParaRPr sz="2000" b="1">
              <a:solidFill>
                <a:schemeClr val="lt1"/>
              </a:solidFill>
              <a:latin typeface="Jost"/>
              <a:ea typeface="Jost"/>
              <a:cs typeface="Jost"/>
              <a:sym typeface="Jost"/>
            </a:endParaRPr>
          </a:p>
        </p:txBody>
      </p:sp>
      <p:cxnSp>
        <p:nvCxnSpPr>
          <p:cNvPr id="612" name="Google Shape;612;p59"/>
          <p:cNvCxnSpPr>
            <a:stCxn id="607" idx="4"/>
            <a:endCxn id="603" idx="0"/>
          </p:cNvCxnSpPr>
          <p:nvPr/>
        </p:nvCxnSpPr>
        <p:spPr>
          <a:xfrm>
            <a:off x="1810350" y="3270600"/>
            <a:ext cx="0" cy="164400"/>
          </a:xfrm>
          <a:prstGeom prst="straightConnector1">
            <a:avLst/>
          </a:prstGeom>
          <a:noFill/>
          <a:ln w="9525" cap="flat" cmpd="sng">
            <a:solidFill>
              <a:schemeClr val="dk1"/>
            </a:solidFill>
            <a:prstDash val="solid"/>
            <a:round/>
            <a:headEnd type="none" w="med" len="med"/>
            <a:tailEnd type="none" w="med" len="med"/>
          </a:ln>
        </p:spPr>
      </p:cxnSp>
      <p:cxnSp>
        <p:nvCxnSpPr>
          <p:cNvPr id="613" name="Google Shape;613;p59"/>
          <p:cNvCxnSpPr>
            <a:stCxn id="608" idx="0"/>
            <a:endCxn id="601" idx="2"/>
          </p:cNvCxnSpPr>
          <p:nvPr/>
        </p:nvCxnSpPr>
        <p:spPr>
          <a:xfrm rot="10800000">
            <a:off x="3192375" y="2418900"/>
            <a:ext cx="0" cy="216300"/>
          </a:xfrm>
          <a:prstGeom prst="straightConnector1">
            <a:avLst/>
          </a:prstGeom>
          <a:noFill/>
          <a:ln w="9525" cap="flat" cmpd="sng">
            <a:solidFill>
              <a:schemeClr val="dk1"/>
            </a:solidFill>
            <a:prstDash val="solid"/>
            <a:round/>
            <a:headEnd type="none" w="med" len="med"/>
            <a:tailEnd type="none" w="med" len="med"/>
          </a:ln>
        </p:spPr>
      </p:cxnSp>
      <p:cxnSp>
        <p:nvCxnSpPr>
          <p:cNvPr id="614" name="Google Shape;614;p59"/>
          <p:cNvCxnSpPr>
            <a:stCxn id="609" idx="4"/>
            <a:endCxn id="604" idx="0"/>
          </p:cNvCxnSpPr>
          <p:nvPr/>
        </p:nvCxnSpPr>
        <p:spPr>
          <a:xfrm>
            <a:off x="4568816" y="3270600"/>
            <a:ext cx="5400" cy="164400"/>
          </a:xfrm>
          <a:prstGeom prst="straightConnector1">
            <a:avLst/>
          </a:prstGeom>
          <a:noFill/>
          <a:ln w="9525" cap="flat" cmpd="sng">
            <a:solidFill>
              <a:schemeClr val="dk1"/>
            </a:solidFill>
            <a:prstDash val="solid"/>
            <a:round/>
            <a:headEnd type="none" w="med" len="med"/>
            <a:tailEnd type="none" w="med" len="med"/>
          </a:ln>
        </p:spPr>
      </p:cxnSp>
      <p:cxnSp>
        <p:nvCxnSpPr>
          <p:cNvPr id="615" name="Google Shape;615;p59"/>
          <p:cNvCxnSpPr>
            <a:stCxn id="602" idx="2"/>
            <a:endCxn id="610" idx="0"/>
          </p:cNvCxnSpPr>
          <p:nvPr/>
        </p:nvCxnSpPr>
        <p:spPr>
          <a:xfrm flipH="1">
            <a:off x="5950613" y="2419012"/>
            <a:ext cx="3300" cy="216300"/>
          </a:xfrm>
          <a:prstGeom prst="straightConnector1">
            <a:avLst/>
          </a:prstGeom>
          <a:noFill/>
          <a:ln w="9525" cap="flat" cmpd="sng">
            <a:solidFill>
              <a:schemeClr val="dk1"/>
            </a:solidFill>
            <a:prstDash val="solid"/>
            <a:round/>
            <a:headEnd type="none" w="med" len="med"/>
            <a:tailEnd type="none" w="med" len="med"/>
          </a:ln>
        </p:spPr>
      </p:cxnSp>
      <p:cxnSp>
        <p:nvCxnSpPr>
          <p:cNvPr id="616" name="Google Shape;616;p59"/>
          <p:cNvCxnSpPr>
            <a:stCxn id="611" idx="4"/>
            <a:endCxn id="605" idx="0"/>
          </p:cNvCxnSpPr>
          <p:nvPr/>
        </p:nvCxnSpPr>
        <p:spPr>
          <a:xfrm>
            <a:off x="7333650" y="3270600"/>
            <a:ext cx="0" cy="164400"/>
          </a:xfrm>
          <a:prstGeom prst="straightConnector1">
            <a:avLst/>
          </a:prstGeom>
          <a:noFill/>
          <a:ln w="9525" cap="flat" cmpd="sng">
            <a:solidFill>
              <a:schemeClr val="dk1"/>
            </a:solidFill>
            <a:prstDash val="solid"/>
            <a:round/>
            <a:headEnd type="none" w="med" len="med"/>
            <a:tailEnd type="none" w="med" len="med"/>
          </a:ln>
        </p:spPr>
      </p:cxnSp>
      <p:cxnSp>
        <p:nvCxnSpPr>
          <p:cNvPr id="617" name="Google Shape;617;p59"/>
          <p:cNvCxnSpPr>
            <a:stCxn id="611" idx="6"/>
          </p:cNvCxnSpPr>
          <p:nvPr/>
        </p:nvCxnSpPr>
        <p:spPr>
          <a:xfrm>
            <a:off x="7651350" y="2952900"/>
            <a:ext cx="753600" cy="0"/>
          </a:xfrm>
          <a:prstGeom prst="straightConnector1">
            <a:avLst/>
          </a:prstGeom>
          <a:noFill/>
          <a:ln w="9525" cap="flat" cmpd="sng">
            <a:solidFill>
              <a:schemeClr val="dk1"/>
            </a:solidFill>
            <a:prstDash val="solid"/>
            <a:round/>
            <a:headEnd type="none" w="med" len="med"/>
            <a:tailEnd type="triangle" w="med" len="med"/>
          </a:ln>
        </p:spPr>
      </p:cxnSp>
      <p:cxnSp>
        <p:nvCxnSpPr>
          <p:cNvPr id="618" name="Google Shape;618;p59"/>
          <p:cNvCxnSpPr>
            <a:stCxn id="610" idx="6"/>
            <a:endCxn id="611" idx="2"/>
          </p:cNvCxnSpPr>
          <p:nvPr/>
        </p:nvCxnSpPr>
        <p:spPr>
          <a:xfrm>
            <a:off x="6268425" y="2952900"/>
            <a:ext cx="747600" cy="0"/>
          </a:xfrm>
          <a:prstGeom prst="straightConnector1">
            <a:avLst/>
          </a:prstGeom>
          <a:noFill/>
          <a:ln w="9525" cap="flat" cmpd="sng">
            <a:solidFill>
              <a:schemeClr val="dk1"/>
            </a:solidFill>
            <a:prstDash val="solid"/>
            <a:round/>
            <a:headEnd type="none" w="med" len="med"/>
            <a:tailEnd type="none" w="med" len="med"/>
          </a:ln>
        </p:spPr>
      </p:cxnSp>
      <p:cxnSp>
        <p:nvCxnSpPr>
          <p:cNvPr id="619" name="Google Shape;619;p59"/>
          <p:cNvCxnSpPr>
            <a:stCxn id="609" idx="6"/>
            <a:endCxn id="610" idx="2"/>
          </p:cNvCxnSpPr>
          <p:nvPr/>
        </p:nvCxnSpPr>
        <p:spPr>
          <a:xfrm>
            <a:off x="4886516" y="2952900"/>
            <a:ext cx="746400" cy="0"/>
          </a:xfrm>
          <a:prstGeom prst="straightConnector1">
            <a:avLst/>
          </a:prstGeom>
          <a:noFill/>
          <a:ln w="9525" cap="flat" cmpd="sng">
            <a:solidFill>
              <a:schemeClr val="dk1"/>
            </a:solidFill>
            <a:prstDash val="solid"/>
            <a:round/>
            <a:headEnd type="none" w="med" len="med"/>
            <a:tailEnd type="none" w="med" len="med"/>
          </a:ln>
        </p:spPr>
      </p:cxnSp>
      <p:cxnSp>
        <p:nvCxnSpPr>
          <p:cNvPr id="620" name="Google Shape;620;p59"/>
          <p:cNvCxnSpPr>
            <a:stCxn id="608" idx="6"/>
            <a:endCxn id="609" idx="2"/>
          </p:cNvCxnSpPr>
          <p:nvPr/>
        </p:nvCxnSpPr>
        <p:spPr>
          <a:xfrm>
            <a:off x="3510075" y="2952900"/>
            <a:ext cx="741000" cy="0"/>
          </a:xfrm>
          <a:prstGeom prst="straightConnector1">
            <a:avLst/>
          </a:prstGeom>
          <a:noFill/>
          <a:ln w="9525" cap="flat" cmpd="sng">
            <a:solidFill>
              <a:schemeClr val="dk1"/>
            </a:solidFill>
            <a:prstDash val="solid"/>
            <a:round/>
            <a:headEnd type="none" w="med" len="med"/>
            <a:tailEnd type="none" w="med" len="med"/>
          </a:ln>
        </p:spPr>
      </p:cxnSp>
      <p:cxnSp>
        <p:nvCxnSpPr>
          <p:cNvPr id="621" name="Google Shape;621;p59"/>
          <p:cNvCxnSpPr>
            <a:stCxn id="607" idx="6"/>
            <a:endCxn id="608" idx="2"/>
          </p:cNvCxnSpPr>
          <p:nvPr/>
        </p:nvCxnSpPr>
        <p:spPr>
          <a:xfrm>
            <a:off x="2128050" y="2952900"/>
            <a:ext cx="746700" cy="0"/>
          </a:xfrm>
          <a:prstGeom prst="straightConnector1">
            <a:avLst/>
          </a:prstGeom>
          <a:noFill/>
          <a:ln w="9525" cap="flat" cmpd="sng">
            <a:solidFill>
              <a:schemeClr val="dk1"/>
            </a:solidFill>
            <a:prstDash val="solid"/>
            <a:round/>
            <a:headEnd type="none" w="med" len="med"/>
            <a:tailEnd type="none" w="med" len="med"/>
          </a:ln>
        </p:spPr>
      </p:cxnSp>
      <p:grpSp>
        <p:nvGrpSpPr>
          <p:cNvPr id="622" name="Google Shape;622;p59"/>
          <p:cNvGrpSpPr/>
          <p:nvPr/>
        </p:nvGrpSpPr>
        <p:grpSpPr>
          <a:xfrm>
            <a:off x="3063725" y="2774581"/>
            <a:ext cx="257357" cy="356627"/>
            <a:chOff x="5377363" y="1516169"/>
            <a:chExt cx="257357" cy="356627"/>
          </a:xfrm>
        </p:grpSpPr>
        <p:sp>
          <p:nvSpPr>
            <p:cNvPr id="623" name="Google Shape;623;p59"/>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59"/>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59"/>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59"/>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59"/>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59"/>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59"/>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59"/>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59"/>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59"/>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59"/>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59"/>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59"/>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59"/>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59"/>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59"/>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59"/>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 name="Google Shape;640;p59"/>
          <p:cNvGrpSpPr/>
          <p:nvPr/>
        </p:nvGrpSpPr>
        <p:grpSpPr>
          <a:xfrm>
            <a:off x="1646803" y="2791627"/>
            <a:ext cx="327091" cy="322508"/>
            <a:chOff x="5352728" y="1990239"/>
            <a:chExt cx="327091" cy="322508"/>
          </a:xfrm>
        </p:grpSpPr>
        <p:sp>
          <p:nvSpPr>
            <p:cNvPr id="641" name="Google Shape;641;p59"/>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59"/>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59"/>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 name="Google Shape;644;p59"/>
          <p:cNvGrpSpPr/>
          <p:nvPr/>
        </p:nvGrpSpPr>
        <p:grpSpPr>
          <a:xfrm>
            <a:off x="5740677" y="2786464"/>
            <a:ext cx="426315" cy="332826"/>
            <a:chOff x="6639652" y="4323777"/>
            <a:chExt cx="426315" cy="332826"/>
          </a:xfrm>
        </p:grpSpPr>
        <p:sp>
          <p:nvSpPr>
            <p:cNvPr id="645" name="Google Shape;645;p59"/>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59"/>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59"/>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59"/>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59"/>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59"/>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59"/>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59"/>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59"/>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59"/>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 name="Google Shape;655;p59"/>
          <p:cNvGrpSpPr/>
          <p:nvPr/>
        </p:nvGrpSpPr>
        <p:grpSpPr>
          <a:xfrm>
            <a:off x="7142278" y="2777215"/>
            <a:ext cx="395266" cy="351312"/>
            <a:chOff x="7929578" y="4284365"/>
            <a:chExt cx="395266" cy="351312"/>
          </a:xfrm>
        </p:grpSpPr>
        <p:sp>
          <p:nvSpPr>
            <p:cNvPr id="656" name="Google Shape;656;p59"/>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59"/>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59"/>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59"/>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0" name="Google Shape;660;p59"/>
          <p:cNvSpPr/>
          <p:nvPr/>
        </p:nvSpPr>
        <p:spPr>
          <a:xfrm>
            <a:off x="4373241" y="2774921"/>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664"/>
        <p:cNvGrpSpPr/>
        <p:nvPr/>
      </p:nvGrpSpPr>
      <p:grpSpPr>
        <a:xfrm>
          <a:off x="0" y="0"/>
          <a:ext cx="0" cy="0"/>
          <a:chOff x="0" y="0"/>
          <a:chExt cx="0" cy="0"/>
        </a:xfrm>
      </p:grpSpPr>
      <p:sp>
        <p:nvSpPr>
          <p:cNvPr id="665" name="Google Shape;665;p6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Data collection methods</a:t>
            </a:r>
            <a:endParaRPr/>
          </a:p>
        </p:txBody>
      </p:sp>
      <p:sp>
        <p:nvSpPr>
          <p:cNvPr id="666" name="Google Shape;666;p60"/>
          <p:cNvSpPr txBox="1"/>
          <p:nvPr/>
        </p:nvSpPr>
        <p:spPr>
          <a:xfrm>
            <a:off x="720004" y="1973318"/>
            <a:ext cx="1978200" cy="6654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0"/>
              </a:spcAft>
              <a:buNone/>
            </a:pPr>
            <a:r>
              <a:rPr lang="en">
                <a:solidFill>
                  <a:schemeClr val="dk1"/>
                </a:solidFill>
                <a:latin typeface="Figtree"/>
                <a:ea typeface="Figtree"/>
                <a:cs typeface="Figtree"/>
                <a:sym typeface="Figtree"/>
              </a:rPr>
              <a:t>Mars is actually a very cold place</a:t>
            </a:r>
            <a:endParaRPr>
              <a:solidFill>
                <a:schemeClr val="dk1"/>
              </a:solidFill>
              <a:latin typeface="Figtree"/>
              <a:ea typeface="Figtree"/>
              <a:cs typeface="Figtree"/>
              <a:sym typeface="Figtree"/>
            </a:endParaRPr>
          </a:p>
        </p:txBody>
      </p:sp>
      <p:sp>
        <p:nvSpPr>
          <p:cNvPr id="667" name="Google Shape;667;p60"/>
          <p:cNvSpPr txBox="1"/>
          <p:nvPr/>
        </p:nvSpPr>
        <p:spPr>
          <a:xfrm>
            <a:off x="6445807" y="1973318"/>
            <a:ext cx="1978200" cy="6654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Figtree"/>
                <a:ea typeface="Figtree"/>
                <a:cs typeface="Figtree"/>
                <a:sym typeface="Figtree"/>
              </a:rPr>
              <a:t>Venus has extremely high temperatures</a:t>
            </a:r>
            <a:endParaRPr>
              <a:solidFill>
                <a:schemeClr val="dk1"/>
              </a:solidFill>
              <a:latin typeface="Figtree"/>
              <a:ea typeface="Figtree"/>
              <a:cs typeface="Figtree"/>
              <a:sym typeface="Figtree"/>
            </a:endParaRPr>
          </a:p>
        </p:txBody>
      </p:sp>
      <p:sp>
        <p:nvSpPr>
          <p:cNvPr id="668" name="Google Shape;668;p60"/>
          <p:cNvSpPr txBox="1"/>
          <p:nvPr/>
        </p:nvSpPr>
        <p:spPr>
          <a:xfrm>
            <a:off x="720004" y="3526768"/>
            <a:ext cx="1978200" cy="6654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0"/>
              </a:spcAft>
              <a:buNone/>
            </a:pPr>
            <a:r>
              <a:rPr lang="en">
                <a:solidFill>
                  <a:schemeClr val="dk1"/>
                </a:solidFill>
                <a:latin typeface="Figtree"/>
                <a:ea typeface="Figtree"/>
                <a:cs typeface="Figtree"/>
                <a:sym typeface="Figtree"/>
              </a:rPr>
              <a:t>Jupiter is the biggest planet of them all</a:t>
            </a:r>
            <a:endParaRPr>
              <a:solidFill>
                <a:schemeClr val="dk1"/>
              </a:solidFill>
              <a:latin typeface="Figtree"/>
              <a:ea typeface="Figtree"/>
              <a:cs typeface="Figtree"/>
              <a:sym typeface="Figtree"/>
            </a:endParaRPr>
          </a:p>
        </p:txBody>
      </p:sp>
      <p:sp>
        <p:nvSpPr>
          <p:cNvPr id="669" name="Google Shape;669;p60"/>
          <p:cNvSpPr txBox="1"/>
          <p:nvPr/>
        </p:nvSpPr>
        <p:spPr>
          <a:xfrm>
            <a:off x="6445807" y="3526768"/>
            <a:ext cx="1978200" cy="6654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Figtree"/>
                <a:ea typeface="Figtree"/>
                <a:cs typeface="Figtree"/>
                <a:sym typeface="Figtree"/>
              </a:rPr>
              <a:t>Saturn is a gas giant and has several rings</a:t>
            </a:r>
            <a:endParaRPr>
              <a:solidFill>
                <a:schemeClr val="dk1"/>
              </a:solidFill>
              <a:latin typeface="Figtree"/>
              <a:ea typeface="Figtree"/>
              <a:cs typeface="Figtree"/>
              <a:sym typeface="Figtree"/>
            </a:endParaRPr>
          </a:p>
        </p:txBody>
      </p:sp>
      <p:sp>
        <p:nvSpPr>
          <p:cNvPr id="670" name="Google Shape;670;p60"/>
          <p:cNvSpPr txBox="1"/>
          <p:nvPr/>
        </p:nvSpPr>
        <p:spPr>
          <a:xfrm>
            <a:off x="719993" y="1608317"/>
            <a:ext cx="1978200" cy="484800"/>
          </a:xfrm>
          <a:prstGeom prst="rect">
            <a:avLst/>
          </a:prstGeom>
          <a:noFill/>
          <a:ln>
            <a:noFill/>
          </a:ln>
        </p:spPr>
        <p:txBody>
          <a:bodyPr spcFirstLastPara="1" wrap="square" lIns="91425" tIns="91425" rIns="91425" bIns="91425" anchor="b" anchorCtr="0">
            <a:noAutofit/>
          </a:bodyPr>
          <a:lstStyle/>
          <a:p>
            <a:pPr marL="0" lvl="0" indent="0" algn="r" rtl="0">
              <a:lnSpc>
                <a:spcPct val="115000"/>
              </a:lnSpc>
              <a:spcBef>
                <a:spcPts val="0"/>
              </a:spcBef>
              <a:spcAft>
                <a:spcPts val="0"/>
              </a:spcAft>
              <a:buNone/>
            </a:pPr>
            <a:r>
              <a:rPr lang="en" sz="2100">
                <a:solidFill>
                  <a:schemeClr val="dk1"/>
                </a:solidFill>
                <a:latin typeface="Questrial"/>
                <a:ea typeface="Questrial"/>
                <a:cs typeface="Questrial"/>
                <a:sym typeface="Questrial"/>
              </a:rPr>
              <a:t>Surveys</a:t>
            </a:r>
            <a:endParaRPr sz="2100">
              <a:solidFill>
                <a:schemeClr val="dk1"/>
              </a:solidFill>
              <a:latin typeface="Questrial"/>
              <a:ea typeface="Questrial"/>
              <a:cs typeface="Questrial"/>
              <a:sym typeface="Questrial"/>
            </a:endParaRPr>
          </a:p>
        </p:txBody>
      </p:sp>
      <p:sp>
        <p:nvSpPr>
          <p:cNvPr id="671" name="Google Shape;671;p60"/>
          <p:cNvSpPr txBox="1"/>
          <p:nvPr/>
        </p:nvSpPr>
        <p:spPr>
          <a:xfrm>
            <a:off x="719993" y="3161767"/>
            <a:ext cx="1978200" cy="484800"/>
          </a:xfrm>
          <a:prstGeom prst="rect">
            <a:avLst/>
          </a:prstGeom>
          <a:noFill/>
          <a:ln>
            <a:noFill/>
          </a:ln>
        </p:spPr>
        <p:txBody>
          <a:bodyPr spcFirstLastPara="1" wrap="square" lIns="91425" tIns="91425" rIns="91425" bIns="91425" anchor="b" anchorCtr="0">
            <a:noAutofit/>
          </a:bodyPr>
          <a:lstStyle/>
          <a:p>
            <a:pPr marL="0" lvl="0" indent="0" algn="r" rtl="0">
              <a:lnSpc>
                <a:spcPct val="115000"/>
              </a:lnSpc>
              <a:spcBef>
                <a:spcPts val="0"/>
              </a:spcBef>
              <a:spcAft>
                <a:spcPts val="0"/>
              </a:spcAft>
              <a:buNone/>
            </a:pPr>
            <a:r>
              <a:rPr lang="en" sz="2100">
                <a:solidFill>
                  <a:schemeClr val="dk1"/>
                </a:solidFill>
                <a:latin typeface="Questrial"/>
                <a:ea typeface="Questrial"/>
                <a:cs typeface="Questrial"/>
                <a:sym typeface="Questrial"/>
              </a:rPr>
              <a:t>Observations</a:t>
            </a:r>
            <a:endParaRPr sz="2100">
              <a:solidFill>
                <a:schemeClr val="dk1"/>
              </a:solidFill>
              <a:latin typeface="Questrial"/>
              <a:ea typeface="Questrial"/>
              <a:cs typeface="Questrial"/>
              <a:sym typeface="Questrial"/>
            </a:endParaRPr>
          </a:p>
        </p:txBody>
      </p:sp>
      <p:sp>
        <p:nvSpPr>
          <p:cNvPr id="672" name="Google Shape;672;p60"/>
          <p:cNvSpPr txBox="1"/>
          <p:nvPr/>
        </p:nvSpPr>
        <p:spPr>
          <a:xfrm>
            <a:off x="6445793" y="1608317"/>
            <a:ext cx="1978200" cy="4848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100">
                <a:solidFill>
                  <a:schemeClr val="dk1"/>
                </a:solidFill>
                <a:latin typeface="Questrial"/>
                <a:ea typeface="Questrial"/>
                <a:cs typeface="Questrial"/>
                <a:sym typeface="Questrial"/>
              </a:rPr>
              <a:t>Interviews</a:t>
            </a:r>
            <a:endParaRPr sz="2100">
              <a:solidFill>
                <a:schemeClr val="dk1"/>
              </a:solidFill>
              <a:latin typeface="Questrial"/>
              <a:ea typeface="Questrial"/>
              <a:cs typeface="Questrial"/>
              <a:sym typeface="Questrial"/>
            </a:endParaRPr>
          </a:p>
        </p:txBody>
      </p:sp>
      <p:sp>
        <p:nvSpPr>
          <p:cNvPr id="673" name="Google Shape;673;p60"/>
          <p:cNvSpPr txBox="1"/>
          <p:nvPr/>
        </p:nvSpPr>
        <p:spPr>
          <a:xfrm>
            <a:off x="6445793" y="3161767"/>
            <a:ext cx="1978200" cy="4848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100">
                <a:solidFill>
                  <a:schemeClr val="dk1"/>
                </a:solidFill>
                <a:latin typeface="Questrial"/>
                <a:ea typeface="Questrial"/>
                <a:cs typeface="Questrial"/>
                <a:sym typeface="Questrial"/>
              </a:rPr>
              <a:t>Forms</a:t>
            </a:r>
            <a:endParaRPr sz="2100">
              <a:solidFill>
                <a:schemeClr val="dk1"/>
              </a:solidFill>
              <a:latin typeface="Questrial"/>
              <a:ea typeface="Questrial"/>
              <a:cs typeface="Questrial"/>
              <a:sym typeface="Questrial"/>
            </a:endParaRPr>
          </a:p>
        </p:txBody>
      </p:sp>
      <p:sp>
        <p:nvSpPr>
          <p:cNvPr id="674" name="Google Shape;674;p60"/>
          <p:cNvSpPr/>
          <p:nvPr/>
        </p:nvSpPr>
        <p:spPr>
          <a:xfrm>
            <a:off x="4931700" y="1436554"/>
            <a:ext cx="828300" cy="8283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Albert Sans"/>
              <a:ea typeface="Albert Sans"/>
              <a:cs typeface="Albert Sans"/>
              <a:sym typeface="Albert Sans"/>
            </a:endParaRPr>
          </a:p>
        </p:txBody>
      </p:sp>
      <p:sp>
        <p:nvSpPr>
          <p:cNvPr id="675" name="Google Shape;675;p60"/>
          <p:cNvSpPr/>
          <p:nvPr/>
        </p:nvSpPr>
        <p:spPr>
          <a:xfrm>
            <a:off x="3384000" y="1436554"/>
            <a:ext cx="828300" cy="8283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Albert Sans"/>
              <a:ea typeface="Albert Sans"/>
              <a:cs typeface="Albert Sans"/>
              <a:sym typeface="Albert Sans"/>
            </a:endParaRPr>
          </a:p>
        </p:txBody>
      </p:sp>
      <p:sp>
        <p:nvSpPr>
          <p:cNvPr id="676" name="Google Shape;676;p60"/>
          <p:cNvSpPr/>
          <p:nvPr/>
        </p:nvSpPr>
        <p:spPr>
          <a:xfrm>
            <a:off x="4931700" y="2990004"/>
            <a:ext cx="828300" cy="8283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Albert Sans"/>
              <a:ea typeface="Albert Sans"/>
              <a:cs typeface="Albert Sans"/>
              <a:sym typeface="Albert Sans"/>
            </a:endParaRPr>
          </a:p>
        </p:txBody>
      </p:sp>
      <p:sp>
        <p:nvSpPr>
          <p:cNvPr id="677" name="Google Shape;677;p60"/>
          <p:cNvSpPr/>
          <p:nvPr/>
        </p:nvSpPr>
        <p:spPr>
          <a:xfrm>
            <a:off x="3384000" y="2990004"/>
            <a:ext cx="828300" cy="8283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Albert Sans"/>
              <a:ea typeface="Albert Sans"/>
              <a:cs typeface="Albert Sans"/>
              <a:sym typeface="Albert Sans"/>
            </a:endParaRPr>
          </a:p>
        </p:txBody>
      </p:sp>
      <p:cxnSp>
        <p:nvCxnSpPr>
          <p:cNvPr id="678" name="Google Shape;678;p60"/>
          <p:cNvCxnSpPr>
            <a:stCxn id="670" idx="3"/>
            <a:endCxn id="675" idx="2"/>
          </p:cNvCxnSpPr>
          <p:nvPr/>
        </p:nvCxnSpPr>
        <p:spPr>
          <a:xfrm>
            <a:off x="2698193" y="1850717"/>
            <a:ext cx="685800" cy="0"/>
          </a:xfrm>
          <a:prstGeom prst="straightConnector1">
            <a:avLst/>
          </a:prstGeom>
          <a:noFill/>
          <a:ln w="9525" cap="flat" cmpd="sng">
            <a:solidFill>
              <a:schemeClr val="dk1"/>
            </a:solidFill>
            <a:prstDash val="solid"/>
            <a:round/>
            <a:headEnd type="none" w="med" len="med"/>
            <a:tailEnd type="none" w="med" len="med"/>
          </a:ln>
        </p:spPr>
      </p:cxnSp>
      <p:cxnSp>
        <p:nvCxnSpPr>
          <p:cNvPr id="679" name="Google Shape;679;p60"/>
          <p:cNvCxnSpPr>
            <a:stCxn id="672" idx="1"/>
            <a:endCxn id="674" idx="6"/>
          </p:cNvCxnSpPr>
          <p:nvPr/>
        </p:nvCxnSpPr>
        <p:spPr>
          <a:xfrm rot="10800000">
            <a:off x="5759993" y="1850717"/>
            <a:ext cx="685800" cy="0"/>
          </a:xfrm>
          <a:prstGeom prst="straightConnector1">
            <a:avLst/>
          </a:prstGeom>
          <a:noFill/>
          <a:ln w="9525" cap="flat" cmpd="sng">
            <a:solidFill>
              <a:schemeClr val="dk1"/>
            </a:solidFill>
            <a:prstDash val="solid"/>
            <a:round/>
            <a:headEnd type="none" w="med" len="med"/>
            <a:tailEnd type="none" w="med" len="med"/>
          </a:ln>
        </p:spPr>
      </p:cxnSp>
      <p:cxnSp>
        <p:nvCxnSpPr>
          <p:cNvPr id="680" name="Google Shape;680;p60"/>
          <p:cNvCxnSpPr>
            <a:stCxn id="677" idx="2"/>
            <a:endCxn id="671" idx="3"/>
          </p:cNvCxnSpPr>
          <p:nvPr/>
        </p:nvCxnSpPr>
        <p:spPr>
          <a:xfrm rot="10800000">
            <a:off x="2698200" y="3404154"/>
            <a:ext cx="685800" cy="0"/>
          </a:xfrm>
          <a:prstGeom prst="straightConnector1">
            <a:avLst/>
          </a:prstGeom>
          <a:noFill/>
          <a:ln w="9525" cap="flat" cmpd="sng">
            <a:solidFill>
              <a:schemeClr val="dk1"/>
            </a:solidFill>
            <a:prstDash val="solid"/>
            <a:round/>
            <a:headEnd type="none" w="med" len="med"/>
            <a:tailEnd type="none" w="med" len="med"/>
          </a:ln>
        </p:spPr>
      </p:cxnSp>
      <p:cxnSp>
        <p:nvCxnSpPr>
          <p:cNvPr id="681" name="Google Shape;681;p60"/>
          <p:cNvCxnSpPr>
            <a:stCxn id="673" idx="1"/>
            <a:endCxn id="676" idx="6"/>
          </p:cNvCxnSpPr>
          <p:nvPr/>
        </p:nvCxnSpPr>
        <p:spPr>
          <a:xfrm rot="10800000">
            <a:off x="5759993" y="3404167"/>
            <a:ext cx="685800" cy="0"/>
          </a:xfrm>
          <a:prstGeom prst="straightConnector1">
            <a:avLst/>
          </a:prstGeom>
          <a:noFill/>
          <a:ln w="9525" cap="flat" cmpd="sng">
            <a:solidFill>
              <a:schemeClr val="dk1"/>
            </a:solidFill>
            <a:prstDash val="solid"/>
            <a:round/>
            <a:headEnd type="none" w="med" len="med"/>
            <a:tailEnd type="none" w="med" len="med"/>
          </a:ln>
        </p:spPr>
      </p:cxnSp>
      <p:cxnSp>
        <p:nvCxnSpPr>
          <p:cNvPr id="682" name="Google Shape;682;p60"/>
          <p:cNvCxnSpPr>
            <a:stCxn id="675" idx="6"/>
            <a:endCxn id="674" idx="2"/>
          </p:cNvCxnSpPr>
          <p:nvPr/>
        </p:nvCxnSpPr>
        <p:spPr>
          <a:xfrm>
            <a:off x="4212300" y="1850704"/>
            <a:ext cx="719400" cy="0"/>
          </a:xfrm>
          <a:prstGeom prst="straightConnector1">
            <a:avLst/>
          </a:prstGeom>
          <a:noFill/>
          <a:ln w="9525" cap="flat" cmpd="sng">
            <a:solidFill>
              <a:schemeClr val="dk1"/>
            </a:solidFill>
            <a:prstDash val="solid"/>
            <a:round/>
            <a:headEnd type="none" w="med" len="med"/>
            <a:tailEnd type="none" w="med" len="med"/>
          </a:ln>
        </p:spPr>
      </p:cxnSp>
      <p:cxnSp>
        <p:nvCxnSpPr>
          <p:cNvPr id="683" name="Google Shape;683;p60"/>
          <p:cNvCxnSpPr>
            <a:stCxn id="674" idx="4"/>
            <a:endCxn id="676" idx="0"/>
          </p:cNvCxnSpPr>
          <p:nvPr/>
        </p:nvCxnSpPr>
        <p:spPr>
          <a:xfrm>
            <a:off x="5345850" y="2264854"/>
            <a:ext cx="0" cy="725100"/>
          </a:xfrm>
          <a:prstGeom prst="straightConnector1">
            <a:avLst/>
          </a:prstGeom>
          <a:noFill/>
          <a:ln w="9525" cap="flat" cmpd="sng">
            <a:solidFill>
              <a:schemeClr val="dk1"/>
            </a:solidFill>
            <a:prstDash val="solid"/>
            <a:round/>
            <a:headEnd type="none" w="med" len="med"/>
            <a:tailEnd type="none" w="med" len="med"/>
          </a:ln>
        </p:spPr>
      </p:cxnSp>
      <p:cxnSp>
        <p:nvCxnSpPr>
          <p:cNvPr id="684" name="Google Shape;684;p60"/>
          <p:cNvCxnSpPr>
            <a:stCxn id="676" idx="2"/>
            <a:endCxn id="677" idx="6"/>
          </p:cNvCxnSpPr>
          <p:nvPr/>
        </p:nvCxnSpPr>
        <p:spPr>
          <a:xfrm rot="10800000">
            <a:off x="4212300" y="3404154"/>
            <a:ext cx="719400" cy="0"/>
          </a:xfrm>
          <a:prstGeom prst="straightConnector1">
            <a:avLst/>
          </a:prstGeom>
          <a:noFill/>
          <a:ln w="9525" cap="flat" cmpd="sng">
            <a:solidFill>
              <a:schemeClr val="dk1"/>
            </a:solidFill>
            <a:prstDash val="solid"/>
            <a:round/>
            <a:headEnd type="none" w="med" len="med"/>
            <a:tailEnd type="none" w="med" len="med"/>
          </a:ln>
        </p:spPr>
      </p:cxnSp>
      <p:cxnSp>
        <p:nvCxnSpPr>
          <p:cNvPr id="685" name="Google Shape;685;p60"/>
          <p:cNvCxnSpPr>
            <a:stCxn id="677" idx="0"/>
            <a:endCxn id="675" idx="4"/>
          </p:cNvCxnSpPr>
          <p:nvPr/>
        </p:nvCxnSpPr>
        <p:spPr>
          <a:xfrm rot="10800000">
            <a:off x="3798150" y="2264904"/>
            <a:ext cx="0" cy="725100"/>
          </a:xfrm>
          <a:prstGeom prst="straightConnector1">
            <a:avLst/>
          </a:prstGeom>
          <a:noFill/>
          <a:ln w="9525" cap="flat" cmpd="sng">
            <a:solidFill>
              <a:schemeClr val="dk1"/>
            </a:solidFill>
            <a:prstDash val="solid"/>
            <a:round/>
            <a:headEnd type="none" w="med" len="med"/>
            <a:tailEnd type="none" w="med" len="med"/>
          </a:ln>
        </p:spPr>
      </p:cxnSp>
      <p:grpSp>
        <p:nvGrpSpPr>
          <p:cNvPr id="686" name="Google Shape;686;p60"/>
          <p:cNvGrpSpPr/>
          <p:nvPr/>
        </p:nvGrpSpPr>
        <p:grpSpPr>
          <a:xfrm>
            <a:off x="3640597" y="1631433"/>
            <a:ext cx="315074" cy="438446"/>
            <a:chOff x="5388757" y="2414659"/>
            <a:chExt cx="260349" cy="362292"/>
          </a:xfrm>
        </p:grpSpPr>
        <p:sp>
          <p:nvSpPr>
            <p:cNvPr id="687" name="Google Shape;687;p60"/>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60"/>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60"/>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60"/>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60"/>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60"/>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60"/>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60"/>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60"/>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60"/>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60"/>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60"/>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60"/>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60"/>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60"/>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60"/>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60"/>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60"/>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60"/>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60"/>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 name="Google Shape;707;p60"/>
          <p:cNvGrpSpPr/>
          <p:nvPr/>
        </p:nvGrpSpPr>
        <p:grpSpPr>
          <a:xfrm>
            <a:off x="5155931" y="1660542"/>
            <a:ext cx="379930" cy="380310"/>
            <a:chOff x="3094217" y="1976585"/>
            <a:chExt cx="350198" cy="350548"/>
          </a:xfrm>
        </p:grpSpPr>
        <p:sp>
          <p:nvSpPr>
            <p:cNvPr id="708" name="Google Shape;708;p60"/>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60"/>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60"/>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60"/>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60"/>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60"/>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60"/>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60"/>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60"/>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60"/>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60"/>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60"/>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60"/>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 name="Google Shape;721;p60"/>
          <p:cNvGrpSpPr/>
          <p:nvPr/>
        </p:nvGrpSpPr>
        <p:grpSpPr>
          <a:xfrm>
            <a:off x="5188295" y="3182947"/>
            <a:ext cx="315069" cy="445072"/>
            <a:chOff x="1333682" y="3344330"/>
            <a:chExt cx="271213" cy="383088"/>
          </a:xfrm>
        </p:grpSpPr>
        <p:sp>
          <p:nvSpPr>
            <p:cNvPr id="722" name="Google Shape;722;p60"/>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60"/>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60"/>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60"/>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60"/>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60"/>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60"/>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60"/>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60"/>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60"/>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60"/>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 name="Google Shape;733;p60"/>
          <p:cNvGrpSpPr/>
          <p:nvPr/>
        </p:nvGrpSpPr>
        <p:grpSpPr>
          <a:xfrm>
            <a:off x="3599518" y="3215494"/>
            <a:ext cx="397540" cy="380315"/>
            <a:chOff x="3950316" y="3820307"/>
            <a:chExt cx="369805" cy="353782"/>
          </a:xfrm>
        </p:grpSpPr>
        <p:sp>
          <p:nvSpPr>
            <p:cNvPr id="734" name="Google Shape;734;p60"/>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60"/>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60"/>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60"/>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741"/>
        <p:cNvGrpSpPr/>
        <p:nvPr/>
      </p:nvGrpSpPr>
      <p:grpSpPr>
        <a:xfrm>
          <a:off x="0" y="0"/>
          <a:ext cx="0" cy="0"/>
          <a:chOff x="0" y="0"/>
          <a:chExt cx="0" cy="0"/>
        </a:xfrm>
      </p:grpSpPr>
      <p:sp>
        <p:nvSpPr>
          <p:cNvPr id="742" name="Google Shape;742;p6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Main results table</a:t>
            </a:r>
            <a:endParaRPr/>
          </a:p>
        </p:txBody>
      </p:sp>
      <p:graphicFrame>
        <p:nvGraphicFramePr>
          <p:cNvPr id="743" name="Google Shape;743;p61"/>
          <p:cNvGraphicFramePr/>
          <p:nvPr/>
        </p:nvGraphicFramePr>
        <p:xfrm>
          <a:off x="744675" y="1515276"/>
          <a:ext cx="3000000" cy="3000000"/>
        </p:xfrm>
        <a:graphic>
          <a:graphicData uri="http://schemas.openxmlformats.org/drawingml/2006/table">
            <a:tbl>
              <a:tblPr>
                <a:noFill/>
                <a:tableStyleId>{F8C7C30A-D9B6-4638-A920-A7DB38CAAB38}</a:tableStyleId>
              </a:tblPr>
              <a:tblGrid>
                <a:gridCol w="1913650">
                  <a:extLst>
                    <a:ext uri="{9D8B030D-6E8A-4147-A177-3AD203B41FA5}">
                      <a16:colId xmlns:a16="http://schemas.microsoft.com/office/drawing/2014/main" val="20000"/>
                    </a:ext>
                  </a:extLst>
                </a:gridCol>
                <a:gridCol w="1913650">
                  <a:extLst>
                    <a:ext uri="{9D8B030D-6E8A-4147-A177-3AD203B41FA5}">
                      <a16:colId xmlns:a16="http://schemas.microsoft.com/office/drawing/2014/main" val="20001"/>
                    </a:ext>
                  </a:extLst>
                </a:gridCol>
                <a:gridCol w="1913650">
                  <a:extLst>
                    <a:ext uri="{9D8B030D-6E8A-4147-A177-3AD203B41FA5}">
                      <a16:colId xmlns:a16="http://schemas.microsoft.com/office/drawing/2014/main" val="20002"/>
                    </a:ext>
                  </a:extLst>
                </a:gridCol>
                <a:gridCol w="1913650">
                  <a:extLst>
                    <a:ext uri="{9D8B030D-6E8A-4147-A177-3AD203B41FA5}">
                      <a16:colId xmlns:a16="http://schemas.microsoft.com/office/drawing/2014/main" val="20003"/>
                    </a:ext>
                  </a:extLst>
                </a:gridCol>
              </a:tblGrid>
              <a:tr h="312900">
                <a:tc>
                  <a:txBody>
                    <a:bodyPr/>
                    <a:lstStyle/>
                    <a:p>
                      <a:pPr marL="0" lvl="0" indent="0" algn="l" rtl="0">
                        <a:lnSpc>
                          <a:spcPct val="100000"/>
                        </a:lnSpc>
                        <a:spcBef>
                          <a:spcPts val="0"/>
                        </a:spcBef>
                        <a:spcAft>
                          <a:spcPts val="0"/>
                        </a:spcAft>
                        <a:buNone/>
                      </a:pPr>
                      <a:r>
                        <a:rPr lang="en" sz="2100">
                          <a:solidFill>
                            <a:schemeClr val="dk1"/>
                          </a:solidFill>
                          <a:latin typeface="Questrial"/>
                          <a:ea typeface="Questrial"/>
                          <a:cs typeface="Questrial"/>
                          <a:sym typeface="Questrial"/>
                        </a:rPr>
                        <a:t>Variable</a:t>
                      </a:r>
                      <a:endParaRPr sz="2100">
                        <a:solidFill>
                          <a:schemeClr val="dk1"/>
                        </a:solidFill>
                        <a:latin typeface="Questrial"/>
                        <a:ea typeface="Questrial"/>
                        <a:cs typeface="Questrial"/>
                        <a:sym typeface="Questrial"/>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lnSpc>
                          <a:spcPct val="100000"/>
                        </a:lnSpc>
                        <a:spcBef>
                          <a:spcPts val="0"/>
                        </a:spcBef>
                        <a:spcAft>
                          <a:spcPts val="0"/>
                        </a:spcAft>
                        <a:buNone/>
                      </a:pPr>
                      <a:r>
                        <a:rPr lang="en" sz="2100">
                          <a:solidFill>
                            <a:schemeClr val="dk1"/>
                          </a:solidFill>
                          <a:latin typeface="Questrial"/>
                          <a:ea typeface="Questrial"/>
                          <a:cs typeface="Questrial"/>
                          <a:sym typeface="Questrial"/>
                        </a:rPr>
                        <a:t>Group A</a:t>
                      </a:r>
                      <a:endParaRPr sz="2100">
                        <a:solidFill>
                          <a:schemeClr val="dk1"/>
                        </a:solidFill>
                        <a:latin typeface="Questrial"/>
                        <a:ea typeface="Questrial"/>
                        <a:cs typeface="Questrial"/>
                        <a:sym typeface="Questrial"/>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tc>
                  <a:txBody>
                    <a:bodyPr/>
                    <a:lstStyle/>
                    <a:p>
                      <a:pPr marL="0" lvl="0" indent="0" algn="l" rtl="0">
                        <a:lnSpc>
                          <a:spcPct val="100000"/>
                        </a:lnSpc>
                        <a:spcBef>
                          <a:spcPts val="0"/>
                        </a:spcBef>
                        <a:spcAft>
                          <a:spcPts val="0"/>
                        </a:spcAft>
                        <a:buNone/>
                      </a:pPr>
                      <a:r>
                        <a:rPr lang="en" sz="2100">
                          <a:solidFill>
                            <a:schemeClr val="dk1"/>
                          </a:solidFill>
                          <a:latin typeface="Questrial"/>
                          <a:ea typeface="Questrial"/>
                          <a:cs typeface="Questrial"/>
                          <a:sym typeface="Questrial"/>
                        </a:rPr>
                        <a:t>Group B</a:t>
                      </a:r>
                      <a:endParaRPr sz="2100">
                        <a:solidFill>
                          <a:schemeClr val="dk1"/>
                        </a:solidFill>
                        <a:latin typeface="Questrial"/>
                        <a:ea typeface="Questrial"/>
                        <a:cs typeface="Questrial"/>
                        <a:sym typeface="Questrial"/>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1"/>
                    </a:solidFill>
                  </a:tcPr>
                </a:tc>
                <a:tc>
                  <a:txBody>
                    <a:bodyPr/>
                    <a:lstStyle/>
                    <a:p>
                      <a:pPr marL="0" lvl="0" indent="0" algn="l" rtl="0">
                        <a:lnSpc>
                          <a:spcPct val="100000"/>
                        </a:lnSpc>
                        <a:spcBef>
                          <a:spcPts val="0"/>
                        </a:spcBef>
                        <a:spcAft>
                          <a:spcPts val="0"/>
                        </a:spcAft>
                        <a:buClr>
                          <a:srgbClr val="000000"/>
                        </a:buClr>
                        <a:buSzPts val="1100"/>
                        <a:buFont typeface="Arial"/>
                        <a:buNone/>
                      </a:pPr>
                      <a:r>
                        <a:rPr lang="en" sz="2100">
                          <a:solidFill>
                            <a:schemeClr val="dk1"/>
                          </a:solidFill>
                          <a:latin typeface="Questrial"/>
                          <a:ea typeface="Questrial"/>
                          <a:cs typeface="Questrial"/>
                          <a:sym typeface="Questrial"/>
                        </a:rPr>
                        <a:t>Group C</a:t>
                      </a:r>
                      <a:endParaRPr sz="2100">
                        <a:solidFill>
                          <a:schemeClr val="dk1"/>
                        </a:solidFill>
                        <a:latin typeface="Questrial"/>
                        <a:ea typeface="Questrial"/>
                        <a:cs typeface="Questrial"/>
                        <a:sym typeface="Questrial"/>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2"/>
                    </a:solidFill>
                  </a:tcPr>
                </a:tc>
                <a:extLst>
                  <a:ext uri="{0D108BD9-81ED-4DB2-BD59-A6C34878D82A}">
                    <a16:rowId xmlns:a16="http://schemas.microsoft.com/office/drawing/2014/main" val="10000"/>
                  </a:ext>
                </a:extLst>
              </a:tr>
              <a:tr h="514300">
                <a:tc>
                  <a:txBody>
                    <a:bodyPr/>
                    <a:lstStyle/>
                    <a:p>
                      <a:pPr marL="0" lvl="0" indent="0" algn="l" rtl="0">
                        <a:lnSpc>
                          <a:spcPct val="115000"/>
                        </a:lnSpc>
                        <a:spcBef>
                          <a:spcPts val="0"/>
                        </a:spcBef>
                        <a:spcAft>
                          <a:spcPts val="0"/>
                        </a:spcAft>
                        <a:buNone/>
                      </a:pPr>
                      <a:r>
                        <a:rPr lang="en">
                          <a:solidFill>
                            <a:schemeClr val="dk1"/>
                          </a:solidFill>
                          <a:latin typeface="Figtree"/>
                          <a:ea typeface="Figtree"/>
                          <a:cs typeface="Figtree"/>
                          <a:sym typeface="Figtree"/>
                        </a:rPr>
                        <a:t>Average score</a:t>
                      </a:r>
                      <a:endParaRPr>
                        <a:solidFill>
                          <a:schemeClr val="dk1"/>
                        </a:solidFill>
                        <a:latin typeface="Figtree"/>
                        <a:ea typeface="Figtree"/>
                        <a:cs typeface="Figtree"/>
                        <a:sym typeface="Figtree"/>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lnSpc>
                          <a:spcPct val="115000"/>
                        </a:lnSpc>
                        <a:spcBef>
                          <a:spcPts val="0"/>
                        </a:spcBef>
                        <a:spcAft>
                          <a:spcPts val="0"/>
                        </a:spcAft>
                        <a:buNone/>
                      </a:pPr>
                      <a:r>
                        <a:rPr lang="en">
                          <a:solidFill>
                            <a:schemeClr val="dk1"/>
                          </a:solidFill>
                          <a:latin typeface="Figtree"/>
                          <a:ea typeface="Figtree"/>
                          <a:cs typeface="Figtree"/>
                          <a:sym typeface="Figtree"/>
                        </a:rPr>
                        <a:t>85.2</a:t>
                      </a:r>
                      <a:endParaRPr>
                        <a:solidFill>
                          <a:schemeClr val="dk1"/>
                        </a:solidFill>
                        <a:latin typeface="Figtree"/>
                        <a:ea typeface="Figtree"/>
                        <a:cs typeface="Figtree"/>
                        <a:sym typeface="Figtree"/>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lnSpc>
                          <a:spcPct val="115000"/>
                        </a:lnSpc>
                        <a:spcBef>
                          <a:spcPts val="0"/>
                        </a:spcBef>
                        <a:spcAft>
                          <a:spcPts val="0"/>
                        </a:spcAft>
                        <a:buNone/>
                      </a:pPr>
                      <a:r>
                        <a:rPr lang="en">
                          <a:solidFill>
                            <a:schemeClr val="dk1"/>
                          </a:solidFill>
                          <a:latin typeface="Figtree"/>
                          <a:ea typeface="Figtree"/>
                          <a:cs typeface="Figtree"/>
                          <a:sym typeface="Figtree"/>
                        </a:rPr>
                        <a:t>92.5</a:t>
                      </a:r>
                      <a:endParaRPr>
                        <a:solidFill>
                          <a:schemeClr val="dk1"/>
                        </a:solidFill>
                        <a:latin typeface="Figtree"/>
                        <a:ea typeface="Figtree"/>
                        <a:cs typeface="Figtree"/>
                        <a:sym typeface="Figtree"/>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lnSpc>
                          <a:spcPct val="115000"/>
                        </a:lnSpc>
                        <a:spcBef>
                          <a:spcPts val="0"/>
                        </a:spcBef>
                        <a:spcAft>
                          <a:spcPts val="0"/>
                        </a:spcAft>
                        <a:buNone/>
                      </a:pPr>
                      <a:r>
                        <a:rPr lang="en">
                          <a:solidFill>
                            <a:schemeClr val="dk1"/>
                          </a:solidFill>
                          <a:latin typeface="Figtree"/>
                          <a:ea typeface="Figtree"/>
                          <a:cs typeface="Figtree"/>
                          <a:sym typeface="Figtree"/>
                        </a:rPr>
                        <a:t>78.9</a:t>
                      </a:r>
                      <a:endParaRPr>
                        <a:solidFill>
                          <a:schemeClr val="dk1"/>
                        </a:solidFill>
                        <a:latin typeface="Figtree"/>
                        <a:ea typeface="Figtree"/>
                        <a:cs typeface="Figtree"/>
                        <a:sym typeface="Figtree"/>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514300">
                <a:tc>
                  <a:txBody>
                    <a:bodyPr/>
                    <a:lstStyle/>
                    <a:p>
                      <a:pPr marL="0" lvl="0" indent="0" algn="l" rtl="0">
                        <a:lnSpc>
                          <a:spcPct val="115000"/>
                        </a:lnSpc>
                        <a:spcBef>
                          <a:spcPts val="0"/>
                        </a:spcBef>
                        <a:spcAft>
                          <a:spcPts val="0"/>
                        </a:spcAft>
                        <a:buNone/>
                      </a:pPr>
                      <a:r>
                        <a:rPr lang="en">
                          <a:solidFill>
                            <a:schemeClr val="dk1"/>
                          </a:solidFill>
                          <a:latin typeface="Figtree"/>
                          <a:ea typeface="Figtree"/>
                          <a:cs typeface="Figtree"/>
                          <a:sym typeface="Figtree"/>
                        </a:rPr>
                        <a:t>Standard deviation</a:t>
                      </a:r>
                      <a:endParaRPr>
                        <a:solidFill>
                          <a:schemeClr val="dk1"/>
                        </a:solidFill>
                        <a:latin typeface="Figtree"/>
                        <a:ea typeface="Figtree"/>
                        <a:cs typeface="Figtree"/>
                        <a:sym typeface="Figtree"/>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lnSpc>
                          <a:spcPct val="115000"/>
                        </a:lnSpc>
                        <a:spcBef>
                          <a:spcPts val="0"/>
                        </a:spcBef>
                        <a:spcAft>
                          <a:spcPts val="0"/>
                        </a:spcAft>
                        <a:buNone/>
                      </a:pPr>
                      <a:r>
                        <a:rPr lang="en">
                          <a:solidFill>
                            <a:schemeClr val="dk1"/>
                          </a:solidFill>
                          <a:latin typeface="Figtree"/>
                          <a:ea typeface="Figtree"/>
                          <a:cs typeface="Figtree"/>
                          <a:sym typeface="Figtree"/>
                        </a:rPr>
                        <a:t>6.3</a:t>
                      </a:r>
                      <a:endParaRPr>
                        <a:solidFill>
                          <a:schemeClr val="dk1"/>
                        </a:solidFill>
                        <a:latin typeface="Figtree"/>
                        <a:ea typeface="Figtree"/>
                        <a:cs typeface="Figtree"/>
                        <a:sym typeface="Figtree"/>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lnSpc>
                          <a:spcPct val="115000"/>
                        </a:lnSpc>
                        <a:spcBef>
                          <a:spcPts val="0"/>
                        </a:spcBef>
                        <a:spcAft>
                          <a:spcPts val="0"/>
                        </a:spcAft>
                        <a:buNone/>
                      </a:pPr>
                      <a:r>
                        <a:rPr lang="en">
                          <a:solidFill>
                            <a:schemeClr val="dk1"/>
                          </a:solidFill>
                          <a:latin typeface="Figtree"/>
                          <a:ea typeface="Figtree"/>
                          <a:cs typeface="Figtree"/>
                          <a:sym typeface="Figtree"/>
                        </a:rPr>
                        <a:t>4.7</a:t>
                      </a:r>
                      <a:endParaRPr>
                        <a:solidFill>
                          <a:schemeClr val="dk1"/>
                        </a:solidFill>
                        <a:latin typeface="Figtree"/>
                        <a:ea typeface="Figtree"/>
                        <a:cs typeface="Figtree"/>
                        <a:sym typeface="Figtree"/>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lnSpc>
                          <a:spcPct val="115000"/>
                        </a:lnSpc>
                        <a:spcBef>
                          <a:spcPts val="0"/>
                        </a:spcBef>
                        <a:spcAft>
                          <a:spcPts val="0"/>
                        </a:spcAft>
                        <a:buNone/>
                      </a:pPr>
                      <a:r>
                        <a:rPr lang="en">
                          <a:solidFill>
                            <a:schemeClr val="dk1"/>
                          </a:solidFill>
                          <a:latin typeface="Figtree"/>
                          <a:ea typeface="Figtree"/>
                          <a:cs typeface="Figtree"/>
                          <a:sym typeface="Figtree"/>
                        </a:rPr>
                        <a:t>7.1</a:t>
                      </a:r>
                      <a:endParaRPr>
                        <a:solidFill>
                          <a:schemeClr val="dk1"/>
                        </a:solidFill>
                        <a:latin typeface="Figtree"/>
                        <a:ea typeface="Figtree"/>
                        <a:cs typeface="Figtree"/>
                        <a:sym typeface="Figtree"/>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2"/>
                  </a:ext>
                </a:extLst>
              </a:tr>
              <a:tr h="514300">
                <a:tc>
                  <a:txBody>
                    <a:bodyPr/>
                    <a:lstStyle/>
                    <a:p>
                      <a:pPr marL="0" lvl="0" indent="0" algn="l" rtl="0">
                        <a:lnSpc>
                          <a:spcPct val="115000"/>
                        </a:lnSpc>
                        <a:spcBef>
                          <a:spcPts val="0"/>
                        </a:spcBef>
                        <a:spcAft>
                          <a:spcPts val="0"/>
                        </a:spcAft>
                        <a:buNone/>
                      </a:pPr>
                      <a:r>
                        <a:rPr lang="en">
                          <a:solidFill>
                            <a:schemeClr val="dk1"/>
                          </a:solidFill>
                          <a:latin typeface="Figtree"/>
                          <a:ea typeface="Figtree"/>
                          <a:cs typeface="Figtree"/>
                          <a:sym typeface="Figtree"/>
                        </a:rPr>
                        <a:t>Results</a:t>
                      </a:r>
                      <a:endParaRPr>
                        <a:solidFill>
                          <a:schemeClr val="dk1"/>
                        </a:solidFill>
                        <a:latin typeface="Figtree"/>
                        <a:ea typeface="Figtree"/>
                        <a:cs typeface="Figtree"/>
                        <a:sym typeface="Figtree"/>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lnSpc>
                          <a:spcPct val="115000"/>
                        </a:lnSpc>
                        <a:spcBef>
                          <a:spcPts val="0"/>
                        </a:spcBef>
                        <a:spcAft>
                          <a:spcPts val="0"/>
                        </a:spcAft>
                        <a:buNone/>
                      </a:pPr>
                      <a:r>
                        <a:rPr lang="en">
                          <a:solidFill>
                            <a:schemeClr val="dk1"/>
                          </a:solidFill>
                          <a:latin typeface="Figtree"/>
                          <a:ea typeface="Figtree"/>
                          <a:cs typeface="Figtree"/>
                          <a:sym typeface="Figtree"/>
                        </a:rPr>
                        <a:t>88.0</a:t>
                      </a:r>
                      <a:endParaRPr>
                        <a:solidFill>
                          <a:schemeClr val="dk1"/>
                        </a:solidFill>
                        <a:latin typeface="Figtree"/>
                        <a:ea typeface="Figtree"/>
                        <a:cs typeface="Figtree"/>
                        <a:sym typeface="Figtree"/>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lnSpc>
                          <a:spcPct val="115000"/>
                        </a:lnSpc>
                        <a:spcBef>
                          <a:spcPts val="0"/>
                        </a:spcBef>
                        <a:spcAft>
                          <a:spcPts val="0"/>
                        </a:spcAft>
                        <a:buNone/>
                      </a:pPr>
                      <a:r>
                        <a:rPr lang="en">
                          <a:solidFill>
                            <a:schemeClr val="dk1"/>
                          </a:solidFill>
                          <a:latin typeface="Figtree"/>
                          <a:ea typeface="Figtree"/>
                          <a:cs typeface="Figtree"/>
                          <a:sym typeface="Figtree"/>
                        </a:rPr>
                        <a:t>6.9</a:t>
                      </a:r>
                      <a:endParaRPr>
                        <a:solidFill>
                          <a:schemeClr val="dk1"/>
                        </a:solidFill>
                        <a:latin typeface="Figtree"/>
                        <a:ea typeface="Figtree"/>
                        <a:cs typeface="Figtree"/>
                        <a:sym typeface="Figtree"/>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lnSpc>
                          <a:spcPct val="115000"/>
                        </a:lnSpc>
                        <a:spcBef>
                          <a:spcPts val="0"/>
                        </a:spcBef>
                        <a:spcAft>
                          <a:spcPts val="0"/>
                        </a:spcAft>
                        <a:buNone/>
                      </a:pPr>
                      <a:r>
                        <a:rPr lang="en">
                          <a:solidFill>
                            <a:schemeClr val="dk1"/>
                          </a:solidFill>
                          <a:latin typeface="Figtree"/>
                          <a:ea typeface="Figtree"/>
                          <a:cs typeface="Figtree"/>
                          <a:sym typeface="Figtree"/>
                        </a:rPr>
                        <a:t>8.3</a:t>
                      </a:r>
                      <a:endParaRPr>
                        <a:solidFill>
                          <a:schemeClr val="dk1"/>
                        </a:solidFill>
                        <a:latin typeface="Figtree"/>
                        <a:ea typeface="Figtree"/>
                        <a:cs typeface="Figtree"/>
                        <a:sym typeface="Figtree"/>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514300">
                <a:tc>
                  <a:txBody>
                    <a:bodyPr/>
                    <a:lstStyle/>
                    <a:p>
                      <a:pPr marL="0" lvl="0" indent="0" algn="l" rtl="0">
                        <a:lnSpc>
                          <a:spcPct val="115000"/>
                        </a:lnSpc>
                        <a:spcBef>
                          <a:spcPts val="0"/>
                        </a:spcBef>
                        <a:spcAft>
                          <a:spcPts val="0"/>
                        </a:spcAft>
                        <a:buNone/>
                      </a:pPr>
                      <a:r>
                        <a:rPr lang="en">
                          <a:solidFill>
                            <a:schemeClr val="dk1"/>
                          </a:solidFill>
                          <a:latin typeface="Figtree"/>
                          <a:ea typeface="Figtree"/>
                          <a:cs typeface="Figtree"/>
                          <a:sym typeface="Figtree"/>
                        </a:rPr>
                        <a:t>High Average</a:t>
                      </a:r>
                      <a:endParaRPr>
                        <a:solidFill>
                          <a:schemeClr val="dk1"/>
                        </a:solidFill>
                        <a:latin typeface="Figtree"/>
                        <a:ea typeface="Figtree"/>
                        <a:cs typeface="Figtree"/>
                        <a:sym typeface="Figtree"/>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lnSpc>
                          <a:spcPct val="115000"/>
                        </a:lnSpc>
                        <a:spcBef>
                          <a:spcPts val="0"/>
                        </a:spcBef>
                        <a:spcAft>
                          <a:spcPts val="0"/>
                        </a:spcAft>
                        <a:buNone/>
                      </a:pPr>
                      <a:r>
                        <a:rPr lang="en">
                          <a:solidFill>
                            <a:schemeClr val="dk1"/>
                          </a:solidFill>
                          <a:latin typeface="Figtree"/>
                          <a:ea typeface="Figtree"/>
                          <a:cs typeface="Figtree"/>
                          <a:sym typeface="Figtree"/>
                        </a:rPr>
                        <a:t>4.9</a:t>
                      </a:r>
                      <a:endParaRPr>
                        <a:solidFill>
                          <a:schemeClr val="dk1"/>
                        </a:solidFill>
                        <a:latin typeface="Figtree"/>
                        <a:ea typeface="Figtree"/>
                        <a:cs typeface="Figtree"/>
                        <a:sym typeface="Figtree"/>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lnSpc>
                          <a:spcPct val="115000"/>
                        </a:lnSpc>
                        <a:spcBef>
                          <a:spcPts val="0"/>
                        </a:spcBef>
                        <a:spcAft>
                          <a:spcPts val="0"/>
                        </a:spcAft>
                        <a:buNone/>
                      </a:pPr>
                      <a:r>
                        <a:rPr lang="en">
                          <a:solidFill>
                            <a:schemeClr val="dk1"/>
                          </a:solidFill>
                          <a:latin typeface="Figtree"/>
                          <a:ea typeface="Figtree"/>
                          <a:cs typeface="Figtree"/>
                          <a:sym typeface="Figtree"/>
                        </a:rPr>
                        <a:t>2.1</a:t>
                      </a:r>
                      <a:endParaRPr>
                        <a:solidFill>
                          <a:schemeClr val="dk1"/>
                        </a:solidFill>
                        <a:latin typeface="Figtree"/>
                        <a:ea typeface="Figtree"/>
                        <a:cs typeface="Figtree"/>
                        <a:sym typeface="Figtree"/>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lnSpc>
                          <a:spcPct val="115000"/>
                        </a:lnSpc>
                        <a:spcBef>
                          <a:spcPts val="0"/>
                        </a:spcBef>
                        <a:spcAft>
                          <a:spcPts val="0"/>
                        </a:spcAft>
                        <a:buNone/>
                      </a:pPr>
                      <a:r>
                        <a:rPr lang="en">
                          <a:solidFill>
                            <a:schemeClr val="dk1"/>
                          </a:solidFill>
                          <a:latin typeface="Figtree"/>
                          <a:ea typeface="Figtree"/>
                          <a:cs typeface="Figtree"/>
                          <a:sym typeface="Figtree"/>
                        </a:rPr>
                        <a:t>70.3</a:t>
                      </a:r>
                      <a:endParaRPr>
                        <a:solidFill>
                          <a:schemeClr val="dk1"/>
                        </a:solidFill>
                        <a:latin typeface="Figtree"/>
                        <a:ea typeface="Figtree"/>
                        <a:cs typeface="Figtree"/>
                        <a:sym typeface="Figtree"/>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4"/>
                  </a:ext>
                </a:extLst>
              </a:tr>
            </a:tbl>
          </a:graphicData>
        </a:graphic>
      </p:graphicFrame>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747"/>
        <p:cNvGrpSpPr/>
        <p:nvPr/>
      </p:nvGrpSpPr>
      <p:grpSpPr>
        <a:xfrm>
          <a:off x="0" y="0"/>
          <a:ext cx="0" cy="0"/>
          <a:chOff x="0" y="0"/>
          <a:chExt cx="0" cy="0"/>
        </a:xfrm>
      </p:grpSpPr>
      <p:sp>
        <p:nvSpPr>
          <p:cNvPr id="748" name="Google Shape;748;p6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Data collection</a:t>
            </a:r>
            <a:endParaRPr/>
          </a:p>
        </p:txBody>
      </p:sp>
      <p:sp>
        <p:nvSpPr>
          <p:cNvPr id="749" name="Google Shape;749;p62"/>
          <p:cNvSpPr txBox="1"/>
          <p:nvPr/>
        </p:nvSpPr>
        <p:spPr>
          <a:xfrm>
            <a:off x="3933900" y="4119200"/>
            <a:ext cx="4497000" cy="4848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000">
                <a:solidFill>
                  <a:schemeClr val="dk1"/>
                </a:solidFill>
                <a:latin typeface="Figtree"/>
                <a:ea typeface="Figtree"/>
                <a:cs typeface="Figtree"/>
                <a:sym typeface="Figtree"/>
              </a:rPr>
              <a:t>Follow the link in the graph to modify its data and then paste the new one here. </a:t>
            </a:r>
            <a:r>
              <a:rPr lang="en" sz="1000" b="1" u="sng">
                <a:solidFill>
                  <a:schemeClr val="dk1"/>
                </a:solidFill>
                <a:latin typeface="Figtree"/>
                <a:ea typeface="Figtree"/>
                <a:cs typeface="Figtree"/>
                <a:sym typeface="Figtree"/>
                <a:hlinkClick r:id="rId3">
                  <a:extLst>
                    <a:ext uri="{A12FA001-AC4F-418D-AE19-62706E023703}">
                      <ahyp:hlinkClr xmlns:ahyp="http://schemas.microsoft.com/office/drawing/2018/hyperlinkcolor" val="tx"/>
                    </a:ext>
                  </a:extLst>
                </a:hlinkClick>
              </a:rPr>
              <a:t>For more info, click here</a:t>
            </a:r>
            <a:endParaRPr sz="1000" b="1" u="sng">
              <a:solidFill>
                <a:schemeClr val="dk1"/>
              </a:solidFill>
              <a:latin typeface="Figtree"/>
              <a:ea typeface="Figtree"/>
              <a:cs typeface="Figtree"/>
              <a:sym typeface="Figtree"/>
            </a:endParaRPr>
          </a:p>
        </p:txBody>
      </p:sp>
      <p:sp>
        <p:nvSpPr>
          <p:cNvPr id="750" name="Google Shape;750;p62"/>
          <p:cNvSpPr txBox="1"/>
          <p:nvPr/>
        </p:nvSpPr>
        <p:spPr>
          <a:xfrm>
            <a:off x="1744329" y="1644826"/>
            <a:ext cx="1978200" cy="6654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Figtree"/>
                <a:ea typeface="Figtree"/>
                <a:cs typeface="Figtree"/>
                <a:sym typeface="Figtree"/>
              </a:rPr>
              <a:t>Mars is actually a very cold place</a:t>
            </a:r>
            <a:endParaRPr>
              <a:solidFill>
                <a:schemeClr val="dk1"/>
              </a:solidFill>
              <a:latin typeface="Figtree"/>
              <a:ea typeface="Figtree"/>
              <a:cs typeface="Figtree"/>
              <a:sym typeface="Figtree"/>
            </a:endParaRPr>
          </a:p>
        </p:txBody>
      </p:sp>
      <p:sp>
        <p:nvSpPr>
          <p:cNvPr id="751" name="Google Shape;751;p62"/>
          <p:cNvSpPr txBox="1"/>
          <p:nvPr/>
        </p:nvSpPr>
        <p:spPr>
          <a:xfrm>
            <a:off x="1744329" y="2791713"/>
            <a:ext cx="1978200" cy="6654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Figtree"/>
                <a:ea typeface="Figtree"/>
                <a:cs typeface="Figtree"/>
                <a:sym typeface="Figtree"/>
              </a:rPr>
              <a:t>Jupiter is the biggest planet of them all</a:t>
            </a:r>
            <a:endParaRPr>
              <a:solidFill>
                <a:schemeClr val="dk1"/>
              </a:solidFill>
              <a:latin typeface="Figtree"/>
              <a:ea typeface="Figtree"/>
              <a:cs typeface="Figtree"/>
              <a:sym typeface="Figtree"/>
            </a:endParaRPr>
          </a:p>
        </p:txBody>
      </p:sp>
      <p:sp>
        <p:nvSpPr>
          <p:cNvPr id="752" name="Google Shape;752;p62"/>
          <p:cNvSpPr txBox="1"/>
          <p:nvPr/>
        </p:nvSpPr>
        <p:spPr>
          <a:xfrm>
            <a:off x="1744318" y="1279825"/>
            <a:ext cx="1978200" cy="4848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100">
                <a:solidFill>
                  <a:schemeClr val="dk1"/>
                </a:solidFill>
                <a:latin typeface="Questrial"/>
                <a:ea typeface="Questrial"/>
                <a:cs typeface="Questrial"/>
                <a:sym typeface="Questrial"/>
              </a:rPr>
              <a:t>Topic A</a:t>
            </a:r>
            <a:endParaRPr sz="2100">
              <a:solidFill>
                <a:schemeClr val="dk1"/>
              </a:solidFill>
              <a:latin typeface="Questrial"/>
              <a:ea typeface="Questrial"/>
              <a:cs typeface="Questrial"/>
              <a:sym typeface="Questrial"/>
            </a:endParaRPr>
          </a:p>
        </p:txBody>
      </p:sp>
      <p:sp>
        <p:nvSpPr>
          <p:cNvPr id="753" name="Google Shape;753;p62"/>
          <p:cNvSpPr txBox="1"/>
          <p:nvPr/>
        </p:nvSpPr>
        <p:spPr>
          <a:xfrm>
            <a:off x="1744318" y="2426713"/>
            <a:ext cx="1978200" cy="4848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100">
                <a:solidFill>
                  <a:schemeClr val="dk1"/>
                </a:solidFill>
                <a:latin typeface="Questrial"/>
                <a:ea typeface="Questrial"/>
                <a:cs typeface="Questrial"/>
                <a:sym typeface="Questrial"/>
              </a:rPr>
              <a:t>Topic B</a:t>
            </a:r>
            <a:endParaRPr sz="2100">
              <a:solidFill>
                <a:schemeClr val="dk1"/>
              </a:solidFill>
              <a:latin typeface="Questrial"/>
              <a:ea typeface="Questrial"/>
              <a:cs typeface="Questrial"/>
              <a:sym typeface="Questrial"/>
            </a:endParaRPr>
          </a:p>
        </p:txBody>
      </p:sp>
      <p:sp>
        <p:nvSpPr>
          <p:cNvPr id="754" name="Google Shape;754;p62"/>
          <p:cNvSpPr txBox="1"/>
          <p:nvPr/>
        </p:nvSpPr>
        <p:spPr>
          <a:xfrm>
            <a:off x="1744329" y="3938601"/>
            <a:ext cx="1978200" cy="6654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Figtree"/>
                <a:ea typeface="Figtree"/>
                <a:cs typeface="Figtree"/>
                <a:sym typeface="Figtree"/>
              </a:rPr>
              <a:t>Venus is the second planet from the Sun</a:t>
            </a:r>
            <a:endParaRPr>
              <a:solidFill>
                <a:schemeClr val="dk1"/>
              </a:solidFill>
              <a:latin typeface="Figtree"/>
              <a:ea typeface="Figtree"/>
              <a:cs typeface="Figtree"/>
              <a:sym typeface="Figtree"/>
            </a:endParaRPr>
          </a:p>
        </p:txBody>
      </p:sp>
      <p:sp>
        <p:nvSpPr>
          <p:cNvPr id="755" name="Google Shape;755;p62"/>
          <p:cNvSpPr txBox="1"/>
          <p:nvPr/>
        </p:nvSpPr>
        <p:spPr>
          <a:xfrm>
            <a:off x="1744318" y="3573600"/>
            <a:ext cx="1978200" cy="4848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100">
                <a:solidFill>
                  <a:schemeClr val="dk1"/>
                </a:solidFill>
                <a:latin typeface="Questrial"/>
                <a:ea typeface="Questrial"/>
                <a:cs typeface="Questrial"/>
                <a:sym typeface="Questrial"/>
              </a:rPr>
              <a:t>Topic C</a:t>
            </a:r>
            <a:endParaRPr sz="2100">
              <a:solidFill>
                <a:schemeClr val="dk1"/>
              </a:solidFill>
              <a:latin typeface="Questrial"/>
              <a:ea typeface="Questrial"/>
              <a:cs typeface="Questrial"/>
              <a:sym typeface="Questrial"/>
            </a:endParaRPr>
          </a:p>
        </p:txBody>
      </p:sp>
      <p:sp>
        <p:nvSpPr>
          <p:cNvPr id="756" name="Google Shape;756;p62"/>
          <p:cNvSpPr txBox="1"/>
          <p:nvPr/>
        </p:nvSpPr>
        <p:spPr>
          <a:xfrm>
            <a:off x="713221" y="1279825"/>
            <a:ext cx="772800" cy="4848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100" b="1">
                <a:solidFill>
                  <a:schemeClr val="dk1"/>
                </a:solidFill>
                <a:latin typeface="Questrial"/>
                <a:ea typeface="Questrial"/>
                <a:cs typeface="Questrial"/>
                <a:sym typeface="Questrial"/>
              </a:rPr>
              <a:t>20%</a:t>
            </a:r>
            <a:endParaRPr sz="2100" b="1">
              <a:solidFill>
                <a:schemeClr val="dk1"/>
              </a:solidFill>
              <a:latin typeface="Questrial"/>
              <a:ea typeface="Questrial"/>
              <a:cs typeface="Questrial"/>
              <a:sym typeface="Questrial"/>
            </a:endParaRPr>
          </a:p>
        </p:txBody>
      </p:sp>
      <p:sp>
        <p:nvSpPr>
          <p:cNvPr id="757" name="Google Shape;757;p62"/>
          <p:cNvSpPr txBox="1"/>
          <p:nvPr/>
        </p:nvSpPr>
        <p:spPr>
          <a:xfrm>
            <a:off x="713221" y="2426713"/>
            <a:ext cx="772800" cy="4848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100" b="1">
                <a:solidFill>
                  <a:schemeClr val="dk1"/>
                </a:solidFill>
                <a:latin typeface="Questrial"/>
                <a:ea typeface="Questrial"/>
                <a:cs typeface="Questrial"/>
                <a:sym typeface="Questrial"/>
              </a:rPr>
              <a:t>30%</a:t>
            </a:r>
            <a:endParaRPr sz="2100" b="1">
              <a:solidFill>
                <a:schemeClr val="dk1"/>
              </a:solidFill>
              <a:latin typeface="Questrial"/>
              <a:ea typeface="Questrial"/>
              <a:cs typeface="Questrial"/>
              <a:sym typeface="Questrial"/>
            </a:endParaRPr>
          </a:p>
        </p:txBody>
      </p:sp>
      <p:sp>
        <p:nvSpPr>
          <p:cNvPr id="758" name="Google Shape;758;p62"/>
          <p:cNvSpPr txBox="1"/>
          <p:nvPr/>
        </p:nvSpPr>
        <p:spPr>
          <a:xfrm>
            <a:off x="713221" y="3573600"/>
            <a:ext cx="772800" cy="4848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100" b="1">
                <a:solidFill>
                  <a:schemeClr val="dk1"/>
                </a:solidFill>
                <a:latin typeface="Questrial"/>
                <a:ea typeface="Questrial"/>
                <a:cs typeface="Questrial"/>
                <a:sym typeface="Questrial"/>
              </a:rPr>
              <a:t>50%</a:t>
            </a:r>
            <a:endParaRPr sz="2100" b="1">
              <a:solidFill>
                <a:schemeClr val="dk1"/>
              </a:solidFill>
              <a:latin typeface="Questrial"/>
              <a:ea typeface="Questrial"/>
              <a:cs typeface="Questrial"/>
              <a:sym typeface="Questrial"/>
            </a:endParaRPr>
          </a:p>
        </p:txBody>
      </p:sp>
      <p:sp>
        <p:nvSpPr>
          <p:cNvPr id="759" name="Google Shape;759;p62"/>
          <p:cNvSpPr/>
          <p:nvPr/>
        </p:nvSpPr>
        <p:spPr>
          <a:xfrm>
            <a:off x="1602725" y="1440528"/>
            <a:ext cx="141600" cy="141600"/>
          </a:xfrm>
          <a:prstGeom prst="ellipse">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Albert Sans"/>
              <a:ea typeface="Albert Sans"/>
              <a:cs typeface="Albert Sans"/>
              <a:sym typeface="Albert Sans"/>
            </a:endParaRPr>
          </a:p>
        </p:txBody>
      </p:sp>
      <p:sp>
        <p:nvSpPr>
          <p:cNvPr id="760" name="Google Shape;760;p62"/>
          <p:cNvSpPr/>
          <p:nvPr/>
        </p:nvSpPr>
        <p:spPr>
          <a:xfrm>
            <a:off x="1602725" y="2559522"/>
            <a:ext cx="141600" cy="141600"/>
          </a:xfrm>
          <a:prstGeom prst="ellipse">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Albert Sans"/>
              <a:ea typeface="Albert Sans"/>
              <a:cs typeface="Albert Sans"/>
              <a:sym typeface="Albert Sans"/>
            </a:endParaRPr>
          </a:p>
        </p:txBody>
      </p:sp>
      <p:sp>
        <p:nvSpPr>
          <p:cNvPr id="761" name="Google Shape;761;p62"/>
          <p:cNvSpPr/>
          <p:nvPr/>
        </p:nvSpPr>
        <p:spPr>
          <a:xfrm>
            <a:off x="1602725" y="3689413"/>
            <a:ext cx="141600" cy="141600"/>
          </a:xfrm>
          <a:prstGeom prst="ellipse">
            <a:avLst/>
          </a:pr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Albert Sans"/>
              <a:ea typeface="Albert Sans"/>
              <a:cs typeface="Albert Sans"/>
              <a:sym typeface="Albert Sans"/>
            </a:endParaRPr>
          </a:p>
        </p:txBody>
      </p:sp>
      <p:pic>
        <p:nvPicPr>
          <p:cNvPr id="762" name="Google Shape;762;p62" title="Gráfico">
            <a:hlinkClick r:id="rId4"/>
          </p:cNvPr>
          <p:cNvPicPr preferRelativeResize="0"/>
          <p:nvPr/>
        </p:nvPicPr>
        <p:blipFill>
          <a:blip r:embed="rId5">
            <a:alphaModFix/>
          </a:blip>
          <a:stretch>
            <a:fillRect/>
          </a:stretch>
        </p:blipFill>
        <p:spPr>
          <a:xfrm>
            <a:off x="3920941" y="1270788"/>
            <a:ext cx="4522923" cy="2796674"/>
          </a:xfrm>
          <a:prstGeom prst="rect">
            <a:avLst/>
          </a:prstGeom>
          <a:noFill/>
          <a:ln>
            <a:noFill/>
          </a:ln>
        </p:spPr>
      </p:pic>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766"/>
        <p:cNvGrpSpPr/>
        <p:nvPr/>
      </p:nvGrpSpPr>
      <p:grpSpPr>
        <a:xfrm>
          <a:off x="0" y="0"/>
          <a:ext cx="0" cy="0"/>
          <a:chOff x="0" y="0"/>
          <a:chExt cx="0" cy="0"/>
        </a:xfrm>
      </p:grpSpPr>
      <p:sp>
        <p:nvSpPr>
          <p:cNvPr id="767" name="Google Shape;767;p63"/>
          <p:cNvSpPr txBox="1">
            <a:spLocks noGrp="1"/>
          </p:cNvSpPr>
          <p:nvPr>
            <p:ph type="subTitle" idx="3"/>
          </p:nvPr>
        </p:nvSpPr>
        <p:spPr>
          <a:xfrm>
            <a:off x="5213675" y="3293725"/>
            <a:ext cx="2505600" cy="48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Kaliyah Harris</a:t>
            </a:r>
            <a:endParaRPr/>
          </a:p>
        </p:txBody>
      </p:sp>
      <p:sp>
        <p:nvSpPr>
          <p:cNvPr id="768" name="Google Shape;768;p63"/>
          <p:cNvSpPr txBox="1">
            <a:spLocks noGrp="1"/>
          </p:cNvSpPr>
          <p:nvPr>
            <p:ph type="subTitle" idx="4"/>
          </p:nvPr>
        </p:nvSpPr>
        <p:spPr>
          <a:xfrm>
            <a:off x="1424725" y="3293725"/>
            <a:ext cx="2505600" cy="48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Sofia Hill</a:t>
            </a:r>
            <a:endParaRPr/>
          </a:p>
        </p:txBody>
      </p:sp>
      <p:pic>
        <p:nvPicPr>
          <p:cNvPr id="769" name="Google Shape;769;p63"/>
          <p:cNvPicPr preferRelativeResize="0"/>
          <p:nvPr/>
        </p:nvPicPr>
        <p:blipFill rotWithShape="1">
          <a:blip r:embed="rId3">
            <a:alphaModFix/>
          </a:blip>
          <a:srcRect l="35009" t="6938" r="9108" b="14832"/>
          <a:stretch/>
        </p:blipFill>
        <p:spPr>
          <a:xfrm>
            <a:off x="5235459" y="1375650"/>
            <a:ext cx="1608000" cy="1608000"/>
          </a:xfrm>
          <a:prstGeom prst="ellipse">
            <a:avLst/>
          </a:prstGeom>
          <a:noFill/>
          <a:ln>
            <a:noFill/>
          </a:ln>
        </p:spPr>
      </p:pic>
      <p:pic>
        <p:nvPicPr>
          <p:cNvPr id="770" name="Google Shape;770;p63"/>
          <p:cNvPicPr preferRelativeResize="0"/>
          <p:nvPr/>
        </p:nvPicPr>
        <p:blipFill rotWithShape="1">
          <a:blip r:embed="rId4">
            <a:alphaModFix/>
          </a:blip>
          <a:srcRect l="3816" t="11497" r="15661" b="30984"/>
          <a:stretch/>
        </p:blipFill>
        <p:spPr>
          <a:xfrm>
            <a:off x="1446509" y="1375600"/>
            <a:ext cx="1608000" cy="1608000"/>
          </a:xfrm>
          <a:prstGeom prst="ellipse">
            <a:avLst/>
          </a:prstGeom>
          <a:noFill/>
          <a:ln>
            <a:noFill/>
          </a:ln>
        </p:spPr>
      </p:pic>
      <p:sp>
        <p:nvSpPr>
          <p:cNvPr id="771" name="Google Shape;771;p6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Our team</a:t>
            </a:r>
            <a:endParaRPr/>
          </a:p>
        </p:txBody>
      </p:sp>
      <p:sp>
        <p:nvSpPr>
          <p:cNvPr id="772" name="Google Shape;772;p63"/>
          <p:cNvSpPr txBox="1">
            <a:spLocks noGrp="1"/>
          </p:cNvSpPr>
          <p:nvPr>
            <p:ph type="subTitle" idx="1"/>
          </p:nvPr>
        </p:nvSpPr>
        <p:spPr>
          <a:xfrm>
            <a:off x="5213675" y="3658731"/>
            <a:ext cx="25056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speak a bit about this person here</a:t>
            </a:r>
            <a:endParaRPr/>
          </a:p>
        </p:txBody>
      </p:sp>
      <p:sp>
        <p:nvSpPr>
          <p:cNvPr id="773" name="Google Shape;773;p63"/>
          <p:cNvSpPr txBox="1">
            <a:spLocks noGrp="1"/>
          </p:cNvSpPr>
          <p:nvPr>
            <p:ph type="subTitle" idx="2"/>
          </p:nvPr>
        </p:nvSpPr>
        <p:spPr>
          <a:xfrm>
            <a:off x="1424725" y="3658731"/>
            <a:ext cx="25056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speak a bit about this person here</a:t>
            </a:r>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777"/>
        <p:cNvGrpSpPr/>
        <p:nvPr/>
      </p:nvGrpSpPr>
      <p:grpSpPr>
        <a:xfrm>
          <a:off x="0" y="0"/>
          <a:ext cx="0" cy="0"/>
          <a:chOff x="0" y="0"/>
          <a:chExt cx="0" cy="0"/>
        </a:xfrm>
      </p:grpSpPr>
      <p:sp>
        <p:nvSpPr>
          <p:cNvPr id="778" name="Google Shape;778;p6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Data collection</a:t>
            </a:r>
            <a:endParaRPr/>
          </a:p>
        </p:txBody>
      </p:sp>
      <p:sp>
        <p:nvSpPr>
          <p:cNvPr id="779" name="Google Shape;779;p64"/>
          <p:cNvSpPr txBox="1"/>
          <p:nvPr/>
        </p:nvSpPr>
        <p:spPr>
          <a:xfrm>
            <a:off x="5296050" y="1765400"/>
            <a:ext cx="1044900" cy="2898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200">
                <a:solidFill>
                  <a:schemeClr val="dk1"/>
                </a:solidFill>
                <a:latin typeface="Figtree"/>
                <a:ea typeface="Figtree"/>
                <a:cs typeface="Figtree"/>
                <a:sym typeface="Figtree"/>
              </a:rPr>
              <a:t>Yes</a:t>
            </a:r>
            <a:endParaRPr sz="1200">
              <a:solidFill>
                <a:schemeClr val="dk1"/>
              </a:solidFill>
              <a:latin typeface="Figtree"/>
              <a:ea typeface="Figtree"/>
              <a:cs typeface="Figtree"/>
              <a:sym typeface="Figtree"/>
            </a:endParaRPr>
          </a:p>
        </p:txBody>
      </p:sp>
      <p:sp>
        <p:nvSpPr>
          <p:cNvPr id="780" name="Google Shape;780;p64"/>
          <p:cNvSpPr txBox="1"/>
          <p:nvPr/>
        </p:nvSpPr>
        <p:spPr>
          <a:xfrm>
            <a:off x="6340951" y="1765400"/>
            <a:ext cx="1044900" cy="2898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200">
                <a:solidFill>
                  <a:schemeClr val="dk1"/>
                </a:solidFill>
                <a:latin typeface="Figtree"/>
                <a:ea typeface="Figtree"/>
                <a:cs typeface="Figtree"/>
                <a:sym typeface="Figtree"/>
              </a:rPr>
              <a:t>No</a:t>
            </a:r>
            <a:endParaRPr sz="1200">
              <a:solidFill>
                <a:schemeClr val="dk1"/>
              </a:solidFill>
              <a:latin typeface="Figtree"/>
              <a:ea typeface="Figtree"/>
              <a:cs typeface="Figtree"/>
              <a:sym typeface="Figtree"/>
            </a:endParaRPr>
          </a:p>
        </p:txBody>
      </p:sp>
      <p:sp>
        <p:nvSpPr>
          <p:cNvPr id="781" name="Google Shape;781;p64"/>
          <p:cNvSpPr txBox="1"/>
          <p:nvPr/>
        </p:nvSpPr>
        <p:spPr>
          <a:xfrm>
            <a:off x="7385853" y="1765400"/>
            <a:ext cx="1044900" cy="2898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200">
                <a:solidFill>
                  <a:schemeClr val="dk1"/>
                </a:solidFill>
                <a:latin typeface="Figtree"/>
                <a:ea typeface="Figtree"/>
                <a:cs typeface="Figtree"/>
                <a:sym typeface="Figtree"/>
              </a:rPr>
              <a:t>Not sure</a:t>
            </a:r>
            <a:endParaRPr sz="1200">
              <a:solidFill>
                <a:schemeClr val="dk1"/>
              </a:solidFill>
              <a:latin typeface="Figtree"/>
              <a:ea typeface="Figtree"/>
              <a:cs typeface="Figtree"/>
              <a:sym typeface="Figtree"/>
            </a:endParaRPr>
          </a:p>
        </p:txBody>
      </p:sp>
      <p:sp>
        <p:nvSpPr>
          <p:cNvPr id="782" name="Google Shape;782;p64"/>
          <p:cNvSpPr/>
          <p:nvPr/>
        </p:nvSpPr>
        <p:spPr>
          <a:xfrm>
            <a:off x="5749938" y="1582538"/>
            <a:ext cx="137100" cy="137100"/>
          </a:xfrm>
          <a:prstGeom prst="ellipse">
            <a:avLst/>
          </a:pr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Albert Sans"/>
              <a:ea typeface="Albert Sans"/>
              <a:cs typeface="Albert Sans"/>
              <a:sym typeface="Albert Sans"/>
            </a:endParaRPr>
          </a:p>
        </p:txBody>
      </p:sp>
      <p:sp>
        <p:nvSpPr>
          <p:cNvPr id="783" name="Google Shape;783;p64"/>
          <p:cNvSpPr/>
          <p:nvPr/>
        </p:nvSpPr>
        <p:spPr>
          <a:xfrm>
            <a:off x="6794852" y="1582550"/>
            <a:ext cx="137100" cy="137100"/>
          </a:xfrm>
          <a:prstGeom prst="ellipse">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Albert Sans"/>
              <a:ea typeface="Albert Sans"/>
              <a:cs typeface="Albert Sans"/>
              <a:sym typeface="Albert Sans"/>
            </a:endParaRPr>
          </a:p>
        </p:txBody>
      </p:sp>
      <p:sp>
        <p:nvSpPr>
          <p:cNvPr id="784" name="Google Shape;784;p64"/>
          <p:cNvSpPr/>
          <p:nvPr/>
        </p:nvSpPr>
        <p:spPr>
          <a:xfrm>
            <a:off x="7839753" y="1582550"/>
            <a:ext cx="137100" cy="137100"/>
          </a:xfrm>
          <a:prstGeom prst="ellipse">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Albert Sans"/>
              <a:ea typeface="Albert Sans"/>
              <a:cs typeface="Albert Sans"/>
              <a:sym typeface="Albert Sans"/>
            </a:endParaRPr>
          </a:p>
        </p:txBody>
      </p:sp>
      <p:cxnSp>
        <p:nvCxnSpPr>
          <p:cNvPr id="785" name="Google Shape;785;p64"/>
          <p:cNvCxnSpPr>
            <a:stCxn id="782" idx="6"/>
            <a:endCxn id="783" idx="2"/>
          </p:cNvCxnSpPr>
          <p:nvPr/>
        </p:nvCxnSpPr>
        <p:spPr>
          <a:xfrm>
            <a:off x="5887038" y="1651088"/>
            <a:ext cx="907800" cy="0"/>
          </a:xfrm>
          <a:prstGeom prst="straightConnector1">
            <a:avLst/>
          </a:prstGeom>
          <a:noFill/>
          <a:ln w="9525" cap="flat" cmpd="sng">
            <a:solidFill>
              <a:schemeClr val="dk1"/>
            </a:solidFill>
            <a:prstDash val="solid"/>
            <a:round/>
            <a:headEnd type="none" w="med" len="med"/>
            <a:tailEnd type="none" w="med" len="med"/>
          </a:ln>
        </p:spPr>
      </p:cxnSp>
      <p:cxnSp>
        <p:nvCxnSpPr>
          <p:cNvPr id="786" name="Google Shape;786;p64"/>
          <p:cNvCxnSpPr>
            <a:stCxn id="783" idx="6"/>
            <a:endCxn id="784" idx="2"/>
          </p:cNvCxnSpPr>
          <p:nvPr/>
        </p:nvCxnSpPr>
        <p:spPr>
          <a:xfrm>
            <a:off x="6931952" y="1651100"/>
            <a:ext cx="907800" cy="0"/>
          </a:xfrm>
          <a:prstGeom prst="straightConnector1">
            <a:avLst/>
          </a:prstGeom>
          <a:noFill/>
          <a:ln w="9525" cap="flat" cmpd="sng">
            <a:solidFill>
              <a:schemeClr val="dk1"/>
            </a:solidFill>
            <a:prstDash val="solid"/>
            <a:round/>
            <a:headEnd type="none" w="med" len="med"/>
            <a:tailEnd type="none" w="med" len="med"/>
          </a:ln>
        </p:spPr>
      </p:cxnSp>
      <p:sp>
        <p:nvSpPr>
          <p:cNvPr id="787" name="Google Shape;787;p64"/>
          <p:cNvSpPr txBox="1"/>
          <p:nvPr/>
        </p:nvSpPr>
        <p:spPr>
          <a:xfrm>
            <a:off x="1155100" y="1536800"/>
            <a:ext cx="4140900" cy="6702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Figtree"/>
                <a:ea typeface="Figtree"/>
                <a:cs typeface="Figtree"/>
                <a:sym typeface="Figtree"/>
              </a:rPr>
              <a:t>Do you think your institution provides sufficient resources and training related to [topic]?</a:t>
            </a:r>
            <a:endParaRPr>
              <a:solidFill>
                <a:schemeClr val="dk1"/>
              </a:solidFill>
              <a:latin typeface="Figtree"/>
              <a:ea typeface="Figtree"/>
              <a:cs typeface="Figtree"/>
              <a:sym typeface="Figtree"/>
            </a:endParaRPr>
          </a:p>
        </p:txBody>
      </p:sp>
      <p:sp>
        <p:nvSpPr>
          <p:cNvPr id="788" name="Google Shape;788;p64"/>
          <p:cNvSpPr txBox="1"/>
          <p:nvPr/>
        </p:nvSpPr>
        <p:spPr>
          <a:xfrm>
            <a:off x="5296050" y="2568100"/>
            <a:ext cx="1044900" cy="2898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200">
                <a:solidFill>
                  <a:schemeClr val="dk1"/>
                </a:solidFill>
                <a:latin typeface="Figtree"/>
                <a:ea typeface="Figtree"/>
                <a:cs typeface="Figtree"/>
                <a:sym typeface="Figtree"/>
              </a:rPr>
              <a:t>Yes</a:t>
            </a:r>
            <a:endParaRPr sz="1200">
              <a:solidFill>
                <a:schemeClr val="dk1"/>
              </a:solidFill>
              <a:latin typeface="Figtree"/>
              <a:ea typeface="Figtree"/>
              <a:cs typeface="Figtree"/>
              <a:sym typeface="Figtree"/>
            </a:endParaRPr>
          </a:p>
        </p:txBody>
      </p:sp>
      <p:sp>
        <p:nvSpPr>
          <p:cNvPr id="789" name="Google Shape;789;p64"/>
          <p:cNvSpPr txBox="1"/>
          <p:nvPr/>
        </p:nvSpPr>
        <p:spPr>
          <a:xfrm>
            <a:off x="6340952" y="2568100"/>
            <a:ext cx="1044900" cy="2898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200">
                <a:solidFill>
                  <a:schemeClr val="dk1"/>
                </a:solidFill>
                <a:latin typeface="Figtree"/>
                <a:ea typeface="Figtree"/>
                <a:cs typeface="Figtree"/>
                <a:sym typeface="Figtree"/>
              </a:rPr>
              <a:t>No</a:t>
            </a:r>
            <a:endParaRPr sz="1200">
              <a:solidFill>
                <a:schemeClr val="dk1"/>
              </a:solidFill>
              <a:latin typeface="Figtree"/>
              <a:ea typeface="Figtree"/>
              <a:cs typeface="Figtree"/>
              <a:sym typeface="Figtree"/>
            </a:endParaRPr>
          </a:p>
        </p:txBody>
      </p:sp>
      <p:sp>
        <p:nvSpPr>
          <p:cNvPr id="790" name="Google Shape;790;p64"/>
          <p:cNvSpPr/>
          <p:nvPr/>
        </p:nvSpPr>
        <p:spPr>
          <a:xfrm>
            <a:off x="5749950" y="2385242"/>
            <a:ext cx="137100" cy="137100"/>
          </a:xfrm>
          <a:prstGeom prst="ellipse">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Albert Sans"/>
              <a:ea typeface="Albert Sans"/>
              <a:cs typeface="Albert Sans"/>
              <a:sym typeface="Albert Sans"/>
            </a:endParaRPr>
          </a:p>
        </p:txBody>
      </p:sp>
      <p:sp>
        <p:nvSpPr>
          <p:cNvPr id="791" name="Google Shape;791;p64"/>
          <p:cNvSpPr/>
          <p:nvPr/>
        </p:nvSpPr>
        <p:spPr>
          <a:xfrm>
            <a:off x="6794851" y="2385250"/>
            <a:ext cx="137100" cy="137100"/>
          </a:xfrm>
          <a:prstGeom prst="ellipse">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Albert Sans"/>
              <a:ea typeface="Albert Sans"/>
              <a:cs typeface="Albert Sans"/>
              <a:sym typeface="Albert Sans"/>
            </a:endParaRPr>
          </a:p>
        </p:txBody>
      </p:sp>
      <p:cxnSp>
        <p:nvCxnSpPr>
          <p:cNvPr id="792" name="Google Shape;792;p64"/>
          <p:cNvCxnSpPr>
            <a:stCxn id="790" idx="6"/>
            <a:endCxn id="791" idx="2"/>
          </p:cNvCxnSpPr>
          <p:nvPr/>
        </p:nvCxnSpPr>
        <p:spPr>
          <a:xfrm>
            <a:off x="5887050" y="2453792"/>
            <a:ext cx="907800" cy="0"/>
          </a:xfrm>
          <a:prstGeom prst="straightConnector1">
            <a:avLst/>
          </a:prstGeom>
          <a:noFill/>
          <a:ln w="9525" cap="flat" cmpd="sng">
            <a:solidFill>
              <a:schemeClr val="dk1"/>
            </a:solidFill>
            <a:prstDash val="solid"/>
            <a:round/>
            <a:headEnd type="none" w="med" len="med"/>
            <a:tailEnd type="none" w="med" len="med"/>
          </a:ln>
        </p:spPr>
      </p:cxnSp>
      <p:sp>
        <p:nvSpPr>
          <p:cNvPr id="793" name="Google Shape;793;p64"/>
          <p:cNvSpPr txBox="1"/>
          <p:nvPr/>
        </p:nvSpPr>
        <p:spPr>
          <a:xfrm>
            <a:off x="1155100" y="2339500"/>
            <a:ext cx="4140900" cy="6702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Figtree"/>
                <a:ea typeface="Figtree"/>
                <a:cs typeface="Figtree"/>
                <a:sym typeface="Figtree"/>
              </a:rPr>
              <a:t>Have you had direct experience with [topic] in your role as an educator/administrator?</a:t>
            </a:r>
            <a:endParaRPr>
              <a:solidFill>
                <a:schemeClr val="dk1"/>
              </a:solidFill>
              <a:latin typeface="Figtree"/>
              <a:ea typeface="Figtree"/>
              <a:cs typeface="Figtree"/>
              <a:sym typeface="Figtree"/>
            </a:endParaRPr>
          </a:p>
        </p:txBody>
      </p:sp>
      <p:sp>
        <p:nvSpPr>
          <p:cNvPr id="794" name="Google Shape;794;p64"/>
          <p:cNvSpPr txBox="1"/>
          <p:nvPr/>
        </p:nvSpPr>
        <p:spPr>
          <a:xfrm>
            <a:off x="5296050" y="3370800"/>
            <a:ext cx="1044900" cy="2898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200">
                <a:solidFill>
                  <a:schemeClr val="dk1"/>
                </a:solidFill>
                <a:latin typeface="Figtree"/>
                <a:ea typeface="Figtree"/>
                <a:cs typeface="Figtree"/>
                <a:sym typeface="Figtree"/>
              </a:rPr>
              <a:t>Ineffective</a:t>
            </a:r>
            <a:endParaRPr sz="1200">
              <a:solidFill>
                <a:schemeClr val="dk1"/>
              </a:solidFill>
              <a:latin typeface="Figtree"/>
              <a:ea typeface="Figtree"/>
              <a:cs typeface="Figtree"/>
              <a:sym typeface="Figtree"/>
            </a:endParaRPr>
          </a:p>
        </p:txBody>
      </p:sp>
      <p:sp>
        <p:nvSpPr>
          <p:cNvPr id="795" name="Google Shape;795;p64"/>
          <p:cNvSpPr txBox="1"/>
          <p:nvPr/>
        </p:nvSpPr>
        <p:spPr>
          <a:xfrm>
            <a:off x="6340951" y="3370800"/>
            <a:ext cx="1044900" cy="2898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200">
                <a:solidFill>
                  <a:schemeClr val="dk1"/>
                </a:solidFill>
                <a:latin typeface="Figtree"/>
                <a:ea typeface="Figtree"/>
                <a:cs typeface="Figtree"/>
                <a:sym typeface="Figtree"/>
              </a:rPr>
              <a:t>Neutral</a:t>
            </a:r>
            <a:endParaRPr sz="1200">
              <a:solidFill>
                <a:schemeClr val="dk1"/>
              </a:solidFill>
              <a:latin typeface="Figtree"/>
              <a:ea typeface="Figtree"/>
              <a:cs typeface="Figtree"/>
              <a:sym typeface="Figtree"/>
            </a:endParaRPr>
          </a:p>
        </p:txBody>
      </p:sp>
      <p:sp>
        <p:nvSpPr>
          <p:cNvPr id="796" name="Google Shape;796;p64"/>
          <p:cNvSpPr txBox="1"/>
          <p:nvPr/>
        </p:nvSpPr>
        <p:spPr>
          <a:xfrm>
            <a:off x="7385853" y="3370800"/>
            <a:ext cx="1044900" cy="2898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200">
                <a:solidFill>
                  <a:schemeClr val="dk1"/>
                </a:solidFill>
                <a:latin typeface="Figtree"/>
                <a:ea typeface="Figtree"/>
                <a:cs typeface="Figtree"/>
                <a:sym typeface="Figtree"/>
              </a:rPr>
              <a:t>Effective</a:t>
            </a:r>
            <a:endParaRPr sz="1200">
              <a:solidFill>
                <a:schemeClr val="dk1"/>
              </a:solidFill>
              <a:latin typeface="Figtree"/>
              <a:ea typeface="Figtree"/>
              <a:cs typeface="Figtree"/>
              <a:sym typeface="Figtree"/>
            </a:endParaRPr>
          </a:p>
        </p:txBody>
      </p:sp>
      <p:sp>
        <p:nvSpPr>
          <p:cNvPr id="797" name="Google Shape;797;p64"/>
          <p:cNvSpPr/>
          <p:nvPr/>
        </p:nvSpPr>
        <p:spPr>
          <a:xfrm>
            <a:off x="5749950" y="3187946"/>
            <a:ext cx="137100" cy="137100"/>
          </a:xfrm>
          <a:prstGeom prst="ellipse">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Albert Sans"/>
              <a:ea typeface="Albert Sans"/>
              <a:cs typeface="Albert Sans"/>
              <a:sym typeface="Albert Sans"/>
            </a:endParaRPr>
          </a:p>
        </p:txBody>
      </p:sp>
      <p:sp>
        <p:nvSpPr>
          <p:cNvPr id="798" name="Google Shape;798;p64"/>
          <p:cNvSpPr/>
          <p:nvPr/>
        </p:nvSpPr>
        <p:spPr>
          <a:xfrm>
            <a:off x="6794851" y="3187950"/>
            <a:ext cx="137100" cy="137100"/>
          </a:xfrm>
          <a:prstGeom prst="ellipse">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Albert Sans"/>
              <a:ea typeface="Albert Sans"/>
              <a:cs typeface="Albert Sans"/>
              <a:sym typeface="Albert Sans"/>
            </a:endParaRPr>
          </a:p>
        </p:txBody>
      </p:sp>
      <p:sp>
        <p:nvSpPr>
          <p:cNvPr id="799" name="Google Shape;799;p64"/>
          <p:cNvSpPr/>
          <p:nvPr/>
        </p:nvSpPr>
        <p:spPr>
          <a:xfrm>
            <a:off x="7839753" y="3187950"/>
            <a:ext cx="137100" cy="137100"/>
          </a:xfrm>
          <a:prstGeom prst="ellipse">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Albert Sans"/>
              <a:ea typeface="Albert Sans"/>
              <a:cs typeface="Albert Sans"/>
              <a:sym typeface="Albert Sans"/>
            </a:endParaRPr>
          </a:p>
        </p:txBody>
      </p:sp>
      <p:cxnSp>
        <p:nvCxnSpPr>
          <p:cNvPr id="800" name="Google Shape;800;p64"/>
          <p:cNvCxnSpPr>
            <a:stCxn id="797" idx="6"/>
            <a:endCxn id="798" idx="2"/>
          </p:cNvCxnSpPr>
          <p:nvPr/>
        </p:nvCxnSpPr>
        <p:spPr>
          <a:xfrm>
            <a:off x="5887050" y="3256496"/>
            <a:ext cx="907800" cy="0"/>
          </a:xfrm>
          <a:prstGeom prst="straightConnector1">
            <a:avLst/>
          </a:prstGeom>
          <a:noFill/>
          <a:ln w="9525" cap="flat" cmpd="sng">
            <a:solidFill>
              <a:schemeClr val="dk1"/>
            </a:solidFill>
            <a:prstDash val="solid"/>
            <a:round/>
            <a:headEnd type="none" w="med" len="med"/>
            <a:tailEnd type="none" w="med" len="med"/>
          </a:ln>
        </p:spPr>
      </p:cxnSp>
      <p:cxnSp>
        <p:nvCxnSpPr>
          <p:cNvPr id="801" name="Google Shape;801;p64"/>
          <p:cNvCxnSpPr>
            <a:stCxn id="798" idx="6"/>
            <a:endCxn id="799" idx="2"/>
          </p:cNvCxnSpPr>
          <p:nvPr/>
        </p:nvCxnSpPr>
        <p:spPr>
          <a:xfrm>
            <a:off x="6931951" y="3256500"/>
            <a:ext cx="907800" cy="0"/>
          </a:xfrm>
          <a:prstGeom prst="straightConnector1">
            <a:avLst/>
          </a:prstGeom>
          <a:noFill/>
          <a:ln w="9525" cap="flat" cmpd="sng">
            <a:solidFill>
              <a:schemeClr val="dk1"/>
            </a:solidFill>
            <a:prstDash val="solid"/>
            <a:round/>
            <a:headEnd type="none" w="med" len="med"/>
            <a:tailEnd type="none" w="med" len="med"/>
          </a:ln>
        </p:spPr>
      </p:cxnSp>
      <p:sp>
        <p:nvSpPr>
          <p:cNvPr id="802" name="Google Shape;802;p64"/>
          <p:cNvSpPr txBox="1"/>
          <p:nvPr/>
        </p:nvSpPr>
        <p:spPr>
          <a:xfrm>
            <a:off x="1155100" y="3142200"/>
            <a:ext cx="4140900" cy="6702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Figtree"/>
                <a:ea typeface="Figtree"/>
                <a:cs typeface="Figtree"/>
                <a:sym typeface="Figtree"/>
              </a:rPr>
              <a:t>How important do you consider [topic] in the educational context?</a:t>
            </a:r>
            <a:endParaRPr>
              <a:solidFill>
                <a:schemeClr val="dk1"/>
              </a:solidFill>
              <a:latin typeface="Figtree"/>
              <a:ea typeface="Figtree"/>
              <a:cs typeface="Figtree"/>
              <a:sym typeface="Figtree"/>
            </a:endParaRPr>
          </a:p>
        </p:txBody>
      </p:sp>
      <p:sp>
        <p:nvSpPr>
          <p:cNvPr id="803" name="Google Shape;803;p64"/>
          <p:cNvSpPr txBox="1"/>
          <p:nvPr/>
        </p:nvSpPr>
        <p:spPr>
          <a:xfrm>
            <a:off x="5296050" y="4173500"/>
            <a:ext cx="1044900" cy="2898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200">
                <a:solidFill>
                  <a:schemeClr val="dk1"/>
                </a:solidFill>
                <a:latin typeface="Figtree"/>
                <a:ea typeface="Figtree"/>
                <a:cs typeface="Figtree"/>
                <a:sym typeface="Figtree"/>
              </a:rPr>
              <a:t>Yes</a:t>
            </a:r>
            <a:endParaRPr sz="1200">
              <a:solidFill>
                <a:schemeClr val="dk1"/>
              </a:solidFill>
              <a:latin typeface="Figtree"/>
              <a:ea typeface="Figtree"/>
              <a:cs typeface="Figtree"/>
              <a:sym typeface="Figtree"/>
            </a:endParaRPr>
          </a:p>
        </p:txBody>
      </p:sp>
      <p:sp>
        <p:nvSpPr>
          <p:cNvPr id="804" name="Google Shape;804;p64"/>
          <p:cNvSpPr txBox="1"/>
          <p:nvPr/>
        </p:nvSpPr>
        <p:spPr>
          <a:xfrm>
            <a:off x="6340952" y="4173500"/>
            <a:ext cx="1044900" cy="2898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200">
                <a:solidFill>
                  <a:schemeClr val="dk1"/>
                </a:solidFill>
                <a:latin typeface="Figtree"/>
                <a:ea typeface="Figtree"/>
                <a:cs typeface="Figtree"/>
                <a:sym typeface="Figtree"/>
              </a:rPr>
              <a:t>No</a:t>
            </a:r>
            <a:endParaRPr sz="1200">
              <a:solidFill>
                <a:schemeClr val="dk1"/>
              </a:solidFill>
              <a:latin typeface="Figtree"/>
              <a:ea typeface="Figtree"/>
              <a:cs typeface="Figtree"/>
              <a:sym typeface="Figtree"/>
            </a:endParaRPr>
          </a:p>
        </p:txBody>
      </p:sp>
      <p:sp>
        <p:nvSpPr>
          <p:cNvPr id="805" name="Google Shape;805;p64"/>
          <p:cNvSpPr/>
          <p:nvPr/>
        </p:nvSpPr>
        <p:spPr>
          <a:xfrm>
            <a:off x="5749950" y="3990650"/>
            <a:ext cx="137100" cy="137100"/>
          </a:xfrm>
          <a:prstGeom prst="ellipse">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Albert Sans"/>
              <a:ea typeface="Albert Sans"/>
              <a:cs typeface="Albert Sans"/>
              <a:sym typeface="Albert Sans"/>
            </a:endParaRPr>
          </a:p>
        </p:txBody>
      </p:sp>
      <p:sp>
        <p:nvSpPr>
          <p:cNvPr id="806" name="Google Shape;806;p64"/>
          <p:cNvSpPr/>
          <p:nvPr/>
        </p:nvSpPr>
        <p:spPr>
          <a:xfrm>
            <a:off x="6794851" y="3990650"/>
            <a:ext cx="137100" cy="137100"/>
          </a:xfrm>
          <a:prstGeom prst="ellipse">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Albert Sans"/>
              <a:ea typeface="Albert Sans"/>
              <a:cs typeface="Albert Sans"/>
              <a:sym typeface="Albert Sans"/>
            </a:endParaRPr>
          </a:p>
        </p:txBody>
      </p:sp>
      <p:cxnSp>
        <p:nvCxnSpPr>
          <p:cNvPr id="807" name="Google Shape;807;p64"/>
          <p:cNvCxnSpPr>
            <a:stCxn id="805" idx="6"/>
            <a:endCxn id="806" idx="2"/>
          </p:cNvCxnSpPr>
          <p:nvPr/>
        </p:nvCxnSpPr>
        <p:spPr>
          <a:xfrm>
            <a:off x="5887050" y="4059200"/>
            <a:ext cx="907800" cy="0"/>
          </a:xfrm>
          <a:prstGeom prst="straightConnector1">
            <a:avLst/>
          </a:prstGeom>
          <a:noFill/>
          <a:ln w="9525" cap="flat" cmpd="sng">
            <a:solidFill>
              <a:schemeClr val="dk1"/>
            </a:solidFill>
            <a:prstDash val="solid"/>
            <a:round/>
            <a:headEnd type="none" w="med" len="med"/>
            <a:tailEnd type="none" w="med" len="med"/>
          </a:ln>
        </p:spPr>
      </p:cxnSp>
      <p:sp>
        <p:nvSpPr>
          <p:cNvPr id="808" name="Google Shape;808;p64"/>
          <p:cNvSpPr txBox="1"/>
          <p:nvPr/>
        </p:nvSpPr>
        <p:spPr>
          <a:xfrm>
            <a:off x="1155100" y="3944900"/>
            <a:ext cx="4140900" cy="6702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Figtree"/>
                <a:ea typeface="Figtree"/>
                <a:cs typeface="Figtree"/>
                <a:sym typeface="Figtree"/>
              </a:rPr>
              <a:t>Do you agree to participate in this research survey on [topic] in the educational field?</a:t>
            </a:r>
            <a:endParaRPr>
              <a:solidFill>
                <a:schemeClr val="dk1"/>
              </a:solidFill>
              <a:latin typeface="Figtree"/>
              <a:ea typeface="Figtree"/>
              <a:cs typeface="Figtree"/>
              <a:sym typeface="Figtree"/>
            </a:endParaRPr>
          </a:p>
        </p:txBody>
      </p:sp>
      <p:sp>
        <p:nvSpPr>
          <p:cNvPr id="809" name="Google Shape;809;p64"/>
          <p:cNvSpPr txBox="1"/>
          <p:nvPr/>
        </p:nvSpPr>
        <p:spPr>
          <a:xfrm>
            <a:off x="720000" y="1536800"/>
            <a:ext cx="435900" cy="6702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b="1">
                <a:solidFill>
                  <a:schemeClr val="dk1"/>
                </a:solidFill>
                <a:latin typeface="Questrial"/>
                <a:ea typeface="Questrial"/>
                <a:cs typeface="Questrial"/>
                <a:sym typeface="Questrial"/>
              </a:rPr>
              <a:t>1.</a:t>
            </a:r>
            <a:endParaRPr b="1">
              <a:solidFill>
                <a:srgbClr val="273538"/>
              </a:solidFill>
              <a:latin typeface="Questrial"/>
              <a:ea typeface="Questrial"/>
              <a:cs typeface="Questrial"/>
              <a:sym typeface="Questrial"/>
            </a:endParaRPr>
          </a:p>
        </p:txBody>
      </p:sp>
      <p:sp>
        <p:nvSpPr>
          <p:cNvPr id="810" name="Google Shape;810;p64"/>
          <p:cNvSpPr txBox="1"/>
          <p:nvPr/>
        </p:nvSpPr>
        <p:spPr>
          <a:xfrm>
            <a:off x="720000" y="2339500"/>
            <a:ext cx="435900" cy="6702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b="1">
                <a:solidFill>
                  <a:schemeClr val="dk1"/>
                </a:solidFill>
                <a:latin typeface="Questrial"/>
                <a:ea typeface="Questrial"/>
                <a:cs typeface="Questrial"/>
                <a:sym typeface="Questrial"/>
              </a:rPr>
              <a:t>2.</a:t>
            </a:r>
            <a:endParaRPr b="1">
              <a:solidFill>
                <a:srgbClr val="273538"/>
              </a:solidFill>
              <a:latin typeface="Questrial"/>
              <a:ea typeface="Questrial"/>
              <a:cs typeface="Questrial"/>
              <a:sym typeface="Questrial"/>
            </a:endParaRPr>
          </a:p>
        </p:txBody>
      </p:sp>
      <p:sp>
        <p:nvSpPr>
          <p:cNvPr id="811" name="Google Shape;811;p64"/>
          <p:cNvSpPr txBox="1"/>
          <p:nvPr/>
        </p:nvSpPr>
        <p:spPr>
          <a:xfrm>
            <a:off x="720000" y="3142200"/>
            <a:ext cx="435900" cy="6702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b="1">
                <a:solidFill>
                  <a:schemeClr val="dk1"/>
                </a:solidFill>
                <a:latin typeface="Questrial"/>
                <a:ea typeface="Questrial"/>
                <a:cs typeface="Questrial"/>
                <a:sym typeface="Questrial"/>
              </a:rPr>
              <a:t>3.</a:t>
            </a:r>
            <a:endParaRPr b="1">
              <a:solidFill>
                <a:srgbClr val="273538"/>
              </a:solidFill>
              <a:latin typeface="Questrial"/>
              <a:ea typeface="Questrial"/>
              <a:cs typeface="Questrial"/>
              <a:sym typeface="Questrial"/>
            </a:endParaRPr>
          </a:p>
        </p:txBody>
      </p:sp>
      <p:sp>
        <p:nvSpPr>
          <p:cNvPr id="812" name="Google Shape;812;p64"/>
          <p:cNvSpPr txBox="1"/>
          <p:nvPr/>
        </p:nvSpPr>
        <p:spPr>
          <a:xfrm>
            <a:off x="720000" y="3944900"/>
            <a:ext cx="435900" cy="6702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b="1">
                <a:solidFill>
                  <a:schemeClr val="dk1"/>
                </a:solidFill>
                <a:latin typeface="Questrial"/>
                <a:ea typeface="Questrial"/>
                <a:cs typeface="Questrial"/>
                <a:sym typeface="Questrial"/>
              </a:rPr>
              <a:t>4.</a:t>
            </a:r>
            <a:endParaRPr b="1">
              <a:solidFill>
                <a:schemeClr val="dk1"/>
              </a:solidFill>
              <a:latin typeface="Questrial"/>
              <a:ea typeface="Questrial"/>
              <a:cs typeface="Questrial"/>
              <a:sym typeface="Questrial"/>
            </a:endParaRPr>
          </a:p>
        </p:txBody>
      </p:sp>
      <p:sp>
        <p:nvSpPr>
          <p:cNvPr id="813" name="Google Shape;813;p64"/>
          <p:cNvSpPr txBox="1"/>
          <p:nvPr/>
        </p:nvSpPr>
        <p:spPr>
          <a:xfrm>
            <a:off x="726700" y="1017725"/>
            <a:ext cx="7704000" cy="2898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Figtree"/>
                <a:ea typeface="Figtree"/>
                <a:cs typeface="Figtree"/>
                <a:sym typeface="Figtree"/>
              </a:rPr>
              <a:t>Data collection surveys in the educational field</a:t>
            </a:r>
            <a:endParaRPr>
              <a:solidFill>
                <a:schemeClr val="dk1"/>
              </a:solidFill>
              <a:latin typeface="Figtree"/>
              <a:ea typeface="Figtree"/>
              <a:cs typeface="Figtree"/>
              <a:sym typeface="Figtree"/>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817"/>
        <p:cNvGrpSpPr/>
        <p:nvPr/>
      </p:nvGrpSpPr>
      <p:grpSpPr>
        <a:xfrm>
          <a:off x="0" y="0"/>
          <a:ext cx="0" cy="0"/>
          <a:chOff x="0" y="0"/>
          <a:chExt cx="0" cy="0"/>
        </a:xfrm>
      </p:grpSpPr>
      <p:sp>
        <p:nvSpPr>
          <p:cNvPr id="818" name="Google Shape;818;p6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Research report</a:t>
            </a:r>
            <a:endParaRPr/>
          </a:p>
        </p:txBody>
      </p:sp>
      <p:sp>
        <p:nvSpPr>
          <p:cNvPr id="819" name="Google Shape;819;p65"/>
          <p:cNvSpPr txBox="1"/>
          <p:nvPr/>
        </p:nvSpPr>
        <p:spPr>
          <a:xfrm>
            <a:off x="720000" y="1467100"/>
            <a:ext cx="3933000" cy="17040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Figtree"/>
                <a:ea typeface="Figtree"/>
                <a:cs typeface="Figtree"/>
                <a:sym typeface="Figtree"/>
              </a:rPr>
              <a:t>This research report aimed to investigate </a:t>
            </a:r>
            <a:r>
              <a:rPr lang="en" b="1">
                <a:solidFill>
                  <a:schemeClr val="dk1"/>
                </a:solidFill>
                <a:latin typeface="Figtree"/>
                <a:ea typeface="Figtree"/>
                <a:cs typeface="Figtree"/>
                <a:sym typeface="Figtree"/>
              </a:rPr>
              <a:t>(research question or objective)</a:t>
            </a:r>
            <a:r>
              <a:rPr lang="en">
                <a:solidFill>
                  <a:schemeClr val="dk1"/>
                </a:solidFill>
                <a:latin typeface="Figtree"/>
                <a:ea typeface="Figtree"/>
                <a:cs typeface="Figtree"/>
                <a:sym typeface="Figtree"/>
              </a:rPr>
              <a:t> in the field of </a:t>
            </a:r>
            <a:r>
              <a:rPr lang="en" b="1">
                <a:solidFill>
                  <a:schemeClr val="dk1"/>
                </a:solidFill>
                <a:latin typeface="Figtree"/>
                <a:ea typeface="Figtree"/>
                <a:cs typeface="Figtree"/>
                <a:sym typeface="Figtree"/>
              </a:rPr>
              <a:t>(educational field or relevant subject)</a:t>
            </a:r>
            <a:r>
              <a:rPr lang="en">
                <a:solidFill>
                  <a:schemeClr val="dk1"/>
                </a:solidFill>
                <a:latin typeface="Figtree"/>
                <a:ea typeface="Figtree"/>
                <a:cs typeface="Figtree"/>
                <a:sym typeface="Figtree"/>
              </a:rPr>
              <a:t>. The study employed </a:t>
            </a:r>
            <a:r>
              <a:rPr lang="en" b="1">
                <a:solidFill>
                  <a:schemeClr val="dk1"/>
                </a:solidFill>
                <a:latin typeface="Figtree"/>
                <a:ea typeface="Figtree"/>
                <a:cs typeface="Figtree"/>
                <a:sym typeface="Figtree"/>
              </a:rPr>
              <a:t>(quantitative /qualitative /mixed methods)</a:t>
            </a:r>
            <a:r>
              <a:rPr lang="en">
                <a:solidFill>
                  <a:schemeClr val="dk1"/>
                </a:solidFill>
                <a:latin typeface="Figtree"/>
                <a:ea typeface="Figtree"/>
                <a:cs typeface="Figtree"/>
                <a:sym typeface="Figtree"/>
              </a:rPr>
              <a:t> research approach to gather and analyze data</a:t>
            </a:r>
            <a:endParaRPr>
              <a:solidFill>
                <a:schemeClr val="dk1"/>
              </a:solidFill>
              <a:latin typeface="Figtree"/>
              <a:ea typeface="Figtree"/>
              <a:cs typeface="Figtree"/>
              <a:sym typeface="Figtree"/>
            </a:endParaRPr>
          </a:p>
        </p:txBody>
      </p:sp>
      <p:graphicFrame>
        <p:nvGraphicFramePr>
          <p:cNvPr id="820" name="Google Shape;820;p65"/>
          <p:cNvGraphicFramePr/>
          <p:nvPr/>
        </p:nvGraphicFramePr>
        <p:xfrm>
          <a:off x="4831950" y="1467097"/>
          <a:ext cx="3000000" cy="3000000"/>
        </p:xfrm>
        <a:graphic>
          <a:graphicData uri="http://schemas.openxmlformats.org/drawingml/2006/table">
            <a:tbl>
              <a:tblPr>
                <a:noFill/>
                <a:tableStyleId>{6A9CC4E2-919E-47D1-8DDA-F73AE51FF960}</a:tableStyleId>
              </a:tblPr>
              <a:tblGrid>
                <a:gridCol w="3598825">
                  <a:extLst>
                    <a:ext uri="{9D8B030D-6E8A-4147-A177-3AD203B41FA5}">
                      <a16:colId xmlns:a16="http://schemas.microsoft.com/office/drawing/2014/main" val="20000"/>
                    </a:ext>
                  </a:extLst>
                </a:gridCol>
              </a:tblGrid>
              <a:tr h="522825">
                <a:tc>
                  <a:txBody>
                    <a:bodyPr/>
                    <a:lstStyle/>
                    <a:p>
                      <a:pPr marL="0" lvl="0" indent="0" algn="l" rtl="0">
                        <a:lnSpc>
                          <a:spcPct val="115000"/>
                        </a:lnSpc>
                        <a:spcBef>
                          <a:spcPts val="0"/>
                        </a:spcBef>
                        <a:spcAft>
                          <a:spcPts val="0"/>
                        </a:spcAft>
                        <a:buNone/>
                      </a:pPr>
                      <a:r>
                        <a:rPr lang="en" sz="1800">
                          <a:solidFill>
                            <a:schemeClr val="dk1"/>
                          </a:solidFill>
                          <a:latin typeface="Questrial"/>
                          <a:ea typeface="Questrial"/>
                          <a:cs typeface="Questrial"/>
                          <a:sym typeface="Questrial"/>
                        </a:rPr>
                        <a:t>Research question</a:t>
                      </a:r>
                      <a:endParaRPr sz="1800">
                        <a:solidFill>
                          <a:schemeClr val="dk1"/>
                        </a:solidFill>
                        <a:latin typeface="Questrial"/>
                        <a:ea typeface="Questrial"/>
                        <a:cs typeface="Questrial"/>
                        <a:sym typeface="Questrial"/>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0"/>
                  </a:ext>
                </a:extLst>
              </a:tr>
              <a:tr h="522825">
                <a:tc>
                  <a:txBody>
                    <a:bodyPr/>
                    <a:lstStyle/>
                    <a:p>
                      <a:pPr marL="0" lvl="0" indent="0" algn="l" rtl="0">
                        <a:lnSpc>
                          <a:spcPct val="115000"/>
                        </a:lnSpc>
                        <a:spcBef>
                          <a:spcPts val="0"/>
                        </a:spcBef>
                        <a:spcAft>
                          <a:spcPts val="0"/>
                        </a:spcAft>
                        <a:buNone/>
                      </a:pPr>
                      <a:r>
                        <a:rPr lang="en">
                          <a:solidFill>
                            <a:schemeClr val="dk1"/>
                          </a:solidFill>
                          <a:latin typeface="Figtree"/>
                          <a:ea typeface="Figtree"/>
                          <a:cs typeface="Figtree"/>
                          <a:sym typeface="Figtree"/>
                        </a:rPr>
                        <a:t>Indicate the research question</a:t>
                      </a:r>
                      <a:endParaRPr>
                        <a:solidFill>
                          <a:schemeClr val="dk1"/>
                        </a:solidFill>
                        <a:latin typeface="Figtree"/>
                        <a:ea typeface="Figtree"/>
                        <a:cs typeface="Figtree"/>
                        <a:sym typeface="Figtree"/>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522825">
                <a:tc>
                  <a:txBody>
                    <a:bodyPr/>
                    <a:lstStyle/>
                    <a:p>
                      <a:pPr marL="0" lvl="0" indent="0" algn="l" rtl="0">
                        <a:lnSpc>
                          <a:spcPct val="115000"/>
                        </a:lnSpc>
                        <a:spcBef>
                          <a:spcPts val="0"/>
                        </a:spcBef>
                        <a:spcAft>
                          <a:spcPts val="0"/>
                        </a:spcAft>
                        <a:buNone/>
                      </a:pPr>
                      <a:r>
                        <a:rPr lang="en" sz="1800">
                          <a:solidFill>
                            <a:schemeClr val="dk1"/>
                          </a:solidFill>
                          <a:latin typeface="Questrial"/>
                          <a:ea typeface="Questrial"/>
                          <a:cs typeface="Questrial"/>
                          <a:sym typeface="Questrial"/>
                        </a:rPr>
                        <a:t>Educational field or topic</a:t>
                      </a:r>
                      <a:endParaRPr sz="1800">
                        <a:solidFill>
                          <a:schemeClr val="dk1"/>
                        </a:solidFill>
                        <a:latin typeface="Questrial"/>
                        <a:ea typeface="Questrial"/>
                        <a:cs typeface="Questrial"/>
                        <a:sym typeface="Questrial"/>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extLst>
                  <a:ext uri="{0D108BD9-81ED-4DB2-BD59-A6C34878D82A}">
                    <a16:rowId xmlns:a16="http://schemas.microsoft.com/office/drawing/2014/main" val="10002"/>
                  </a:ext>
                </a:extLst>
              </a:tr>
              <a:tr h="522825">
                <a:tc>
                  <a:txBody>
                    <a:bodyPr/>
                    <a:lstStyle/>
                    <a:p>
                      <a:pPr marL="0" lvl="0" indent="0" algn="l" rtl="0">
                        <a:lnSpc>
                          <a:spcPct val="115000"/>
                        </a:lnSpc>
                        <a:spcBef>
                          <a:spcPts val="0"/>
                        </a:spcBef>
                        <a:spcAft>
                          <a:spcPts val="0"/>
                        </a:spcAft>
                        <a:buNone/>
                      </a:pPr>
                      <a:r>
                        <a:rPr lang="en">
                          <a:solidFill>
                            <a:schemeClr val="dk1"/>
                          </a:solidFill>
                          <a:latin typeface="Figtree"/>
                          <a:ea typeface="Figtree"/>
                          <a:cs typeface="Figtree"/>
                          <a:sym typeface="Figtree"/>
                        </a:rPr>
                        <a:t>Indicate the topic of the central research</a:t>
                      </a:r>
                      <a:endParaRPr>
                        <a:solidFill>
                          <a:schemeClr val="dk1"/>
                        </a:solidFill>
                        <a:latin typeface="Figtree"/>
                        <a:ea typeface="Figtree"/>
                        <a:cs typeface="Figtree"/>
                        <a:sym typeface="Figtree"/>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522825">
                <a:tc>
                  <a:txBody>
                    <a:bodyPr/>
                    <a:lstStyle/>
                    <a:p>
                      <a:pPr marL="0" lvl="0" indent="0" algn="l" rtl="0">
                        <a:lnSpc>
                          <a:spcPct val="115000"/>
                        </a:lnSpc>
                        <a:spcBef>
                          <a:spcPts val="0"/>
                        </a:spcBef>
                        <a:spcAft>
                          <a:spcPts val="0"/>
                        </a:spcAft>
                        <a:buNone/>
                      </a:pPr>
                      <a:r>
                        <a:rPr lang="en" sz="1800">
                          <a:solidFill>
                            <a:schemeClr val="dk1"/>
                          </a:solidFill>
                          <a:latin typeface="Questrial"/>
                          <a:ea typeface="Questrial"/>
                          <a:cs typeface="Questrial"/>
                          <a:sym typeface="Questrial"/>
                        </a:rPr>
                        <a:t>Research focus</a:t>
                      </a:r>
                      <a:endParaRPr sz="1800">
                        <a:solidFill>
                          <a:schemeClr val="dk1"/>
                        </a:solidFill>
                        <a:latin typeface="Questrial"/>
                        <a:ea typeface="Questrial"/>
                        <a:cs typeface="Questrial"/>
                        <a:sym typeface="Questrial"/>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4"/>
                  </a:ext>
                </a:extLst>
              </a:tr>
              <a:tr h="522825">
                <a:tc>
                  <a:txBody>
                    <a:bodyPr/>
                    <a:lstStyle/>
                    <a:p>
                      <a:pPr marL="0" lvl="0" indent="0" algn="l" rtl="0">
                        <a:lnSpc>
                          <a:spcPct val="115000"/>
                        </a:lnSpc>
                        <a:spcBef>
                          <a:spcPts val="0"/>
                        </a:spcBef>
                        <a:spcAft>
                          <a:spcPts val="0"/>
                        </a:spcAft>
                        <a:buNone/>
                      </a:pPr>
                      <a:r>
                        <a:rPr lang="en">
                          <a:solidFill>
                            <a:schemeClr val="dk1"/>
                          </a:solidFill>
                          <a:latin typeface="Figtree"/>
                          <a:ea typeface="Figtree"/>
                          <a:cs typeface="Figtree"/>
                          <a:sym typeface="Figtree"/>
                        </a:rPr>
                        <a:t>Quantitative/qualitative/mixed</a:t>
                      </a:r>
                      <a:endParaRPr>
                        <a:solidFill>
                          <a:schemeClr val="dk1"/>
                        </a:solidFill>
                        <a:latin typeface="Figtree"/>
                        <a:ea typeface="Figtree"/>
                        <a:cs typeface="Figtree"/>
                        <a:sym typeface="Figtree"/>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sp>
        <p:nvSpPr>
          <p:cNvPr id="821" name="Google Shape;821;p65"/>
          <p:cNvSpPr txBox="1"/>
          <p:nvPr/>
        </p:nvSpPr>
        <p:spPr>
          <a:xfrm>
            <a:off x="720000" y="3400000"/>
            <a:ext cx="3933000" cy="9588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Figtree"/>
                <a:ea typeface="Figtree"/>
                <a:cs typeface="Figtree"/>
                <a:sym typeface="Figtree"/>
              </a:rPr>
              <a:t>In conclusion, this research study has provided valuable insights into </a:t>
            </a:r>
            <a:r>
              <a:rPr lang="en" b="1">
                <a:solidFill>
                  <a:schemeClr val="dk1"/>
                </a:solidFill>
                <a:latin typeface="Figtree"/>
                <a:ea typeface="Figtree"/>
                <a:cs typeface="Figtree"/>
                <a:sym typeface="Figtree"/>
              </a:rPr>
              <a:t>(research topic)</a:t>
            </a:r>
            <a:r>
              <a:rPr lang="en">
                <a:solidFill>
                  <a:schemeClr val="dk1"/>
                </a:solidFill>
                <a:latin typeface="Figtree"/>
                <a:ea typeface="Figtree"/>
                <a:cs typeface="Figtree"/>
                <a:sym typeface="Figtree"/>
              </a:rPr>
              <a:t> within the context of </a:t>
            </a:r>
            <a:r>
              <a:rPr lang="en" b="1">
                <a:solidFill>
                  <a:schemeClr val="dk1"/>
                </a:solidFill>
                <a:latin typeface="Figtree"/>
                <a:ea typeface="Figtree"/>
                <a:cs typeface="Figtree"/>
                <a:sym typeface="Figtree"/>
              </a:rPr>
              <a:t>(educational field)</a:t>
            </a:r>
            <a:endParaRPr b="1">
              <a:solidFill>
                <a:schemeClr val="dk1"/>
              </a:solidFill>
              <a:latin typeface="Figtree"/>
              <a:ea typeface="Figtree"/>
              <a:cs typeface="Figtree"/>
              <a:sym typeface="Figtree"/>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825"/>
        <p:cNvGrpSpPr/>
        <p:nvPr/>
      </p:nvGrpSpPr>
      <p:grpSpPr>
        <a:xfrm>
          <a:off x="0" y="0"/>
          <a:ext cx="0" cy="0"/>
          <a:chOff x="0" y="0"/>
          <a:chExt cx="0" cy="0"/>
        </a:xfrm>
      </p:grpSpPr>
      <p:sp>
        <p:nvSpPr>
          <p:cNvPr id="826" name="Google Shape;826;p6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Research report</a:t>
            </a:r>
            <a:endParaRPr/>
          </a:p>
        </p:txBody>
      </p:sp>
      <p:sp>
        <p:nvSpPr>
          <p:cNvPr id="827" name="Google Shape;827;p66"/>
          <p:cNvSpPr txBox="1"/>
          <p:nvPr/>
        </p:nvSpPr>
        <p:spPr>
          <a:xfrm>
            <a:off x="720023" y="1788983"/>
            <a:ext cx="3551700" cy="7974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Figtree"/>
                <a:ea typeface="Figtree"/>
                <a:cs typeface="Figtree"/>
                <a:sym typeface="Figtree"/>
              </a:rPr>
              <a:t>Venus has a beautiful name and is the second planet from the Sun. It's hot and has a poisonous atmosphere</a:t>
            </a:r>
            <a:endParaRPr>
              <a:solidFill>
                <a:schemeClr val="dk1"/>
              </a:solidFill>
              <a:latin typeface="Figtree"/>
              <a:ea typeface="Figtree"/>
              <a:cs typeface="Figtree"/>
              <a:sym typeface="Figtree"/>
            </a:endParaRPr>
          </a:p>
        </p:txBody>
      </p:sp>
      <p:sp>
        <p:nvSpPr>
          <p:cNvPr id="828" name="Google Shape;828;p66"/>
          <p:cNvSpPr txBox="1"/>
          <p:nvPr/>
        </p:nvSpPr>
        <p:spPr>
          <a:xfrm>
            <a:off x="720000" y="1304275"/>
            <a:ext cx="3551700" cy="4848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100">
                <a:solidFill>
                  <a:schemeClr val="dk1"/>
                </a:solidFill>
                <a:latin typeface="Questrial"/>
                <a:ea typeface="Questrial"/>
                <a:cs typeface="Questrial"/>
                <a:sym typeface="Questrial"/>
              </a:rPr>
              <a:t>Methodology</a:t>
            </a:r>
            <a:endParaRPr sz="2100">
              <a:solidFill>
                <a:schemeClr val="dk1"/>
              </a:solidFill>
              <a:latin typeface="Questrial"/>
              <a:ea typeface="Questrial"/>
              <a:cs typeface="Questrial"/>
              <a:sym typeface="Questrial"/>
            </a:endParaRPr>
          </a:p>
        </p:txBody>
      </p:sp>
      <p:sp>
        <p:nvSpPr>
          <p:cNvPr id="829" name="Google Shape;829;p66"/>
          <p:cNvSpPr txBox="1"/>
          <p:nvPr/>
        </p:nvSpPr>
        <p:spPr>
          <a:xfrm>
            <a:off x="4586725" y="1304275"/>
            <a:ext cx="3843900" cy="4848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100">
                <a:solidFill>
                  <a:schemeClr val="dk1"/>
                </a:solidFill>
                <a:latin typeface="Questrial"/>
                <a:ea typeface="Questrial"/>
                <a:cs typeface="Questrial"/>
                <a:sym typeface="Questrial"/>
              </a:rPr>
              <a:t>Data collection methods</a:t>
            </a:r>
            <a:endParaRPr sz="2100">
              <a:solidFill>
                <a:schemeClr val="dk1"/>
              </a:solidFill>
              <a:latin typeface="Questrial"/>
              <a:ea typeface="Questrial"/>
              <a:cs typeface="Questrial"/>
              <a:sym typeface="Questrial"/>
            </a:endParaRPr>
          </a:p>
        </p:txBody>
      </p:sp>
      <p:sp>
        <p:nvSpPr>
          <p:cNvPr id="830" name="Google Shape;830;p66"/>
          <p:cNvSpPr/>
          <p:nvPr/>
        </p:nvSpPr>
        <p:spPr>
          <a:xfrm>
            <a:off x="6131525" y="1839963"/>
            <a:ext cx="1645500" cy="228900"/>
          </a:xfrm>
          <a:prstGeom prst="roundRect">
            <a:avLst>
              <a:gd name="adj" fmla="val 50000"/>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Figtree"/>
              <a:ea typeface="Figtree"/>
              <a:cs typeface="Figtree"/>
              <a:sym typeface="Figtree"/>
            </a:endParaRPr>
          </a:p>
        </p:txBody>
      </p:sp>
      <p:sp>
        <p:nvSpPr>
          <p:cNvPr id="831" name="Google Shape;831;p66"/>
          <p:cNvSpPr txBox="1">
            <a:spLocks noGrp="1"/>
          </p:cNvSpPr>
          <p:nvPr>
            <p:ph type="subTitle" idx="4294967295"/>
          </p:nvPr>
        </p:nvSpPr>
        <p:spPr>
          <a:xfrm>
            <a:off x="7777075" y="1790613"/>
            <a:ext cx="653700" cy="3276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t>20%</a:t>
            </a:r>
            <a:endParaRPr/>
          </a:p>
        </p:txBody>
      </p:sp>
      <p:sp>
        <p:nvSpPr>
          <p:cNvPr id="832" name="Google Shape;832;p66"/>
          <p:cNvSpPr txBox="1">
            <a:spLocks noGrp="1"/>
          </p:cNvSpPr>
          <p:nvPr>
            <p:ph type="subTitle" idx="4294967295"/>
          </p:nvPr>
        </p:nvSpPr>
        <p:spPr>
          <a:xfrm>
            <a:off x="4586725" y="1790613"/>
            <a:ext cx="1497300" cy="3276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t>Surveys</a:t>
            </a:r>
            <a:endParaRPr/>
          </a:p>
        </p:txBody>
      </p:sp>
      <p:sp>
        <p:nvSpPr>
          <p:cNvPr id="833" name="Google Shape;833;p66"/>
          <p:cNvSpPr/>
          <p:nvPr/>
        </p:nvSpPr>
        <p:spPr>
          <a:xfrm>
            <a:off x="6131525" y="2201263"/>
            <a:ext cx="1645500" cy="228900"/>
          </a:xfrm>
          <a:prstGeom prst="roundRect">
            <a:avLst>
              <a:gd name="adj" fmla="val 50000"/>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Figtree"/>
              <a:ea typeface="Figtree"/>
              <a:cs typeface="Figtree"/>
              <a:sym typeface="Figtree"/>
            </a:endParaRPr>
          </a:p>
        </p:txBody>
      </p:sp>
      <p:sp>
        <p:nvSpPr>
          <p:cNvPr id="834" name="Google Shape;834;p66"/>
          <p:cNvSpPr txBox="1">
            <a:spLocks noGrp="1"/>
          </p:cNvSpPr>
          <p:nvPr>
            <p:ph type="subTitle" idx="4294967295"/>
          </p:nvPr>
        </p:nvSpPr>
        <p:spPr>
          <a:xfrm>
            <a:off x="7777075" y="2151913"/>
            <a:ext cx="653700" cy="3276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t>40%</a:t>
            </a:r>
            <a:endParaRPr/>
          </a:p>
        </p:txBody>
      </p:sp>
      <p:sp>
        <p:nvSpPr>
          <p:cNvPr id="835" name="Google Shape;835;p66"/>
          <p:cNvSpPr txBox="1">
            <a:spLocks noGrp="1"/>
          </p:cNvSpPr>
          <p:nvPr>
            <p:ph type="subTitle" idx="4294967295"/>
          </p:nvPr>
        </p:nvSpPr>
        <p:spPr>
          <a:xfrm>
            <a:off x="4586725" y="2151913"/>
            <a:ext cx="1497300" cy="3276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t>Interviews</a:t>
            </a:r>
            <a:endParaRPr/>
          </a:p>
        </p:txBody>
      </p:sp>
      <p:sp>
        <p:nvSpPr>
          <p:cNvPr id="836" name="Google Shape;836;p66"/>
          <p:cNvSpPr/>
          <p:nvPr/>
        </p:nvSpPr>
        <p:spPr>
          <a:xfrm>
            <a:off x="6131525" y="2562563"/>
            <a:ext cx="1645500" cy="228900"/>
          </a:xfrm>
          <a:prstGeom prst="roundRect">
            <a:avLst>
              <a:gd name="adj" fmla="val 50000"/>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Figtree"/>
              <a:ea typeface="Figtree"/>
              <a:cs typeface="Figtree"/>
              <a:sym typeface="Figtree"/>
            </a:endParaRPr>
          </a:p>
        </p:txBody>
      </p:sp>
      <p:sp>
        <p:nvSpPr>
          <p:cNvPr id="837" name="Google Shape;837;p66"/>
          <p:cNvSpPr txBox="1">
            <a:spLocks noGrp="1"/>
          </p:cNvSpPr>
          <p:nvPr>
            <p:ph type="subTitle" idx="4294967295"/>
          </p:nvPr>
        </p:nvSpPr>
        <p:spPr>
          <a:xfrm>
            <a:off x="7777075" y="2513213"/>
            <a:ext cx="653700" cy="3276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t>60%</a:t>
            </a:r>
            <a:endParaRPr/>
          </a:p>
        </p:txBody>
      </p:sp>
      <p:sp>
        <p:nvSpPr>
          <p:cNvPr id="838" name="Google Shape;838;p66"/>
          <p:cNvSpPr txBox="1">
            <a:spLocks noGrp="1"/>
          </p:cNvSpPr>
          <p:nvPr>
            <p:ph type="subTitle" idx="4294967295"/>
          </p:nvPr>
        </p:nvSpPr>
        <p:spPr>
          <a:xfrm>
            <a:off x="4586725" y="2513213"/>
            <a:ext cx="1497300" cy="3276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t>Observations</a:t>
            </a:r>
            <a:endParaRPr/>
          </a:p>
        </p:txBody>
      </p:sp>
      <p:sp>
        <p:nvSpPr>
          <p:cNvPr id="839" name="Google Shape;839;p66"/>
          <p:cNvSpPr/>
          <p:nvPr/>
        </p:nvSpPr>
        <p:spPr>
          <a:xfrm>
            <a:off x="6131525" y="1839963"/>
            <a:ext cx="329400" cy="228900"/>
          </a:xfrm>
          <a:prstGeom prst="roundRect">
            <a:avLst>
              <a:gd name="adj" fmla="val 5000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Figtree"/>
              <a:ea typeface="Figtree"/>
              <a:cs typeface="Figtree"/>
              <a:sym typeface="Figtree"/>
            </a:endParaRPr>
          </a:p>
        </p:txBody>
      </p:sp>
      <p:sp>
        <p:nvSpPr>
          <p:cNvPr id="840" name="Google Shape;840;p66"/>
          <p:cNvSpPr/>
          <p:nvPr/>
        </p:nvSpPr>
        <p:spPr>
          <a:xfrm>
            <a:off x="6131525" y="2201263"/>
            <a:ext cx="658200" cy="228900"/>
          </a:xfrm>
          <a:prstGeom prst="roundRect">
            <a:avLst>
              <a:gd name="adj" fmla="val 5000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Figtree"/>
              <a:ea typeface="Figtree"/>
              <a:cs typeface="Figtree"/>
              <a:sym typeface="Figtree"/>
            </a:endParaRPr>
          </a:p>
        </p:txBody>
      </p:sp>
      <p:sp>
        <p:nvSpPr>
          <p:cNvPr id="841" name="Google Shape;841;p66"/>
          <p:cNvSpPr/>
          <p:nvPr/>
        </p:nvSpPr>
        <p:spPr>
          <a:xfrm>
            <a:off x="6131525" y="2562563"/>
            <a:ext cx="987900" cy="228900"/>
          </a:xfrm>
          <a:prstGeom prst="roundRect">
            <a:avLst>
              <a:gd name="adj" fmla="val 5000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Figtree"/>
              <a:ea typeface="Figtree"/>
              <a:cs typeface="Figtree"/>
              <a:sym typeface="Figtree"/>
            </a:endParaRPr>
          </a:p>
        </p:txBody>
      </p:sp>
      <p:sp>
        <p:nvSpPr>
          <p:cNvPr id="842" name="Google Shape;842;p66"/>
          <p:cNvSpPr txBox="1"/>
          <p:nvPr/>
        </p:nvSpPr>
        <p:spPr>
          <a:xfrm>
            <a:off x="4586725" y="3080375"/>
            <a:ext cx="3843900" cy="4848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100">
                <a:solidFill>
                  <a:schemeClr val="dk1"/>
                </a:solidFill>
                <a:latin typeface="Questrial"/>
                <a:ea typeface="Questrial"/>
                <a:cs typeface="Questrial"/>
                <a:sym typeface="Questrial"/>
              </a:rPr>
              <a:t>Type of participants</a:t>
            </a:r>
            <a:endParaRPr sz="2100">
              <a:solidFill>
                <a:schemeClr val="dk1"/>
              </a:solidFill>
              <a:latin typeface="Questrial"/>
              <a:ea typeface="Questrial"/>
              <a:cs typeface="Questrial"/>
              <a:sym typeface="Questrial"/>
            </a:endParaRPr>
          </a:p>
        </p:txBody>
      </p:sp>
      <p:sp>
        <p:nvSpPr>
          <p:cNvPr id="843" name="Google Shape;843;p66"/>
          <p:cNvSpPr/>
          <p:nvPr/>
        </p:nvSpPr>
        <p:spPr>
          <a:xfrm>
            <a:off x="6131525" y="3606538"/>
            <a:ext cx="1645500" cy="228900"/>
          </a:xfrm>
          <a:prstGeom prst="roundRect">
            <a:avLst>
              <a:gd name="adj" fmla="val 50000"/>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Figtree"/>
              <a:ea typeface="Figtree"/>
              <a:cs typeface="Figtree"/>
              <a:sym typeface="Figtree"/>
            </a:endParaRPr>
          </a:p>
        </p:txBody>
      </p:sp>
      <p:sp>
        <p:nvSpPr>
          <p:cNvPr id="844" name="Google Shape;844;p66"/>
          <p:cNvSpPr txBox="1">
            <a:spLocks noGrp="1"/>
          </p:cNvSpPr>
          <p:nvPr>
            <p:ph type="subTitle" idx="4294967295"/>
          </p:nvPr>
        </p:nvSpPr>
        <p:spPr>
          <a:xfrm>
            <a:off x="7777075" y="3557188"/>
            <a:ext cx="653700" cy="3276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t>60%</a:t>
            </a:r>
            <a:endParaRPr/>
          </a:p>
        </p:txBody>
      </p:sp>
      <p:sp>
        <p:nvSpPr>
          <p:cNvPr id="845" name="Google Shape;845;p66"/>
          <p:cNvSpPr txBox="1">
            <a:spLocks noGrp="1"/>
          </p:cNvSpPr>
          <p:nvPr>
            <p:ph type="subTitle" idx="4294967295"/>
          </p:nvPr>
        </p:nvSpPr>
        <p:spPr>
          <a:xfrm>
            <a:off x="4586725" y="3557188"/>
            <a:ext cx="1497300" cy="3276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t>Teachers</a:t>
            </a:r>
            <a:endParaRPr/>
          </a:p>
        </p:txBody>
      </p:sp>
      <p:sp>
        <p:nvSpPr>
          <p:cNvPr id="846" name="Google Shape;846;p66"/>
          <p:cNvSpPr/>
          <p:nvPr/>
        </p:nvSpPr>
        <p:spPr>
          <a:xfrm>
            <a:off x="6131525" y="3967838"/>
            <a:ext cx="1645500" cy="228900"/>
          </a:xfrm>
          <a:prstGeom prst="roundRect">
            <a:avLst>
              <a:gd name="adj" fmla="val 50000"/>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Figtree"/>
              <a:ea typeface="Figtree"/>
              <a:cs typeface="Figtree"/>
              <a:sym typeface="Figtree"/>
            </a:endParaRPr>
          </a:p>
        </p:txBody>
      </p:sp>
      <p:sp>
        <p:nvSpPr>
          <p:cNvPr id="847" name="Google Shape;847;p66"/>
          <p:cNvSpPr txBox="1">
            <a:spLocks noGrp="1"/>
          </p:cNvSpPr>
          <p:nvPr>
            <p:ph type="subTitle" idx="4294967295"/>
          </p:nvPr>
        </p:nvSpPr>
        <p:spPr>
          <a:xfrm>
            <a:off x="7777075" y="3918488"/>
            <a:ext cx="653700" cy="3276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t>20%</a:t>
            </a:r>
            <a:endParaRPr/>
          </a:p>
        </p:txBody>
      </p:sp>
      <p:sp>
        <p:nvSpPr>
          <p:cNvPr id="848" name="Google Shape;848;p66"/>
          <p:cNvSpPr txBox="1">
            <a:spLocks noGrp="1"/>
          </p:cNvSpPr>
          <p:nvPr>
            <p:ph type="subTitle" idx="4294967295"/>
          </p:nvPr>
        </p:nvSpPr>
        <p:spPr>
          <a:xfrm>
            <a:off x="4586725" y="3918488"/>
            <a:ext cx="1497300" cy="3276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t>No teachers</a:t>
            </a:r>
            <a:endParaRPr/>
          </a:p>
        </p:txBody>
      </p:sp>
      <p:sp>
        <p:nvSpPr>
          <p:cNvPr id="849" name="Google Shape;849;p66"/>
          <p:cNvSpPr/>
          <p:nvPr/>
        </p:nvSpPr>
        <p:spPr>
          <a:xfrm>
            <a:off x="6131525" y="4329138"/>
            <a:ext cx="1645500" cy="228900"/>
          </a:xfrm>
          <a:prstGeom prst="roundRect">
            <a:avLst>
              <a:gd name="adj" fmla="val 50000"/>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Figtree"/>
              <a:ea typeface="Figtree"/>
              <a:cs typeface="Figtree"/>
              <a:sym typeface="Figtree"/>
            </a:endParaRPr>
          </a:p>
        </p:txBody>
      </p:sp>
      <p:sp>
        <p:nvSpPr>
          <p:cNvPr id="850" name="Google Shape;850;p66"/>
          <p:cNvSpPr txBox="1">
            <a:spLocks noGrp="1"/>
          </p:cNvSpPr>
          <p:nvPr>
            <p:ph type="subTitle" idx="4294967295"/>
          </p:nvPr>
        </p:nvSpPr>
        <p:spPr>
          <a:xfrm>
            <a:off x="7777075" y="4279788"/>
            <a:ext cx="653700" cy="3276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t>20%</a:t>
            </a:r>
            <a:endParaRPr/>
          </a:p>
        </p:txBody>
      </p:sp>
      <p:sp>
        <p:nvSpPr>
          <p:cNvPr id="851" name="Google Shape;851;p66"/>
          <p:cNvSpPr txBox="1">
            <a:spLocks noGrp="1"/>
          </p:cNvSpPr>
          <p:nvPr>
            <p:ph type="subTitle" idx="4294967295"/>
          </p:nvPr>
        </p:nvSpPr>
        <p:spPr>
          <a:xfrm>
            <a:off x="4586725" y="4279788"/>
            <a:ext cx="1497300" cy="3276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t>Institutions</a:t>
            </a:r>
            <a:endParaRPr/>
          </a:p>
        </p:txBody>
      </p:sp>
      <p:sp>
        <p:nvSpPr>
          <p:cNvPr id="852" name="Google Shape;852;p66"/>
          <p:cNvSpPr/>
          <p:nvPr/>
        </p:nvSpPr>
        <p:spPr>
          <a:xfrm>
            <a:off x="6131525" y="3606538"/>
            <a:ext cx="987900" cy="228900"/>
          </a:xfrm>
          <a:prstGeom prst="roundRect">
            <a:avLst>
              <a:gd name="adj" fmla="val 50000"/>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Figtree"/>
              <a:ea typeface="Figtree"/>
              <a:cs typeface="Figtree"/>
              <a:sym typeface="Figtree"/>
            </a:endParaRPr>
          </a:p>
        </p:txBody>
      </p:sp>
      <p:sp>
        <p:nvSpPr>
          <p:cNvPr id="853" name="Google Shape;853;p66"/>
          <p:cNvSpPr/>
          <p:nvPr/>
        </p:nvSpPr>
        <p:spPr>
          <a:xfrm>
            <a:off x="6131525" y="3967838"/>
            <a:ext cx="329400" cy="228900"/>
          </a:xfrm>
          <a:prstGeom prst="roundRect">
            <a:avLst>
              <a:gd name="adj" fmla="val 50000"/>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Figtree"/>
              <a:ea typeface="Figtree"/>
              <a:cs typeface="Figtree"/>
              <a:sym typeface="Figtree"/>
            </a:endParaRPr>
          </a:p>
        </p:txBody>
      </p:sp>
      <p:sp>
        <p:nvSpPr>
          <p:cNvPr id="854" name="Google Shape;854;p66"/>
          <p:cNvSpPr/>
          <p:nvPr/>
        </p:nvSpPr>
        <p:spPr>
          <a:xfrm>
            <a:off x="6131525" y="4329138"/>
            <a:ext cx="329400" cy="228900"/>
          </a:xfrm>
          <a:prstGeom prst="roundRect">
            <a:avLst>
              <a:gd name="adj" fmla="val 50000"/>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Figtree"/>
              <a:ea typeface="Figtree"/>
              <a:cs typeface="Figtree"/>
              <a:sym typeface="Figtree"/>
            </a:endParaRPr>
          </a:p>
        </p:txBody>
      </p:sp>
      <p:sp>
        <p:nvSpPr>
          <p:cNvPr id="855" name="Google Shape;855;p66"/>
          <p:cNvSpPr txBox="1"/>
          <p:nvPr/>
        </p:nvSpPr>
        <p:spPr>
          <a:xfrm>
            <a:off x="720025" y="3565403"/>
            <a:ext cx="3551700" cy="1027800"/>
          </a:xfrm>
          <a:prstGeom prst="rect">
            <a:avLst/>
          </a:prstGeom>
          <a:noFill/>
          <a:ln>
            <a:noFill/>
          </a:ln>
        </p:spPr>
        <p:txBody>
          <a:bodyPr spcFirstLastPara="1" wrap="square" lIns="91425" tIns="91425" rIns="91425" bIns="91425" anchor="t" anchorCtr="0">
            <a:noAutofit/>
          </a:bodyPr>
          <a:lstStyle/>
          <a:p>
            <a:pPr marL="457200" lvl="0" indent="-317500" algn="l" rtl="0">
              <a:lnSpc>
                <a:spcPct val="115000"/>
              </a:lnSpc>
              <a:spcBef>
                <a:spcPts val="0"/>
              </a:spcBef>
              <a:spcAft>
                <a:spcPts val="0"/>
              </a:spcAft>
              <a:buClr>
                <a:schemeClr val="dk1"/>
              </a:buClr>
              <a:buSzPts val="1400"/>
              <a:buFont typeface="Figtree"/>
              <a:buChar char="●"/>
            </a:pPr>
            <a:r>
              <a:rPr lang="en">
                <a:solidFill>
                  <a:schemeClr val="dk1"/>
                </a:solidFill>
                <a:latin typeface="Figtree"/>
                <a:ea typeface="Figtree"/>
                <a:cs typeface="Figtree"/>
                <a:sym typeface="Figtree"/>
              </a:rPr>
              <a:t>Statistical analysis</a:t>
            </a:r>
            <a:endParaRPr>
              <a:solidFill>
                <a:schemeClr val="dk1"/>
              </a:solidFill>
              <a:latin typeface="Figtree"/>
              <a:ea typeface="Figtree"/>
              <a:cs typeface="Figtree"/>
              <a:sym typeface="Figtree"/>
            </a:endParaRPr>
          </a:p>
          <a:p>
            <a:pPr marL="457200" lvl="0" indent="-317500" algn="l" rtl="0">
              <a:lnSpc>
                <a:spcPct val="115000"/>
              </a:lnSpc>
              <a:spcBef>
                <a:spcPts val="0"/>
              </a:spcBef>
              <a:spcAft>
                <a:spcPts val="0"/>
              </a:spcAft>
              <a:buClr>
                <a:schemeClr val="dk1"/>
              </a:buClr>
              <a:buSzPts val="1400"/>
              <a:buFont typeface="Figtree"/>
              <a:buChar char="●"/>
            </a:pPr>
            <a:r>
              <a:rPr lang="en">
                <a:solidFill>
                  <a:schemeClr val="dk1"/>
                </a:solidFill>
                <a:latin typeface="Figtree"/>
                <a:ea typeface="Figtree"/>
                <a:cs typeface="Figtree"/>
                <a:sym typeface="Figtree"/>
              </a:rPr>
              <a:t>Thematic analysis</a:t>
            </a:r>
            <a:endParaRPr>
              <a:solidFill>
                <a:schemeClr val="dk1"/>
              </a:solidFill>
              <a:latin typeface="Figtree"/>
              <a:ea typeface="Figtree"/>
              <a:cs typeface="Figtree"/>
              <a:sym typeface="Figtree"/>
            </a:endParaRPr>
          </a:p>
          <a:p>
            <a:pPr marL="457200" lvl="0" indent="-317500" algn="l" rtl="0">
              <a:lnSpc>
                <a:spcPct val="115000"/>
              </a:lnSpc>
              <a:spcBef>
                <a:spcPts val="0"/>
              </a:spcBef>
              <a:spcAft>
                <a:spcPts val="0"/>
              </a:spcAft>
              <a:buClr>
                <a:schemeClr val="dk1"/>
              </a:buClr>
              <a:buSzPts val="1400"/>
              <a:buFont typeface="Figtree"/>
              <a:buChar char="●"/>
            </a:pPr>
            <a:r>
              <a:rPr lang="en">
                <a:solidFill>
                  <a:schemeClr val="dk1"/>
                </a:solidFill>
                <a:latin typeface="Figtree"/>
                <a:ea typeface="Figtree"/>
                <a:cs typeface="Figtree"/>
                <a:sym typeface="Figtree"/>
              </a:rPr>
              <a:t>Descriptive analysis</a:t>
            </a:r>
            <a:endParaRPr>
              <a:solidFill>
                <a:schemeClr val="dk1"/>
              </a:solidFill>
              <a:latin typeface="Figtree"/>
              <a:ea typeface="Figtree"/>
              <a:cs typeface="Figtree"/>
              <a:sym typeface="Figtree"/>
            </a:endParaRPr>
          </a:p>
          <a:p>
            <a:pPr marL="457200" lvl="0" indent="-317500" algn="l" rtl="0">
              <a:lnSpc>
                <a:spcPct val="115000"/>
              </a:lnSpc>
              <a:spcBef>
                <a:spcPts val="0"/>
              </a:spcBef>
              <a:spcAft>
                <a:spcPts val="0"/>
              </a:spcAft>
              <a:buClr>
                <a:schemeClr val="dk1"/>
              </a:buClr>
              <a:buSzPts val="1400"/>
              <a:buFont typeface="Figtree"/>
              <a:buChar char="●"/>
            </a:pPr>
            <a:r>
              <a:rPr lang="en">
                <a:solidFill>
                  <a:schemeClr val="dk1"/>
                </a:solidFill>
                <a:latin typeface="Figtree"/>
                <a:ea typeface="Figtree"/>
                <a:cs typeface="Figtree"/>
                <a:sym typeface="Figtree"/>
              </a:rPr>
              <a:t>Content analysis</a:t>
            </a:r>
            <a:endParaRPr>
              <a:solidFill>
                <a:schemeClr val="dk1"/>
              </a:solidFill>
              <a:latin typeface="Figtree"/>
              <a:ea typeface="Figtree"/>
              <a:cs typeface="Figtree"/>
              <a:sym typeface="Figtree"/>
            </a:endParaRPr>
          </a:p>
        </p:txBody>
      </p:sp>
      <p:sp>
        <p:nvSpPr>
          <p:cNvPr id="856" name="Google Shape;856;p66"/>
          <p:cNvSpPr txBox="1"/>
          <p:nvPr/>
        </p:nvSpPr>
        <p:spPr>
          <a:xfrm>
            <a:off x="720000" y="3080375"/>
            <a:ext cx="3551700" cy="4848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100">
                <a:solidFill>
                  <a:schemeClr val="dk1"/>
                </a:solidFill>
                <a:latin typeface="Questrial"/>
                <a:ea typeface="Questrial"/>
                <a:cs typeface="Questrial"/>
                <a:sym typeface="Questrial"/>
              </a:rPr>
              <a:t>Data analysis techniques</a:t>
            </a:r>
            <a:endParaRPr sz="2100">
              <a:solidFill>
                <a:schemeClr val="dk1"/>
              </a:solidFill>
              <a:latin typeface="Questrial"/>
              <a:ea typeface="Questrial"/>
              <a:cs typeface="Questrial"/>
              <a:sym typeface="Questrial"/>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860"/>
        <p:cNvGrpSpPr/>
        <p:nvPr/>
      </p:nvGrpSpPr>
      <p:grpSpPr>
        <a:xfrm>
          <a:off x="0" y="0"/>
          <a:ext cx="0" cy="0"/>
          <a:chOff x="0" y="0"/>
          <a:chExt cx="0" cy="0"/>
        </a:xfrm>
      </p:grpSpPr>
      <p:sp>
        <p:nvSpPr>
          <p:cNvPr id="861" name="Google Shape;861;p6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Objectives, vision and key actions</a:t>
            </a:r>
            <a:endParaRPr/>
          </a:p>
        </p:txBody>
      </p:sp>
      <p:sp>
        <p:nvSpPr>
          <p:cNvPr id="862" name="Google Shape;862;p67"/>
          <p:cNvSpPr txBox="1"/>
          <p:nvPr/>
        </p:nvSpPr>
        <p:spPr>
          <a:xfrm>
            <a:off x="1203617" y="2817638"/>
            <a:ext cx="2174100" cy="7572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Figtree"/>
                <a:ea typeface="Figtree"/>
                <a:cs typeface="Figtree"/>
                <a:sym typeface="Figtree"/>
              </a:rPr>
              <a:t>Brief description of the second objective</a:t>
            </a:r>
            <a:endParaRPr>
              <a:solidFill>
                <a:schemeClr val="dk1"/>
              </a:solidFill>
              <a:latin typeface="Figtree"/>
              <a:ea typeface="Figtree"/>
              <a:cs typeface="Figtree"/>
              <a:sym typeface="Figtree"/>
            </a:endParaRPr>
          </a:p>
        </p:txBody>
      </p:sp>
      <p:sp>
        <p:nvSpPr>
          <p:cNvPr id="863" name="Google Shape;863;p67"/>
          <p:cNvSpPr txBox="1"/>
          <p:nvPr/>
        </p:nvSpPr>
        <p:spPr>
          <a:xfrm>
            <a:off x="1203617" y="1864750"/>
            <a:ext cx="2174100" cy="7572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Figtree"/>
                <a:ea typeface="Figtree"/>
                <a:cs typeface="Figtree"/>
                <a:sym typeface="Figtree"/>
              </a:rPr>
              <a:t>Brief description of the first objective</a:t>
            </a:r>
            <a:endParaRPr>
              <a:solidFill>
                <a:schemeClr val="dk1"/>
              </a:solidFill>
              <a:latin typeface="Figtree"/>
              <a:ea typeface="Figtree"/>
              <a:cs typeface="Figtree"/>
              <a:sym typeface="Figtree"/>
            </a:endParaRPr>
          </a:p>
        </p:txBody>
      </p:sp>
      <p:sp>
        <p:nvSpPr>
          <p:cNvPr id="864" name="Google Shape;864;p67"/>
          <p:cNvSpPr txBox="1"/>
          <p:nvPr/>
        </p:nvSpPr>
        <p:spPr>
          <a:xfrm>
            <a:off x="1203625" y="1249200"/>
            <a:ext cx="2174100" cy="4848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100">
                <a:solidFill>
                  <a:schemeClr val="dk1"/>
                </a:solidFill>
                <a:latin typeface="Questrial"/>
                <a:ea typeface="Questrial"/>
                <a:cs typeface="Questrial"/>
                <a:sym typeface="Questrial"/>
              </a:rPr>
              <a:t>Goals</a:t>
            </a:r>
            <a:endParaRPr sz="2100">
              <a:solidFill>
                <a:schemeClr val="dk1"/>
              </a:solidFill>
              <a:latin typeface="Questrial"/>
              <a:ea typeface="Questrial"/>
              <a:cs typeface="Questrial"/>
              <a:sym typeface="Questrial"/>
            </a:endParaRPr>
          </a:p>
        </p:txBody>
      </p:sp>
      <p:sp>
        <p:nvSpPr>
          <p:cNvPr id="865" name="Google Shape;865;p67"/>
          <p:cNvSpPr txBox="1"/>
          <p:nvPr/>
        </p:nvSpPr>
        <p:spPr>
          <a:xfrm>
            <a:off x="3731792" y="3770525"/>
            <a:ext cx="2174100" cy="7572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Figtree"/>
                <a:ea typeface="Figtree"/>
                <a:cs typeface="Figtree"/>
                <a:sym typeface="Figtree"/>
              </a:rPr>
              <a:t>Saturn is a gas giant and has several rings</a:t>
            </a:r>
            <a:endParaRPr>
              <a:solidFill>
                <a:schemeClr val="dk1"/>
              </a:solidFill>
              <a:latin typeface="Figtree"/>
              <a:ea typeface="Figtree"/>
              <a:cs typeface="Figtree"/>
              <a:sym typeface="Figtree"/>
            </a:endParaRPr>
          </a:p>
        </p:txBody>
      </p:sp>
      <p:sp>
        <p:nvSpPr>
          <p:cNvPr id="866" name="Google Shape;866;p67"/>
          <p:cNvSpPr txBox="1"/>
          <p:nvPr/>
        </p:nvSpPr>
        <p:spPr>
          <a:xfrm>
            <a:off x="3731792" y="2817638"/>
            <a:ext cx="2174100" cy="7572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Figtree"/>
                <a:ea typeface="Figtree"/>
                <a:cs typeface="Figtree"/>
                <a:sym typeface="Figtree"/>
              </a:rPr>
              <a:t>Mercury is the closest planet to the Sun</a:t>
            </a:r>
            <a:endParaRPr>
              <a:solidFill>
                <a:schemeClr val="dk1"/>
              </a:solidFill>
              <a:latin typeface="Figtree"/>
              <a:ea typeface="Figtree"/>
              <a:cs typeface="Figtree"/>
              <a:sym typeface="Figtree"/>
            </a:endParaRPr>
          </a:p>
        </p:txBody>
      </p:sp>
      <p:sp>
        <p:nvSpPr>
          <p:cNvPr id="867" name="Google Shape;867;p67"/>
          <p:cNvSpPr txBox="1"/>
          <p:nvPr/>
        </p:nvSpPr>
        <p:spPr>
          <a:xfrm>
            <a:off x="3731792" y="1864750"/>
            <a:ext cx="2174100" cy="7572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Figtree"/>
                <a:ea typeface="Figtree"/>
                <a:cs typeface="Figtree"/>
                <a:sym typeface="Figtree"/>
              </a:rPr>
              <a:t>Venus has extremely high temperatures</a:t>
            </a:r>
            <a:endParaRPr>
              <a:solidFill>
                <a:schemeClr val="dk1"/>
              </a:solidFill>
              <a:latin typeface="Figtree"/>
              <a:ea typeface="Figtree"/>
              <a:cs typeface="Figtree"/>
              <a:sym typeface="Figtree"/>
            </a:endParaRPr>
          </a:p>
        </p:txBody>
      </p:sp>
      <p:sp>
        <p:nvSpPr>
          <p:cNvPr id="868" name="Google Shape;868;p67"/>
          <p:cNvSpPr txBox="1"/>
          <p:nvPr/>
        </p:nvSpPr>
        <p:spPr>
          <a:xfrm>
            <a:off x="3731800" y="1249200"/>
            <a:ext cx="2174100" cy="4848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100">
                <a:solidFill>
                  <a:schemeClr val="dk1"/>
                </a:solidFill>
                <a:latin typeface="Questrial"/>
                <a:ea typeface="Questrial"/>
                <a:cs typeface="Questrial"/>
                <a:sym typeface="Questrial"/>
              </a:rPr>
              <a:t>Vision</a:t>
            </a:r>
            <a:endParaRPr sz="2100">
              <a:solidFill>
                <a:schemeClr val="dk1"/>
              </a:solidFill>
              <a:latin typeface="Questrial"/>
              <a:ea typeface="Questrial"/>
              <a:cs typeface="Questrial"/>
              <a:sym typeface="Questrial"/>
            </a:endParaRPr>
          </a:p>
        </p:txBody>
      </p:sp>
      <p:sp>
        <p:nvSpPr>
          <p:cNvPr id="869" name="Google Shape;869;p67"/>
          <p:cNvSpPr txBox="1"/>
          <p:nvPr/>
        </p:nvSpPr>
        <p:spPr>
          <a:xfrm>
            <a:off x="6262067" y="3770525"/>
            <a:ext cx="2174100" cy="757200"/>
          </a:xfrm>
          <a:prstGeom prst="rect">
            <a:avLst/>
          </a:prstGeom>
          <a:noFill/>
          <a:ln>
            <a:noFill/>
          </a:ln>
        </p:spPr>
        <p:txBody>
          <a:bodyPr spcFirstLastPara="1" wrap="square" lIns="91425" tIns="91425" rIns="91425" bIns="91425" anchor="t" anchorCtr="0">
            <a:noAutofit/>
          </a:bodyPr>
          <a:lstStyle/>
          <a:p>
            <a:pPr marL="457200" lvl="0" indent="-317500" algn="l" rtl="0">
              <a:lnSpc>
                <a:spcPct val="115000"/>
              </a:lnSpc>
              <a:spcBef>
                <a:spcPts val="0"/>
              </a:spcBef>
              <a:spcAft>
                <a:spcPts val="0"/>
              </a:spcAft>
              <a:buClr>
                <a:schemeClr val="dk1"/>
              </a:buClr>
              <a:buSzPts val="1400"/>
              <a:buFont typeface="Figtree"/>
              <a:buChar char="●"/>
            </a:pPr>
            <a:r>
              <a:rPr lang="en">
                <a:solidFill>
                  <a:schemeClr val="dk1"/>
                </a:solidFill>
                <a:latin typeface="Figtree"/>
                <a:ea typeface="Figtree"/>
                <a:cs typeface="Figtree"/>
                <a:sym typeface="Figtree"/>
              </a:rPr>
              <a:t>Key action 1</a:t>
            </a:r>
            <a:endParaRPr>
              <a:solidFill>
                <a:schemeClr val="dk1"/>
              </a:solidFill>
              <a:latin typeface="Figtree"/>
              <a:ea typeface="Figtree"/>
              <a:cs typeface="Figtree"/>
              <a:sym typeface="Figtree"/>
            </a:endParaRPr>
          </a:p>
          <a:p>
            <a:pPr marL="457200" lvl="0" indent="-317500" algn="l" rtl="0">
              <a:lnSpc>
                <a:spcPct val="115000"/>
              </a:lnSpc>
              <a:spcBef>
                <a:spcPts val="0"/>
              </a:spcBef>
              <a:spcAft>
                <a:spcPts val="0"/>
              </a:spcAft>
              <a:buClr>
                <a:schemeClr val="dk1"/>
              </a:buClr>
              <a:buSzPts val="1400"/>
              <a:buFont typeface="Figtree"/>
              <a:buChar char="●"/>
            </a:pPr>
            <a:r>
              <a:rPr lang="en">
                <a:solidFill>
                  <a:schemeClr val="dk1"/>
                </a:solidFill>
                <a:latin typeface="Figtree"/>
                <a:ea typeface="Figtree"/>
                <a:cs typeface="Figtree"/>
                <a:sym typeface="Figtree"/>
              </a:rPr>
              <a:t>Key action 2</a:t>
            </a:r>
            <a:endParaRPr>
              <a:solidFill>
                <a:schemeClr val="dk1"/>
              </a:solidFill>
              <a:latin typeface="Figtree"/>
              <a:ea typeface="Figtree"/>
              <a:cs typeface="Figtree"/>
              <a:sym typeface="Figtree"/>
            </a:endParaRPr>
          </a:p>
          <a:p>
            <a:pPr marL="457200" lvl="0" indent="-317500" algn="l" rtl="0">
              <a:lnSpc>
                <a:spcPct val="115000"/>
              </a:lnSpc>
              <a:spcBef>
                <a:spcPts val="0"/>
              </a:spcBef>
              <a:spcAft>
                <a:spcPts val="0"/>
              </a:spcAft>
              <a:buClr>
                <a:schemeClr val="dk1"/>
              </a:buClr>
              <a:buSzPts val="1400"/>
              <a:buFont typeface="Figtree"/>
              <a:buChar char="●"/>
            </a:pPr>
            <a:r>
              <a:rPr lang="en">
                <a:solidFill>
                  <a:schemeClr val="dk1"/>
                </a:solidFill>
                <a:latin typeface="Figtree"/>
                <a:ea typeface="Figtree"/>
                <a:cs typeface="Figtree"/>
                <a:sym typeface="Figtree"/>
              </a:rPr>
              <a:t>Key action 3</a:t>
            </a:r>
            <a:endParaRPr>
              <a:solidFill>
                <a:schemeClr val="dk1"/>
              </a:solidFill>
              <a:latin typeface="Figtree"/>
              <a:ea typeface="Figtree"/>
              <a:cs typeface="Figtree"/>
              <a:sym typeface="Figtree"/>
            </a:endParaRPr>
          </a:p>
        </p:txBody>
      </p:sp>
      <p:sp>
        <p:nvSpPr>
          <p:cNvPr id="870" name="Google Shape;870;p67"/>
          <p:cNvSpPr txBox="1"/>
          <p:nvPr/>
        </p:nvSpPr>
        <p:spPr>
          <a:xfrm>
            <a:off x="6262067" y="2817638"/>
            <a:ext cx="2174100" cy="757200"/>
          </a:xfrm>
          <a:prstGeom prst="rect">
            <a:avLst/>
          </a:prstGeom>
          <a:noFill/>
          <a:ln>
            <a:noFill/>
          </a:ln>
        </p:spPr>
        <p:txBody>
          <a:bodyPr spcFirstLastPara="1" wrap="square" lIns="91425" tIns="91425" rIns="91425" bIns="91425" anchor="t" anchorCtr="0">
            <a:noAutofit/>
          </a:bodyPr>
          <a:lstStyle/>
          <a:p>
            <a:pPr marL="457200" lvl="0" indent="-317500" algn="l" rtl="0">
              <a:lnSpc>
                <a:spcPct val="115000"/>
              </a:lnSpc>
              <a:spcBef>
                <a:spcPts val="0"/>
              </a:spcBef>
              <a:spcAft>
                <a:spcPts val="0"/>
              </a:spcAft>
              <a:buClr>
                <a:schemeClr val="dk1"/>
              </a:buClr>
              <a:buSzPts val="1400"/>
              <a:buFont typeface="Figtree"/>
              <a:buChar char="●"/>
            </a:pPr>
            <a:r>
              <a:rPr lang="en">
                <a:solidFill>
                  <a:schemeClr val="dk1"/>
                </a:solidFill>
                <a:latin typeface="Figtree"/>
                <a:ea typeface="Figtree"/>
                <a:cs typeface="Figtree"/>
                <a:sym typeface="Figtree"/>
              </a:rPr>
              <a:t>Key action 1</a:t>
            </a:r>
            <a:endParaRPr>
              <a:solidFill>
                <a:schemeClr val="dk1"/>
              </a:solidFill>
              <a:latin typeface="Figtree"/>
              <a:ea typeface="Figtree"/>
              <a:cs typeface="Figtree"/>
              <a:sym typeface="Figtree"/>
            </a:endParaRPr>
          </a:p>
          <a:p>
            <a:pPr marL="457200" lvl="0" indent="-317500" algn="l" rtl="0">
              <a:lnSpc>
                <a:spcPct val="115000"/>
              </a:lnSpc>
              <a:spcBef>
                <a:spcPts val="0"/>
              </a:spcBef>
              <a:spcAft>
                <a:spcPts val="0"/>
              </a:spcAft>
              <a:buClr>
                <a:schemeClr val="dk1"/>
              </a:buClr>
              <a:buSzPts val="1400"/>
              <a:buFont typeface="Figtree"/>
              <a:buChar char="●"/>
            </a:pPr>
            <a:r>
              <a:rPr lang="en">
                <a:solidFill>
                  <a:schemeClr val="dk1"/>
                </a:solidFill>
                <a:latin typeface="Figtree"/>
                <a:ea typeface="Figtree"/>
                <a:cs typeface="Figtree"/>
                <a:sym typeface="Figtree"/>
              </a:rPr>
              <a:t>Key action 2</a:t>
            </a:r>
            <a:endParaRPr>
              <a:solidFill>
                <a:schemeClr val="dk1"/>
              </a:solidFill>
              <a:latin typeface="Figtree"/>
              <a:ea typeface="Figtree"/>
              <a:cs typeface="Figtree"/>
              <a:sym typeface="Figtree"/>
            </a:endParaRPr>
          </a:p>
          <a:p>
            <a:pPr marL="457200" lvl="0" indent="-317500" algn="l" rtl="0">
              <a:lnSpc>
                <a:spcPct val="115000"/>
              </a:lnSpc>
              <a:spcBef>
                <a:spcPts val="0"/>
              </a:spcBef>
              <a:spcAft>
                <a:spcPts val="0"/>
              </a:spcAft>
              <a:buClr>
                <a:schemeClr val="dk1"/>
              </a:buClr>
              <a:buSzPts val="1400"/>
              <a:buFont typeface="Figtree"/>
              <a:buChar char="●"/>
            </a:pPr>
            <a:r>
              <a:rPr lang="en">
                <a:solidFill>
                  <a:schemeClr val="dk1"/>
                </a:solidFill>
                <a:latin typeface="Figtree"/>
                <a:ea typeface="Figtree"/>
                <a:cs typeface="Figtree"/>
                <a:sym typeface="Figtree"/>
              </a:rPr>
              <a:t>Key action 3</a:t>
            </a:r>
            <a:endParaRPr>
              <a:solidFill>
                <a:schemeClr val="dk1"/>
              </a:solidFill>
              <a:latin typeface="Figtree"/>
              <a:ea typeface="Figtree"/>
              <a:cs typeface="Figtree"/>
              <a:sym typeface="Figtree"/>
            </a:endParaRPr>
          </a:p>
        </p:txBody>
      </p:sp>
      <p:sp>
        <p:nvSpPr>
          <p:cNvPr id="871" name="Google Shape;871;p67"/>
          <p:cNvSpPr txBox="1"/>
          <p:nvPr/>
        </p:nvSpPr>
        <p:spPr>
          <a:xfrm>
            <a:off x="6262067" y="1864750"/>
            <a:ext cx="2174100" cy="757200"/>
          </a:xfrm>
          <a:prstGeom prst="rect">
            <a:avLst/>
          </a:prstGeom>
          <a:noFill/>
          <a:ln>
            <a:noFill/>
          </a:ln>
        </p:spPr>
        <p:txBody>
          <a:bodyPr spcFirstLastPara="1" wrap="square" lIns="91425" tIns="91425" rIns="91425" bIns="91425" anchor="t" anchorCtr="0">
            <a:noAutofit/>
          </a:bodyPr>
          <a:lstStyle/>
          <a:p>
            <a:pPr marL="457200" lvl="0" indent="-317500" algn="l" rtl="0">
              <a:lnSpc>
                <a:spcPct val="115000"/>
              </a:lnSpc>
              <a:spcBef>
                <a:spcPts val="0"/>
              </a:spcBef>
              <a:spcAft>
                <a:spcPts val="0"/>
              </a:spcAft>
              <a:buClr>
                <a:schemeClr val="dk1"/>
              </a:buClr>
              <a:buSzPts val="1400"/>
              <a:buFont typeface="Figtree"/>
              <a:buChar char="●"/>
            </a:pPr>
            <a:r>
              <a:rPr lang="en">
                <a:solidFill>
                  <a:schemeClr val="dk1"/>
                </a:solidFill>
                <a:latin typeface="Figtree"/>
                <a:ea typeface="Figtree"/>
                <a:cs typeface="Figtree"/>
                <a:sym typeface="Figtree"/>
              </a:rPr>
              <a:t>Key action 1</a:t>
            </a:r>
            <a:endParaRPr>
              <a:solidFill>
                <a:schemeClr val="dk1"/>
              </a:solidFill>
              <a:latin typeface="Figtree"/>
              <a:ea typeface="Figtree"/>
              <a:cs typeface="Figtree"/>
              <a:sym typeface="Figtree"/>
            </a:endParaRPr>
          </a:p>
          <a:p>
            <a:pPr marL="457200" lvl="0" indent="-317500" algn="l" rtl="0">
              <a:lnSpc>
                <a:spcPct val="115000"/>
              </a:lnSpc>
              <a:spcBef>
                <a:spcPts val="0"/>
              </a:spcBef>
              <a:spcAft>
                <a:spcPts val="0"/>
              </a:spcAft>
              <a:buClr>
                <a:schemeClr val="dk1"/>
              </a:buClr>
              <a:buSzPts val="1400"/>
              <a:buFont typeface="Figtree"/>
              <a:buChar char="●"/>
            </a:pPr>
            <a:r>
              <a:rPr lang="en">
                <a:solidFill>
                  <a:schemeClr val="dk1"/>
                </a:solidFill>
                <a:latin typeface="Figtree"/>
                <a:ea typeface="Figtree"/>
                <a:cs typeface="Figtree"/>
                <a:sym typeface="Figtree"/>
              </a:rPr>
              <a:t>Key action 2</a:t>
            </a:r>
            <a:endParaRPr>
              <a:solidFill>
                <a:schemeClr val="dk1"/>
              </a:solidFill>
              <a:latin typeface="Figtree"/>
              <a:ea typeface="Figtree"/>
              <a:cs typeface="Figtree"/>
              <a:sym typeface="Figtree"/>
            </a:endParaRPr>
          </a:p>
          <a:p>
            <a:pPr marL="457200" lvl="0" indent="-317500" algn="l" rtl="0">
              <a:lnSpc>
                <a:spcPct val="115000"/>
              </a:lnSpc>
              <a:spcBef>
                <a:spcPts val="0"/>
              </a:spcBef>
              <a:spcAft>
                <a:spcPts val="0"/>
              </a:spcAft>
              <a:buClr>
                <a:schemeClr val="dk1"/>
              </a:buClr>
              <a:buSzPts val="1400"/>
              <a:buFont typeface="Figtree"/>
              <a:buChar char="●"/>
            </a:pPr>
            <a:r>
              <a:rPr lang="en">
                <a:solidFill>
                  <a:schemeClr val="dk1"/>
                </a:solidFill>
                <a:latin typeface="Figtree"/>
                <a:ea typeface="Figtree"/>
                <a:cs typeface="Figtree"/>
                <a:sym typeface="Figtree"/>
              </a:rPr>
              <a:t>Key action 3</a:t>
            </a:r>
            <a:endParaRPr>
              <a:solidFill>
                <a:schemeClr val="dk1"/>
              </a:solidFill>
              <a:latin typeface="Figtree"/>
              <a:ea typeface="Figtree"/>
              <a:cs typeface="Figtree"/>
              <a:sym typeface="Figtree"/>
            </a:endParaRPr>
          </a:p>
        </p:txBody>
      </p:sp>
      <p:sp>
        <p:nvSpPr>
          <p:cNvPr id="872" name="Google Shape;872;p67"/>
          <p:cNvSpPr txBox="1"/>
          <p:nvPr/>
        </p:nvSpPr>
        <p:spPr>
          <a:xfrm>
            <a:off x="6263350" y="1249200"/>
            <a:ext cx="2174100" cy="4848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100">
                <a:solidFill>
                  <a:schemeClr val="dk1"/>
                </a:solidFill>
                <a:latin typeface="Questrial"/>
                <a:ea typeface="Questrial"/>
                <a:cs typeface="Questrial"/>
                <a:sym typeface="Questrial"/>
              </a:rPr>
              <a:t>Key actions</a:t>
            </a:r>
            <a:endParaRPr sz="2100">
              <a:solidFill>
                <a:schemeClr val="dk1"/>
              </a:solidFill>
              <a:latin typeface="Questrial"/>
              <a:ea typeface="Questrial"/>
              <a:cs typeface="Questrial"/>
              <a:sym typeface="Questrial"/>
            </a:endParaRPr>
          </a:p>
        </p:txBody>
      </p:sp>
      <p:sp>
        <p:nvSpPr>
          <p:cNvPr id="873" name="Google Shape;873;p67"/>
          <p:cNvSpPr txBox="1"/>
          <p:nvPr/>
        </p:nvSpPr>
        <p:spPr>
          <a:xfrm>
            <a:off x="1203617" y="3770525"/>
            <a:ext cx="2174100" cy="7572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Figtree"/>
                <a:ea typeface="Figtree"/>
                <a:cs typeface="Figtree"/>
                <a:sym typeface="Figtree"/>
              </a:rPr>
              <a:t>Brief description of the third objective</a:t>
            </a:r>
            <a:endParaRPr>
              <a:solidFill>
                <a:schemeClr val="dk1"/>
              </a:solidFill>
              <a:latin typeface="Figtree"/>
              <a:ea typeface="Figtree"/>
              <a:cs typeface="Figtree"/>
              <a:sym typeface="Figtree"/>
            </a:endParaRPr>
          </a:p>
        </p:txBody>
      </p:sp>
      <p:cxnSp>
        <p:nvCxnSpPr>
          <p:cNvPr id="874" name="Google Shape;874;p67"/>
          <p:cNvCxnSpPr>
            <a:stCxn id="863" idx="3"/>
            <a:endCxn id="867" idx="1"/>
          </p:cNvCxnSpPr>
          <p:nvPr/>
        </p:nvCxnSpPr>
        <p:spPr>
          <a:xfrm>
            <a:off x="3377717" y="2243350"/>
            <a:ext cx="354000" cy="600"/>
          </a:xfrm>
          <a:prstGeom prst="bentConnector3">
            <a:avLst>
              <a:gd name="adj1" fmla="val 50011"/>
            </a:avLst>
          </a:prstGeom>
          <a:noFill/>
          <a:ln w="9525" cap="flat" cmpd="sng">
            <a:solidFill>
              <a:schemeClr val="dk1"/>
            </a:solidFill>
            <a:prstDash val="solid"/>
            <a:round/>
            <a:headEnd type="none" w="med" len="med"/>
            <a:tailEnd type="none" w="med" len="med"/>
          </a:ln>
        </p:spPr>
      </p:cxnSp>
      <p:cxnSp>
        <p:nvCxnSpPr>
          <p:cNvPr id="875" name="Google Shape;875;p67"/>
          <p:cNvCxnSpPr>
            <a:stCxn id="867" idx="3"/>
            <a:endCxn id="871" idx="1"/>
          </p:cNvCxnSpPr>
          <p:nvPr/>
        </p:nvCxnSpPr>
        <p:spPr>
          <a:xfrm>
            <a:off x="5905892" y="2243350"/>
            <a:ext cx="356100" cy="600"/>
          </a:xfrm>
          <a:prstGeom prst="bentConnector3">
            <a:avLst>
              <a:gd name="adj1" fmla="val 50011"/>
            </a:avLst>
          </a:prstGeom>
          <a:noFill/>
          <a:ln w="9525" cap="flat" cmpd="sng">
            <a:solidFill>
              <a:schemeClr val="dk1"/>
            </a:solidFill>
            <a:prstDash val="solid"/>
            <a:round/>
            <a:headEnd type="none" w="med" len="med"/>
            <a:tailEnd type="none" w="med" len="med"/>
          </a:ln>
        </p:spPr>
      </p:cxnSp>
      <p:cxnSp>
        <p:nvCxnSpPr>
          <p:cNvPr id="876" name="Google Shape;876;p67"/>
          <p:cNvCxnSpPr>
            <a:stCxn id="870" idx="1"/>
            <a:endCxn id="866" idx="3"/>
          </p:cNvCxnSpPr>
          <p:nvPr/>
        </p:nvCxnSpPr>
        <p:spPr>
          <a:xfrm flipH="1">
            <a:off x="5905967" y="3196238"/>
            <a:ext cx="356100" cy="600"/>
          </a:xfrm>
          <a:prstGeom prst="bentConnector3">
            <a:avLst>
              <a:gd name="adj1" fmla="val 50011"/>
            </a:avLst>
          </a:prstGeom>
          <a:noFill/>
          <a:ln w="9525" cap="flat" cmpd="sng">
            <a:solidFill>
              <a:schemeClr val="dk1"/>
            </a:solidFill>
            <a:prstDash val="solid"/>
            <a:round/>
            <a:headEnd type="none" w="med" len="med"/>
            <a:tailEnd type="none" w="med" len="med"/>
          </a:ln>
        </p:spPr>
      </p:cxnSp>
      <p:cxnSp>
        <p:nvCxnSpPr>
          <p:cNvPr id="877" name="Google Shape;877;p67"/>
          <p:cNvCxnSpPr>
            <a:stCxn id="869" idx="1"/>
            <a:endCxn id="865" idx="3"/>
          </p:cNvCxnSpPr>
          <p:nvPr/>
        </p:nvCxnSpPr>
        <p:spPr>
          <a:xfrm flipH="1">
            <a:off x="5905967" y="4149125"/>
            <a:ext cx="356100" cy="600"/>
          </a:xfrm>
          <a:prstGeom prst="bentConnector3">
            <a:avLst>
              <a:gd name="adj1" fmla="val 50011"/>
            </a:avLst>
          </a:prstGeom>
          <a:noFill/>
          <a:ln w="9525" cap="flat" cmpd="sng">
            <a:solidFill>
              <a:schemeClr val="dk1"/>
            </a:solidFill>
            <a:prstDash val="solid"/>
            <a:round/>
            <a:headEnd type="none" w="med" len="med"/>
            <a:tailEnd type="none" w="med" len="med"/>
          </a:ln>
        </p:spPr>
      </p:cxnSp>
      <p:cxnSp>
        <p:nvCxnSpPr>
          <p:cNvPr id="878" name="Google Shape;878;p67"/>
          <p:cNvCxnSpPr>
            <a:stCxn id="865" idx="1"/>
            <a:endCxn id="873" idx="3"/>
          </p:cNvCxnSpPr>
          <p:nvPr/>
        </p:nvCxnSpPr>
        <p:spPr>
          <a:xfrm flipH="1">
            <a:off x="3377792" y="4149125"/>
            <a:ext cx="354000" cy="600"/>
          </a:xfrm>
          <a:prstGeom prst="bentConnector3">
            <a:avLst>
              <a:gd name="adj1" fmla="val 50011"/>
            </a:avLst>
          </a:prstGeom>
          <a:noFill/>
          <a:ln w="9525" cap="flat" cmpd="sng">
            <a:solidFill>
              <a:schemeClr val="dk1"/>
            </a:solidFill>
            <a:prstDash val="solid"/>
            <a:round/>
            <a:headEnd type="none" w="med" len="med"/>
            <a:tailEnd type="none" w="med" len="med"/>
          </a:ln>
        </p:spPr>
      </p:cxnSp>
      <p:cxnSp>
        <p:nvCxnSpPr>
          <p:cNvPr id="879" name="Google Shape;879;p67"/>
          <p:cNvCxnSpPr>
            <a:stCxn id="866" idx="1"/>
            <a:endCxn id="862" idx="3"/>
          </p:cNvCxnSpPr>
          <p:nvPr/>
        </p:nvCxnSpPr>
        <p:spPr>
          <a:xfrm flipH="1">
            <a:off x="3377792" y="3196238"/>
            <a:ext cx="354000" cy="600"/>
          </a:xfrm>
          <a:prstGeom prst="bentConnector3">
            <a:avLst>
              <a:gd name="adj1" fmla="val 50011"/>
            </a:avLst>
          </a:prstGeom>
          <a:noFill/>
          <a:ln w="9525" cap="flat" cmpd="sng">
            <a:solidFill>
              <a:schemeClr val="dk1"/>
            </a:solidFill>
            <a:prstDash val="solid"/>
            <a:round/>
            <a:headEnd type="none" w="med" len="med"/>
            <a:tailEnd type="none" w="med" len="med"/>
          </a:ln>
        </p:spPr>
      </p:cxnSp>
      <p:sp>
        <p:nvSpPr>
          <p:cNvPr id="880" name="Google Shape;880;p67"/>
          <p:cNvSpPr txBox="1"/>
          <p:nvPr/>
        </p:nvSpPr>
        <p:spPr>
          <a:xfrm>
            <a:off x="713225" y="2000950"/>
            <a:ext cx="490500" cy="4848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100">
                <a:solidFill>
                  <a:schemeClr val="dk1"/>
                </a:solidFill>
                <a:latin typeface="Questrial"/>
                <a:ea typeface="Questrial"/>
                <a:cs typeface="Questrial"/>
                <a:sym typeface="Questrial"/>
              </a:rPr>
              <a:t>1</a:t>
            </a:r>
            <a:endParaRPr sz="2100">
              <a:solidFill>
                <a:schemeClr val="dk1"/>
              </a:solidFill>
              <a:latin typeface="Questrial"/>
              <a:ea typeface="Questrial"/>
              <a:cs typeface="Questrial"/>
              <a:sym typeface="Questrial"/>
            </a:endParaRPr>
          </a:p>
        </p:txBody>
      </p:sp>
      <p:sp>
        <p:nvSpPr>
          <p:cNvPr id="881" name="Google Shape;881;p67"/>
          <p:cNvSpPr txBox="1"/>
          <p:nvPr/>
        </p:nvSpPr>
        <p:spPr>
          <a:xfrm>
            <a:off x="713225" y="2953838"/>
            <a:ext cx="490500" cy="4848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100">
                <a:solidFill>
                  <a:schemeClr val="dk1"/>
                </a:solidFill>
                <a:latin typeface="Questrial"/>
                <a:ea typeface="Questrial"/>
                <a:cs typeface="Questrial"/>
                <a:sym typeface="Questrial"/>
              </a:rPr>
              <a:t>2</a:t>
            </a:r>
            <a:endParaRPr sz="2100">
              <a:solidFill>
                <a:schemeClr val="dk1"/>
              </a:solidFill>
              <a:latin typeface="Questrial"/>
              <a:ea typeface="Questrial"/>
              <a:cs typeface="Questrial"/>
              <a:sym typeface="Questrial"/>
            </a:endParaRPr>
          </a:p>
        </p:txBody>
      </p:sp>
      <p:sp>
        <p:nvSpPr>
          <p:cNvPr id="882" name="Google Shape;882;p67"/>
          <p:cNvSpPr txBox="1"/>
          <p:nvPr/>
        </p:nvSpPr>
        <p:spPr>
          <a:xfrm>
            <a:off x="713225" y="3906738"/>
            <a:ext cx="490500" cy="4848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100">
                <a:solidFill>
                  <a:schemeClr val="dk1"/>
                </a:solidFill>
                <a:latin typeface="Questrial"/>
                <a:ea typeface="Questrial"/>
                <a:cs typeface="Questrial"/>
                <a:sym typeface="Questrial"/>
              </a:rPr>
              <a:t>3</a:t>
            </a:r>
            <a:endParaRPr sz="2100">
              <a:solidFill>
                <a:schemeClr val="dk1"/>
              </a:solidFill>
              <a:latin typeface="Questrial"/>
              <a:ea typeface="Questrial"/>
              <a:cs typeface="Questrial"/>
              <a:sym typeface="Questrial"/>
            </a:endParaRPr>
          </a:p>
        </p:txBody>
      </p:sp>
      <p:cxnSp>
        <p:nvCxnSpPr>
          <p:cNvPr id="883" name="Google Shape;883;p67"/>
          <p:cNvCxnSpPr/>
          <p:nvPr/>
        </p:nvCxnSpPr>
        <p:spPr>
          <a:xfrm>
            <a:off x="719050" y="1731350"/>
            <a:ext cx="7718400" cy="0"/>
          </a:xfrm>
          <a:prstGeom prst="straightConnector1">
            <a:avLst/>
          </a:prstGeom>
          <a:noFill/>
          <a:ln w="9525" cap="flat" cmpd="sng">
            <a:solidFill>
              <a:schemeClr val="dk1"/>
            </a:solidFill>
            <a:prstDash val="solid"/>
            <a:round/>
            <a:headEnd type="none" w="med" len="med"/>
            <a:tailEnd type="none" w="med" len="med"/>
          </a:ln>
        </p:spPr>
      </p:cxn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887"/>
        <p:cNvGrpSpPr/>
        <p:nvPr/>
      </p:nvGrpSpPr>
      <p:grpSpPr>
        <a:xfrm>
          <a:off x="0" y="0"/>
          <a:ext cx="0" cy="0"/>
          <a:chOff x="0" y="0"/>
          <a:chExt cx="0" cy="0"/>
        </a:xfrm>
      </p:grpSpPr>
      <p:sp>
        <p:nvSpPr>
          <p:cNvPr id="888" name="Google Shape;888;p6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Type of participants</a:t>
            </a:r>
            <a:endParaRPr/>
          </a:p>
        </p:txBody>
      </p:sp>
      <p:sp>
        <p:nvSpPr>
          <p:cNvPr id="889" name="Google Shape;889;p68"/>
          <p:cNvSpPr txBox="1">
            <a:spLocks noGrp="1"/>
          </p:cNvSpPr>
          <p:nvPr>
            <p:ph type="subTitle" idx="4294967295"/>
          </p:nvPr>
        </p:nvSpPr>
        <p:spPr>
          <a:xfrm>
            <a:off x="2490975" y="1610800"/>
            <a:ext cx="2649300" cy="346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Men, women, other</a:t>
            </a:r>
            <a:endParaRPr/>
          </a:p>
        </p:txBody>
      </p:sp>
      <p:sp>
        <p:nvSpPr>
          <p:cNvPr id="890" name="Google Shape;890;p68"/>
          <p:cNvSpPr txBox="1">
            <a:spLocks noGrp="1"/>
          </p:cNvSpPr>
          <p:nvPr>
            <p:ph type="subTitle" idx="4294967295"/>
          </p:nvPr>
        </p:nvSpPr>
        <p:spPr>
          <a:xfrm>
            <a:off x="2490975" y="2067646"/>
            <a:ext cx="2649300" cy="3468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t>25-55 years</a:t>
            </a:r>
            <a:endParaRPr/>
          </a:p>
        </p:txBody>
      </p:sp>
      <p:sp>
        <p:nvSpPr>
          <p:cNvPr id="891" name="Google Shape;891;p68"/>
          <p:cNvSpPr txBox="1">
            <a:spLocks noGrp="1"/>
          </p:cNvSpPr>
          <p:nvPr>
            <p:ph type="subTitle" idx="4294967295"/>
          </p:nvPr>
        </p:nvSpPr>
        <p:spPr>
          <a:xfrm>
            <a:off x="5602000" y="1141600"/>
            <a:ext cx="2826900" cy="469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100">
                <a:latin typeface="Questrial"/>
                <a:ea typeface="Questrial"/>
                <a:cs typeface="Questrial"/>
                <a:sym typeface="Questrial"/>
              </a:rPr>
              <a:t>Motivations</a:t>
            </a:r>
            <a:endParaRPr sz="2100">
              <a:latin typeface="Questrial"/>
              <a:ea typeface="Questrial"/>
              <a:cs typeface="Questrial"/>
              <a:sym typeface="Questrial"/>
            </a:endParaRPr>
          </a:p>
        </p:txBody>
      </p:sp>
      <p:sp>
        <p:nvSpPr>
          <p:cNvPr id="892" name="Google Shape;892;p68"/>
          <p:cNvSpPr/>
          <p:nvPr/>
        </p:nvSpPr>
        <p:spPr>
          <a:xfrm rot="-5400000">
            <a:off x="5878199" y="2082221"/>
            <a:ext cx="119700" cy="1197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68"/>
          <p:cNvSpPr/>
          <p:nvPr/>
        </p:nvSpPr>
        <p:spPr>
          <a:xfrm rot="-5400000">
            <a:off x="6058847" y="2082221"/>
            <a:ext cx="119700" cy="1197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68"/>
          <p:cNvSpPr/>
          <p:nvPr/>
        </p:nvSpPr>
        <p:spPr>
          <a:xfrm rot="-5400000">
            <a:off x="6239494" y="2082221"/>
            <a:ext cx="119700" cy="1197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68"/>
          <p:cNvSpPr/>
          <p:nvPr/>
        </p:nvSpPr>
        <p:spPr>
          <a:xfrm rot="-5400000">
            <a:off x="6420142" y="2082221"/>
            <a:ext cx="119700" cy="1197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68"/>
          <p:cNvSpPr/>
          <p:nvPr/>
        </p:nvSpPr>
        <p:spPr>
          <a:xfrm rot="-5400000">
            <a:off x="6600789" y="2082221"/>
            <a:ext cx="119700" cy="1197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68"/>
          <p:cNvSpPr/>
          <p:nvPr/>
        </p:nvSpPr>
        <p:spPr>
          <a:xfrm rot="-5400000">
            <a:off x="5697551" y="2082221"/>
            <a:ext cx="119700" cy="1197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68"/>
          <p:cNvSpPr/>
          <p:nvPr/>
        </p:nvSpPr>
        <p:spPr>
          <a:xfrm rot="-5400000">
            <a:off x="6781437" y="2082200"/>
            <a:ext cx="119700" cy="1197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68"/>
          <p:cNvSpPr/>
          <p:nvPr/>
        </p:nvSpPr>
        <p:spPr>
          <a:xfrm rot="-5400000">
            <a:off x="6962084" y="2082200"/>
            <a:ext cx="119700" cy="1197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68"/>
          <p:cNvSpPr txBox="1">
            <a:spLocks noGrp="1"/>
          </p:cNvSpPr>
          <p:nvPr>
            <p:ph type="subTitle" idx="4294967295"/>
          </p:nvPr>
        </p:nvSpPr>
        <p:spPr>
          <a:xfrm>
            <a:off x="7854400" y="1610800"/>
            <a:ext cx="569700" cy="2859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9/10</a:t>
            </a:r>
            <a:endParaRPr/>
          </a:p>
        </p:txBody>
      </p:sp>
      <p:sp>
        <p:nvSpPr>
          <p:cNvPr id="901" name="Google Shape;901;p68"/>
          <p:cNvSpPr/>
          <p:nvPr/>
        </p:nvSpPr>
        <p:spPr>
          <a:xfrm rot="-5400000">
            <a:off x="7142732" y="2082200"/>
            <a:ext cx="119700" cy="1197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68"/>
          <p:cNvSpPr/>
          <p:nvPr/>
        </p:nvSpPr>
        <p:spPr>
          <a:xfrm rot="-5400000">
            <a:off x="7323351" y="2082200"/>
            <a:ext cx="119700" cy="119700"/>
          </a:xfrm>
          <a:prstGeom prst="ellipse">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68"/>
          <p:cNvSpPr/>
          <p:nvPr/>
        </p:nvSpPr>
        <p:spPr>
          <a:xfrm rot="-5400000">
            <a:off x="5878199" y="2793221"/>
            <a:ext cx="119700" cy="1197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68"/>
          <p:cNvSpPr/>
          <p:nvPr/>
        </p:nvSpPr>
        <p:spPr>
          <a:xfrm rot="-5400000">
            <a:off x="6058847" y="2793221"/>
            <a:ext cx="119700" cy="1197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68"/>
          <p:cNvSpPr/>
          <p:nvPr/>
        </p:nvSpPr>
        <p:spPr>
          <a:xfrm rot="-5400000">
            <a:off x="6239494" y="2793221"/>
            <a:ext cx="119700" cy="1197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68"/>
          <p:cNvSpPr/>
          <p:nvPr/>
        </p:nvSpPr>
        <p:spPr>
          <a:xfrm rot="-5400000">
            <a:off x="6420142" y="2793221"/>
            <a:ext cx="119700" cy="1197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68"/>
          <p:cNvSpPr/>
          <p:nvPr/>
        </p:nvSpPr>
        <p:spPr>
          <a:xfrm rot="-5400000">
            <a:off x="6600789" y="2793221"/>
            <a:ext cx="119700" cy="119700"/>
          </a:xfrm>
          <a:prstGeom prst="ellipse">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68"/>
          <p:cNvSpPr/>
          <p:nvPr/>
        </p:nvSpPr>
        <p:spPr>
          <a:xfrm rot="-5400000">
            <a:off x="5697551" y="2793221"/>
            <a:ext cx="119700" cy="1197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68"/>
          <p:cNvSpPr/>
          <p:nvPr/>
        </p:nvSpPr>
        <p:spPr>
          <a:xfrm rot="-5400000">
            <a:off x="6781437" y="2793200"/>
            <a:ext cx="119700" cy="119700"/>
          </a:xfrm>
          <a:prstGeom prst="ellipse">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68"/>
          <p:cNvSpPr/>
          <p:nvPr/>
        </p:nvSpPr>
        <p:spPr>
          <a:xfrm rot="-5400000">
            <a:off x="6962084" y="2793200"/>
            <a:ext cx="119700" cy="119700"/>
          </a:xfrm>
          <a:prstGeom prst="ellipse">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68"/>
          <p:cNvSpPr txBox="1">
            <a:spLocks noGrp="1"/>
          </p:cNvSpPr>
          <p:nvPr>
            <p:ph type="subTitle" idx="4294967295"/>
          </p:nvPr>
        </p:nvSpPr>
        <p:spPr>
          <a:xfrm>
            <a:off x="7854400" y="2321799"/>
            <a:ext cx="569700" cy="2859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5/10</a:t>
            </a:r>
            <a:endParaRPr/>
          </a:p>
        </p:txBody>
      </p:sp>
      <p:sp>
        <p:nvSpPr>
          <p:cNvPr id="912" name="Google Shape;912;p68"/>
          <p:cNvSpPr/>
          <p:nvPr/>
        </p:nvSpPr>
        <p:spPr>
          <a:xfrm rot="-5400000">
            <a:off x="7142732" y="2793200"/>
            <a:ext cx="119700" cy="119700"/>
          </a:xfrm>
          <a:prstGeom prst="ellipse">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68"/>
          <p:cNvSpPr/>
          <p:nvPr/>
        </p:nvSpPr>
        <p:spPr>
          <a:xfrm rot="-5400000">
            <a:off x="7323351" y="2793200"/>
            <a:ext cx="119700" cy="119700"/>
          </a:xfrm>
          <a:prstGeom prst="ellipse">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68"/>
          <p:cNvSpPr/>
          <p:nvPr/>
        </p:nvSpPr>
        <p:spPr>
          <a:xfrm rot="-5400000">
            <a:off x="5878199" y="3504221"/>
            <a:ext cx="119700" cy="1197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68"/>
          <p:cNvSpPr/>
          <p:nvPr/>
        </p:nvSpPr>
        <p:spPr>
          <a:xfrm rot="-5400000">
            <a:off x="6058847" y="3504221"/>
            <a:ext cx="119700" cy="1197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68"/>
          <p:cNvSpPr/>
          <p:nvPr/>
        </p:nvSpPr>
        <p:spPr>
          <a:xfrm rot="-5400000">
            <a:off x="6239494" y="3504221"/>
            <a:ext cx="119700" cy="1197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68"/>
          <p:cNvSpPr/>
          <p:nvPr/>
        </p:nvSpPr>
        <p:spPr>
          <a:xfrm rot="-5400000">
            <a:off x="6420142" y="3504221"/>
            <a:ext cx="119700" cy="1197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68"/>
          <p:cNvSpPr/>
          <p:nvPr/>
        </p:nvSpPr>
        <p:spPr>
          <a:xfrm rot="-5400000">
            <a:off x="6600789" y="3504221"/>
            <a:ext cx="119700" cy="1197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68"/>
          <p:cNvSpPr/>
          <p:nvPr/>
        </p:nvSpPr>
        <p:spPr>
          <a:xfrm rot="-5400000">
            <a:off x="5697551" y="3504221"/>
            <a:ext cx="119700" cy="1197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68"/>
          <p:cNvSpPr/>
          <p:nvPr/>
        </p:nvSpPr>
        <p:spPr>
          <a:xfrm rot="-5400000">
            <a:off x="6781437" y="3504200"/>
            <a:ext cx="119700" cy="1197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68"/>
          <p:cNvSpPr/>
          <p:nvPr/>
        </p:nvSpPr>
        <p:spPr>
          <a:xfrm rot="-5400000">
            <a:off x="6962084" y="3504200"/>
            <a:ext cx="119700" cy="1197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68"/>
          <p:cNvSpPr txBox="1">
            <a:spLocks noGrp="1"/>
          </p:cNvSpPr>
          <p:nvPr>
            <p:ph type="subTitle" idx="4294967295"/>
          </p:nvPr>
        </p:nvSpPr>
        <p:spPr>
          <a:xfrm>
            <a:off x="7854400" y="3032650"/>
            <a:ext cx="569700" cy="2859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8/10</a:t>
            </a:r>
            <a:endParaRPr/>
          </a:p>
        </p:txBody>
      </p:sp>
      <p:sp>
        <p:nvSpPr>
          <p:cNvPr id="923" name="Google Shape;923;p68"/>
          <p:cNvSpPr/>
          <p:nvPr/>
        </p:nvSpPr>
        <p:spPr>
          <a:xfrm rot="-5400000">
            <a:off x="7142732" y="3504200"/>
            <a:ext cx="119700" cy="119700"/>
          </a:xfrm>
          <a:prstGeom prst="ellipse">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68"/>
          <p:cNvSpPr/>
          <p:nvPr/>
        </p:nvSpPr>
        <p:spPr>
          <a:xfrm rot="-5400000">
            <a:off x="7323351" y="3504200"/>
            <a:ext cx="119700" cy="119700"/>
          </a:xfrm>
          <a:prstGeom prst="ellipse">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68"/>
          <p:cNvSpPr txBox="1">
            <a:spLocks noGrp="1"/>
          </p:cNvSpPr>
          <p:nvPr>
            <p:ph type="subTitle" idx="4294967295"/>
          </p:nvPr>
        </p:nvSpPr>
        <p:spPr>
          <a:xfrm>
            <a:off x="5601998" y="1610800"/>
            <a:ext cx="2252400" cy="2859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t>Interest in the topic</a:t>
            </a:r>
            <a:endParaRPr/>
          </a:p>
        </p:txBody>
      </p:sp>
      <p:sp>
        <p:nvSpPr>
          <p:cNvPr id="926" name="Google Shape;926;p68"/>
          <p:cNvSpPr txBox="1">
            <a:spLocks noGrp="1"/>
          </p:cNvSpPr>
          <p:nvPr>
            <p:ph type="subTitle" idx="4294967295"/>
          </p:nvPr>
        </p:nvSpPr>
        <p:spPr>
          <a:xfrm>
            <a:off x="5601998" y="2321799"/>
            <a:ext cx="2252400" cy="2859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t>Professional development</a:t>
            </a:r>
            <a:endParaRPr/>
          </a:p>
        </p:txBody>
      </p:sp>
      <p:sp>
        <p:nvSpPr>
          <p:cNvPr id="927" name="Google Shape;927;p68"/>
          <p:cNvSpPr txBox="1">
            <a:spLocks noGrp="1"/>
          </p:cNvSpPr>
          <p:nvPr>
            <p:ph type="subTitle" idx="4294967295"/>
          </p:nvPr>
        </p:nvSpPr>
        <p:spPr>
          <a:xfrm>
            <a:off x="5601998" y="3032650"/>
            <a:ext cx="2252400" cy="2859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t>Contribution</a:t>
            </a:r>
            <a:endParaRPr/>
          </a:p>
        </p:txBody>
      </p:sp>
      <p:sp>
        <p:nvSpPr>
          <p:cNvPr id="928" name="Google Shape;928;p68"/>
          <p:cNvSpPr/>
          <p:nvPr/>
        </p:nvSpPr>
        <p:spPr>
          <a:xfrm rot="-5400000">
            <a:off x="5878199" y="4215221"/>
            <a:ext cx="119700" cy="1197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68"/>
          <p:cNvSpPr/>
          <p:nvPr/>
        </p:nvSpPr>
        <p:spPr>
          <a:xfrm rot="-5400000">
            <a:off x="6058847" y="4215221"/>
            <a:ext cx="119700" cy="1197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68"/>
          <p:cNvSpPr/>
          <p:nvPr/>
        </p:nvSpPr>
        <p:spPr>
          <a:xfrm rot="-5400000">
            <a:off x="6239494" y="4215221"/>
            <a:ext cx="119700" cy="1197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68"/>
          <p:cNvSpPr/>
          <p:nvPr/>
        </p:nvSpPr>
        <p:spPr>
          <a:xfrm rot="-5400000">
            <a:off x="6420142" y="4215221"/>
            <a:ext cx="119700" cy="1197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68"/>
          <p:cNvSpPr/>
          <p:nvPr/>
        </p:nvSpPr>
        <p:spPr>
          <a:xfrm rot="-5400000">
            <a:off x="6600789" y="4215221"/>
            <a:ext cx="119700" cy="1197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68"/>
          <p:cNvSpPr/>
          <p:nvPr/>
        </p:nvSpPr>
        <p:spPr>
          <a:xfrm rot="-5400000">
            <a:off x="5697551" y="4215221"/>
            <a:ext cx="119700" cy="1197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68"/>
          <p:cNvSpPr/>
          <p:nvPr/>
        </p:nvSpPr>
        <p:spPr>
          <a:xfrm rot="-5400000">
            <a:off x="6781437" y="4215200"/>
            <a:ext cx="119700" cy="119700"/>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68"/>
          <p:cNvSpPr/>
          <p:nvPr/>
        </p:nvSpPr>
        <p:spPr>
          <a:xfrm rot="-5400000">
            <a:off x="6962084" y="4215200"/>
            <a:ext cx="119700" cy="119700"/>
          </a:xfrm>
          <a:prstGeom prst="ellipse">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68"/>
          <p:cNvSpPr txBox="1">
            <a:spLocks noGrp="1"/>
          </p:cNvSpPr>
          <p:nvPr>
            <p:ph type="subTitle" idx="4294967295"/>
          </p:nvPr>
        </p:nvSpPr>
        <p:spPr>
          <a:xfrm>
            <a:off x="7854400" y="3743650"/>
            <a:ext cx="569700" cy="2859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7/10</a:t>
            </a:r>
            <a:endParaRPr/>
          </a:p>
        </p:txBody>
      </p:sp>
      <p:sp>
        <p:nvSpPr>
          <p:cNvPr id="937" name="Google Shape;937;p68"/>
          <p:cNvSpPr/>
          <p:nvPr/>
        </p:nvSpPr>
        <p:spPr>
          <a:xfrm rot="-5400000">
            <a:off x="7142732" y="4215200"/>
            <a:ext cx="119700" cy="119700"/>
          </a:xfrm>
          <a:prstGeom prst="ellipse">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68"/>
          <p:cNvSpPr/>
          <p:nvPr/>
        </p:nvSpPr>
        <p:spPr>
          <a:xfrm rot="-5400000">
            <a:off x="7323351" y="4215200"/>
            <a:ext cx="119700" cy="119700"/>
          </a:xfrm>
          <a:prstGeom prst="ellipse">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68"/>
          <p:cNvSpPr txBox="1">
            <a:spLocks noGrp="1"/>
          </p:cNvSpPr>
          <p:nvPr>
            <p:ph type="subTitle" idx="4294967295"/>
          </p:nvPr>
        </p:nvSpPr>
        <p:spPr>
          <a:xfrm>
            <a:off x="5602000" y="3743650"/>
            <a:ext cx="2252400" cy="2859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t>Personal growth</a:t>
            </a:r>
            <a:endParaRPr/>
          </a:p>
        </p:txBody>
      </p:sp>
      <p:sp>
        <p:nvSpPr>
          <p:cNvPr id="940" name="Google Shape;940;p68"/>
          <p:cNvSpPr txBox="1">
            <a:spLocks noGrp="1"/>
          </p:cNvSpPr>
          <p:nvPr>
            <p:ph type="subTitle" idx="4294967295"/>
          </p:nvPr>
        </p:nvSpPr>
        <p:spPr>
          <a:xfrm>
            <a:off x="720000" y="1610800"/>
            <a:ext cx="1666500" cy="346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b="1"/>
              <a:t>Gender</a:t>
            </a:r>
            <a:endParaRPr b="1"/>
          </a:p>
        </p:txBody>
      </p:sp>
      <p:sp>
        <p:nvSpPr>
          <p:cNvPr id="941" name="Google Shape;941;p68"/>
          <p:cNvSpPr txBox="1">
            <a:spLocks noGrp="1"/>
          </p:cNvSpPr>
          <p:nvPr>
            <p:ph type="subTitle" idx="4294967295"/>
          </p:nvPr>
        </p:nvSpPr>
        <p:spPr>
          <a:xfrm>
            <a:off x="720000" y="2067646"/>
            <a:ext cx="1666500" cy="3468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b="1"/>
              <a:t>Age</a:t>
            </a:r>
            <a:endParaRPr b="1"/>
          </a:p>
        </p:txBody>
      </p:sp>
      <p:sp>
        <p:nvSpPr>
          <p:cNvPr id="942" name="Google Shape;942;p68"/>
          <p:cNvSpPr txBox="1">
            <a:spLocks noGrp="1"/>
          </p:cNvSpPr>
          <p:nvPr>
            <p:ph type="subTitle" idx="4294967295"/>
          </p:nvPr>
        </p:nvSpPr>
        <p:spPr>
          <a:xfrm>
            <a:off x="2490975" y="2524477"/>
            <a:ext cx="2649300" cy="346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name of region or city</a:t>
            </a:r>
            <a:endParaRPr/>
          </a:p>
        </p:txBody>
      </p:sp>
      <p:sp>
        <p:nvSpPr>
          <p:cNvPr id="943" name="Google Shape;943;p68"/>
          <p:cNvSpPr txBox="1">
            <a:spLocks noGrp="1"/>
          </p:cNvSpPr>
          <p:nvPr>
            <p:ph type="subTitle" idx="4294967295"/>
          </p:nvPr>
        </p:nvSpPr>
        <p:spPr>
          <a:xfrm>
            <a:off x="2490975" y="2981323"/>
            <a:ext cx="2649300" cy="3468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t>Bachelor's degree in education</a:t>
            </a:r>
            <a:endParaRPr/>
          </a:p>
        </p:txBody>
      </p:sp>
      <p:sp>
        <p:nvSpPr>
          <p:cNvPr id="944" name="Google Shape;944;p68"/>
          <p:cNvSpPr txBox="1">
            <a:spLocks noGrp="1"/>
          </p:cNvSpPr>
          <p:nvPr>
            <p:ph type="subTitle" idx="4294967295"/>
          </p:nvPr>
        </p:nvSpPr>
        <p:spPr>
          <a:xfrm>
            <a:off x="720000" y="2524477"/>
            <a:ext cx="1666500" cy="346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b="1"/>
              <a:t>Location</a:t>
            </a:r>
            <a:endParaRPr b="1"/>
          </a:p>
        </p:txBody>
      </p:sp>
      <p:sp>
        <p:nvSpPr>
          <p:cNvPr id="945" name="Google Shape;945;p68"/>
          <p:cNvSpPr txBox="1">
            <a:spLocks noGrp="1"/>
          </p:cNvSpPr>
          <p:nvPr>
            <p:ph type="subTitle" idx="4294967295"/>
          </p:nvPr>
        </p:nvSpPr>
        <p:spPr>
          <a:xfrm>
            <a:off x="720000" y="2981323"/>
            <a:ext cx="1666500" cy="3468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b="1"/>
              <a:t>Educational level</a:t>
            </a:r>
            <a:endParaRPr b="1"/>
          </a:p>
        </p:txBody>
      </p:sp>
      <p:sp>
        <p:nvSpPr>
          <p:cNvPr id="946" name="Google Shape;946;p68"/>
          <p:cNvSpPr txBox="1">
            <a:spLocks noGrp="1"/>
          </p:cNvSpPr>
          <p:nvPr>
            <p:ph type="subTitle" idx="4294967295"/>
          </p:nvPr>
        </p:nvSpPr>
        <p:spPr>
          <a:xfrm>
            <a:off x="2490975" y="3438154"/>
            <a:ext cx="2649300" cy="3468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t>At least 3 years of experience</a:t>
            </a:r>
            <a:endParaRPr/>
          </a:p>
        </p:txBody>
      </p:sp>
      <p:sp>
        <p:nvSpPr>
          <p:cNvPr id="947" name="Google Shape;947;p68"/>
          <p:cNvSpPr txBox="1">
            <a:spLocks noGrp="1"/>
          </p:cNvSpPr>
          <p:nvPr>
            <p:ph type="subTitle" idx="4294967295"/>
          </p:nvPr>
        </p:nvSpPr>
        <p:spPr>
          <a:xfrm>
            <a:off x="720000" y="3438154"/>
            <a:ext cx="1666500" cy="3468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b="1"/>
              <a:t>Work experience</a:t>
            </a:r>
            <a:endParaRPr b="1"/>
          </a:p>
        </p:txBody>
      </p:sp>
      <p:sp>
        <p:nvSpPr>
          <p:cNvPr id="948" name="Google Shape;948;p68"/>
          <p:cNvSpPr txBox="1">
            <a:spLocks noGrp="1"/>
          </p:cNvSpPr>
          <p:nvPr>
            <p:ph type="subTitle" idx="4294967295"/>
          </p:nvPr>
        </p:nvSpPr>
        <p:spPr>
          <a:xfrm>
            <a:off x="2490975" y="3895000"/>
            <a:ext cx="2649300" cy="3468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t>Bachelor's degree in education</a:t>
            </a:r>
            <a:endParaRPr/>
          </a:p>
        </p:txBody>
      </p:sp>
      <p:sp>
        <p:nvSpPr>
          <p:cNvPr id="949" name="Google Shape;949;p68"/>
          <p:cNvSpPr txBox="1">
            <a:spLocks noGrp="1"/>
          </p:cNvSpPr>
          <p:nvPr>
            <p:ph type="subTitle" idx="4294967295"/>
          </p:nvPr>
        </p:nvSpPr>
        <p:spPr>
          <a:xfrm>
            <a:off x="720000" y="3895000"/>
            <a:ext cx="1666500" cy="3468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b="1"/>
              <a:t>Educational level</a:t>
            </a:r>
            <a:endParaRPr b="1"/>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953"/>
        <p:cNvGrpSpPr/>
        <p:nvPr/>
      </p:nvGrpSpPr>
      <p:grpSpPr>
        <a:xfrm>
          <a:off x="0" y="0"/>
          <a:ext cx="0" cy="0"/>
          <a:chOff x="0" y="0"/>
          <a:chExt cx="0" cy="0"/>
        </a:xfrm>
      </p:grpSpPr>
      <p:sp>
        <p:nvSpPr>
          <p:cNvPr id="954" name="Google Shape;954;p6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Percentage of participants</a:t>
            </a:r>
            <a:endParaRPr/>
          </a:p>
        </p:txBody>
      </p:sp>
      <p:sp>
        <p:nvSpPr>
          <p:cNvPr id="955" name="Google Shape;955;p69"/>
          <p:cNvSpPr txBox="1">
            <a:spLocks noGrp="1"/>
          </p:cNvSpPr>
          <p:nvPr>
            <p:ph type="subTitle" idx="4294967295"/>
          </p:nvPr>
        </p:nvSpPr>
        <p:spPr>
          <a:xfrm>
            <a:off x="720800" y="4243172"/>
            <a:ext cx="1186200" cy="342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Preschool</a:t>
            </a:r>
            <a:endParaRPr/>
          </a:p>
        </p:txBody>
      </p:sp>
      <p:sp>
        <p:nvSpPr>
          <p:cNvPr id="956" name="Google Shape;956;p69"/>
          <p:cNvSpPr txBox="1">
            <a:spLocks noGrp="1"/>
          </p:cNvSpPr>
          <p:nvPr>
            <p:ph type="title" idx="4294967295"/>
          </p:nvPr>
        </p:nvSpPr>
        <p:spPr>
          <a:xfrm>
            <a:off x="720800" y="3815347"/>
            <a:ext cx="1186200" cy="406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400" b="1"/>
              <a:t>25%</a:t>
            </a:r>
            <a:endParaRPr sz="2400" b="1"/>
          </a:p>
        </p:txBody>
      </p:sp>
      <p:sp>
        <p:nvSpPr>
          <p:cNvPr id="957" name="Google Shape;957;p69"/>
          <p:cNvSpPr/>
          <p:nvPr/>
        </p:nvSpPr>
        <p:spPr>
          <a:xfrm>
            <a:off x="3093240" y="3063749"/>
            <a:ext cx="663300" cy="663300"/>
          </a:xfrm>
          <a:prstGeom prst="donut">
            <a:avLst>
              <a:gd name="adj" fmla="val 11930"/>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69"/>
          <p:cNvSpPr/>
          <p:nvPr/>
        </p:nvSpPr>
        <p:spPr>
          <a:xfrm flipH="1">
            <a:off x="3093196" y="3063748"/>
            <a:ext cx="663300" cy="663300"/>
          </a:xfrm>
          <a:prstGeom prst="blockArc">
            <a:avLst>
              <a:gd name="adj1" fmla="val 21554785"/>
              <a:gd name="adj2" fmla="val 16221490"/>
              <a:gd name="adj3" fmla="val 11851"/>
            </a:avLst>
          </a:pr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69"/>
          <p:cNvSpPr/>
          <p:nvPr/>
        </p:nvSpPr>
        <p:spPr>
          <a:xfrm>
            <a:off x="720828" y="3063749"/>
            <a:ext cx="663300" cy="663300"/>
          </a:xfrm>
          <a:prstGeom prst="donut">
            <a:avLst>
              <a:gd name="adj" fmla="val 11930"/>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69"/>
          <p:cNvSpPr/>
          <p:nvPr/>
        </p:nvSpPr>
        <p:spPr>
          <a:xfrm flipH="1">
            <a:off x="720785" y="3063748"/>
            <a:ext cx="663300" cy="663300"/>
          </a:xfrm>
          <a:prstGeom prst="blockArc">
            <a:avLst>
              <a:gd name="adj1" fmla="val 10798115"/>
              <a:gd name="adj2" fmla="val 16221490"/>
              <a:gd name="adj3" fmla="val 11851"/>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69"/>
          <p:cNvSpPr/>
          <p:nvPr/>
        </p:nvSpPr>
        <p:spPr>
          <a:xfrm>
            <a:off x="6131525" y="3007176"/>
            <a:ext cx="1645500" cy="228900"/>
          </a:xfrm>
          <a:prstGeom prst="roundRect">
            <a:avLst>
              <a:gd name="adj" fmla="val 50000"/>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Figtree"/>
              <a:ea typeface="Figtree"/>
              <a:cs typeface="Figtree"/>
              <a:sym typeface="Figtree"/>
            </a:endParaRPr>
          </a:p>
        </p:txBody>
      </p:sp>
      <p:sp>
        <p:nvSpPr>
          <p:cNvPr id="962" name="Google Shape;962;p69"/>
          <p:cNvSpPr txBox="1">
            <a:spLocks noGrp="1"/>
          </p:cNvSpPr>
          <p:nvPr>
            <p:ph type="subTitle" idx="4294967295"/>
          </p:nvPr>
        </p:nvSpPr>
        <p:spPr>
          <a:xfrm>
            <a:off x="7777075" y="2950476"/>
            <a:ext cx="653700" cy="342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10%</a:t>
            </a:r>
            <a:endParaRPr/>
          </a:p>
        </p:txBody>
      </p:sp>
      <p:sp>
        <p:nvSpPr>
          <p:cNvPr id="963" name="Google Shape;963;p69"/>
          <p:cNvSpPr txBox="1">
            <a:spLocks noGrp="1"/>
          </p:cNvSpPr>
          <p:nvPr>
            <p:ph type="subTitle" idx="4294967295"/>
          </p:nvPr>
        </p:nvSpPr>
        <p:spPr>
          <a:xfrm>
            <a:off x="4586725" y="2950476"/>
            <a:ext cx="1497300" cy="342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Very effective</a:t>
            </a:r>
            <a:endParaRPr/>
          </a:p>
        </p:txBody>
      </p:sp>
      <p:sp>
        <p:nvSpPr>
          <p:cNvPr id="964" name="Google Shape;964;p69"/>
          <p:cNvSpPr/>
          <p:nvPr/>
        </p:nvSpPr>
        <p:spPr>
          <a:xfrm>
            <a:off x="6131525" y="3330351"/>
            <a:ext cx="1645500" cy="228900"/>
          </a:xfrm>
          <a:prstGeom prst="roundRect">
            <a:avLst>
              <a:gd name="adj" fmla="val 50000"/>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Figtree"/>
              <a:ea typeface="Figtree"/>
              <a:cs typeface="Figtree"/>
              <a:sym typeface="Figtree"/>
            </a:endParaRPr>
          </a:p>
        </p:txBody>
      </p:sp>
      <p:sp>
        <p:nvSpPr>
          <p:cNvPr id="965" name="Google Shape;965;p69"/>
          <p:cNvSpPr txBox="1">
            <a:spLocks noGrp="1"/>
          </p:cNvSpPr>
          <p:nvPr>
            <p:ph type="subTitle" idx="4294967295"/>
          </p:nvPr>
        </p:nvSpPr>
        <p:spPr>
          <a:xfrm>
            <a:off x="7777075" y="3273651"/>
            <a:ext cx="653700" cy="342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40%</a:t>
            </a:r>
            <a:endParaRPr/>
          </a:p>
        </p:txBody>
      </p:sp>
      <p:sp>
        <p:nvSpPr>
          <p:cNvPr id="966" name="Google Shape;966;p69"/>
          <p:cNvSpPr txBox="1">
            <a:spLocks noGrp="1"/>
          </p:cNvSpPr>
          <p:nvPr>
            <p:ph type="subTitle" idx="4294967295"/>
          </p:nvPr>
        </p:nvSpPr>
        <p:spPr>
          <a:xfrm>
            <a:off x="4586725" y="3273651"/>
            <a:ext cx="1497300" cy="342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Effective</a:t>
            </a:r>
            <a:endParaRPr/>
          </a:p>
        </p:txBody>
      </p:sp>
      <p:sp>
        <p:nvSpPr>
          <p:cNvPr id="967" name="Google Shape;967;p69"/>
          <p:cNvSpPr/>
          <p:nvPr/>
        </p:nvSpPr>
        <p:spPr>
          <a:xfrm>
            <a:off x="6131525" y="3653526"/>
            <a:ext cx="1645500" cy="228900"/>
          </a:xfrm>
          <a:prstGeom prst="roundRect">
            <a:avLst>
              <a:gd name="adj" fmla="val 50000"/>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Figtree"/>
              <a:ea typeface="Figtree"/>
              <a:cs typeface="Figtree"/>
              <a:sym typeface="Figtree"/>
            </a:endParaRPr>
          </a:p>
        </p:txBody>
      </p:sp>
      <p:sp>
        <p:nvSpPr>
          <p:cNvPr id="968" name="Google Shape;968;p69"/>
          <p:cNvSpPr txBox="1">
            <a:spLocks noGrp="1"/>
          </p:cNvSpPr>
          <p:nvPr>
            <p:ph type="subTitle" idx="4294967295"/>
          </p:nvPr>
        </p:nvSpPr>
        <p:spPr>
          <a:xfrm>
            <a:off x="7777075" y="3596826"/>
            <a:ext cx="653700" cy="342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30%</a:t>
            </a:r>
            <a:endParaRPr/>
          </a:p>
        </p:txBody>
      </p:sp>
      <p:sp>
        <p:nvSpPr>
          <p:cNvPr id="969" name="Google Shape;969;p69"/>
          <p:cNvSpPr txBox="1">
            <a:spLocks noGrp="1"/>
          </p:cNvSpPr>
          <p:nvPr>
            <p:ph type="subTitle" idx="4294967295"/>
          </p:nvPr>
        </p:nvSpPr>
        <p:spPr>
          <a:xfrm>
            <a:off x="4586725" y="3596826"/>
            <a:ext cx="1497300" cy="342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Neutral</a:t>
            </a:r>
            <a:endParaRPr/>
          </a:p>
        </p:txBody>
      </p:sp>
      <p:sp>
        <p:nvSpPr>
          <p:cNvPr id="970" name="Google Shape;970;p69"/>
          <p:cNvSpPr/>
          <p:nvPr/>
        </p:nvSpPr>
        <p:spPr>
          <a:xfrm>
            <a:off x="6131525" y="3976701"/>
            <a:ext cx="1645500" cy="228900"/>
          </a:xfrm>
          <a:prstGeom prst="roundRect">
            <a:avLst>
              <a:gd name="adj" fmla="val 50000"/>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Figtree"/>
              <a:ea typeface="Figtree"/>
              <a:cs typeface="Figtree"/>
              <a:sym typeface="Figtree"/>
            </a:endParaRPr>
          </a:p>
        </p:txBody>
      </p:sp>
      <p:sp>
        <p:nvSpPr>
          <p:cNvPr id="971" name="Google Shape;971;p69"/>
          <p:cNvSpPr txBox="1">
            <a:spLocks noGrp="1"/>
          </p:cNvSpPr>
          <p:nvPr>
            <p:ph type="subTitle" idx="4294967295"/>
          </p:nvPr>
        </p:nvSpPr>
        <p:spPr>
          <a:xfrm>
            <a:off x="7777075" y="3920001"/>
            <a:ext cx="653700" cy="342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20%</a:t>
            </a:r>
            <a:endParaRPr/>
          </a:p>
        </p:txBody>
      </p:sp>
      <p:sp>
        <p:nvSpPr>
          <p:cNvPr id="972" name="Google Shape;972;p69"/>
          <p:cNvSpPr txBox="1">
            <a:spLocks noGrp="1"/>
          </p:cNvSpPr>
          <p:nvPr>
            <p:ph type="subTitle" idx="4294967295"/>
          </p:nvPr>
        </p:nvSpPr>
        <p:spPr>
          <a:xfrm>
            <a:off x="4586725" y="3920001"/>
            <a:ext cx="1497300" cy="342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Ineffective</a:t>
            </a:r>
            <a:endParaRPr/>
          </a:p>
        </p:txBody>
      </p:sp>
      <p:sp>
        <p:nvSpPr>
          <p:cNvPr id="973" name="Google Shape;973;p69"/>
          <p:cNvSpPr/>
          <p:nvPr/>
        </p:nvSpPr>
        <p:spPr>
          <a:xfrm>
            <a:off x="6131525" y="4299876"/>
            <a:ext cx="1645500" cy="228900"/>
          </a:xfrm>
          <a:prstGeom prst="roundRect">
            <a:avLst>
              <a:gd name="adj" fmla="val 50000"/>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Figtree"/>
              <a:ea typeface="Figtree"/>
              <a:cs typeface="Figtree"/>
              <a:sym typeface="Figtree"/>
            </a:endParaRPr>
          </a:p>
        </p:txBody>
      </p:sp>
      <p:sp>
        <p:nvSpPr>
          <p:cNvPr id="974" name="Google Shape;974;p69"/>
          <p:cNvSpPr txBox="1">
            <a:spLocks noGrp="1"/>
          </p:cNvSpPr>
          <p:nvPr>
            <p:ph type="subTitle" idx="4294967295"/>
          </p:nvPr>
        </p:nvSpPr>
        <p:spPr>
          <a:xfrm>
            <a:off x="7777075" y="4243176"/>
            <a:ext cx="653700" cy="342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0%</a:t>
            </a:r>
            <a:endParaRPr/>
          </a:p>
        </p:txBody>
      </p:sp>
      <p:sp>
        <p:nvSpPr>
          <p:cNvPr id="975" name="Google Shape;975;p69"/>
          <p:cNvSpPr txBox="1">
            <a:spLocks noGrp="1"/>
          </p:cNvSpPr>
          <p:nvPr>
            <p:ph type="subTitle" idx="4294967295"/>
          </p:nvPr>
        </p:nvSpPr>
        <p:spPr>
          <a:xfrm>
            <a:off x="4586725" y="4243176"/>
            <a:ext cx="1497300" cy="342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Very ineffective</a:t>
            </a:r>
            <a:endParaRPr/>
          </a:p>
        </p:txBody>
      </p:sp>
      <p:sp>
        <p:nvSpPr>
          <p:cNvPr id="976" name="Google Shape;976;p69"/>
          <p:cNvSpPr/>
          <p:nvPr/>
        </p:nvSpPr>
        <p:spPr>
          <a:xfrm>
            <a:off x="6131525" y="3007176"/>
            <a:ext cx="164700" cy="228900"/>
          </a:xfrm>
          <a:prstGeom prst="roundRect">
            <a:avLst>
              <a:gd name="adj" fmla="val 5000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Figtree"/>
              <a:ea typeface="Figtree"/>
              <a:cs typeface="Figtree"/>
              <a:sym typeface="Figtree"/>
            </a:endParaRPr>
          </a:p>
        </p:txBody>
      </p:sp>
      <p:sp>
        <p:nvSpPr>
          <p:cNvPr id="977" name="Google Shape;977;p69"/>
          <p:cNvSpPr/>
          <p:nvPr/>
        </p:nvSpPr>
        <p:spPr>
          <a:xfrm>
            <a:off x="6131525" y="3330351"/>
            <a:ext cx="658200" cy="228900"/>
          </a:xfrm>
          <a:prstGeom prst="roundRect">
            <a:avLst>
              <a:gd name="adj" fmla="val 5000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Figtree"/>
              <a:ea typeface="Figtree"/>
              <a:cs typeface="Figtree"/>
              <a:sym typeface="Figtree"/>
            </a:endParaRPr>
          </a:p>
        </p:txBody>
      </p:sp>
      <p:sp>
        <p:nvSpPr>
          <p:cNvPr id="978" name="Google Shape;978;p69"/>
          <p:cNvSpPr/>
          <p:nvPr/>
        </p:nvSpPr>
        <p:spPr>
          <a:xfrm>
            <a:off x="6131525" y="3653526"/>
            <a:ext cx="493800" cy="228900"/>
          </a:xfrm>
          <a:prstGeom prst="roundRect">
            <a:avLst>
              <a:gd name="adj" fmla="val 5000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Figtree"/>
              <a:ea typeface="Figtree"/>
              <a:cs typeface="Figtree"/>
              <a:sym typeface="Figtree"/>
            </a:endParaRPr>
          </a:p>
        </p:txBody>
      </p:sp>
      <p:sp>
        <p:nvSpPr>
          <p:cNvPr id="979" name="Google Shape;979;p69"/>
          <p:cNvSpPr/>
          <p:nvPr/>
        </p:nvSpPr>
        <p:spPr>
          <a:xfrm>
            <a:off x="6131525" y="3976701"/>
            <a:ext cx="329100" cy="228900"/>
          </a:xfrm>
          <a:prstGeom prst="roundRect">
            <a:avLst>
              <a:gd name="adj" fmla="val 5000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Figtree"/>
              <a:ea typeface="Figtree"/>
              <a:cs typeface="Figtree"/>
              <a:sym typeface="Figtree"/>
            </a:endParaRPr>
          </a:p>
        </p:txBody>
      </p:sp>
      <p:sp>
        <p:nvSpPr>
          <p:cNvPr id="980" name="Google Shape;980;p69"/>
          <p:cNvSpPr txBox="1">
            <a:spLocks noGrp="1"/>
          </p:cNvSpPr>
          <p:nvPr>
            <p:ph type="subTitle" idx="4294967295"/>
          </p:nvPr>
        </p:nvSpPr>
        <p:spPr>
          <a:xfrm>
            <a:off x="4586725" y="2080975"/>
            <a:ext cx="3844200" cy="768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1800">
                <a:latin typeface="Questrial"/>
                <a:ea typeface="Questrial"/>
                <a:cs typeface="Questrial"/>
                <a:sym typeface="Questrial"/>
              </a:rPr>
              <a:t>Percentage of responses to key questions</a:t>
            </a:r>
            <a:endParaRPr sz="1800">
              <a:latin typeface="Questrial"/>
              <a:ea typeface="Questrial"/>
              <a:cs typeface="Questrial"/>
              <a:sym typeface="Questrial"/>
            </a:endParaRPr>
          </a:p>
        </p:txBody>
      </p:sp>
      <p:sp>
        <p:nvSpPr>
          <p:cNvPr id="981" name="Google Shape;981;p69"/>
          <p:cNvSpPr txBox="1">
            <a:spLocks noGrp="1"/>
          </p:cNvSpPr>
          <p:nvPr>
            <p:ph type="subTitle" idx="4294967295"/>
          </p:nvPr>
        </p:nvSpPr>
        <p:spPr>
          <a:xfrm>
            <a:off x="1907000" y="4243172"/>
            <a:ext cx="1186200" cy="342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Primary</a:t>
            </a:r>
            <a:endParaRPr/>
          </a:p>
        </p:txBody>
      </p:sp>
      <p:sp>
        <p:nvSpPr>
          <p:cNvPr id="982" name="Google Shape;982;p69"/>
          <p:cNvSpPr txBox="1">
            <a:spLocks noGrp="1"/>
          </p:cNvSpPr>
          <p:nvPr>
            <p:ph type="title" idx="4294967295"/>
          </p:nvPr>
        </p:nvSpPr>
        <p:spPr>
          <a:xfrm>
            <a:off x="1907000" y="3815347"/>
            <a:ext cx="1186200" cy="406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400" b="1"/>
              <a:t>50%</a:t>
            </a:r>
            <a:endParaRPr sz="2400" b="1"/>
          </a:p>
        </p:txBody>
      </p:sp>
      <p:sp>
        <p:nvSpPr>
          <p:cNvPr id="983" name="Google Shape;983;p69"/>
          <p:cNvSpPr txBox="1">
            <a:spLocks noGrp="1"/>
          </p:cNvSpPr>
          <p:nvPr>
            <p:ph type="subTitle" idx="4294967295"/>
          </p:nvPr>
        </p:nvSpPr>
        <p:spPr>
          <a:xfrm>
            <a:off x="3093200" y="4243172"/>
            <a:ext cx="1186200" cy="342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Secondary</a:t>
            </a:r>
            <a:endParaRPr/>
          </a:p>
        </p:txBody>
      </p:sp>
      <p:sp>
        <p:nvSpPr>
          <p:cNvPr id="984" name="Google Shape;984;p69"/>
          <p:cNvSpPr txBox="1">
            <a:spLocks noGrp="1"/>
          </p:cNvSpPr>
          <p:nvPr>
            <p:ph type="title" idx="4294967295"/>
          </p:nvPr>
        </p:nvSpPr>
        <p:spPr>
          <a:xfrm>
            <a:off x="3093200" y="3815347"/>
            <a:ext cx="1186200" cy="406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400" b="1"/>
              <a:t>75%</a:t>
            </a:r>
            <a:endParaRPr sz="2400" b="1"/>
          </a:p>
        </p:txBody>
      </p:sp>
      <p:sp>
        <p:nvSpPr>
          <p:cNvPr id="985" name="Google Shape;985;p69"/>
          <p:cNvSpPr/>
          <p:nvPr/>
        </p:nvSpPr>
        <p:spPr>
          <a:xfrm>
            <a:off x="1907066" y="3063749"/>
            <a:ext cx="663300" cy="663300"/>
          </a:xfrm>
          <a:prstGeom prst="donut">
            <a:avLst>
              <a:gd name="adj" fmla="val 11930"/>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69"/>
          <p:cNvSpPr/>
          <p:nvPr/>
        </p:nvSpPr>
        <p:spPr>
          <a:xfrm flipH="1">
            <a:off x="1907022" y="3063748"/>
            <a:ext cx="663300" cy="663300"/>
          </a:xfrm>
          <a:prstGeom prst="blockArc">
            <a:avLst>
              <a:gd name="adj1" fmla="val 5445758"/>
              <a:gd name="adj2" fmla="val 16221490"/>
              <a:gd name="adj3" fmla="val 11851"/>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69"/>
          <p:cNvSpPr txBox="1">
            <a:spLocks noGrp="1"/>
          </p:cNvSpPr>
          <p:nvPr>
            <p:ph type="subTitle" idx="4294967295"/>
          </p:nvPr>
        </p:nvSpPr>
        <p:spPr>
          <a:xfrm>
            <a:off x="720825" y="2080975"/>
            <a:ext cx="3844200" cy="768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1800">
                <a:latin typeface="Questrial"/>
                <a:ea typeface="Questrial"/>
                <a:cs typeface="Questrial"/>
                <a:sym typeface="Questrial"/>
              </a:rPr>
              <a:t>Percentage of participants by educational level</a:t>
            </a:r>
            <a:endParaRPr sz="1800">
              <a:latin typeface="Questrial"/>
              <a:ea typeface="Questrial"/>
              <a:cs typeface="Questrial"/>
              <a:sym typeface="Questrial"/>
            </a:endParaRPr>
          </a:p>
        </p:txBody>
      </p:sp>
      <p:sp>
        <p:nvSpPr>
          <p:cNvPr id="988" name="Google Shape;988;p69"/>
          <p:cNvSpPr txBox="1"/>
          <p:nvPr/>
        </p:nvSpPr>
        <p:spPr>
          <a:xfrm>
            <a:off x="4586725" y="1345850"/>
            <a:ext cx="1041300" cy="572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3600" b="1">
                <a:solidFill>
                  <a:schemeClr val="dk1"/>
                </a:solidFill>
                <a:latin typeface="Questrial"/>
                <a:ea typeface="Questrial"/>
                <a:cs typeface="Questrial"/>
                <a:sym typeface="Questrial"/>
              </a:rPr>
              <a:t>100</a:t>
            </a:r>
            <a:endParaRPr sz="3600" b="1">
              <a:solidFill>
                <a:schemeClr val="dk1"/>
              </a:solidFill>
              <a:latin typeface="Questrial"/>
              <a:ea typeface="Questrial"/>
              <a:cs typeface="Questrial"/>
              <a:sym typeface="Questrial"/>
            </a:endParaRPr>
          </a:p>
        </p:txBody>
      </p:sp>
      <p:sp>
        <p:nvSpPr>
          <p:cNvPr id="989" name="Google Shape;989;p69"/>
          <p:cNvSpPr txBox="1">
            <a:spLocks noGrp="1"/>
          </p:cNvSpPr>
          <p:nvPr>
            <p:ph type="subTitle" idx="4294967295"/>
          </p:nvPr>
        </p:nvSpPr>
        <p:spPr>
          <a:xfrm>
            <a:off x="5528850" y="1345850"/>
            <a:ext cx="2895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People outside the educational field who participated</a:t>
            </a:r>
            <a:endParaRPr/>
          </a:p>
        </p:txBody>
      </p:sp>
      <p:sp>
        <p:nvSpPr>
          <p:cNvPr id="990" name="Google Shape;990;p69"/>
          <p:cNvSpPr txBox="1"/>
          <p:nvPr/>
        </p:nvSpPr>
        <p:spPr>
          <a:xfrm>
            <a:off x="720825" y="1345850"/>
            <a:ext cx="1041300" cy="572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3600" b="1">
                <a:solidFill>
                  <a:schemeClr val="dk1"/>
                </a:solidFill>
                <a:latin typeface="Questrial"/>
                <a:ea typeface="Questrial"/>
                <a:cs typeface="Questrial"/>
                <a:sym typeface="Questrial"/>
              </a:rPr>
              <a:t>300</a:t>
            </a:r>
            <a:endParaRPr sz="3600" b="1">
              <a:solidFill>
                <a:schemeClr val="dk1"/>
              </a:solidFill>
              <a:latin typeface="Questrial"/>
              <a:ea typeface="Questrial"/>
              <a:cs typeface="Questrial"/>
              <a:sym typeface="Questrial"/>
            </a:endParaRPr>
          </a:p>
        </p:txBody>
      </p:sp>
      <p:sp>
        <p:nvSpPr>
          <p:cNvPr id="991" name="Google Shape;991;p69"/>
          <p:cNvSpPr txBox="1">
            <a:spLocks noGrp="1"/>
          </p:cNvSpPr>
          <p:nvPr>
            <p:ph type="subTitle" idx="4294967295"/>
          </p:nvPr>
        </p:nvSpPr>
        <p:spPr>
          <a:xfrm>
            <a:off x="1662950" y="1345850"/>
            <a:ext cx="2895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People in the educational field who participated</a:t>
            </a:r>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995"/>
        <p:cNvGrpSpPr/>
        <p:nvPr/>
      </p:nvGrpSpPr>
      <p:grpSpPr>
        <a:xfrm>
          <a:off x="0" y="0"/>
          <a:ext cx="0" cy="0"/>
          <a:chOff x="0" y="0"/>
          <a:chExt cx="0" cy="0"/>
        </a:xfrm>
      </p:grpSpPr>
      <p:sp>
        <p:nvSpPr>
          <p:cNvPr id="996" name="Google Shape;996;p70"/>
          <p:cNvSpPr/>
          <p:nvPr/>
        </p:nvSpPr>
        <p:spPr>
          <a:xfrm>
            <a:off x="4822174" y="3481828"/>
            <a:ext cx="1049400" cy="133500"/>
          </a:xfrm>
          <a:prstGeom prst="roundRect">
            <a:avLst>
              <a:gd name="adj" fmla="val 50000"/>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Figtree"/>
              <a:ea typeface="Figtree"/>
              <a:cs typeface="Figtree"/>
              <a:sym typeface="Figtree"/>
            </a:endParaRPr>
          </a:p>
        </p:txBody>
      </p:sp>
      <p:sp>
        <p:nvSpPr>
          <p:cNvPr id="997" name="Google Shape;997;p70"/>
          <p:cNvSpPr/>
          <p:nvPr/>
        </p:nvSpPr>
        <p:spPr>
          <a:xfrm>
            <a:off x="4822174" y="3481825"/>
            <a:ext cx="238800" cy="133500"/>
          </a:xfrm>
          <a:prstGeom prst="roundRect">
            <a:avLst>
              <a:gd name="adj" fmla="val 5000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Figtree"/>
              <a:ea typeface="Figtree"/>
              <a:cs typeface="Figtree"/>
              <a:sym typeface="Figtree"/>
            </a:endParaRPr>
          </a:p>
        </p:txBody>
      </p:sp>
      <p:sp>
        <p:nvSpPr>
          <p:cNvPr id="998" name="Google Shape;998;p7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Conclusions</a:t>
            </a:r>
            <a:endParaRPr/>
          </a:p>
        </p:txBody>
      </p:sp>
      <p:sp>
        <p:nvSpPr>
          <p:cNvPr id="999" name="Google Shape;999;p70"/>
          <p:cNvSpPr txBox="1"/>
          <p:nvPr/>
        </p:nvSpPr>
        <p:spPr>
          <a:xfrm>
            <a:off x="1416074" y="1178875"/>
            <a:ext cx="3197100" cy="441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a:solidFill>
                  <a:schemeClr val="dk1"/>
                </a:solidFill>
                <a:latin typeface="Questrial"/>
                <a:ea typeface="Questrial"/>
                <a:cs typeface="Questrial"/>
                <a:sym typeface="Questrial"/>
              </a:rPr>
              <a:t>Positive Impact in (impact area)</a:t>
            </a:r>
            <a:endParaRPr sz="1600">
              <a:solidFill>
                <a:schemeClr val="dk1"/>
              </a:solidFill>
              <a:latin typeface="Questrial"/>
              <a:ea typeface="Questrial"/>
              <a:cs typeface="Questrial"/>
              <a:sym typeface="Questrial"/>
            </a:endParaRPr>
          </a:p>
        </p:txBody>
      </p:sp>
      <p:sp>
        <p:nvSpPr>
          <p:cNvPr id="1000" name="Google Shape;1000;p70"/>
          <p:cNvSpPr txBox="1"/>
          <p:nvPr/>
        </p:nvSpPr>
        <p:spPr>
          <a:xfrm>
            <a:off x="1416074" y="1544575"/>
            <a:ext cx="3197100" cy="11946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Figtree"/>
                <a:ea typeface="Figtree"/>
                <a:cs typeface="Figtree"/>
                <a:sym typeface="Figtree"/>
              </a:rPr>
              <a:t>Our research demonstrates that </a:t>
            </a:r>
            <a:r>
              <a:rPr lang="en" b="1">
                <a:solidFill>
                  <a:schemeClr val="dk1"/>
                </a:solidFill>
                <a:latin typeface="Figtree"/>
                <a:ea typeface="Figtree"/>
                <a:cs typeface="Figtree"/>
                <a:sym typeface="Figtree"/>
              </a:rPr>
              <a:t>(The topic investigated)</a:t>
            </a:r>
            <a:r>
              <a:rPr lang="en">
                <a:solidFill>
                  <a:schemeClr val="dk1"/>
                </a:solidFill>
                <a:latin typeface="Figtree"/>
                <a:ea typeface="Figtree"/>
                <a:cs typeface="Figtree"/>
                <a:sym typeface="Figtree"/>
              </a:rPr>
              <a:t> has had a positive impact on the effectiveness of the educational process</a:t>
            </a:r>
            <a:endParaRPr>
              <a:solidFill>
                <a:schemeClr val="dk1"/>
              </a:solidFill>
              <a:latin typeface="Figtree"/>
              <a:ea typeface="Figtree"/>
              <a:cs typeface="Figtree"/>
              <a:sym typeface="Figtree"/>
            </a:endParaRPr>
          </a:p>
        </p:txBody>
      </p:sp>
      <p:sp>
        <p:nvSpPr>
          <p:cNvPr id="1001" name="Google Shape;1001;p70"/>
          <p:cNvSpPr txBox="1"/>
          <p:nvPr/>
        </p:nvSpPr>
        <p:spPr>
          <a:xfrm>
            <a:off x="1416074" y="2866750"/>
            <a:ext cx="3197100" cy="487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a:solidFill>
                  <a:schemeClr val="dk1"/>
                </a:solidFill>
                <a:latin typeface="Questrial"/>
                <a:ea typeface="Questrial"/>
                <a:cs typeface="Questrial"/>
                <a:sym typeface="Questrial"/>
              </a:rPr>
              <a:t>Need for (action or change)</a:t>
            </a:r>
            <a:endParaRPr sz="1600">
              <a:solidFill>
                <a:schemeClr val="dk1"/>
              </a:solidFill>
              <a:latin typeface="Questrial"/>
              <a:ea typeface="Questrial"/>
              <a:cs typeface="Questrial"/>
              <a:sym typeface="Questrial"/>
            </a:endParaRPr>
          </a:p>
        </p:txBody>
      </p:sp>
      <p:sp>
        <p:nvSpPr>
          <p:cNvPr id="1002" name="Google Shape;1002;p70"/>
          <p:cNvSpPr txBox="1"/>
          <p:nvPr/>
        </p:nvSpPr>
        <p:spPr>
          <a:xfrm>
            <a:off x="1416074" y="3267750"/>
            <a:ext cx="3197100" cy="1342800"/>
          </a:xfrm>
          <a:prstGeom prst="rect">
            <a:avLst/>
          </a:prstGeom>
          <a:noFill/>
          <a:ln>
            <a:noFill/>
          </a:ln>
        </p:spPr>
        <p:txBody>
          <a:bodyPr spcFirstLastPara="1" wrap="square" lIns="91425" tIns="91425" rIns="91425" bIns="91425" anchor="t" anchorCtr="0">
            <a:noAutofit/>
          </a:bodyPr>
          <a:lstStyle/>
          <a:p>
            <a:pPr marL="342900" lvl="0" indent="-317500" algn="l" rtl="0">
              <a:lnSpc>
                <a:spcPct val="115000"/>
              </a:lnSpc>
              <a:spcBef>
                <a:spcPts val="0"/>
              </a:spcBef>
              <a:spcAft>
                <a:spcPts val="0"/>
              </a:spcAft>
              <a:buClr>
                <a:schemeClr val="dk1"/>
              </a:buClr>
              <a:buSzPts val="1400"/>
              <a:buFont typeface="Figtree"/>
              <a:buChar char="●"/>
            </a:pPr>
            <a:r>
              <a:rPr lang="en">
                <a:solidFill>
                  <a:schemeClr val="dk1"/>
                </a:solidFill>
                <a:latin typeface="Figtree"/>
                <a:ea typeface="Figtree"/>
                <a:cs typeface="Figtree"/>
                <a:sym typeface="Figtree"/>
              </a:rPr>
              <a:t>[Description of the identified need and its importance].</a:t>
            </a:r>
            <a:endParaRPr>
              <a:solidFill>
                <a:schemeClr val="dk1"/>
              </a:solidFill>
              <a:latin typeface="Figtree"/>
              <a:ea typeface="Figtree"/>
              <a:cs typeface="Figtree"/>
              <a:sym typeface="Figtree"/>
            </a:endParaRPr>
          </a:p>
          <a:p>
            <a:pPr marL="342900" lvl="0" indent="-304800" algn="l" rtl="0">
              <a:lnSpc>
                <a:spcPct val="115000"/>
              </a:lnSpc>
              <a:spcBef>
                <a:spcPts val="1000"/>
              </a:spcBef>
              <a:spcAft>
                <a:spcPts val="1000"/>
              </a:spcAft>
              <a:buClr>
                <a:schemeClr val="dk1"/>
              </a:buClr>
              <a:buSzPts val="1200"/>
              <a:buFont typeface="Figtree"/>
              <a:buChar char="●"/>
            </a:pPr>
            <a:r>
              <a:rPr lang="en">
                <a:solidFill>
                  <a:schemeClr val="dk1"/>
                </a:solidFill>
                <a:latin typeface="Figtree"/>
                <a:ea typeface="Figtree"/>
                <a:cs typeface="Figtree"/>
                <a:sym typeface="Figtree"/>
              </a:rPr>
              <a:t>[Description of the identified need and its importance].</a:t>
            </a:r>
            <a:endParaRPr>
              <a:solidFill>
                <a:schemeClr val="dk1"/>
              </a:solidFill>
              <a:latin typeface="Figtree"/>
              <a:ea typeface="Figtree"/>
              <a:cs typeface="Figtree"/>
              <a:sym typeface="Figtree"/>
            </a:endParaRPr>
          </a:p>
        </p:txBody>
      </p:sp>
      <p:sp>
        <p:nvSpPr>
          <p:cNvPr id="1003" name="Google Shape;1003;p70"/>
          <p:cNvSpPr txBox="1"/>
          <p:nvPr/>
        </p:nvSpPr>
        <p:spPr>
          <a:xfrm>
            <a:off x="4822175" y="1178875"/>
            <a:ext cx="3587100" cy="4419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a:solidFill>
                  <a:schemeClr val="dk1"/>
                </a:solidFill>
                <a:latin typeface="Questrial"/>
                <a:ea typeface="Questrial"/>
                <a:cs typeface="Questrial"/>
                <a:sym typeface="Questrial"/>
              </a:rPr>
              <a:t>Importance of (concept)</a:t>
            </a:r>
            <a:endParaRPr sz="1600">
              <a:solidFill>
                <a:schemeClr val="dk1"/>
              </a:solidFill>
              <a:latin typeface="Questrial"/>
              <a:ea typeface="Questrial"/>
              <a:cs typeface="Questrial"/>
              <a:sym typeface="Questrial"/>
            </a:endParaRPr>
          </a:p>
        </p:txBody>
      </p:sp>
      <p:sp>
        <p:nvSpPr>
          <p:cNvPr id="1004" name="Google Shape;1004;p70"/>
          <p:cNvSpPr txBox="1"/>
          <p:nvPr/>
        </p:nvSpPr>
        <p:spPr>
          <a:xfrm>
            <a:off x="4822174" y="4019113"/>
            <a:ext cx="1165500" cy="3426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Anek Tamil"/>
                <a:ea typeface="Anek Tamil"/>
                <a:cs typeface="Anek Tamil"/>
                <a:sym typeface="Anek Tamil"/>
              </a:rPr>
              <a:t>Example 1</a:t>
            </a:r>
            <a:endParaRPr>
              <a:solidFill>
                <a:schemeClr val="dk1"/>
              </a:solidFill>
              <a:latin typeface="Anek Tamil"/>
              <a:ea typeface="Anek Tamil"/>
              <a:cs typeface="Anek Tamil"/>
              <a:sym typeface="Anek Tamil"/>
            </a:endParaRPr>
          </a:p>
        </p:txBody>
      </p:sp>
      <p:sp>
        <p:nvSpPr>
          <p:cNvPr id="1005" name="Google Shape;1005;p70"/>
          <p:cNvSpPr txBox="1"/>
          <p:nvPr/>
        </p:nvSpPr>
        <p:spPr>
          <a:xfrm>
            <a:off x="6033011" y="4019113"/>
            <a:ext cx="1165500" cy="3426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Anek Tamil"/>
                <a:ea typeface="Anek Tamil"/>
                <a:cs typeface="Anek Tamil"/>
                <a:sym typeface="Anek Tamil"/>
              </a:rPr>
              <a:t>Example 2</a:t>
            </a:r>
            <a:endParaRPr>
              <a:solidFill>
                <a:schemeClr val="dk1"/>
              </a:solidFill>
              <a:latin typeface="Anek Tamil"/>
              <a:ea typeface="Anek Tamil"/>
              <a:cs typeface="Anek Tamil"/>
              <a:sym typeface="Anek Tamil"/>
            </a:endParaRPr>
          </a:p>
        </p:txBody>
      </p:sp>
      <p:sp>
        <p:nvSpPr>
          <p:cNvPr id="1006" name="Google Shape;1006;p70"/>
          <p:cNvSpPr txBox="1"/>
          <p:nvPr/>
        </p:nvSpPr>
        <p:spPr>
          <a:xfrm>
            <a:off x="7243849" y="4019113"/>
            <a:ext cx="1165500" cy="3426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Anek Tamil"/>
                <a:ea typeface="Anek Tamil"/>
                <a:cs typeface="Anek Tamil"/>
                <a:sym typeface="Anek Tamil"/>
              </a:rPr>
              <a:t>Example 3</a:t>
            </a:r>
            <a:endParaRPr>
              <a:solidFill>
                <a:schemeClr val="dk1"/>
              </a:solidFill>
              <a:latin typeface="Anek Tamil"/>
              <a:ea typeface="Anek Tamil"/>
              <a:cs typeface="Anek Tamil"/>
              <a:sym typeface="Anek Tamil"/>
            </a:endParaRPr>
          </a:p>
        </p:txBody>
      </p:sp>
      <p:sp>
        <p:nvSpPr>
          <p:cNvPr id="1007" name="Google Shape;1007;p70"/>
          <p:cNvSpPr/>
          <p:nvPr/>
        </p:nvSpPr>
        <p:spPr>
          <a:xfrm>
            <a:off x="4822174" y="3761625"/>
            <a:ext cx="791100" cy="3357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800" b="1">
                <a:solidFill>
                  <a:schemeClr val="dk1"/>
                </a:solidFill>
                <a:latin typeface="Questrial"/>
                <a:ea typeface="Questrial"/>
                <a:cs typeface="Questrial"/>
                <a:sym typeface="Questrial"/>
              </a:rPr>
              <a:t>23%</a:t>
            </a:r>
            <a:endParaRPr sz="1800" b="1">
              <a:solidFill>
                <a:schemeClr val="dk1"/>
              </a:solidFill>
              <a:latin typeface="Questrial"/>
              <a:ea typeface="Questrial"/>
              <a:cs typeface="Questrial"/>
              <a:sym typeface="Questrial"/>
            </a:endParaRPr>
          </a:p>
        </p:txBody>
      </p:sp>
      <p:sp>
        <p:nvSpPr>
          <p:cNvPr id="1008" name="Google Shape;1008;p70"/>
          <p:cNvSpPr/>
          <p:nvPr/>
        </p:nvSpPr>
        <p:spPr>
          <a:xfrm>
            <a:off x="6033026" y="3761660"/>
            <a:ext cx="791100" cy="3357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800" b="1">
                <a:solidFill>
                  <a:schemeClr val="dk1"/>
                </a:solidFill>
                <a:latin typeface="Questrial"/>
                <a:ea typeface="Questrial"/>
                <a:cs typeface="Questrial"/>
                <a:sym typeface="Questrial"/>
              </a:rPr>
              <a:t>80%</a:t>
            </a:r>
            <a:endParaRPr sz="1800" b="1">
              <a:solidFill>
                <a:schemeClr val="dk1"/>
              </a:solidFill>
              <a:latin typeface="Questrial"/>
              <a:ea typeface="Questrial"/>
              <a:cs typeface="Questrial"/>
              <a:sym typeface="Questrial"/>
            </a:endParaRPr>
          </a:p>
        </p:txBody>
      </p:sp>
      <p:sp>
        <p:nvSpPr>
          <p:cNvPr id="1009" name="Google Shape;1009;p70"/>
          <p:cNvSpPr/>
          <p:nvPr/>
        </p:nvSpPr>
        <p:spPr>
          <a:xfrm>
            <a:off x="7243849" y="3761660"/>
            <a:ext cx="839700" cy="3357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800" b="1">
                <a:solidFill>
                  <a:schemeClr val="dk1"/>
                </a:solidFill>
                <a:latin typeface="Questrial"/>
                <a:ea typeface="Questrial"/>
                <a:cs typeface="Questrial"/>
                <a:sym typeface="Questrial"/>
              </a:rPr>
              <a:t>90%</a:t>
            </a:r>
            <a:endParaRPr sz="1800" b="1">
              <a:solidFill>
                <a:schemeClr val="dk1"/>
              </a:solidFill>
              <a:latin typeface="Questrial"/>
              <a:ea typeface="Questrial"/>
              <a:cs typeface="Questrial"/>
              <a:sym typeface="Questrial"/>
            </a:endParaRPr>
          </a:p>
        </p:txBody>
      </p:sp>
      <p:sp>
        <p:nvSpPr>
          <p:cNvPr id="1010" name="Google Shape;1010;p70"/>
          <p:cNvSpPr txBox="1"/>
          <p:nvPr/>
        </p:nvSpPr>
        <p:spPr>
          <a:xfrm>
            <a:off x="4822175" y="2866748"/>
            <a:ext cx="3587100" cy="4875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600">
                <a:solidFill>
                  <a:schemeClr val="dk1"/>
                </a:solidFill>
                <a:latin typeface="Questrial"/>
                <a:ea typeface="Questrial"/>
                <a:cs typeface="Questrial"/>
                <a:sym typeface="Questrial"/>
              </a:rPr>
              <a:t>Case studies</a:t>
            </a:r>
            <a:endParaRPr sz="1600">
              <a:solidFill>
                <a:schemeClr val="dk1"/>
              </a:solidFill>
              <a:latin typeface="Questrial"/>
              <a:ea typeface="Questrial"/>
              <a:cs typeface="Questrial"/>
              <a:sym typeface="Questrial"/>
            </a:endParaRPr>
          </a:p>
        </p:txBody>
      </p:sp>
      <p:sp>
        <p:nvSpPr>
          <p:cNvPr id="1011" name="Google Shape;1011;p70"/>
          <p:cNvSpPr txBox="1"/>
          <p:nvPr/>
        </p:nvSpPr>
        <p:spPr>
          <a:xfrm>
            <a:off x="4822175" y="1544576"/>
            <a:ext cx="3587100" cy="1194600"/>
          </a:xfrm>
          <a:prstGeom prst="rect">
            <a:avLst/>
          </a:prstGeom>
          <a:noFill/>
          <a:ln>
            <a:noFill/>
          </a:ln>
        </p:spPr>
        <p:txBody>
          <a:bodyPr spcFirstLastPara="1" wrap="square" lIns="91425" tIns="91425" rIns="91425" bIns="91425" anchor="t" anchorCtr="0">
            <a:noAutofit/>
          </a:bodyPr>
          <a:lstStyle/>
          <a:p>
            <a:pPr marL="457200" lvl="0" indent="-317500" algn="l" rtl="0">
              <a:lnSpc>
                <a:spcPct val="115000"/>
              </a:lnSpc>
              <a:spcBef>
                <a:spcPts val="0"/>
              </a:spcBef>
              <a:spcAft>
                <a:spcPts val="0"/>
              </a:spcAft>
              <a:buClr>
                <a:schemeClr val="dk1"/>
              </a:buClr>
              <a:buSzPts val="1400"/>
              <a:buFont typeface="Figtree"/>
              <a:buChar char="●"/>
            </a:pPr>
            <a:r>
              <a:rPr lang="en">
                <a:solidFill>
                  <a:schemeClr val="dk1"/>
                </a:solidFill>
                <a:latin typeface="Figtree"/>
                <a:ea typeface="Figtree"/>
                <a:cs typeface="Figtree"/>
                <a:sym typeface="Figtree"/>
              </a:rPr>
              <a:t>[Description of the importance of the concept or approach].</a:t>
            </a:r>
            <a:endParaRPr>
              <a:solidFill>
                <a:schemeClr val="dk1"/>
              </a:solidFill>
              <a:latin typeface="Figtree"/>
              <a:ea typeface="Figtree"/>
              <a:cs typeface="Figtree"/>
              <a:sym typeface="Figtree"/>
            </a:endParaRPr>
          </a:p>
          <a:p>
            <a:pPr marL="457200" lvl="0" indent="-317500" algn="l" rtl="0">
              <a:lnSpc>
                <a:spcPct val="115000"/>
              </a:lnSpc>
              <a:spcBef>
                <a:spcPts val="1000"/>
              </a:spcBef>
              <a:spcAft>
                <a:spcPts val="0"/>
              </a:spcAft>
              <a:buClr>
                <a:schemeClr val="dk1"/>
              </a:buClr>
              <a:buSzPts val="1400"/>
              <a:buFont typeface="Figtree"/>
              <a:buChar char="●"/>
            </a:pPr>
            <a:r>
              <a:rPr lang="en">
                <a:solidFill>
                  <a:schemeClr val="dk1"/>
                </a:solidFill>
                <a:latin typeface="Figtree"/>
                <a:ea typeface="Figtree"/>
                <a:cs typeface="Figtree"/>
                <a:sym typeface="Figtree"/>
              </a:rPr>
              <a:t>[Description of the importance of the concept or approach].</a:t>
            </a:r>
            <a:endParaRPr>
              <a:solidFill>
                <a:schemeClr val="dk1"/>
              </a:solidFill>
              <a:latin typeface="Figtree"/>
              <a:ea typeface="Figtree"/>
              <a:cs typeface="Figtree"/>
              <a:sym typeface="Figtree"/>
            </a:endParaRPr>
          </a:p>
        </p:txBody>
      </p:sp>
      <p:sp>
        <p:nvSpPr>
          <p:cNvPr id="1012" name="Google Shape;1012;p70"/>
          <p:cNvSpPr/>
          <p:nvPr/>
        </p:nvSpPr>
        <p:spPr>
          <a:xfrm>
            <a:off x="734651" y="1265875"/>
            <a:ext cx="572700" cy="572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70"/>
          <p:cNvSpPr/>
          <p:nvPr/>
        </p:nvSpPr>
        <p:spPr>
          <a:xfrm>
            <a:off x="734651" y="2976550"/>
            <a:ext cx="572700" cy="5727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70"/>
          <p:cNvSpPr/>
          <p:nvPr/>
        </p:nvSpPr>
        <p:spPr>
          <a:xfrm>
            <a:off x="834918" y="1366145"/>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70"/>
          <p:cNvSpPr/>
          <p:nvPr/>
        </p:nvSpPr>
        <p:spPr>
          <a:xfrm>
            <a:off x="6037774" y="3481828"/>
            <a:ext cx="1049400" cy="133500"/>
          </a:xfrm>
          <a:prstGeom prst="roundRect">
            <a:avLst>
              <a:gd name="adj" fmla="val 50000"/>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Figtree"/>
              <a:ea typeface="Figtree"/>
              <a:cs typeface="Figtree"/>
              <a:sym typeface="Figtree"/>
            </a:endParaRPr>
          </a:p>
        </p:txBody>
      </p:sp>
      <p:sp>
        <p:nvSpPr>
          <p:cNvPr id="1016" name="Google Shape;1016;p70"/>
          <p:cNvSpPr/>
          <p:nvPr/>
        </p:nvSpPr>
        <p:spPr>
          <a:xfrm>
            <a:off x="6037774" y="3481825"/>
            <a:ext cx="839700" cy="133500"/>
          </a:xfrm>
          <a:prstGeom prst="roundRect">
            <a:avLst>
              <a:gd name="adj" fmla="val 5000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Figtree"/>
              <a:ea typeface="Figtree"/>
              <a:cs typeface="Figtree"/>
              <a:sym typeface="Figtree"/>
            </a:endParaRPr>
          </a:p>
        </p:txBody>
      </p:sp>
      <p:sp>
        <p:nvSpPr>
          <p:cNvPr id="1017" name="Google Shape;1017;p70"/>
          <p:cNvSpPr/>
          <p:nvPr/>
        </p:nvSpPr>
        <p:spPr>
          <a:xfrm>
            <a:off x="7253374" y="3481828"/>
            <a:ext cx="1049400" cy="133500"/>
          </a:xfrm>
          <a:prstGeom prst="roundRect">
            <a:avLst>
              <a:gd name="adj" fmla="val 50000"/>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Figtree"/>
              <a:ea typeface="Figtree"/>
              <a:cs typeface="Figtree"/>
              <a:sym typeface="Figtree"/>
            </a:endParaRPr>
          </a:p>
        </p:txBody>
      </p:sp>
      <p:sp>
        <p:nvSpPr>
          <p:cNvPr id="1018" name="Google Shape;1018;p70"/>
          <p:cNvSpPr/>
          <p:nvPr/>
        </p:nvSpPr>
        <p:spPr>
          <a:xfrm>
            <a:off x="7253374" y="3481825"/>
            <a:ext cx="937800" cy="133500"/>
          </a:xfrm>
          <a:prstGeom prst="roundRect">
            <a:avLst>
              <a:gd name="adj" fmla="val 5000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Figtree"/>
              <a:ea typeface="Figtree"/>
              <a:cs typeface="Figtree"/>
              <a:sym typeface="Figtree"/>
            </a:endParaRPr>
          </a:p>
        </p:txBody>
      </p:sp>
      <p:grpSp>
        <p:nvGrpSpPr>
          <p:cNvPr id="1019" name="Google Shape;1019;p70"/>
          <p:cNvGrpSpPr/>
          <p:nvPr/>
        </p:nvGrpSpPr>
        <p:grpSpPr>
          <a:xfrm>
            <a:off x="857453" y="3101639"/>
            <a:ext cx="327091" cy="322508"/>
            <a:chOff x="5352728" y="1990239"/>
            <a:chExt cx="327091" cy="322508"/>
          </a:xfrm>
        </p:grpSpPr>
        <p:sp>
          <p:nvSpPr>
            <p:cNvPr id="1020" name="Google Shape;1020;p70"/>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70"/>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70"/>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1026"/>
        <p:cNvGrpSpPr/>
        <p:nvPr/>
      </p:nvGrpSpPr>
      <p:grpSpPr>
        <a:xfrm>
          <a:off x="0" y="0"/>
          <a:ext cx="0" cy="0"/>
          <a:chOff x="0" y="0"/>
          <a:chExt cx="0" cy="0"/>
        </a:xfrm>
      </p:grpSpPr>
      <p:sp>
        <p:nvSpPr>
          <p:cNvPr id="1027" name="Google Shape;1027;p71"/>
          <p:cNvSpPr/>
          <p:nvPr/>
        </p:nvSpPr>
        <p:spPr>
          <a:xfrm>
            <a:off x="4012575" y="1803700"/>
            <a:ext cx="528900" cy="5289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Figtree"/>
              <a:ea typeface="Figtree"/>
              <a:cs typeface="Figtree"/>
              <a:sym typeface="Figtree"/>
            </a:endParaRPr>
          </a:p>
        </p:txBody>
      </p:sp>
      <p:sp>
        <p:nvSpPr>
          <p:cNvPr id="1028" name="Google Shape;1028;p71"/>
          <p:cNvSpPr txBox="1">
            <a:spLocks noGrp="1"/>
          </p:cNvSpPr>
          <p:nvPr>
            <p:ph type="title"/>
          </p:nvPr>
        </p:nvSpPr>
        <p:spPr>
          <a:xfrm>
            <a:off x="713254" y="1491175"/>
            <a:ext cx="3190800" cy="1058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Thanks!</a:t>
            </a:r>
            <a:endParaRPr/>
          </a:p>
        </p:txBody>
      </p:sp>
      <p:sp>
        <p:nvSpPr>
          <p:cNvPr id="1029" name="Google Shape;1029;p71"/>
          <p:cNvSpPr txBox="1">
            <a:spLocks noGrp="1"/>
          </p:cNvSpPr>
          <p:nvPr>
            <p:ph type="subTitle" idx="1"/>
          </p:nvPr>
        </p:nvSpPr>
        <p:spPr>
          <a:xfrm>
            <a:off x="713250" y="2621375"/>
            <a:ext cx="3190800" cy="105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b="1"/>
              <a:t>Do you have any questions?</a:t>
            </a:r>
            <a:endParaRPr b="1"/>
          </a:p>
          <a:p>
            <a:pPr marL="0" lvl="0" indent="0" algn="l" rtl="0">
              <a:spcBef>
                <a:spcPts val="0"/>
              </a:spcBef>
              <a:spcAft>
                <a:spcPts val="0"/>
              </a:spcAft>
              <a:buNone/>
            </a:pPr>
            <a:r>
              <a:rPr lang="en"/>
              <a:t>youremail@freepik.com</a:t>
            </a:r>
            <a:endParaRPr/>
          </a:p>
          <a:p>
            <a:pPr marL="0" lvl="0" indent="0" algn="l" rtl="0">
              <a:spcBef>
                <a:spcPts val="0"/>
              </a:spcBef>
              <a:spcAft>
                <a:spcPts val="0"/>
              </a:spcAft>
              <a:buNone/>
            </a:pPr>
            <a:r>
              <a:rPr lang="en"/>
              <a:t>+34 654 321 432</a:t>
            </a:r>
            <a:endParaRPr/>
          </a:p>
          <a:p>
            <a:pPr marL="0" lvl="0" indent="0" algn="l" rtl="0">
              <a:spcBef>
                <a:spcPts val="0"/>
              </a:spcBef>
              <a:spcAft>
                <a:spcPts val="0"/>
              </a:spcAft>
              <a:buNone/>
            </a:pPr>
            <a:r>
              <a:rPr lang="en"/>
              <a:t>yourwebsite.com</a:t>
            </a:r>
            <a:endParaRPr/>
          </a:p>
        </p:txBody>
      </p:sp>
      <p:sp>
        <p:nvSpPr>
          <p:cNvPr id="1030" name="Google Shape;1030;p71"/>
          <p:cNvSpPr/>
          <p:nvPr/>
        </p:nvSpPr>
        <p:spPr>
          <a:xfrm>
            <a:off x="5255550" y="1803700"/>
            <a:ext cx="528900" cy="5289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Figtree"/>
              <a:ea typeface="Figtree"/>
              <a:cs typeface="Figtree"/>
              <a:sym typeface="Figtree"/>
            </a:endParaRPr>
          </a:p>
        </p:txBody>
      </p:sp>
      <p:sp>
        <p:nvSpPr>
          <p:cNvPr id="1031" name="Google Shape;1031;p71"/>
          <p:cNvSpPr/>
          <p:nvPr/>
        </p:nvSpPr>
        <p:spPr>
          <a:xfrm>
            <a:off x="4629300" y="1803700"/>
            <a:ext cx="528900" cy="5289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Figtree"/>
              <a:ea typeface="Figtree"/>
              <a:cs typeface="Figtree"/>
              <a:sym typeface="Figtree"/>
            </a:endParaRPr>
          </a:p>
        </p:txBody>
      </p:sp>
      <p:grpSp>
        <p:nvGrpSpPr>
          <p:cNvPr id="1032" name="Google Shape;1032;p71"/>
          <p:cNvGrpSpPr/>
          <p:nvPr/>
        </p:nvGrpSpPr>
        <p:grpSpPr>
          <a:xfrm>
            <a:off x="4133999" y="1931102"/>
            <a:ext cx="276012" cy="275991"/>
            <a:chOff x="3368074" y="3882537"/>
            <a:chExt cx="215298" cy="215298"/>
          </a:xfrm>
        </p:grpSpPr>
        <p:sp>
          <p:nvSpPr>
            <p:cNvPr id="1033" name="Google Shape;1033;p71"/>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71"/>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71"/>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 name="Google Shape;1036;p71"/>
          <p:cNvGrpSpPr/>
          <p:nvPr/>
        </p:nvGrpSpPr>
        <p:grpSpPr>
          <a:xfrm>
            <a:off x="4765119" y="1949810"/>
            <a:ext cx="266790" cy="238574"/>
            <a:chOff x="3824739" y="3890112"/>
            <a:chExt cx="208105" cy="186110"/>
          </a:xfrm>
        </p:grpSpPr>
        <p:sp>
          <p:nvSpPr>
            <p:cNvPr id="1037" name="Google Shape;1037;p71"/>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71"/>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71"/>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0" name="Google Shape;1040;p71"/>
          <p:cNvSpPr/>
          <p:nvPr/>
        </p:nvSpPr>
        <p:spPr>
          <a:xfrm>
            <a:off x="5377490" y="1950049"/>
            <a:ext cx="291511" cy="238097"/>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71"/>
          <p:cNvSpPr txBox="1"/>
          <p:nvPr/>
        </p:nvSpPr>
        <p:spPr>
          <a:xfrm>
            <a:off x="4012575" y="3419675"/>
            <a:ext cx="3494400" cy="260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Figtree"/>
                <a:ea typeface="Figtree"/>
                <a:cs typeface="Figtree"/>
                <a:sym typeface="Figtree"/>
              </a:rPr>
              <a:t>Please keep this slide for attribution</a:t>
            </a:r>
            <a:endParaRPr sz="1200">
              <a:solidFill>
                <a:schemeClr val="dk1"/>
              </a:solidFill>
              <a:latin typeface="Figtree"/>
              <a:ea typeface="Figtree"/>
              <a:cs typeface="Figtree"/>
              <a:sym typeface="Figtree"/>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1045"/>
        <p:cNvGrpSpPr/>
        <p:nvPr/>
      </p:nvGrpSpPr>
      <p:grpSpPr>
        <a:xfrm>
          <a:off x="0" y="0"/>
          <a:ext cx="0" cy="0"/>
          <a:chOff x="0" y="0"/>
          <a:chExt cx="0" cy="0"/>
        </a:xfrm>
      </p:grpSpPr>
      <p:sp>
        <p:nvSpPr>
          <p:cNvPr id="1046" name="Google Shape;1046;p72"/>
          <p:cNvSpPr txBox="1">
            <a:spLocks noGrp="1"/>
          </p:cNvSpPr>
          <p:nvPr>
            <p:ph type="body" idx="1"/>
          </p:nvPr>
        </p:nvSpPr>
        <p:spPr>
          <a:xfrm>
            <a:off x="720000" y="1139550"/>
            <a:ext cx="7704000" cy="1236000"/>
          </a:xfrm>
          <a:prstGeom prst="rect">
            <a:avLst/>
          </a:prstGeom>
        </p:spPr>
        <p:txBody>
          <a:bodyPr spcFirstLastPara="1" wrap="square" lIns="91425" tIns="91425" rIns="91425" bIns="91425" anchor="t" anchorCtr="0">
            <a:noAutofit/>
          </a:bodyPr>
          <a:lstStyle/>
          <a:p>
            <a:pPr marL="0" lvl="0" indent="0" algn="l" rtl="0">
              <a:lnSpc>
                <a:spcPct val="100000"/>
              </a:lnSpc>
              <a:spcBef>
                <a:spcPts val="300"/>
              </a:spcBef>
              <a:spcAft>
                <a:spcPts val="0"/>
              </a:spcAft>
              <a:buClr>
                <a:schemeClr val="dk1"/>
              </a:buClr>
              <a:buSzPts val="1100"/>
              <a:buFont typeface="Arial"/>
              <a:buNone/>
            </a:pPr>
            <a:r>
              <a:rPr lang="en"/>
              <a:t>Here’s an assortment of alternative resources whose style fits that of this template:</a:t>
            </a:r>
            <a:endParaRPr/>
          </a:p>
          <a:p>
            <a:pPr marL="0" lvl="0" indent="0" algn="l" rtl="0">
              <a:spcBef>
                <a:spcPts val="1000"/>
              </a:spcBef>
              <a:spcAft>
                <a:spcPts val="0"/>
              </a:spcAft>
              <a:buNone/>
            </a:pPr>
            <a:r>
              <a:rPr lang="en" sz="1800">
                <a:latin typeface="Questrial"/>
                <a:ea typeface="Questrial"/>
                <a:cs typeface="Questrial"/>
                <a:sym typeface="Questrial"/>
              </a:rPr>
              <a:t>Vectors</a:t>
            </a:r>
            <a:endParaRPr sz="1800">
              <a:latin typeface="Questrial"/>
              <a:ea typeface="Questrial"/>
              <a:cs typeface="Questrial"/>
              <a:sym typeface="Questrial"/>
            </a:endParaRPr>
          </a:p>
          <a:p>
            <a:pPr marL="241300" lvl="0" indent="-215900" algn="l" rtl="0">
              <a:spcBef>
                <a:spcPts val="1000"/>
              </a:spcBef>
              <a:spcAft>
                <a:spcPts val="0"/>
              </a:spcAft>
              <a:buSzPts val="1400"/>
              <a:buFont typeface="Figtree"/>
              <a:buChar char="●"/>
            </a:pPr>
            <a:r>
              <a:rPr lang="en" u="sng">
                <a:hlinkClick r:id="rId3"/>
              </a:rPr>
              <a:t>Marketing business landing page</a:t>
            </a:r>
            <a:endParaRPr/>
          </a:p>
          <a:p>
            <a:pPr marL="0" lvl="0" indent="0" algn="l" rtl="0">
              <a:spcBef>
                <a:spcPts val="1000"/>
              </a:spcBef>
              <a:spcAft>
                <a:spcPts val="0"/>
              </a:spcAft>
              <a:buNone/>
            </a:pPr>
            <a:endParaRPr/>
          </a:p>
        </p:txBody>
      </p:sp>
      <p:sp>
        <p:nvSpPr>
          <p:cNvPr id="1047" name="Google Shape;1047;p7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Alternative resources</a:t>
            </a:r>
            <a:endParaRPr/>
          </a:p>
        </p:txBody>
      </p:sp>
      <p:pic>
        <p:nvPicPr>
          <p:cNvPr id="1048" name="Google Shape;1048;p72"/>
          <p:cNvPicPr preferRelativeResize="0"/>
          <p:nvPr/>
        </p:nvPicPr>
        <p:blipFill>
          <a:blip r:embed="rId4">
            <a:alphaModFix/>
          </a:blip>
          <a:stretch>
            <a:fillRect/>
          </a:stretch>
        </p:blipFill>
        <p:spPr>
          <a:xfrm>
            <a:off x="987771" y="3983725"/>
            <a:ext cx="1598661" cy="382997"/>
          </a:xfrm>
          <a:prstGeom prst="rect">
            <a:avLst/>
          </a:prstGeom>
          <a:noFill/>
          <a:ln>
            <a:noFill/>
          </a:ln>
        </p:spPr>
      </p:pic>
      <p:pic>
        <p:nvPicPr>
          <p:cNvPr id="1049" name="Google Shape;1049;p72"/>
          <p:cNvPicPr preferRelativeResize="0"/>
          <p:nvPr/>
        </p:nvPicPr>
        <p:blipFill rotWithShape="1">
          <a:blip r:embed="rId5">
            <a:alphaModFix/>
          </a:blip>
          <a:srcRect l="8424" r="60139"/>
          <a:stretch/>
        </p:blipFill>
        <p:spPr>
          <a:xfrm>
            <a:off x="987771" y="3344464"/>
            <a:ext cx="1220090" cy="661254"/>
          </a:xfrm>
          <a:prstGeom prst="rect">
            <a:avLst/>
          </a:prstGeom>
          <a:noFill/>
          <a:ln>
            <a:noFill/>
          </a:ln>
        </p:spPr>
      </p:pic>
      <p:pic>
        <p:nvPicPr>
          <p:cNvPr id="1050" name="Google Shape;1050;p72"/>
          <p:cNvPicPr preferRelativeResize="0"/>
          <p:nvPr/>
        </p:nvPicPr>
        <p:blipFill rotWithShape="1">
          <a:blip r:embed="rId6">
            <a:alphaModFix/>
          </a:blip>
          <a:srcRect t="20546"/>
          <a:stretch/>
        </p:blipFill>
        <p:spPr>
          <a:xfrm>
            <a:off x="3065366" y="3850178"/>
            <a:ext cx="1598659" cy="516547"/>
          </a:xfrm>
          <a:prstGeom prst="rect">
            <a:avLst/>
          </a:prstGeom>
          <a:noFill/>
          <a:ln>
            <a:noFill/>
          </a:ln>
        </p:spPr>
      </p:pic>
      <p:pic>
        <p:nvPicPr>
          <p:cNvPr id="1051" name="Google Shape;1051;p72"/>
          <p:cNvPicPr preferRelativeResize="0"/>
          <p:nvPr/>
        </p:nvPicPr>
        <p:blipFill rotWithShape="1">
          <a:blip r:embed="rId7">
            <a:alphaModFix/>
          </a:blip>
          <a:srcRect t="508" b="10277"/>
          <a:stretch/>
        </p:blipFill>
        <p:spPr>
          <a:xfrm rot="10800000" flipH="1">
            <a:off x="3065366" y="3277139"/>
            <a:ext cx="1598659" cy="580006"/>
          </a:xfrm>
          <a:prstGeom prst="rect">
            <a:avLst/>
          </a:prstGeom>
          <a:noFill/>
          <a:ln>
            <a:noFill/>
          </a:ln>
        </p:spPr>
      </p:pic>
      <p:pic>
        <p:nvPicPr>
          <p:cNvPr id="1052" name="Google Shape;1052;p72"/>
          <p:cNvPicPr preferRelativeResize="0"/>
          <p:nvPr/>
        </p:nvPicPr>
        <p:blipFill rotWithShape="1">
          <a:blip r:embed="rId8">
            <a:alphaModFix/>
          </a:blip>
          <a:srcRect t="24220" b="5391"/>
          <a:stretch/>
        </p:blipFill>
        <p:spPr>
          <a:xfrm rot="10800000" flipH="1">
            <a:off x="959750" y="2819515"/>
            <a:ext cx="1598669" cy="457628"/>
          </a:xfrm>
          <a:prstGeom prst="rect">
            <a:avLst/>
          </a:prstGeom>
          <a:noFill/>
          <a:ln>
            <a:noFill/>
          </a:ln>
        </p:spPr>
      </p:pic>
      <p:pic>
        <p:nvPicPr>
          <p:cNvPr id="1053" name="Google Shape;1053;p72"/>
          <p:cNvPicPr preferRelativeResize="0"/>
          <p:nvPr/>
        </p:nvPicPr>
        <p:blipFill rotWithShape="1">
          <a:blip r:embed="rId9">
            <a:alphaModFix/>
          </a:blip>
          <a:srcRect t="5397" b="5388"/>
          <a:stretch/>
        </p:blipFill>
        <p:spPr>
          <a:xfrm rot="10800000" flipH="1">
            <a:off x="3065366" y="2758326"/>
            <a:ext cx="1598659" cy="580006"/>
          </a:xfrm>
          <a:prstGeom prst="rect">
            <a:avLst/>
          </a:prstGeom>
          <a:noFill/>
          <a:ln>
            <a:noFill/>
          </a:ln>
        </p:spPr>
      </p:pic>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1057"/>
        <p:cNvGrpSpPr/>
        <p:nvPr/>
      </p:nvGrpSpPr>
      <p:grpSpPr>
        <a:xfrm>
          <a:off x="0" y="0"/>
          <a:ext cx="0" cy="0"/>
          <a:chOff x="0" y="0"/>
          <a:chExt cx="0" cy="0"/>
        </a:xfrm>
      </p:grpSpPr>
      <p:sp>
        <p:nvSpPr>
          <p:cNvPr id="1058" name="Google Shape;1058;p73"/>
          <p:cNvSpPr txBox="1">
            <a:spLocks noGrp="1"/>
          </p:cNvSpPr>
          <p:nvPr>
            <p:ph type="body" idx="1"/>
          </p:nvPr>
        </p:nvSpPr>
        <p:spPr>
          <a:xfrm>
            <a:off x="720000" y="1139551"/>
            <a:ext cx="7704000" cy="3464400"/>
          </a:xfrm>
          <a:prstGeom prst="rect">
            <a:avLst/>
          </a:prstGeom>
        </p:spPr>
        <p:txBody>
          <a:bodyPr spcFirstLastPara="1" wrap="square" lIns="91425" tIns="91425" rIns="91425" bIns="91425" anchor="t" anchorCtr="0">
            <a:noAutofit/>
          </a:bodyPr>
          <a:lstStyle/>
          <a:p>
            <a:pPr marL="0" lvl="0" indent="0" algn="l" rtl="0">
              <a:lnSpc>
                <a:spcPct val="100000"/>
              </a:lnSpc>
              <a:spcBef>
                <a:spcPts val="300"/>
              </a:spcBef>
              <a:spcAft>
                <a:spcPts val="0"/>
              </a:spcAft>
              <a:buClr>
                <a:schemeClr val="dk1"/>
              </a:buClr>
              <a:buSzPts val="1100"/>
              <a:buFont typeface="Arial"/>
              <a:buNone/>
            </a:pPr>
            <a:r>
              <a:rPr lang="en"/>
              <a:t>Did you like the resources on this template? Get them for free on these websites:</a:t>
            </a:r>
            <a:endParaRPr/>
          </a:p>
          <a:p>
            <a:pPr marL="0" lvl="0" indent="0" algn="l" rtl="0">
              <a:spcBef>
                <a:spcPts val="1000"/>
              </a:spcBef>
              <a:spcAft>
                <a:spcPts val="0"/>
              </a:spcAft>
              <a:buNone/>
            </a:pPr>
            <a:r>
              <a:rPr lang="en" sz="1800">
                <a:latin typeface="Questrial"/>
                <a:ea typeface="Questrial"/>
                <a:cs typeface="Questrial"/>
                <a:sym typeface="Questrial"/>
              </a:rPr>
              <a:t>Vectors</a:t>
            </a:r>
            <a:endParaRPr sz="1800">
              <a:latin typeface="Questrial"/>
              <a:ea typeface="Questrial"/>
              <a:cs typeface="Questrial"/>
              <a:sym typeface="Questrial"/>
            </a:endParaRPr>
          </a:p>
          <a:p>
            <a:pPr marL="241300" lvl="0" indent="-215900" algn="l" rtl="0">
              <a:lnSpc>
                <a:spcPct val="125000"/>
              </a:lnSpc>
              <a:spcBef>
                <a:spcPts val="1000"/>
              </a:spcBef>
              <a:spcAft>
                <a:spcPts val="0"/>
              </a:spcAft>
              <a:buSzPts val="1400"/>
              <a:buFont typeface="Figtree"/>
              <a:buChar char="●"/>
            </a:pPr>
            <a:r>
              <a:rPr lang="en" sz="1300" u="sng">
                <a:hlinkClick r:id="rId3"/>
              </a:rPr>
              <a:t>Marketing business instagram stories</a:t>
            </a:r>
            <a:endParaRPr sz="1300"/>
          </a:p>
          <a:p>
            <a:pPr marL="241300" lvl="0" indent="-215900" algn="l" rtl="0">
              <a:spcBef>
                <a:spcPts val="0"/>
              </a:spcBef>
              <a:spcAft>
                <a:spcPts val="0"/>
              </a:spcAft>
              <a:buSzPts val="1400"/>
              <a:buFont typeface="Figtree"/>
              <a:buChar char="●"/>
            </a:pPr>
            <a:r>
              <a:rPr lang="en" u="sng">
                <a:hlinkClick r:id="rId4"/>
              </a:rPr>
              <a:t>Marketing business invoice template</a:t>
            </a:r>
            <a:endParaRPr/>
          </a:p>
          <a:p>
            <a:pPr marL="0" lvl="0" indent="0" algn="l" rtl="0">
              <a:spcBef>
                <a:spcPts val="1000"/>
              </a:spcBef>
              <a:spcAft>
                <a:spcPts val="0"/>
              </a:spcAft>
              <a:buNone/>
            </a:pPr>
            <a:r>
              <a:rPr lang="en" sz="1800">
                <a:latin typeface="Questrial"/>
                <a:ea typeface="Questrial"/>
                <a:cs typeface="Questrial"/>
                <a:sym typeface="Questrial"/>
              </a:rPr>
              <a:t>Photos</a:t>
            </a:r>
            <a:endParaRPr sz="1800">
              <a:latin typeface="Questrial"/>
              <a:ea typeface="Questrial"/>
              <a:cs typeface="Questrial"/>
              <a:sym typeface="Questrial"/>
            </a:endParaRPr>
          </a:p>
          <a:p>
            <a:pPr marL="241300" lvl="0" indent="-215900" algn="l" rtl="0">
              <a:spcBef>
                <a:spcPts val="1000"/>
              </a:spcBef>
              <a:spcAft>
                <a:spcPts val="0"/>
              </a:spcAft>
              <a:buSzPts val="1400"/>
              <a:buFont typeface="Figtree"/>
              <a:buChar char="●"/>
            </a:pPr>
            <a:r>
              <a:rPr lang="en" u="sng">
                <a:hlinkClick r:id="rId5"/>
              </a:rPr>
              <a:t>Female economist working in office</a:t>
            </a:r>
            <a:endParaRPr/>
          </a:p>
          <a:p>
            <a:pPr marL="241300" lvl="0" indent="-215900" algn="l" rtl="0">
              <a:spcBef>
                <a:spcPts val="300"/>
              </a:spcBef>
              <a:spcAft>
                <a:spcPts val="0"/>
              </a:spcAft>
              <a:buSzPts val="1400"/>
              <a:buFont typeface="Figtree"/>
              <a:buChar char="●"/>
            </a:pPr>
            <a:r>
              <a:rPr lang="en" u="sng">
                <a:hlinkClick r:id="rId6"/>
              </a:rPr>
              <a:t>People practicing social integration in workspace</a:t>
            </a:r>
            <a:r>
              <a:rPr lang="en"/>
              <a:t> I</a:t>
            </a:r>
            <a:endParaRPr/>
          </a:p>
          <a:p>
            <a:pPr marL="241300" lvl="0" indent="-215900" algn="l" rtl="0">
              <a:spcBef>
                <a:spcPts val="300"/>
              </a:spcBef>
              <a:spcAft>
                <a:spcPts val="0"/>
              </a:spcAft>
              <a:buSzPts val="1400"/>
              <a:buFont typeface="Figtree"/>
              <a:buChar char="●"/>
            </a:pPr>
            <a:r>
              <a:rPr lang="en" u="sng">
                <a:hlinkClick r:id="rId7"/>
              </a:rPr>
              <a:t>People practicing social integration in workspace</a:t>
            </a:r>
            <a:r>
              <a:rPr lang="en"/>
              <a:t> II</a:t>
            </a:r>
            <a:endParaRPr/>
          </a:p>
          <a:p>
            <a:pPr marL="241300" lvl="0" indent="-215900" algn="l" rtl="0">
              <a:spcBef>
                <a:spcPts val="300"/>
              </a:spcBef>
              <a:spcAft>
                <a:spcPts val="0"/>
              </a:spcAft>
              <a:buSzPts val="1400"/>
              <a:buChar char="●"/>
            </a:pPr>
            <a:r>
              <a:rPr lang="en" u="sng">
                <a:hlinkClick r:id="rId8"/>
              </a:rPr>
              <a:t>People practicing social integration in workspace</a:t>
            </a:r>
            <a:r>
              <a:rPr lang="en"/>
              <a:t> III</a:t>
            </a:r>
            <a:endParaRPr/>
          </a:p>
          <a:p>
            <a:pPr marL="241300" lvl="0" indent="-215900" algn="l" rtl="0">
              <a:spcBef>
                <a:spcPts val="300"/>
              </a:spcBef>
              <a:spcAft>
                <a:spcPts val="0"/>
              </a:spcAft>
              <a:buSzPts val="1400"/>
              <a:buChar char="●"/>
            </a:pPr>
            <a:r>
              <a:rPr lang="en" u="sng">
                <a:hlinkClick r:id="rId9"/>
              </a:rPr>
              <a:t>People practicing social integration in workspace</a:t>
            </a:r>
            <a:r>
              <a:rPr lang="en"/>
              <a:t> IV</a:t>
            </a:r>
            <a:endParaRPr/>
          </a:p>
          <a:p>
            <a:pPr marL="0" lvl="0" indent="0" algn="l" rtl="0">
              <a:spcBef>
                <a:spcPts val="300"/>
              </a:spcBef>
              <a:spcAft>
                <a:spcPts val="0"/>
              </a:spcAft>
              <a:buNone/>
            </a:pPr>
            <a:endParaRPr/>
          </a:p>
        </p:txBody>
      </p:sp>
      <p:sp>
        <p:nvSpPr>
          <p:cNvPr id="1059" name="Google Shape;1059;p7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Resources</a:t>
            </a:r>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63"/>
        <p:cNvGrpSpPr/>
        <p:nvPr/>
      </p:nvGrpSpPr>
      <p:grpSpPr>
        <a:xfrm>
          <a:off x="0" y="0"/>
          <a:ext cx="0" cy="0"/>
          <a:chOff x="0" y="0"/>
          <a:chExt cx="0" cy="0"/>
        </a:xfrm>
      </p:grpSpPr>
      <p:sp>
        <p:nvSpPr>
          <p:cNvPr id="1064" name="Google Shape;1064;p74"/>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a:t>
            </a:r>
            <a:endParaRPr/>
          </a:p>
        </p:txBody>
      </p:sp>
      <p:sp>
        <p:nvSpPr>
          <p:cNvPr id="1065" name="Google Shape;1065;p74"/>
          <p:cNvSpPr txBox="1"/>
          <p:nvPr/>
        </p:nvSpPr>
        <p:spPr>
          <a:xfrm>
            <a:off x="716700"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lang="en" sz="1100" b="1" u="sng">
                <a:solidFill>
                  <a:schemeClr val="hlink"/>
                </a:solidFill>
                <a:hlinkClick r:id="rId3"/>
              </a:rPr>
              <a:t>Slidesgo</a:t>
            </a:r>
            <a:r>
              <a:rPr lang="en" sz="1100" b="1">
                <a:solidFill>
                  <a:schemeClr val="hlink"/>
                </a:solidFill>
              </a:rPr>
              <a:t> </a:t>
            </a:r>
            <a:r>
              <a:rPr lang="en" sz="1100">
                <a:solidFill>
                  <a:schemeClr val="lt1"/>
                </a:solidFill>
              </a:rPr>
              <a:t>by keeping the </a:t>
            </a:r>
            <a:r>
              <a:rPr lang="en" sz="1100" b="1" u="sng">
                <a:solidFill>
                  <a:schemeClr val="hlink"/>
                </a:solidFill>
                <a:hlinkClick r:id="rId4" action="ppaction://hlinksldjump"/>
              </a:rPr>
              <a:t>Thanks</a:t>
            </a:r>
            <a:r>
              <a:rPr lang="en" sz="1100" b="1">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marL="0" lvl="0" indent="0" algn="l" rtl="0">
              <a:spcBef>
                <a:spcPts val="1000"/>
              </a:spcBef>
              <a:spcAft>
                <a:spcPts val="0"/>
              </a:spcAft>
              <a:buClr>
                <a:srgbClr val="0E2A47"/>
              </a:buClr>
              <a:buSzPts val="1100"/>
              <a:buFont typeface="Arial"/>
              <a:buNone/>
            </a:pPr>
            <a:r>
              <a:rPr lang="en" sz="1100" b="1">
                <a:solidFill>
                  <a:schemeClr val="hlink"/>
                </a:solidFill>
              </a:rPr>
              <a:t>As a Free user, you are allowed to:</a:t>
            </a:r>
            <a:endParaRPr sz="1100" b="1">
              <a:solidFill>
                <a:schemeClr val="hlink"/>
              </a:solidFill>
            </a:endParaRPr>
          </a:p>
          <a:p>
            <a:pPr marL="457200" lvl="0" indent="-298450" algn="l" rtl="0">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marL="0" lvl="0" indent="0" algn="l" rtl="0">
              <a:spcBef>
                <a:spcPts val="1400"/>
              </a:spcBef>
              <a:spcAft>
                <a:spcPts val="0"/>
              </a:spcAft>
              <a:buClr>
                <a:srgbClr val="0E2A47"/>
              </a:buClr>
              <a:buSzPts val="1100"/>
              <a:buFont typeface="Arial"/>
              <a:buNone/>
            </a:pPr>
            <a:r>
              <a:rPr lang="en"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ctr" rtl="0">
              <a:spcBef>
                <a:spcPts val="0"/>
              </a:spcBef>
              <a:spcAft>
                <a:spcPts val="0"/>
              </a:spcAft>
              <a:buClr>
                <a:srgbClr val="0E2A47"/>
              </a:buClr>
              <a:buSzPts val="1100"/>
              <a:buFont typeface="Arial"/>
              <a:buNone/>
            </a:pP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b="1" u="sng">
                <a:solidFill>
                  <a:schemeClr val="hlink"/>
                </a:solidFill>
                <a:hlinkClick r:id="rId5"/>
              </a:rPr>
              <a:t>https://slidesgo.com/faqs</a:t>
            </a:r>
            <a:r>
              <a:rPr lang="en" sz="1100">
                <a:solidFill>
                  <a:schemeClr val="lt1"/>
                </a:solidFill>
              </a:rPr>
              <a:t> and </a:t>
            </a:r>
            <a:r>
              <a:rPr lang="en" sz="1100" b="1" u="sng">
                <a:solidFill>
                  <a:schemeClr val="hlink"/>
                </a:solidFill>
                <a:hlinkClick r:id="rId6"/>
              </a:rPr>
              <a:t>https://slidesgo.com/slidesgo-school</a:t>
            </a:r>
            <a:endParaRPr sz="1000">
              <a:solidFill>
                <a:srgbClr val="FFFFFF"/>
              </a:solidFill>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69"/>
        <p:cNvGrpSpPr/>
        <p:nvPr/>
      </p:nvGrpSpPr>
      <p:grpSpPr>
        <a:xfrm>
          <a:off x="0" y="0"/>
          <a:ext cx="0" cy="0"/>
          <a:chOff x="0" y="0"/>
          <a:chExt cx="0" cy="0"/>
        </a:xfrm>
      </p:grpSpPr>
      <p:sp>
        <p:nvSpPr>
          <p:cNvPr id="1070" name="Google Shape;1070;p75"/>
          <p:cNvSpPr txBox="1"/>
          <p:nvPr/>
        </p:nvSpPr>
        <p:spPr>
          <a:xfrm>
            <a:off x="716700"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lang="en" sz="1100" b="1" u="sng">
                <a:solidFill>
                  <a:schemeClr val="hlink"/>
                </a:solidFill>
                <a:hlinkClick r:id="rId3"/>
              </a:rPr>
              <a:t>Slidesgo</a:t>
            </a:r>
            <a:r>
              <a:rPr lang="en" sz="1100" b="1">
                <a:solidFill>
                  <a:schemeClr val="hlink"/>
                </a:solidFill>
              </a:rPr>
              <a:t> </a:t>
            </a:r>
            <a:r>
              <a:rPr lang="en" sz="1100">
                <a:solidFill>
                  <a:schemeClr val="lt1"/>
                </a:solidFill>
              </a:rPr>
              <a:t>or keeping the "</a:t>
            </a:r>
            <a:r>
              <a:rPr lang="en" sz="1100" b="1" u="sng">
                <a:solidFill>
                  <a:schemeClr val="hlink"/>
                </a:solidFill>
                <a:hlinkClick r:id="rId4" action="ppaction://hlinksldjump"/>
              </a:rPr>
              <a:t>Thanks</a:t>
            </a:r>
            <a:r>
              <a:rPr lang="en" sz="1100">
                <a:solidFill>
                  <a:schemeClr val="lt1"/>
                </a:solidFill>
              </a:rPr>
              <a:t>" slide.</a:t>
            </a:r>
            <a:endParaRPr sz="1100">
              <a:solidFill>
                <a:schemeClr val="lt1"/>
              </a:solidFill>
            </a:endParaRPr>
          </a:p>
          <a:p>
            <a:pPr marL="0" lvl="0" indent="0" algn="l" rtl="0">
              <a:spcBef>
                <a:spcPts val="1000"/>
              </a:spcBef>
              <a:spcAft>
                <a:spcPts val="0"/>
              </a:spcAft>
              <a:buClr>
                <a:schemeClr val="dk1"/>
              </a:buClr>
              <a:buSzPts val="1100"/>
              <a:buFont typeface="Arial"/>
              <a:buNone/>
            </a:pPr>
            <a:r>
              <a:rPr lang="en" sz="1100" b="1">
                <a:solidFill>
                  <a:schemeClr val="hlink"/>
                </a:solidFill>
              </a:rPr>
              <a:t>You are allowed to:</a:t>
            </a:r>
            <a:endParaRPr sz="1100" b="1">
              <a:solidFill>
                <a:schemeClr val="hlink"/>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marL="0" lvl="0" indent="0" algn="l" rtl="0">
              <a:spcBef>
                <a:spcPts val="1000"/>
              </a:spcBef>
              <a:spcAft>
                <a:spcPts val="0"/>
              </a:spcAft>
              <a:buClr>
                <a:schemeClr val="dk1"/>
              </a:buClr>
              <a:buSzPts val="1100"/>
              <a:buFont typeface="Arial"/>
              <a:buNone/>
            </a:pPr>
            <a:r>
              <a:rPr lang="en"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marL="0" lvl="0" indent="0" algn="l" rtl="0">
              <a:spcBef>
                <a:spcPts val="0"/>
              </a:spcBef>
              <a:spcAft>
                <a:spcPts val="0"/>
              </a:spcAft>
              <a:buClr>
                <a:schemeClr val="dk1"/>
              </a:buClr>
              <a:buSzPts val="1100"/>
              <a:buFont typeface="Arial"/>
              <a:buNone/>
            </a:pPr>
            <a:endParaRPr sz="1100">
              <a:solidFill>
                <a:schemeClr val="lt1"/>
              </a:solidFill>
            </a:endParaRPr>
          </a:p>
          <a:p>
            <a:pPr marL="0" lvl="0" indent="0" algn="ctr" rtl="0">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spcBef>
                <a:spcPts val="0"/>
              </a:spcBef>
              <a:spcAft>
                <a:spcPts val="0"/>
              </a:spcAft>
              <a:buClr>
                <a:schemeClr val="dk1"/>
              </a:buClr>
              <a:buSzPts val="1100"/>
              <a:buFont typeface="Arial"/>
              <a:buNone/>
            </a:pPr>
            <a:r>
              <a:rPr lang="en" sz="1100" b="1" u="sng">
                <a:solidFill>
                  <a:schemeClr val="hlink"/>
                </a:solidFill>
                <a:hlinkClick r:id="rId5"/>
              </a:rPr>
              <a:t>https://slidesgo.com/faqs</a:t>
            </a:r>
            <a:r>
              <a:rPr lang="en" sz="1100">
                <a:solidFill>
                  <a:schemeClr val="lt1"/>
                </a:solidFill>
              </a:rPr>
              <a:t> and </a:t>
            </a:r>
            <a:r>
              <a:rPr lang="en" sz="1100" b="1" u="sng">
                <a:solidFill>
                  <a:schemeClr val="hlink"/>
                </a:solidFill>
                <a:hlinkClick r:id="rId6"/>
              </a:rPr>
              <a:t>https://slidesgo.com/slidesgo-school</a:t>
            </a:r>
            <a:endParaRPr sz="1000">
              <a:solidFill>
                <a:schemeClr val="lt1"/>
              </a:solidFill>
            </a:endParaRPr>
          </a:p>
        </p:txBody>
      </p:sp>
      <p:sp>
        <p:nvSpPr>
          <p:cNvPr id="1071" name="Google Shape;1071;p75"/>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 (premium users)</a:t>
            </a:r>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75"/>
        <p:cNvGrpSpPr/>
        <p:nvPr/>
      </p:nvGrpSpPr>
      <p:grpSpPr>
        <a:xfrm>
          <a:off x="0" y="0"/>
          <a:ext cx="0" cy="0"/>
          <a:chOff x="0" y="0"/>
          <a:chExt cx="0" cy="0"/>
        </a:xfrm>
      </p:grpSpPr>
      <p:sp>
        <p:nvSpPr>
          <p:cNvPr id="1076" name="Google Shape;1076;p76"/>
          <p:cNvSpPr txBox="1"/>
          <p:nvPr/>
        </p:nvSpPr>
        <p:spPr>
          <a:xfrm>
            <a:off x="716700" y="1188000"/>
            <a:ext cx="7710600" cy="1425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marL="0" lvl="0" indent="0" algn="ctr" rtl="0">
              <a:spcBef>
                <a:spcPts val="1000"/>
              </a:spcBef>
              <a:spcAft>
                <a:spcPts val="0"/>
              </a:spcAft>
              <a:buClr>
                <a:schemeClr val="dk1"/>
              </a:buClr>
              <a:buSzPts val="1100"/>
              <a:buFont typeface="Arial"/>
              <a:buNone/>
            </a:pPr>
            <a:r>
              <a:rPr lang="en" sz="1100" b="1">
                <a:solidFill>
                  <a:schemeClr val="lt1"/>
                </a:solidFill>
              </a:rPr>
              <a:t>Questrial</a:t>
            </a:r>
            <a:endParaRPr sz="1100" b="1">
              <a:solidFill>
                <a:schemeClr val="lt1"/>
              </a:solidFill>
            </a:endParaRPr>
          </a:p>
          <a:p>
            <a:pPr marL="0" lvl="0" indent="0" algn="ctr" rtl="0">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3">
                  <a:extLst>
                    <a:ext uri="{A12FA001-AC4F-418D-AE19-62706E023703}">
                      <ahyp:hlinkClr xmlns:ahyp="http://schemas.microsoft.com/office/drawing/2018/hyperlinkcolor" val="tx"/>
                    </a:ext>
                  </a:extLst>
                </a:hlinkClick>
              </a:rPr>
              <a:t>https://fonts.google.com/specimen/Questrial</a:t>
            </a:r>
            <a:r>
              <a:rPr lang="en" sz="1100">
                <a:solidFill>
                  <a:schemeClr val="lt1"/>
                </a:solidFill>
              </a:rPr>
              <a:t>)</a:t>
            </a:r>
            <a:endParaRPr sz="1100">
              <a:solidFill>
                <a:schemeClr val="lt1"/>
              </a:solidFill>
            </a:endParaRPr>
          </a:p>
          <a:p>
            <a:pPr marL="0" lvl="0" indent="0" algn="ctr" rtl="0">
              <a:spcBef>
                <a:spcPts val="0"/>
              </a:spcBef>
              <a:spcAft>
                <a:spcPts val="0"/>
              </a:spcAft>
              <a:buClr>
                <a:schemeClr val="dk1"/>
              </a:buClr>
              <a:buSzPts val="1100"/>
              <a:buFont typeface="Arial"/>
              <a:buNone/>
            </a:pPr>
            <a:endParaRPr sz="1100">
              <a:solidFill>
                <a:schemeClr val="lt1"/>
              </a:solidFill>
            </a:endParaRPr>
          </a:p>
          <a:p>
            <a:pPr marL="0" lvl="0" indent="0" algn="ctr" rtl="0">
              <a:spcBef>
                <a:spcPts val="0"/>
              </a:spcBef>
              <a:spcAft>
                <a:spcPts val="0"/>
              </a:spcAft>
              <a:buClr>
                <a:schemeClr val="dk1"/>
              </a:buClr>
              <a:buSzPts val="1100"/>
              <a:buFont typeface="Arial"/>
              <a:buNone/>
            </a:pPr>
            <a:r>
              <a:rPr lang="en" sz="1100" b="1">
                <a:solidFill>
                  <a:schemeClr val="lt1"/>
                </a:solidFill>
              </a:rPr>
              <a:t>Figtree</a:t>
            </a:r>
            <a:endParaRPr sz="1100" b="1">
              <a:solidFill>
                <a:schemeClr val="lt1"/>
              </a:solidFill>
            </a:endParaRPr>
          </a:p>
          <a:p>
            <a:pPr marL="0" lvl="0" indent="0" algn="ctr" rtl="0">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4">
                  <a:extLst>
                    <a:ext uri="{A12FA001-AC4F-418D-AE19-62706E023703}">
                      <ahyp:hlinkClr xmlns:ahyp="http://schemas.microsoft.com/office/drawing/2018/hyperlinkcolor" val="tx"/>
                    </a:ext>
                  </a:extLst>
                </a:hlinkClick>
              </a:rPr>
              <a:t>https://fonts.google.com/specimen/Figtree</a:t>
            </a:r>
            <a:r>
              <a:rPr lang="en" sz="1100">
                <a:solidFill>
                  <a:schemeClr val="lt1"/>
                </a:solidFill>
              </a:rPr>
              <a:t>)</a:t>
            </a:r>
            <a:endParaRPr sz="1100">
              <a:solidFill>
                <a:schemeClr val="lt1"/>
              </a:solidFill>
            </a:endParaRPr>
          </a:p>
        </p:txBody>
      </p:sp>
      <p:sp>
        <p:nvSpPr>
          <p:cNvPr id="1077" name="Google Shape;1077;p76"/>
          <p:cNvSpPr/>
          <p:nvPr/>
        </p:nvSpPr>
        <p:spPr>
          <a:xfrm>
            <a:off x="2583563" y="2947800"/>
            <a:ext cx="791400" cy="754200"/>
          </a:xfrm>
          <a:prstGeom prst="roundRect">
            <a:avLst>
              <a:gd name="adj" fmla="val 16667"/>
            </a:avLst>
          </a:prstGeom>
          <a:solidFill>
            <a:srgbClr val="27353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76"/>
          <p:cNvSpPr/>
          <p:nvPr/>
        </p:nvSpPr>
        <p:spPr>
          <a:xfrm>
            <a:off x="3645382" y="2947800"/>
            <a:ext cx="791400" cy="754200"/>
          </a:xfrm>
          <a:prstGeom prst="roundRect">
            <a:avLst>
              <a:gd name="adj" fmla="val 16667"/>
            </a:avLst>
          </a:prstGeom>
          <a:solidFill>
            <a:srgbClr val="F8F8F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76"/>
          <p:cNvSpPr/>
          <p:nvPr/>
        </p:nvSpPr>
        <p:spPr>
          <a:xfrm>
            <a:off x="4707202" y="2947800"/>
            <a:ext cx="791400" cy="754200"/>
          </a:xfrm>
          <a:prstGeom prst="roundRect">
            <a:avLst>
              <a:gd name="adj" fmla="val 16667"/>
            </a:avLst>
          </a:prstGeom>
          <a:solidFill>
            <a:srgbClr val="C8F0B9"/>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76"/>
          <p:cNvSpPr txBox="1"/>
          <p:nvPr/>
        </p:nvSpPr>
        <p:spPr>
          <a:xfrm>
            <a:off x="2583563" y="31048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#273538</a:t>
            </a:r>
            <a:endParaRPr sz="1000">
              <a:solidFill>
                <a:srgbClr val="FFFFFF"/>
              </a:solidFill>
            </a:endParaRPr>
          </a:p>
        </p:txBody>
      </p:sp>
      <p:sp>
        <p:nvSpPr>
          <p:cNvPr id="1081" name="Google Shape;1081;p76"/>
          <p:cNvSpPr txBox="1"/>
          <p:nvPr/>
        </p:nvSpPr>
        <p:spPr>
          <a:xfrm>
            <a:off x="3645388" y="31048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#f8f8f8</a:t>
            </a:r>
            <a:endParaRPr sz="1000">
              <a:solidFill>
                <a:schemeClr val="dk1"/>
              </a:solidFill>
            </a:endParaRPr>
          </a:p>
        </p:txBody>
      </p:sp>
      <p:sp>
        <p:nvSpPr>
          <p:cNvPr id="1082" name="Google Shape;1082;p76"/>
          <p:cNvSpPr txBox="1"/>
          <p:nvPr/>
        </p:nvSpPr>
        <p:spPr>
          <a:xfrm>
            <a:off x="4707213" y="31048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#c8f0b9</a:t>
            </a:r>
            <a:endParaRPr sz="1000">
              <a:solidFill>
                <a:schemeClr val="dk1"/>
              </a:solidFill>
            </a:endParaRPr>
          </a:p>
        </p:txBody>
      </p:sp>
      <p:sp>
        <p:nvSpPr>
          <p:cNvPr id="1083" name="Google Shape;1083;p76"/>
          <p:cNvSpPr/>
          <p:nvPr/>
        </p:nvSpPr>
        <p:spPr>
          <a:xfrm>
            <a:off x="5769038" y="2947800"/>
            <a:ext cx="791400" cy="754200"/>
          </a:xfrm>
          <a:prstGeom prst="roundRect">
            <a:avLst>
              <a:gd name="adj" fmla="val 16667"/>
            </a:avLst>
          </a:prstGeom>
          <a:solidFill>
            <a:srgbClr val="A4EDBC"/>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76"/>
          <p:cNvSpPr txBox="1"/>
          <p:nvPr/>
        </p:nvSpPr>
        <p:spPr>
          <a:xfrm>
            <a:off x="5769038" y="31048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#a4edbc</a:t>
            </a:r>
            <a:endParaRPr sz="1000">
              <a:solidFill>
                <a:schemeClr val="dk1"/>
              </a:solidFill>
            </a:endParaRPr>
          </a:p>
        </p:txBody>
      </p:sp>
      <p:sp>
        <p:nvSpPr>
          <p:cNvPr id="1085" name="Google Shape;1085;p76"/>
          <p:cNvSpPr/>
          <p:nvPr/>
        </p:nvSpPr>
        <p:spPr>
          <a:xfrm>
            <a:off x="4707288" y="3878900"/>
            <a:ext cx="791400" cy="754200"/>
          </a:xfrm>
          <a:prstGeom prst="roundRect">
            <a:avLst>
              <a:gd name="adj" fmla="val 16667"/>
            </a:avLst>
          </a:prstGeom>
          <a:solidFill>
            <a:srgbClr val="40E2C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76"/>
          <p:cNvSpPr txBox="1"/>
          <p:nvPr/>
        </p:nvSpPr>
        <p:spPr>
          <a:xfrm>
            <a:off x="4707288" y="40359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#40e2c8</a:t>
            </a:r>
            <a:endParaRPr sz="1000">
              <a:solidFill>
                <a:schemeClr val="dk1"/>
              </a:solidFill>
            </a:endParaRPr>
          </a:p>
        </p:txBody>
      </p:sp>
      <p:sp>
        <p:nvSpPr>
          <p:cNvPr id="1087" name="Google Shape;1087;p76"/>
          <p:cNvSpPr/>
          <p:nvPr/>
        </p:nvSpPr>
        <p:spPr>
          <a:xfrm>
            <a:off x="3645388" y="3878900"/>
            <a:ext cx="791400" cy="754200"/>
          </a:xfrm>
          <a:prstGeom prst="roundRect">
            <a:avLst>
              <a:gd name="adj" fmla="val 16667"/>
            </a:avLst>
          </a:prstGeom>
          <a:solidFill>
            <a:srgbClr val="75E9C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76"/>
          <p:cNvSpPr txBox="1"/>
          <p:nvPr/>
        </p:nvSpPr>
        <p:spPr>
          <a:xfrm>
            <a:off x="3645388" y="40359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#75e9c1</a:t>
            </a:r>
            <a:endParaRPr sz="1000">
              <a:solidFill>
                <a:schemeClr val="dk1"/>
              </a:solidFill>
            </a:endParaRPr>
          </a:p>
        </p:txBody>
      </p:sp>
      <p:sp>
        <p:nvSpPr>
          <p:cNvPr id="1089" name="Google Shape;1089;p76"/>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Fonts &amp; colors used</a:t>
            </a:r>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93"/>
        <p:cNvGrpSpPr/>
        <p:nvPr/>
      </p:nvGrpSpPr>
      <p:grpSpPr>
        <a:xfrm>
          <a:off x="0" y="0"/>
          <a:ext cx="0" cy="0"/>
          <a:chOff x="0" y="0"/>
          <a:chExt cx="0" cy="0"/>
        </a:xfrm>
      </p:grpSpPr>
      <p:sp>
        <p:nvSpPr>
          <p:cNvPr id="1094" name="Google Shape;1094;p77"/>
          <p:cNvSpPr txBox="1"/>
          <p:nvPr/>
        </p:nvSpPr>
        <p:spPr>
          <a:xfrm>
            <a:off x="1572600" y="1188000"/>
            <a:ext cx="5998800" cy="8526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lang="en" sz="1100" b="1">
                <a:solidFill>
                  <a:schemeClr val="hlink"/>
                </a:solidFill>
              </a:rPr>
              <a:t>h</a:t>
            </a:r>
            <a:r>
              <a:rPr lang="en" sz="1100" b="1">
                <a:solidFill>
                  <a:schemeClr val="hlink"/>
                </a:solidFill>
                <a:uFill>
                  <a:noFill/>
                </a:uFill>
                <a:hlinkClick r:id="rId3"/>
              </a:rPr>
              <a:t>ow it works</a:t>
            </a:r>
            <a:r>
              <a:rPr lang="en" sz="1100">
                <a:solidFill>
                  <a:schemeClr val="lt1"/>
                </a:solidFill>
                <a:uFill>
                  <a:noFill/>
                </a:uFill>
                <a:hlinkClick r:id="rId3">
                  <a:extLst>
                    <a:ext uri="{A12FA001-AC4F-418D-AE19-62706E023703}">
                      <ahyp:hlinkClr xmlns:ahyp="http://schemas.microsoft.com/office/drawing/2018/hyperlinkcolor" val="tx"/>
                    </a:ext>
                  </a:extLst>
                </a:hlinkClick>
              </a:rPr>
              <a:t>.</a:t>
            </a:r>
            <a:endParaRPr sz="1100">
              <a:solidFill>
                <a:srgbClr val="869FB2"/>
              </a:solidFill>
            </a:endParaRPr>
          </a:p>
        </p:txBody>
      </p:sp>
      <p:sp>
        <p:nvSpPr>
          <p:cNvPr id="1095" name="Google Shape;1095;p77"/>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rPr>
              <a:t>Storyset</a:t>
            </a:r>
            <a:endParaRPr/>
          </a:p>
        </p:txBody>
      </p:sp>
      <p:pic>
        <p:nvPicPr>
          <p:cNvPr id="1096" name="Google Shape;1096;p77"/>
          <p:cNvPicPr preferRelativeResize="0"/>
          <p:nvPr/>
        </p:nvPicPr>
        <p:blipFill rotWithShape="1">
          <a:blip r:embed="rId4">
            <a:alphaModFix/>
          </a:blip>
          <a:srcRect t="16547" b="16540"/>
          <a:stretch/>
        </p:blipFill>
        <p:spPr>
          <a:xfrm>
            <a:off x="723400" y="2607125"/>
            <a:ext cx="1522615" cy="1018800"/>
          </a:xfrm>
          <a:prstGeom prst="rect">
            <a:avLst/>
          </a:prstGeom>
          <a:noFill/>
          <a:ln>
            <a:noFill/>
          </a:ln>
        </p:spPr>
      </p:pic>
      <p:sp>
        <p:nvSpPr>
          <p:cNvPr id="1097" name="Google Shape;1097;p77">
            <a:hlinkClick r:id="rId5"/>
          </p:cNvPr>
          <p:cNvSpPr txBox="1"/>
          <p:nvPr/>
        </p:nvSpPr>
        <p:spPr>
          <a:xfrm>
            <a:off x="881858"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5">
                  <a:extLst>
                    <a:ext uri="{A12FA001-AC4F-418D-AE19-62706E023703}">
                      <ahyp:hlinkClr xmlns:ahyp="http://schemas.microsoft.com/office/drawing/2018/hyperlinkcolor" val="tx"/>
                    </a:ext>
                  </a:extLst>
                </a:hlinkClick>
              </a:rPr>
              <a:t>Pana</a:t>
            </a:r>
            <a:endParaRPr b="1">
              <a:solidFill>
                <a:srgbClr val="869FB2"/>
              </a:solidFill>
            </a:endParaRPr>
          </a:p>
        </p:txBody>
      </p:sp>
      <p:sp>
        <p:nvSpPr>
          <p:cNvPr id="1098" name="Google Shape;1098;p77">
            <a:hlinkClick r:id="rId6"/>
          </p:cNvPr>
          <p:cNvSpPr txBox="1"/>
          <p:nvPr/>
        </p:nvSpPr>
        <p:spPr>
          <a:xfrm>
            <a:off x="240297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6">
                  <a:extLst>
                    <a:ext uri="{A12FA001-AC4F-418D-AE19-62706E023703}">
                      <ahyp:hlinkClr xmlns:ahyp="http://schemas.microsoft.com/office/drawing/2018/hyperlinkcolor" val="tx"/>
                    </a:ext>
                  </a:extLst>
                </a:hlinkClick>
              </a:rPr>
              <a:t>Amico</a:t>
            </a:r>
            <a:endParaRPr b="1">
              <a:solidFill>
                <a:srgbClr val="869FB2"/>
              </a:solidFill>
            </a:endParaRPr>
          </a:p>
        </p:txBody>
      </p:sp>
      <p:sp>
        <p:nvSpPr>
          <p:cNvPr id="1099" name="Google Shape;1099;p77">
            <a:hlinkClick r:id="rId7"/>
          </p:cNvPr>
          <p:cNvSpPr txBox="1"/>
          <p:nvPr/>
        </p:nvSpPr>
        <p:spPr>
          <a:xfrm>
            <a:off x="392408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7">
                  <a:extLst>
                    <a:ext uri="{A12FA001-AC4F-418D-AE19-62706E023703}">
                      <ahyp:hlinkClr xmlns:ahyp="http://schemas.microsoft.com/office/drawing/2018/hyperlinkcolor" val="tx"/>
                    </a:ext>
                  </a:extLst>
                </a:hlinkClick>
              </a:rPr>
              <a:t>Bro</a:t>
            </a:r>
            <a:endParaRPr b="1">
              <a:solidFill>
                <a:srgbClr val="869FB2"/>
              </a:solidFill>
            </a:endParaRPr>
          </a:p>
        </p:txBody>
      </p:sp>
      <p:sp>
        <p:nvSpPr>
          <p:cNvPr id="1100" name="Google Shape;1100;p77">
            <a:hlinkClick r:id="rId8"/>
          </p:cNvPr>
          <p:cNvSpPr txBox="1"/>
          <p:nvPr/>
        </p:nvSpPr>
        <p:spPr>
          <a:xfrm>
            <a:off x="544520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8">
                  <a:extLst>
                    <a:ext uri="{A12FA001-AC4F-418D-AE19-62706E023703}">
                      <ahyp:hlinkClr xmlns:ahyp="http://schemas.microsoft.com/office/drawing/2018/hyperlinkcolor" val="tx"/>
                    </a:ext>
                  </a:extLst>
                </a:hlinkClick>
              </a:rPr>
              <a:t>Rafiki</a:t>
            </a:r>
            <a:endParaRPr b="1">
              <a:solidFill>
                <a:srgbClr val="869FB2"/>
              </a:solidFill>
            </a:endParaRPr>
          </a:p>
        </p:txBody>
      </p:sp>
      <p:pic>
        <p:nvPicPr>
          <p:cNvPr id="1101" name="Google Shape;1101;p77"/>
          <p:cNvPicPr preferRelativeResize="0"/>
          <p:nvPr/>
        </p:nvPicPr>
        <p:blipFill rotWithShape="1">
          <a:blip r:embed="rId9">
            <a:alphaModFix/>
          </a:blip>
          <a:srcRect/>
          <a:stretch/>
        </p:blipFill>
        <p:spPr>
          <a:xfrm>
            <a:off x="2376355" y="2481308"/>
            <a:ext cx="1270420" cy="1270435"/>
          </a:xfrm>
          <a:prstGeom prst="rect">
            <a:avLst/>
          </a:prstGeom>
          <a:noFill/>
          <a:ln>
            <a:noFill/>
          </a:ln>
        </p:spPr>
      </p:pic>
      <p:pic>
        <p:nvPicPr>
          <p:cNvPr id="1102" name="Google Shape;1102;p77"/>
          <p:cNvPicPr preferRelativeResize="0"/>
          <p:nvPr/>
        </p:nvPicPr>
        <p:blipFill rotWithShape="1">
          <a:blip r:embed="rId10">
            <a:alphaModFix/>
          </a:blip>
          <a:srcRect t="6377" b="6377"/>
          <a:stretch/>
        </p:blipFill>
        <p:spPr>
          <a:xfrm>
            <a:off x="3816030" y="2517800"/>
            <a:ext cx="1372495" cy="1197450"/>
          </a:xfrm>
          <a:prstGeom prst="rect">
            <a:avLst/>
          </a:prstGeom>
          <a:noFill/>
          <a:ln>
            <a:noFill/>
          </a:ln>
        </p:spPr>
      </p:pic>
      <p:pic>
        <p:nvPicPr>
          <p:cNvPr id="1103" name="Google Shape;1103;p77"/>
          <p:cNvPicPr preferRelativeResize="0"/>
          <p:nvPr/>
        </p:nvPicPr>
        <p:blipFill rotWithShape="1">
          <a:blip r:embed="rId11">
            <a:alphaModFix/>
          </a:blip>
          <a:srcRect t="9256" b="9256"/>
          <a:stretch/>
        </p:blipFill>
        <p:spPr>
          <a:xfrm>
            <a:off x="5306751" y="2557330"/>
            <a:ext cx="1372475" cy="1118390"/>
          </a:xfrm>
          <a:prstGeom prst="rect">
            <a:avLst/>
          </a:prstGeom>
          <a:noFill/>
          <a:ln>
            <a:noFill/>
          </a:ln>
        </p:spPr>
      </p:pic>
      <p:pic>
        <p:nvPicPr>
          <p:cNvPr id="1104" name="Google Shape;1104;p77"/>
          <p:cNvPicPr preferRelativeResize="0"/>
          <p:nvPr/>
        </p:nvPicPr>
        <p:blipFill rotWithShape="1">
          <a:blip r:embed="rId12">
            <a:alphaModFix/>
          </a:blip>
          <a:srcRect t="14837" b="14844"/>
          <a:stretch/>
        </p:blipFill>
        <p:spPr>
          <a:xfrm>
            <a:off x="6717734" y="2517795"/>
            <a:ext cx="1702865" cy="1197460"/>
          </a:xfrm>
          <a:prstGeom prst="rect">
            <a:avLst/>
          </a:prstGeom>
          <a:noFill/>
          <a:ln>
            <a:noFill/>
          </a:ln>
        </p:spPr>
      </p:pic>
      <p:sp>
        <p:nvSpPr>
          <p:cNvPr id="1105" name="Google Shape;1105;p77">
            <a:hlinkClick r:id="rId13"/>
          </p:cNvPr>
          <p:cNvSpPr txBox="1"/>
          <p:nvPr/>
        </p:nvSpPr>
        <p:spPr>
          <a:xfrm>
            <a:off x="696631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13">
                  <a:extLst>
                    <a:ext uri="{A12FA001-AC4F-418D-AE19-62706E023703}">
                      <ahyp:hlinkClr xmlns:ahyp="http://schemas.microsoft.com/office/drawing/2018/hyperlinkcolor" val="tx"/>
                    </a:ext>
                  </a:extLst>
                </a:hlinkClick>
              </a:rPr>
              <a:t>Cuate</a:t>
            </a:r>
            <a:endParaRPr b="1">
              <a:solidFill>
                <a:srgbClr val="869FB2"/>
              </a:solidFill>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09"/>
        <p:cNvGrpSpPr/>
        <p:nvPr/>
      </p:nvGrpSpPr>
      <p:grpSpPr>
        <a:xfrm>
          <a:off x="0" y="0"/>
          <a:ext cx="0" cy="0"/>
          <a:chOff x="0" y="0"/>
          <a:chExt cx="0" cy="0"/>
        </a:xfrm>
      </p:grpSpPr>
      <p:sp>
        <p:nvSpPr>
          <p:cNvPr id="1110" name="Google Shape;1110;p78"/>
          <p:cNvSpPr txBox="1"/>
          <p:nvPr/>
        </p:nvSpPr>
        <p:spPr>
          <a:xfrm>
            <a:off x="716775" y="1188000"/>
            <a:ext cx="7710600" cy="772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You can easily </a:t>
            </a:r>
            <a:r>
              <a:rPr lang="en" sz="1100" b="1">
                <a:solidFill>
                  <a:schemeClr val="hlink"/>
                </a:solidFill>
              </a:rPr>
              <a:t>resize </a:t>
            </a:r>
            <a:r>
              <a:rPr lang="en" sz="1100">
                <a:solidFill>
                  <a:schemeClr val="lt1"/>
                </a:solidFill>
              </a:rPr>
              <a:t>these resources without losing quality. To </a:t>
            </a:r>
            <a:r>
              <a:rPr lang="en" sz="1100" b="1">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lang="en" sz="1100" b="1">
                <a:solidFill>
                  <a:schemeClr val="hlink"/>
                </a:solidFill>
                <a:uFill>
                  <a:noFill/>
                </a:uFill>
                <a:hlinkClick r:id="rId3"/>
              </a:rPr>
              <a:t>infographics</a:t>
            </a:r>
            <a:r>
              <a:rPr lang="en" sz="1100" b="1">
                <a:solidFill>
                  <a:schemeClr val="hlink"/>
                </a:solidFill>
              </a:rPr>
              <a:t> </a:t>
            </a:r>
            <a:r>
              <a:rPr lang="en" sz="1100">
                <a:solidFill>
                  <a:schemeClr val="lt1"/>
                </a:solidFill>
              </a:rPr>
              <a:t>on Slidesgo.</a:t>
            </a:r>
            <a:endParaRPr sz="1100">
              <a:solidFill>
                <a:srgbClr val="FFFFFF"/>
              </a:solidFill>
            </a:endParaRPr>
          </a:p>
        </p:txBody>
      </p:sp>
      <p:grpSp>
        <p:nvGrpSpPr>
          <p:cNvPr id="1111" name="Google Shape;1111;p78"/>
          <p:cNvGrpSpPr/>
          <p:nvPr/>
        </p:nvGrpSpPr>
        <p:grpSpPr>
          <a:xfrm>
            <a:off x="5117640" y="3085736"/>
            <a:ext cx="474294" cy="551291"/>
            <a:chOff x="4727025" y="1332775"/>
            <a:chExt cx="59900" cy="69625"/>
          </a:xfrm>
        </p:grpSpPr>
        <p:sp>
          <p:nvSpPr>
            <p:cNvPr id="1112" name="Google Shape;1112;p78"/>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78"/>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 name="Google Shape;1114;p78"/>
          <p:cNvGrpSpPr/>
          <p:nvPr/>
        </p:nvGrpSpPr>
        <p:grpSpPr>
          <a:xfrm>
            <a:off x="5731296" y="2314340"/>
            <a:ext cx="555653" cy="557031"/>
            <a:chOff x="4820425" y="1329900"/>
            <a:chExt cx="70175" cy="70350"/>
          </a:xfrm>
        </p:grpSpPr>
        <p:sp>
          <p:nvSpPr>
            <p:cNvPr id="1115" name="Google Shape;1115;p78"/>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78"/>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78"/>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78"/>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 name="Google Shape;1119;p78"/>
          <p:cNvGrpSpPr/>
          <p:nvPr/>
        </p:nvGrpSpPr>
        <p:grpSpPr>
          <a:xfrm>
            <a:off x="6357664" y="2318845"/>
            <a:ext cx="582574" cy="533871"/>
            <a:chOff x="4903200" y="1331525"/>
            <a:chExt cx="73575" cy="67425"/>
          </a:xfrm>
        </p:grpSpPr>
        <p:sp>
          <p:nvSpPr>
            <p:cNvPr id="1120" name="Google Shape;1120;p78"/>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78"/>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 name="Google Shape;1122;p78"/>
          <p:cNvGrpSpPr/>
          <p:nvPr/>
        </p:nvGrpSpPr>
        <p:grpSpPr>
          <a:xfrm>
            <a:off x="5717142" y="3078709"/>
            <a:ext cx="583960" cy="565345"/>
            <a:chOff x="4815575" y="1416800"/>
            <a:chExt cx="73750" cy="71400"/>
          </a:xfrm>
        </p:grpSpPr>
        <p:sp>
          <p:nvSpPr>
            <p:cNvPr id="1123" name="Google Shape;1123;p78"/>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78"/>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78"/>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 name="Google Shape;1126;p78"/>
          <p:cNvGrpSpPr/>
          <p:nvPr/>
        </p:nvGrpSpPr>
        <p:grpSpPr>
          <a:xfrm>
            <a:off x="6351924" y="3108896"/>
            <a:ext cx="589898" cy="504970"/>
            <a:chOff x="4902475" y="1418875"/>
            <a:chExt cx="74500" cy="63775"/>
          </a:xfrm>
        </p:grpSpPr>
        <p:sp>
          <p:nvSpPr>
            <p:cNvPr id="1127" name="Google Shape;1127;p78"/>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78"/>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 name="Google Shape;1129;p78"/>
          <p:cNvGrpSpPr/>
          <p:nvPr/>
        </p:nvGrpSpPr>
        <p:grpSpPr>
          <a:xfrm>
            <a:off x="5727139" y="3826000"/>
            <a:ext cx="563967" cy="567127"/>
            <a:chOff x="4818100" y="1507675"/>
            <a:chExt cx="71225" cy="71625"/>
          </a:xfrm>
        </p:grpSpPr>
        <p:sp>
          <p:nvSpPr>
            <p:cNvPr id="1130" name="Google Shape;1130;p78"/>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78"/>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78"/>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78"/>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 name="Google Shape;1134;p78"/>
          <p:cNvGrpSpPr/>
          <p:nvPr/>
        </p:nvGrpSpPr>
        <p:grpSpPr>
          <a:xfrm>
            <a:off x="5040636" y="3829461"/>
            <a:ext cx="628301" cy="588505"/>
            <a:chOff x="4721450" y="1509475"/>
            <a:chExt cx="79350" cy="74325"/>
          </a:xfrm>
        </p:grpSpPr>
        <p:sp>
          <p:nvSpPr>
            <p:cNvPr id="1135" name="Google Shape;1135;p78"/>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78"/>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78"/>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78"/>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 name="Google Shape;1139;p78"/>
          <p:cNvGrpSpPr/>
          <p:nvPr/>
        </p:nvGrpSpPr>
        <p:grpSpPr>
          <a:xfrm>
            <a:off x="6386170" y="3814027"/>
            <a:ext cx="557038" cy="562772"/>
            <a:chOff x="4906800" y="1507500"/>
            <a:chExt cx="70350" cy="71075"/>
          </a:xfrm>
        </p:grpSpPr>
        <p:sp>
          <p:nvSpPr>
            <p:cNvPr id="1140" name="Google Shape;1140;p78"/>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78"/>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78"/>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78"/>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78"/>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 name="Google Shape;1145;p78"/>
          <p:cNvGrpSpPr/>
          <p:nvPr/>
        </p:nvGrpSpPr>
        <p:grpSpPr>
          <a:xfrm>
            <a:off x="4423778" y="2340963"/>
            <a:ext cx="517934" cy="517934"/>
            <a:chOff x="3736598" y="2170606"/>
            <a:chExt cx="404889" cy="404889"/>
          </a:xfrm>
        </p:grpSpPr>
        <p:sp>
          <p:nvSpPr>
            <p:cNvPr id="1146" name="Google Shape;1146;p78"/>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78"/>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78"/>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78"/>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 name="Google Shape;1150;p78"/>
          <p:cNvGrpSpPr/>
          <p:nvPr/>
        </p:nvGrpSpPr>
        <p:grpSpPr>
          <a:xfrm>
            <a:off x="3690839" y="2341061"/>
            <a:ext cx="586986" cy="517740"/>
            <a:chOff x="3161917" y="2170682"/>
            <a:chExt cx="458870" cy="404737"/>
          </a:xfrm>
        </p:grpSpPr>
        <p:sp>
          <p:nvSpPr>
            <p:cNvPr id="1151" name="Google Shape;1151;p78"/>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78"/>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78"/>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 name="Google Shape;1154;p78"/>
          <p:cNvGrpSpPr/>
          <p:nvPr/>
        </p:nvGrpSpPr>
        <p:grpSpPr>
          <a:xfrm>
            <a:off x="3713860" y="3102400"/>
            <a:ext cx="540943" cy="517963"/>
            <a:chOff x="3179914" y="2889488"/>
            <a:chExt cx="422876" cy="404911"/>
          </a:xfrm>
        </p:grpSpPr>
        <p:sp>
          <p:nvSpPr>
            <p:cNvPr id="1155" name="Google Shape;1155;p78"/>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78"/>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78"/>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78"/>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78"/>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78"/>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 name="Google Shape;1161;p78"/>
          <p:cNvGrpSpPr/>
          <p:nvPr/>
        </p:nvGrpSpPr>
        <p:grpSpPr>
          <a:xfrm>
            <a:off x="4414654" y="3102358"/>
            <a:ext cx="536180" cy="518047"/>
            <a:chOff x="3729467" y="2889422"/>
            <a:chExt cx="419153" cy="404977"/>
          </a:xfrm>
        </p:grpSpPr>
        <p:sp>
          <p:nvSpPr>
            <p:cNvPr id="1162" name="Google Shape;1162;p78"/>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78"/>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78"/>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78"/>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78"/>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78"/>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78"/>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 name="Google Shape;1169;p78"/>
          <p:cNvGrpSpPr/>
          <p:nvPr/>
        </p:nvGrpSpPr>
        <p:grpSpPr>
          <a:xfrm>
            <a:off x="1951688" y="3445787"/>
            <a:ext cx="965351" cy="134611"/>
            <a:chOff x="4411970" y="2962952"/>
            <a:chExt cx="706544" cy="104212"/>
          </a:xfrm>
        </p:grpSpPr>
        <p:sp>
          <p:nvSpPr>
            <p:cNvPr id="1170" name="Google Shape;1170;p78"/>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78"/>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78"/>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78"/>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 name="Google Shape;1174;p78"/>
          <p:cNvGrpSpPr/>
          <p:nvPr/>
        </p:nvGrpSpPr>
        <p:grpSpPr>
          <a:xfrm>
            <a:off x="1951688" y="3041077"/>
            <a:ext cx="960158" cy="289172"/>
            <a:chOff x="4411970" y="2726085"/>
            <a:chExt cx="643107" cy="193659"/>
          </a:xfrm>
        </p:grpSpPr>
        <p:sp>
          <p:nvSpPr>
            <p:cNvPr id="1175" name="Google Shape;1175;p78"/>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78"/>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78"/>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 name="Google Shape;1178;p78"/>
          <p:cNvGrpSpPr/>
          <p:nvPr/>
        </p:nvGrpSpPr>
        <p:grpSpPr>
          <a:xfrm>
            <a:off x="960185" y="3295400"/>
            <a:ext cx="811503" cy="252584"/>
            <a:chOff x="4411970" y="4340222"/>
            <a:chExt cx="779467" cy="242683"/>
          </a:xfrm>
        </p:grpSpPr>
        <p:sp>
          <p:nvSpPr>
            <p:cNvPr id="1179" name="Google Shape;1179;p78"/>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78"/>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78"/>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 name="Google Shape;1182;p78"/>
          <p:cNvGrpSpPr/>
          <p:nvPr/>
        </p:nvGrpSpPr>
        <p:grpSpPr>
          <a:xfrm>
            <a:off x="1951688" y="2709308"/>
            <a:ext cx="965160" cy="216230"/>
            <a:chOff x="4411970" y="2468674"/>
            <a:chExt cx="747317" cy="167425"/>
          </a:xfrm>
        </p:grpSpPr>
        <p:sp>
          <p:nvSpPr>
            <p:cNvPr id="1183" name="Google Shape;1183;p78"/>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78"/>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5" name="Google Shape;1185;p78"/>
          <p:cNvSpPr/>
          <p:nvPr/>
        </p:nvSpPr>
        <p:spPr>
          <a:xfrm>
            <a:off x="958435"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6" name="Google Shape;1186;p78"/>
          <p:cNvGrpSpPr/>
          <p:nvPr/>
        </p:nvGrpSpPr>
        <p:grpSpPr>
          <a:xfrm>
            <a:off x="959254" y="2334687"/>
            <a:ext cx="1959041" cy="208784"/>
            <a:chOff x="6336019" y="3733725"/>
            <a:chExt cx="2566206" cy="351310"/>
          </a:xfrm>
        </p:grpSpPr>
        <p:sp>
          <p:nvSpPr>
            <p:cNvPr id="1187" name="Google Shape;1187;p78"/>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78"/>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78"/>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78"/>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 name="Google Shape;1191;p78"/>
          <p:cNvGrpSpPr/>
          <p:nvPr/>
        </p:nvGrpSpPr>
        <p:grpSpPr>
          <a:xfrm>
            <a:off x="1951688" y="3950602"/>
            <a:ext cx="946551" cy="153200"/>
            <a:chOff x="4404545" y="3301592"/>
            <a:chExt cx="782403" cy="129272"/>
          </a:xfrm>
        </p:grpSpPr>
        <p:sp>
          <p:nvSpPr>
            <p:cNvPr id="1192" name="Google Shape;1192;p78"/>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78"/>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 name="Google Shape;1194;p78"/>
          <p:cNvGrpSpPr/>
          <p:nvPr/>
        </p:nvGrpSpPr>
        <p:grpSpPr>
          <a:xfrm>
            <a:off x="1951688" y="3695937"/>
            <a:ext cx="962257" cy="139127"/>
            <a:chOff x="4411970" y="3131459"/>
            <a:chExt cx="710520" cy="117397"/>
          </a:xfrm>
        </p:grpSpPr>
        <p:sp>
          <p:nvSpPr>
            <p:cNvPr id="1195" name="Google Shape;1195;p78"/>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78"/>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7" name="Google Shape;1197;p78" descr="Timeline background shape"/>
          <p:cNvSpPr/>
          <p:nvPr/>
        </p:nvSpPr>
        <p:spPr>
          <a:xfrm>
            <a:off x="1951688"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8" name="Google Shape;1198;p78"/>
          <p:cNvGrpSpPr/>
          <p:nvPr/>
        </p:nvGrpSpPr>
        <p:grpSpPr>
          <a:xfrm>
            <a:off x="951833" y="3621603"/>
            <a:ext cx="823838" cy="458988"/>
            <a:chOff x="4411970" y="1801825"/>
            <a:chExt cx="734586" cy="409262"/>
          </a:xfrm>
        </p:grpSpPr>
        <p:sp>
          <p:nvSpPr>
            <p:cNvPr id="1199" name="Google Shape;1199;p78"/>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78"/>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 name="Google Shape;1201;p78"/>
          <p:cNvGrpSpPr/>
          <p:nvPr/>
        </p:nvGrpSpPr>
        <p:grpSpPr>
          <a:xfrm>
            <a:off x="3056804" y="2339173"/>
            <a:ext cx="521514" cy="521514"/>
            <a:chOff x="5681300" y="2527788"/>
            <a:chExt cx="805800" cy="805800"/>
          </a:xfrm>
        </p:grpSpPr>
        <p:sp>
          <p:nvSpPr>
            <p:cNvPr id="1202" name="Google Shape;1202;p78"/>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78"/>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 name="Google Shape;1204;p78"/>
          <p:cNvGrpSpPr/>
          <p:nvPr/>
        </p:nvGrpSpPr>
        <p:grpSpPr>
          <a:xfrm>
            <a:off x="3051044" y="3094865"/>
            <a:ext cx="533033" cy="533033"/>
            <a:chOff x="4049800" y="640400"/>
            <a:chExt cx="858900" cy="858900"/>
          </a:xfrm>
        </p:grpSpPr>
        <p:sp>
          <p:nvSpPr>
            <p:cNvPr id="1205" name="Google Shape;1205;p78"/>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78"/>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 name="Google Shape;1207;p78"/>
          <p:cNvGrpSpPr/>
          <p:nvPr/>
        </p:nvGrpSpPr>
        <p:grpSpPr>
          <a:xfrm>
            <a:off x="2976527" y="3772543"/>
            <a:ext cx="682068" cy="682068"/>
            <a:chOff x="5080188" y="927900"/>
            <a:chExt cx="961200" cy="961200"/>
          </a:xfrm>
        </p:grpSpPr>
        <p:sp>
          <p:nvSpPr>
            <p:cNvPr id="1208" name="Google Shape;1208;p78"/>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78"/>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78"/>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78"/>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78"/>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78"/>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78"/>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78"/>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 name="Google Shape;1216;p78"/>
          <p:cNvGrpSpPr/>
          <p:nvPr/>
        </p:nvGrpSpPr>
        <p:grpSpPr>
          <a:xfrm>
            <a:off x="4440026" y="3869234"/>
            <a:ext cx="505650" cy="504006"/>
            <a:chOff x="6039282" y="1042577"/>
            <a:chExt cx="734315" cy="731929"/>
          </a:xfrm>
        </p:grpSpPr>
        <p:sp>
          <p:nvSpPr>
            <p:cNvPr id="1217" name="Google Shape;1217;p78"/>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78"/>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78"/>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78"/>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78"/>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78"/>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78"/>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78"/>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78"/>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78"/>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78"/>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78"/>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78"/>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78"/>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78"/>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78"/>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78"/>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78"/>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78"/>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78"/>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78"/>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 name="Google Shape;1238;p78"/>
          <p:cNvGrpSpPr/>
          <p:nvPr/>
        </p:nvGrpSpPr>
        <p:grpSpPr>
          <a:xfrm>
            <a:off x="5052628" y="2298862"/>
            <a:ext cx="567744" cy="602136"/>
            <a:chOff x="1825800" y="1651625"/>
            <a:chExt cx="539989" cy="571775"/>
          </a:xfrm>
        </p:grpSpPr>
        <p:sp>
          <p:nvSpPr>
            <p:cNvPr id="1239" name="Google Shape;1239;p78"/>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78"/>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78"/>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78"/>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 name="Google Shape;1243;p78"/>
          <p:cNvGrpSpPr/>
          <p:nvPr/>
        </p:nvGrpSpPr>
        <p:grpSpPr>
          <a:xfrm>
            <a:off x="3727557" y="3855579"/>
            <a:ext cx="508123" cy="507955"/>
            <a:chOff x="1897577" y="2802432"/>
            <a:chExt cx="492176" cy="492014"/>
          </a:xfrm>
        </p:grpSpPr>
        <p:sp>
          <p:nvSpPr>
            <p:cNvPr id="1244" name="Google Shape;1244;p78"/>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78"/>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78"/>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78"/>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78"/>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78"/>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78"/>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78"/>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78"/>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78"/>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78"/>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78"/>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 name="Google Shape;1256;p78"/>
          <p:cNvGrpSpPr/>
          <p:nvPr/>
        </p:nvGrpSpPr>
        <p:grpSpPr>
          <a:xfrm>
            <a:off x="959087" y="4169123"/>
            <a:ext cx="809227" cy="200842"/>
            <a:chOff x="2013045" y="4813233"/>
            <a:chExt cx="921986" cy="228854"/>
          </a:xfrm>
        </p:grpSpPr>
        <p:sp>
          <p:nvSpPr>
            <p:cNvPr id="1257" name="Google Shape;1257;p78"/>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78"/>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 name="Google Shape;1259;p78"/>
          <p:cNvGrpSpPr/>
          <p:nvPr/>
        </p:nvGrpSpPr>
        <p:grpSpPr>
          <a:xfrm>
            <a:off x="967547" y="2656004"/>
            <a:ext cx="792421" cy="269941"/>
            <a:chOff x="1046767" y="4756633"/>
            <a:chExt cx="859646" cy="292841"/>
          </a:xfrm>
        </p:grpSpPr>
        <p:sp>
          <p:nvSpPr>
            <p:cNvPr id="1260" name="Google Shape;1260;p78"/>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78"/>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78"/>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3" name="Google Shape;1263;p78"/>
          <p:cNvSpPr/>
          <p:nvPr/>
        </p:nvSpPr>
        <p:spPr>
          <a:xfrm>
            <a:off x="7401300"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78"/>
          <p:cNvSpPr/>
          <p:nvPr/>
        </p:nvSpPr>
        <p:spPr>
          <a:xfrm>
            <a:off x="7100754"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78"/>
          <p:cNvSpPr/>
          <p:nvPr/>
        </p:nvSpPr>
        <p:spPr>
          <a:xfrm>
            <a:off x="7723043"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78"/>
          <p:cNvSpPr/>
          <p:nvPr/>
        </p:nvSpPr>
        <p:spPr>
          <a:xfrm>
            <a:off x="8017748"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7" name="Google Shape;1267;p78"/>
          <p:cNvGrpSpPr/>
          <p:nvPr/>
        </p:nvGrpSpPr>
        <p:grpSpPr>
          <a:xfrm>
            <a:off x="7103403" y="2550562"/>
            <a:ext cx="166473" cy="141497"/>
            <a:chOff x="4660325" y="1866850"/>
            <a:chExt cx="68350" cy="58100"/>
          </a:xfrm>
        </p:grpSpPr>
        <p:sp>
          <p:nvSpPr>
            <p:cNvPr id="1268" name="Google Shape;1268;p78"/>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78"/>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 name="Google Shape;1270;p78"/>
          <p:cNvGrpSpPr/>
          <p:nvPr/>
        </p:nvGrpSpPr>
        <p:grpSpPr>
          <a:xfrm>
            <a:off x="7412747" y="2576286"/>
            <a:ext cx="162515" cy="90049"/>
            <a:chOff x="4791775" y="1877500"/>
            <a:chExt cx="66725" cy="36975"/>
          </a:xfrm>
        </p:grpSpPr>
        <p:sp>
          <p:nvSpPr>
            <p:cNvPr id="1271" name="Google Shape;1271;p78"/>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78"/>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 name="Google Shape;1273;p78"/>
          <p:cNvGrpSpPr/>
          <p:nvPr/>
        </p:nvGrpSpPr>
        <p:grpSpPr>
          <a:xfrm>
            <a:off x="7734460" y="2576286"/>
            <a:ext cx="144979" cy="90049"/>
            <a:chOff x="4923925" y="1877500"/>
            <a:chExt cx="59525" cy="36975"/>
          </a:xfrm>
        </p:grpSpPr>
        <p:sp>
          <p:nvSpPr>
            <p:cNvPr id="1274" name="Google Shape;1274;p78"/>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78"/>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 name="Google Shape;1276;p78"/>
          <p:cNvGrpSpPr/>
          <p:nvPr/>
        </p:nvGrpSpPr>
        <p:grpSpPr>
          <a:xfrm>
            <a:off x="8028952" y="2558477"/>
            <a:ext cx="141447" cy="125667"/>
            <a:chOff x="5058450" y="1870100"/>
            <a:chExt cx="58075" cy="51600"/>
          </a:xfrm>
        </p:grpSpPr>
        <p:sp>
          <p:nvSpPr>
            <p:cNvPr id="1277" name="Google Shape;1277;p78"/>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78"/>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 name="Google Shape;1279;p78"/>
          <p:cNvGrpSpPr/>
          <p:nvPr/>
        </p:nvGrpSpPr>
        <p:grpSpPr>
          <a:xfrm>
            <a:off x="7443466" y="2980885"/>
            <a:ext cx="101077" cy="107645"/>
            <a:chOff x="4811425" y="2065025"/>
            <a:chExt cx="41500" cy="44200"/>
          </a:xfrm>
        </p:grpSpPr>
        <p:sp>
          <p:nvSpPr>
            <p:cNvPr id="1280" name="Google Shape;1280;p78"/>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78"/>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 name="Google Shape;1282;p78"/>
          <p:cNvGrpSpPr/>
          <p:nvPr/>
        </p:nvGrpSpPr>
        <p:grpSpPr>
          <a:xfrm>
            <a:off x="7735904" y="2981098"/>
            <a:ext cx="120867" cy="107218"/>
            <a:chOff x="4929875" y="2065025"/>
            <a:chExt cx="49625" cy="44025"/>
          </a:xfrm>
        </p:grpSpPr>
        <p:sp>
          <p:nvSpPr>
            <p:cNvPr id="1283" name="Google Shape;1283;p78"/>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78"/>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 name="Google Shape;1285;p78"/>
          <p:cNvGrpSpPr/>
          <p:nvPr/>
        </p:nvGrpSpPr>
        <p:grpSpPr>
          <a:xfrm>
            <a:off x="8064572" y="2984112"/>
            <a:ext cx="70206" cy="101191"/>
            <a:chOff x="5083925" y="2066350"/>
            <a:chExt cx="28825" cy="41550"/>
          </a:xfrm>
        </p:grpSpPr>
        <p:sp>
          <p:nvSpPr>
            <p:cNvPr id="1286" name="Google Shape;1286;p78"/>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78"/>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 name="Google Shape;1288;p78"/>
          <p:cNvGrpSpPr/>
          <p:nvPr/>
        </p:nvGrpSpPr>
        <p:grpSpPr>
          <a:xfrm>
            <a:off x="7096126" y="2999759"/>
            <a:ext cx="181026" cy="69896"/>
            <a:chOff x="4659775" y="2072775"/>
            <a:chExt cx="74325" cy="28700"/>
          </a:xfrm>
        </p:grpSpPr>
        <p:sp>
          <p:nvSpPr>
            <p:cNvPr id="1289" name="Google Shape;1289;p78"/>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78"/>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78"/>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 name="Google Shape;1292;p78"/>
          <p:cNvGrpSpPr/>
          <p:nvPr/>
        </p:nvGrpSpPr>
        <p:grpSpPr>
          <a:xfrm>
            <a:off x="8015982" y="2790324"/>
            <a:ext cx="167387" cy="89197"/>
            <a:chOff x="4662475" y="1976500"/>
            <a:chExt cx="68725" cy="36625"/>
          </a:xfrm>
        </p:grpSpPr>
        <p:sp>
          <p:nvSpPr>
            <p:cNvPr id="1293" name="Google Shape;1293;p78"/>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78"/>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78"/>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 name="Google Shape;1296;p78"/>
          <p:cNvGrpSpPr/>
          <p:nvPr/>
        </p:nvGrpSpPr>
        <p:grpSpPr>
          <a:xfrm>
            <a:off x="7712887" y="2793764"/>
            <a:ext cx="166899" cy="82317"/>
            <a:chOff x="4920150" y="1977875"/>
            <a:chExt cx="68525" cy="33800"/>
          </a:xfrm>
        </p:grpSpPr>
        <p:sp>
          <p:nvSpPr>
            <p:cNvPr id="1297" name="Google Shape;1297;p78"/>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78"/>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78"/>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 name="Google Shape;1300;p78"/>
          <p:cNvGrpSpPr/>
          <p:nvPr/>
        </p:nvGrpSpPr>
        <p:grpSpPr>
          <a:xfrm>
            <a:off x="7124044" y="3197682"/>
            <a:ext cx="125190" cy="127859"/>
            <a:chOff x="4676550" y="2160575"/>
            <a:chExt cx="51400" cy="52500"/>
          </a:xfrm>
        </p:grpSpPr>
        <p:sp>
          <p:nvSpPr>
            <p:cNvPr id="1301" name="Google Shape;1301;p78"/>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78"/>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78"/>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 name="Google Shape;1304;p78"/>
          <p:cNvGrpSpPr/>
          <p:nvPr/>
        </p:nvGrpSpPr>
        <p:grpSpPr>
          <a:xfrm>
            <a:off x="7421302" y="3204714"/>
            <a:ext cx="145405" cy="113794"/>
            <a:chOff x="4768325" y="2163475"/>
            <a:chExt cx="59700" cy="46725"/>
          </a:xfrm>
        </p:grpSpPr>
        <p:sp>
          <p:nvSpPr>
            <p:cNvPr id="1305" name="Google Shape;1305;p78"/>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78"/>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7" name="Google Shape;1307;p78"/>
          <p:cNvSpPr/>
          <p:nvPr/>
        </p:nvSpPr>
        <p:spPr>
          <a:xfrm>
            <a:off x="7753257"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78"/>
          <p:cNvSpPr/>
          <p:nvPr/>
        </p:nvSpPr>
        <p:spPr>
          <a:xfrm>
            <a:off x="8025633"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78"/>
          <p:cNvSpPr/>
          <p:nvPr/>
        </p:nvSpPr>
        <p:spPr>
          <a:xfrm>
            <a:off x="7127089"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78"/>
          <p:cNvSpPr/>
          <p:nvPr/>
        </p:nvSpPr>
        <p:spPr>
          <a:xfrm>
            <a:off x="7095061"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78"/>
          <p:cNvSpPr/>
          <p:nvPr/>
        </p:nvSpPr>
        <p:spPr>
          <a:xfrm>
            <a:off x="7112384"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78"/>
          <p:cNvSpPr/>
          <p:nvPr/>
        </p:nvSpPr>
        <p:spPr>
          <a:xfrm>
            <a:off x="7746133"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3" name="Google Shape;1313;p78"/>
          <p:cNvGrpSpPr/>
          <p:nvPr/>
        </p:nvGrpSpPr>
        <p:grpSpPr>
          <a:xfrm>
            <a:off x="7437621" y="3459808"/>
            <a:ext cx="112768" cy="106853"/>
            <a:chOff x="4768575" y="2253950"/>
            <a:chExt cx="46300" cy="43875"/>
          </a:xfrm>
        </p:grpSpPr>
        <p:sp>
          <p:nvSpPr>
            <p:cNvPr id="1314" name="Google Shape;1314;p78"/>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78"/>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 name="Google Shape;1316;p78"/>
          <p:cNvGrpSpPr/>
          <p:nvPr/>
        </p:nvGrpSpPr>
        <p:grpSpPr>
          <a:xfrm>
            <a:off x="7737243" y="3948834"/>
            <a:ext cx="118187" cy="146246"/>
            <a:chOff x="4960900" y="2433225"/>
            <a:chExt cx="48525" cy="60050"/>
          </a:xfrm>
        </p:grpSpPr>
        <p:sp>
          <p:nvSpPr>
            <p:cNvPr id="1317" name="Google Shape;1317;p78"/>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78"/>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 name="Google Shape;1319;p78"/>
          <p:cNvGrpSpPr/>
          <p:nvPr/>
        </p:nvGrpSpPr>
        <p:grpSpPr>
          <a:xfrm>
            <a:off x="7425808" y="4212895"/>
            <a:ext cx="136394" cy="143810"/>
            <a:chOff x="4854075" y="2527625"/>
            <a:chExt cx="56000" cy="59050"/>
          </a:xfrm>
        </p:grpSpPr>
        <p:sp>
          <p:nvSpPr>
            <p:cNvPr id="1320" name="Google Shape;1320;p78"/>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78"/>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2" name="Google Shape;1322;p78"/>
          <p:cNvSpPr/>
          <p:nvPr/>
        </p:nvSpPr>
        <p:spPr>
          <a:xfrm>
            <a:off x="7441061"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78"/>
          <p:cNvSpPr/>
          <p:nvPr/>
        </p:nvSpPr>
        <p:spPr>
          <a:xfrm>
            <a:off x="8019727"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78"/>
          <p:cNvSpPr/>
          <p:nvPr/>
        </p:nvSpPr>
        <p:spPr>
          <a:xfrm>
            <a:off x="7118991"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5" name="Google Shape;1325;p78"/>
          <p:cNvGrpSpPr/>
          <p:nvPr/>
        </p:nvGrpSpPr>
        <p:grpSpPr>
          <a:xfrm>
            <a:off x="8050020" y="3676639"/>
            <a:ext cx="99312" cy="160797"/>
            <a:chOff x="5059700" y="2334775"/>
            <a:chExt cx="40775" cy="66025"/>
          </a:xfrm>
        </p:grpSpPr>
        <p:sp>
          <p:nvSpPr>
            <p:cNvPr id="1326" name="Google Shape;1326;p78"/>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78"/>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78"/>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78"/>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78"/>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78"/>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78"/>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78"/>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78"/>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 name="Google Shape;1335;p78"/>
          <p:cNvGrpSpPr/>
          <p:nvPr/>
        </p:nvGrpSpPr>
        <p:grpSpPr>
          <a:xfrm>
            <a:off x="8007184" y="3941771"/>
            <a:ext cx="184984" cy="160371"/>
            <a:chOff x="5037700" y="2430325"/>
            <a:chExt cx="75950" cy="65850"/>
          </a:xfrm>
        </p:grpSpPr>
        <p:sp>
          <p:nvSpPr>
            <p:cNvPr id="1336" name="Google Shape;1336;p78"/>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78"/>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 name="Google Shape;1338;p78"/>
          <p:cNvGrpSpPr/>
          <p:nvPr/>
        </p:nvGrpSpPr>
        <p:grpSpPr>
          <a:xfrm>
            <a:off x="7426689" y="3708223"/>
            <a:ext cx="173014" cy="97629"/>
            <a:chOff x="4756975" y="2341800"/>
            <a:chExt cx="91975" cy="51925"/>
          </a:xfrm>
        </p:grpSpPr>
        <p:sp>
          <p:nvSpPr>
            <p:cNvPr id="1339" name="Google Shape;1339;p78"/>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78"/>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78"/>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78"/>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78"/>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78"/>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78"/>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78"/>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78"/>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78"/>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78"/>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78"/>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78"/>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78"/>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78"/>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78"/>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78"/>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78"/>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78"/>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78"/>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 name="Google Shape;1359;p78"/>
          <p:cNvGrpSpPr/>
          <p:nvPr/>
        </p:nvGrpSpPr>
        <p:grpSpPr>
          <a:xfrm>
            <a:off x="7693626" y="4196920"/>
            <a:ext cx="212497" cy="175761"/>
            <a:chOff x="4943575" y="2516350"/>
            <a:chExt cx="98675" cy="81700"/>
          </a:xfrm>
        </p:grpSpPr>
        <p:sp>
          <p:nvSpPr>
            <p:cNvPr id="1360" name="Google Shape;1360;p78"/>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78"/>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78"/>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78"/>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78"/>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78"/>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78"/>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78"/>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78"/>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78"/>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78"/>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78"/>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78"/>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78"/>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78"/>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78"/>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78"/>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78"/>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78"/>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78"/>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78"/>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78"/>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78"/>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78"/>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78"/>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78"/>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78"/>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78"/>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78"/>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78"/>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78"/>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78"/>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78"/>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78"/>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78"/>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78"/>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78"/>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78"/>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78"/>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78"/>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78"/>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78"/>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78"/>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78"/>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78"/>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78"/>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78"/>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78"/>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78"/>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78"/>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78"/>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78"/>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78"/>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78"/>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78"/>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78"/>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78"/>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78"/>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78"/>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78"/>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78"/>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78"/>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78"/>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78"/>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78"/>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78"/>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78"/>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78"/>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78"/>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78"/>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78"/>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78"/>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78"/>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78"/>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78"/>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78"/>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78"/>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78"/>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38" name="Google Shape;1438;p78"/>
          <p:cNvSpPr/>
          <p:nvPr/>
        </p:nvSpPr>
        <p:spPr>
          <a:xfrm>
            <a:off x="7709169"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78"/>
          <p:cNvSpPr/>
          <p:nvPr/>
        </p:nvSpPr>
        <p:spPr>
          <a:xfrm>
            <a:off x="8025426"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78"/>
          <p:cNvSpPr/>
          <p:nvPr/>
        </p:nvSpPr>
        <p:spPr>
          <a:xfrm>
            <a:off x="7127539"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78"/>
          <p:cNvSpPr/>
          <p:nvPr/>
        </p:nvSpPr>
        <p:spPr>
          <a:xfrm flipH="1">
            <a:off x="7434905"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78"/>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Use our editable graphic resources...</a:t>
            </a:r>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1446"/>
        <p:cNvGrpSpPr/>
        <p:nvPr/>
      </p:nvGrpSpPr>
      <p:grpSpPr>
        <a:xfrm>
          <a:off x="0" y="0"/>
          <a:ext cx="0" cy="0"/>
          <a:chOff x="0" y="0"/>
          <a:chExt cx="0" cy="0"/>
        </a:xfrm>
      </p:grpSpPr>
      <p:grpSp>
        <p:nvGrpSpPr>
          <p:cNvPr id="1447" name="Google Shape;1447;p79"/>
          <p:cNvGrpSpPr/>
          <p:nvPr/>
        </p:nvGrpSpPr>
        <p:grpSpPr>
          <a:xfrm>
            <a:off x="6681268" y="3584496"/>
            <a:ext cx="560636" cy="516497"/>
            <a:chOff x="6652051" y="3714143"/>
            <a:chExt cx="560636" cy="516497"/>
          </a:xfrm>
        </p:grpSpPr>
        <p:grpSp>
          <p:nvGrpSpPr>
            <p:cNvPr id="1448" name="Google Shape;1448;p79"/>
            <p:cNvGrpSpPr/>
            <p:nvPr/>
          </p:nvGrpSpPr>
          <p:grpSpPr>
            <a:xfrm>
              <a:off x="6669657" y="3716715"/>
              <a:ext cx="466768" cy="464314"/>
              <a:chOff x="3139766" y="765669"/>
              <a:chExt cx="886380" cy="881888"/>
            </a:xfrm>
          </p:grpSpPr>
          <p:grpSp>
            <p:nvGrpSpPr>
              <p:cNvPr id="1449" name="Google Shape;1449;p79"/>
              <p:cNvGrpSpPr/>
              <p:nvPr/>
            </p:nvGrpSpPr>
            <p:grpSpPr>
              <a:xfrm>
                <a:off x="3139766" y="765669"/>
                <a:ext cx="886380" cy="881888"/>
                <a:chOff x="3139766" y="765669"/>
                <a:chExt cx="886380" cy="881888"/>
              </a:xfrm>
            </p:grpSpPr>
            <p:sp>
              <p:nvSpPr>
                <p:cNvPr id="1450" name="Google Shape;1450;p79"/>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79"/>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79"/>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79"/>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79"/>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79"/>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79"/>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79"/>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79"/>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9" name="Google Shape;1459;p79"/>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79"/>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79"/>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79"/>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3" name="Google Shape;1463;p79"/>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 name="Google Shape;1464;p79"/>
          <p:cNvGrpSpPr/>
          <p:nvPr/>
        </p:nvGrpSpPr>
        <p:grpSpPr>
          <a:xfrm>
            <a:off x="7679978" y="3065079"/>
            <a:ext cx="104231" cy="320340"/>
            <a:chOff x="7564426" y="3224343"/>
            <a:chExt cx="119985" cy="368801"/>
          </a:xfrm>
        </p:grpSpPr>
        <p:sp>
          <p:nvSpPr>
            <p:cNvPr id="1465" name="Google Shape;1465;p79"/>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79"/>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 name="Google Shape;1467;p79"/>
          <p:cNvGrpSpPr/>
          <p:nvPr/>
        </p:nvGrpSpPr>
        <p:grpSpPr>
          <a:xfrm>
            <a:off x="7379466" y="3059180"/>
            <a:ext cx="189489" cy="332132"/>
            <a:chOff x="8370831" y="3202002"/>
            <a:chExt cx="218129" cy="382376"/>
          </a:xfrm>
        </p:grpSpPr>
        <p:sp>
          <p:nvSpPr>
            <p:cNvPr id="1468" name="Google Shape;1468;p79"/>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79"/>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0" name="Google Shape;1470;p79"/>
          <p:cNvGrpSpPr/>
          <p:nvPr/>
        </p:nvGrpSpPr>
        <p:grpSpPr>
          <a:xfrm>
            <a:off x="8102855" y="3470312"/>
            <a:ext cx="309429" cy="267000"/>
            <a:chOff x="6742064" y="3750480"/>
            <a:chExt cx="399315" cy="344560"/>
          </a:xfrm>
        </p:grpSpPr>
        <p:sp>
          <p:nvSpPr>
            <p:cNvPr id="1471" name="Google Shape;1471;p79"/>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79"/>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 name="Google Shape;1473;p79"/>
          <p:cNvGrpSpPr/>
          <p:nvPr/>
        </p:nvGrpSpPr>
        <p:grpSpPr>
          <a:xfrm>
            <a:off x="7641874" y="3821360"/>
            <a:ext cx="180437" cy="281608"/>
            <a:chOff x="7248525" y="3739696"/>
            <a:chExt cx="230531" cy="359790"/>
          </a:xfrm>
        </p:grpSpPr>
        <p:sp>
          <p:nvSpPr>
            <p:cNvPr id="1474" name="Google Shape;1474;p79"/>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79"/>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6" name="Google Shape;1476;p79"/>
          <p:cNvGrpSpPr/>
          <p:nvPr/>
        </p:nvGrpSpPr>
        <p:grpSpPr>
          <a:xfrm>
            <a:off x="7887794" y="3464584"/>
            <a:ext cx="162896" cy="278710"/>
            <a:chOff x="7601242" y="3729267"/>
            <a:chExt cx="222566" cy="380803"/>
          </a:xfrm>
        </p:grpSpPr>
        <p:sp>
          <p:nvSpPr>
            <p:cNvPr id="1477" name="Google Shape;1477;p79"/>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79"/>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9" name="Google Shape;1479;p79"/>
          <p:cNvSpPr/>
          <p:nvPr/>
        </p:nvSpPr>
        <p:spPr>
          <a:xfrm>
            <a:off x="7853820" y="3076940"/>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0" name="Google Shape;1480;p79"/>
          <p:cNvGrpSpPr/>
          <p:nvPr/>
        </p:nvGrpSpPr>
        <p:grpSpPr>
          <a:xfrm>
            <a:off x="7377439" y="3465724"/>
            <a:ext cx="193543" cy="275990"/>
            <a:chOff x="8304647" y="3738687"/>
            <a:chExt cx="225076" cy="320956"/>
          </a:xfrm>
        </p:grpSpPr>
        <p:sp>
          <p:nvSpPr>
            <p:cNvPr id="1481" name="Google Shape;1481;p79"/>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79"/>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79"/>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 name="Google Shape;1484;p79"/>
          <p:cNvGrpSpPr/>
          <p:nvPr/>
        </p:nvGrpSpPr>
        <p:grpSpPr>
          <a:xfrm>
            <a:off x="7649932" y="3465724"/>
            <a:ext cx="178492" cy="275990"/>
            <a:chOff x="8615101" y="3738687"/>
            <a:chExt cx="207573" cy="320956"/>
          </a:xfrm>
        </p:grpSpPr>
        <p:sp>
          <p:nvSpPr>
            <p:cNvPr id="1485" name="Google Shape;1485;p79"/>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79"/>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79"/>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8" name="Google Shape;1488;p79"/>
          <p:cNvSpPr/>
          <p:nvPr/>
        </p:nvSpPr>
        <p:spPr>
          <a:xfrm>
            <a:off x="8146371" y="3055607"/>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9" name="Google Shape;1489;p79"/>
          <p:cNvGrpSpPr/>
          <p:nvPr/>
        </p:nvGrpSpPr>
        <p:grpSpPr>
          <a:xfrm>
            <a:off x="7875463" y="3868385"/>
            <a:ext cx="187557" cy="187557"/>
            <a:chOff x="8565775" y="671075"/>
            <a:chExt cx="441000" cy="441000"/>
          </a:xfrm>
        </p:grpSpPr>
        <p:sp>
          <p:nvSpPr>
            <p:cNvPr id="1490" name="Google Shape;1490;p79"/>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79"/>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2" name="Google Shape;1492;p79"/>
          <p:cNvSpPr/>
          <p:nvPr/>
        </p:nvSpPr>
        <p:spPr>
          <a:xfrm>
            <a:off x="8160729" y="3864305"/>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79"/>
          <p:cNvSpPr/>
          <p:nvPr/>
        </p:nvSpPr>
        <p:spPr>
          <a:xfrm flipH="1">
            <a:off x="7384916" y="3830761"/>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4" name="Google Shape;1494;p79"/>
          <p:cNvGrpSpPr/>
          <p:nvPr/>
        </p:nvGrpSpPr>
        <p:grpSpPr>
          <a:xfrm>
            <a:off x="6029935" y="2940910"/>
            <a:ext cx="587865" cy="517731"/>
            <a:chOff x="6000718" y="3070557"/>
            <a:chExt cx="587865" cy="517731"/>
          </a:xfrm>
        </p:grpSpPr>
        <p:sp>
          <p:nvSpPr>
            <p:cNvPr id="1495" name="Google Shape;1495;p79"/>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79"/>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79"/>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79"/>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79"/>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79"/>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79"/>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79"/>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79"/>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79"/>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79"/>
          <p:cNvGrpSpPr/>
          <p:nvPr/>
        </p:nvGrpSpPr>
        <p:grpSpPr>
          <a:xfrm>
            <a:off x="6044740" y="3584570"/>
            <a:ext cx="557665" cy="516387"/>
            <a:chOff x="6015523" y="3714217"/>
            <a:chExt cx="557665" cy="516387"/>
          </a:xfrm>
        </p:grpSpPr>
        <p:grpSp>
          <p:nvGrpSpPr>
            <p:cNvPr id="1506" name="Google Shape;1506;p79"/>
            <p:cNvGrpSpPr/>
            <p:nvPr/>
          </p:nvGrpSpPr>
          <p:grpSpPr>
            <a:xfrm>
              <a:off x="6036094" y="3716980"/>
              <a:ext cx="529822" cy="510480"/>
              <a:chOff x="3148311" y="-545634"/>
              <a:chExt cx="1006118" cy="969572"/>
            </a:xfrm>
          </p:grpSpPr>
          <p:sp>
            <p:nvSpPr>
              <p:cNvPr id="1507" name="Google Shape;1507;p79"/>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79"/>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79"/>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79"/>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79"/>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79"/>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79"/>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79"/>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79"/>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79"/>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7" name="Google Shape;1517;p79"/>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 name="Google Shape;1518;p79"/>
          <p:cNvGrpSpPr/>
          <p:nvPr/>
        </p:nvGrpSpPr>
        <p:grpSpPr>
          <a:xfrm>
            <a:off x="6673522" y="2943981"/>
            <a:ext cx="576302" cy="511871"/>
            <a:chOff x="6644304" y="3073628"/>
            <a:chExt cx="576302" cy="511871"/>
          </a:xfrm>
        </p:grpSpPr>
        <p:grpSp>
          <p:nvGrpSpPr>
            <p:cNvPr id="1519" name="Google Shape;1519;p79"/>
            <p:cNvGrpSpPr/>
            <p:nvPr/>
          </p:nvGrpSpPr>
          <p:grpSpPr>
            <a:xfrm>
              <a:off x="6712169" y="3073651"/>
              <a:ext cx="481611" cy="506713"/>
              <a:chOff x="1833536" y="-546641"/>
              <a:chExt cx="914567" cy="962419"/>
            </a:xfrm>
          </p:grpSpPr>
          <p:grpSp>
            <p:nvGrpSpPr>
              <p:cNvPr id="1520" name="Google Shape;1520;p79"/>
              <p:cNvGrpSpPr/>
              <p:nvPr/>
            </p:nvGrpSpPr>
            <p:grpSpPr>
              <a:xfrm>
                <a:off x="1833536" y="-524249"/>
                <a:ext cx="914567" cy="940027"/>
                <a:chOff x="1833536" y="-524249"/>
                <a:chExt cx="914567" cy="940027"/>
              </a:xfrm>
            </p:grpSpPr>
            <p:sp>
              <p:nvSpPr>
                <p:cNvPr id="1521" name="Google Shape;1521;p79"/>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79"/>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79"/>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79"/>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79"/>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6" name="Google Shape;1526;p79"/>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79"/>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79"/>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79"/>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0" name="Google Shape;1530;p79"/>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1" name="Google Shape;1531;p79"/>
          <p:cNvGrpSpPr/>
          <p:nvPr/>
        </p:nvGrpSpPr>
        <p:grpSpPr>
          <a:xfrm>
            <a:off x="752796" y="2869970"/>
            <a:ext cx="2622876" cy="1333540"/>
            <a:chOff x="238125" y="1038125"/>
            <a:chExt cx="7146800" cy="3633625"/>
          </a:xfrm>
        </p:grpSpPr>
        <p:sp>
          <p:nvSpPr>
            <p:cNvPr id="1532" name="Google Shape;1532;p79"/>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79"/>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79"/>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79"/>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79"/>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79"/>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79"/>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79"/>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79"/>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79"/>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79"/>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79"/>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79"/>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79"/>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79"/>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79"/>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79"/>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79"/>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79"/>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79"/>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79"/>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79"/>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79"/>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79"/>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79"/>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79"/>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79"/>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79"/>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79"/>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79"/>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79"/>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79"/>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79"/>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79"/>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79"/>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79"/>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79"/>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79"/>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79"/>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79"/>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79"/>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79"/>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79"/>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79"/>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79"/>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79"/>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79"/>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79"/>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79"/>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79"/>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79"/>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79"/>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79"/>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79"/>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79"/>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79"/>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79"/>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79"/>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79"/>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79"/>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79"/>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79"/>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79"/>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79"/>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79"/>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79"/>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79"/>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79"/>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79"/>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79"/>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79"/>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79"/>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79"/>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79"/>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79"/>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79"/>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79"/>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79"/>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79"/>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79"/>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79"/>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79"/>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79"/>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79"/>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79"/>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79"/>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79"/>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79"/>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79"/>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79"/>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79"/>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79"/>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79"/>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79"/>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79"/>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79"/>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79"/>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79"/>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79"/>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79"/>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79"/>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79"/>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79"/>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79"/>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79"/>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79"/>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79"/>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79"/>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79"/>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79"/>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79"/>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79"/>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79"/>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79"/>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79"/>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79"/>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79"/>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79"/>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79"/>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79"/>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79"/>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79"/>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79"/>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79"/>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79"/>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79"/>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79"/>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79"/>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79"/>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79"/>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79"/>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79"/>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79"/>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79"/>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79"/>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79"/>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79"/>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79"/>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79"/>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79"/>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79"/>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79"/>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79"/>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79"/>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79"/>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79"/>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79"/>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79"/>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79"/>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79"/>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79"/>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79"/>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79"/>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79"/>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79"/>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79"/>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79"/>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79"/>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79"/>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79"/>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79"/>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79"/>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79"/>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79"/>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79"/>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79"/>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79"/>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79"/>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79"/>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79"/>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79"/>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79"/>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79"/>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79"/>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79"/>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79"/>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79"/>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79"/>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79"/>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79"/>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79"/>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79"/>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79"/>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79"/>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79"/>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79"/>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79"/>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79"/>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79"/>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79"/>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79"/>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79"/>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79"/>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79"/>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79"/>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79"/>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79"/>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79"/>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79"/>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79"/>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79"/>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79"/>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79"/>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79"/>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79"/>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79"/>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79"/>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79"/>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79"/>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79"/>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79"/>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79"/>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79"/>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79"/>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79"/>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79"/>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79"/>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79"/>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79"/>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79"/>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79"/>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79"/>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79"/>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79"/>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79"/>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79"/>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79"/>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79"/>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79"/>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79"/>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79"/>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79"/>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79"/>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79"/>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79"/>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79"/>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79"/>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79"/>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79"/>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79"/>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79"/>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79"/>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79"/>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79"/>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79"/>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79"/>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79"/>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79"/>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79"/>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79"/>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79"/>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79"/>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79"/>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79"/>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79"/>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79"/>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79"/>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79"/>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79"/>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79"/>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79"/>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79"/>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79"/>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79"/>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79"/>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79"/>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79"/>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79"/>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79"/>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79"/>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79"/>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79"/>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79"/>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79"/>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79"/>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79"/>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79"/>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79"/>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79"/>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79"/>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79"/>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79"/>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79"/>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79"/>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79"/>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79"/>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79"/>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79"/>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79"/>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79"/>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79"/>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79"/>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79"/>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79"/>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79"/>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79"/>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79"/>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79"/>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79"/>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79"/>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79"/>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79"/>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79"/>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79"/>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79"/>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79"/>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79"/>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79"/>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79"/>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79"/>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79"/>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79"/>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79"/>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79"/>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79"/>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79"/>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79"/>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79"/>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79"/>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79"/>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79"/>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79"/>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79"/>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79"/>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79"/>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79"/>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79"/>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79"/>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79"/>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79"/>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79"/>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79"/>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79"/>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79"/>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79"/>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79"/>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79"/>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79"/>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79"/>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79"/>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79"/>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79"/>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79"/>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79"/>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79"/>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79"/>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79"/>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79"/>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79"/>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79"/>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79"/>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79"/>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79"/>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79"/>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79"/>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79"/>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79"/>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79"/>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79"/>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79"/>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79"/>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79"/>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79"/>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79"/>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79"/>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79"/>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79"/>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79"/>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79"/>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79"/>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79"/>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79"/>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79"/>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79"/>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79"/>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79"/>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79"/>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79"/>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79"/>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79"/>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79"/>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79"/>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79"/>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79"/>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79"/>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79"/>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79"/>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79"/>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79"/>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79"/>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79"/>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79"/>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79"/>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79"/>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79"/>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79"/>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79"/>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79"/>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79"/>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79"/>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79"/>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79"/>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79"/>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79"/>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79"/>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79"/>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79"/>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79"/>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79"/>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79"/>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79"/>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79"/>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79"/>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79"/>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79"/>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79"/>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79"/>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79"/>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79"/>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79"/>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79"/>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79"/>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79"/>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79"/>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79"/>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79"/>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79"/>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79"/>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79"/>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79"/>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79"/>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79"/>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79"/>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79"/>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79"/>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79"/>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79"/>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79"/>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79"/>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79"/>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79"/>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79"/>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79"/>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79"/>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79"/>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79"/>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79"/>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79"/>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79"/>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79"/>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79"/>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79"/>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79"/>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79"/>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79"/>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79"/>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79"/>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79"/>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79"/>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79"/>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79"/>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79"/>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79"/>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79"/>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79"/>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79"/>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79"/>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79"/>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79"/>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79"/>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79"/>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79"/>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79"/>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79"/>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79"/>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79"/>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79"/>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79"/>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79"/>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79"/>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79"/>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79"/>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79"/>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79"/>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79"/>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79"/>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79"/>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79"/>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79"/>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79"/>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79"/>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79"/>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79"/>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79"/>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79"/>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79"/>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79"/>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79"/>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79"/>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79"/>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79"/>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79"/>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79"/>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79"/>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79"/>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79"/>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79"/>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79"/>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79"/>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79"/>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79"/>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79"/>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79"/>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79"/>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79"/>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79"/>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79"/>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79"/>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79"/>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79"/>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79"/>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79"/>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79"/>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79"/>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79"/>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79"/>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79"/>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79"/>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79"/>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79"/>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79"/>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79"/>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79"/>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79"/>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79"/>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79"/>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79"/>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79"/>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79"/>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79"/>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79"/>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79"/>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79"/>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79"/>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79"/>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79"/>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79"/>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79"/>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79"/>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79"/>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79"/>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79"/>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79"/>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79"/>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79"/>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79"/>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79"/>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79"/>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79"/>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79"/>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79"/>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79"/>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79"/>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79"/>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79"/>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79"/>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79"/>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79"/>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79"/>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79"/>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79"/>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79"/>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79"/>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79"/>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79"/>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79"/>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79"/>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79"/>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79"/>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79"/>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79"/>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79"/>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79"/>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79"/>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79"/>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79"/>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79"/>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79"/>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79"/>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79"/>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79"/>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79"/>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79"/>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79"/>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79"/>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79"/>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79"/>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79"/>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79"/>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79"/>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79"/>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79"/>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79"/>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79"/>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79"/>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79"/>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79"/>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79"/>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79"/>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79"/>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79"/>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79"/>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79"/>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79"/>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79"/>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79"/>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79"/>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79"/>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79"/>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79"/>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79"/>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79"/>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79"/>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79"/>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79"/>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79"/>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79"/>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79"/>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79"/>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79"/>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79"/>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79"/>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79"/>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79"/>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79"/>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79"/>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79"/>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79"/>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79"/>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79"/>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79"/>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79"/>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79"/>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79"/>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79"/>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79"/>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79"/>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79"/>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79"/>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79"/>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79"/>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79"/>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79"/>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79"/>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79"/>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79"/>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79"/>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79"/>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79"/>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79"/>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79"/>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79"/>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79"/>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79"/>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79"/>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79"/>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79"/>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79"/>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79"/>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79"/>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79"/>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79"/>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79"/>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79"/>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79"/>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79"/>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79"/>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79"/>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79"/>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79"/>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79"/>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79"/>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79"/>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79"/>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79"/>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79"/>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79"/>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79"/>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79"/>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79"/>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79"/>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79"/>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79"/>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79"/>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79"/>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79"/>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79"/>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79"/>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79"/>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79"/>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79"/>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79"/>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79"/>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79"/>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79"/>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79"/>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79"/>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79"/>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79"/>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79"/>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79"/>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79"/>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79"/>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79"/>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79"/>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79"/>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79"/>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79"/>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79"/>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79"/>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79"/>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79"/>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79"/>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79"/>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79"/>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79"/>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79"/>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79"/>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79"/>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79"/>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79"/>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79"/>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79"/>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79"/>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79"/>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79"/>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79"/>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79"/>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79"/>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79"/>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79"/>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79"/>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79"/>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79"/>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79"/>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79"/>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79"/>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79"/>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79"/>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79"/>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79"/>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79"/>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79"/>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79"/>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79"/>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79"/>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79"/>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79"/>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79"/>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79"/>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79"/>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79"/>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79"/>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79"/>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79"/>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79"/>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79"/>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79"/>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79"/>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79"/>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79"/>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79"/>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79"/>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79"/>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79"/>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79"/>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79"/>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79"/>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79"/>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79"/>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79"/>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79"/>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79"/>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79"/>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79"/>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79"/>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79"/>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79"/>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79"/>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79"/>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79"/>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79"/>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79"/>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79"/>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79"/>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79"/>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79"/>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79"/>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79"/>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79"/>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79"/>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79"/>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79"/>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79"/>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79"/>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79"/>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79"/>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79"/>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79"/>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79"/>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79"/>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79"/>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79"/>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79"/>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79"/>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79"/>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79"/>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79"/>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79"/>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79"/>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79"/>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79"/>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79"/>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79"/>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79"/>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79"/>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79"/>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79"/>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79"/>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79"/>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79"/>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79"/>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79"/>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79"/>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79"/>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79"/>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79"/>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79"/>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79"/>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79"/>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79"/>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79"/>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79"/>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79"/>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79"/>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79"/>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79"/>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79"/>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79"/>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79"/>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79"/>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79"/>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79"/>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79"/>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79"/>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79"/>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79"/>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79"/>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79"/>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79"/>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79"/>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79"/>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79"/>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79"/>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79"/>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79"/>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79"/>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79"/>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79"/>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79"/>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79"/>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79"/>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79"/>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79"/>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79"/>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79"/>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79"/>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79"/>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79"/>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79"/>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79"/>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79"/>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79"/>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79"/>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79"/>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79"/>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79"/>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79"/>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79"/>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79"/>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79"/>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79"/>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79"/>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79"/>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79"/>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79"/>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79"/>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79"/>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79"/>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79"/>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79"/>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79"/>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79"/>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79"/>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79"/>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79"/>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79"/>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79"/>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79"/>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79"/>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79"/>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79"/>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79"/>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79"/>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79"/>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79"/>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79"/>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79"/>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79"/>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79"/>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79"/>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79"/>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79"/>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79"/>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79"/>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79"/>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79"/>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79"/>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79"/>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79"/>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79"/>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79"/>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79"/>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79"/>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79"/>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79"/>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79"/>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79"/>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79"/>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79"/>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79"/>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79"/>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79"/>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79"/>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79"/>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79"/>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79"/>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79"/>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79"/>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79"/>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79"/>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79"/>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79"/>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79"/>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79"/>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79"/>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79"/>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79"/>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79"/>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79"/>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79"/>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79"/>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79"/>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79"/>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79"/>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79"/>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79"/>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79"/>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79"/>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79"/>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79"/>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79"/>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79"/>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79"/>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79"/>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79"/>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79"/>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79"/>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79"/>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79"/>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79"/>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79"/>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79"/>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79"/>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79"/>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79"/>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79"/>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79"/>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79"/>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79"/>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79"/>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79"/>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79"/>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79"/>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79"/>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79"/>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79"/>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79"/>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79"/>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79"/>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79"/>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79"/>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79"/>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79"/>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79"/>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79"/>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79"/>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79"/>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79"/>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79"/>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79"/>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79"/>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79"/>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79"/>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79"/>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79"/>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79"/>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79"/>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79"/>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79"/>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79"/>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79"/>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79"/>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79"/>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79"/>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79"/>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79"/>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79"/>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79"/>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79"/>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79"/>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79"/>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79"/>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79"/>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79"/>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79"/>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79"/>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79"/>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79"/>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79"/>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79"/>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79"/>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79"/>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79"/>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79"/>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79"/>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79"/>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79"/>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79"/>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79"/>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79"/>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79"/>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79"/>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79"/>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79"/>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79"/>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79"/>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79"/>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79"/>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79"/>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79"/>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79"/>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79"/>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79"/>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79"/>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79"/>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79"/>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79"/>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79"/>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79"/>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79"/>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79"/>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79"/>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79"/>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79"/>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79"/>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79"/>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79"/>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79"/>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79"/>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79"/>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79"/>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79"/>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79"/>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79"/>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79"/>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79"/>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79"/>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79"/>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79"/>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79"/>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79"/>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79"/>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79"/>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79"/>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79"/>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79"/>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79"/>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79"/>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79"/>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79"/>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79"/>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79"/>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79"/>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79"/>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79"/>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79"/>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79"/>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79"/>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79"/>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79"/>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79"/>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79"/>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79"/>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79"/>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79"/>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79"/>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79"/>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79"/>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79"/>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79"/>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79"/>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79"/>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79"/>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79"/>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79"/>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79"/>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79"/>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79"/>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79"/>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79"/>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79"/>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79"/>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79"/>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79"/>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79"/>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79"/>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79"/>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79"/>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79"/>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79"/>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79"/>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79"/>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79"/>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79"/>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79"/>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79"/>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79"/>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79"/>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79"/>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79"/>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79"/>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79"/>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79"/>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79"/>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79"/>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79"/>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79"/>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79"/>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79"/>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79"/>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79"/>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79"/>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79"/>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79"/>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79"/>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79"/>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79"/>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79"/>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79"/>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79"/>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79"/>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79"/>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79"/>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79"/>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79"/>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79"/>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79"/>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79"/>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79"/>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79"/>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79"/>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79"/>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79"/>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79"/>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79"/>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79"/>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79"/>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79"/>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79"/>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79"/>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79"/>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79"/>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79"/>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79"/>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79"/>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79"/>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79"/>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79"/>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79"/>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79"/>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79"/>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79"/>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79"/>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79"/>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79"/>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79"/>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79"/>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79"/>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79"/>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79"/>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79"/>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79"/>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79"/>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79"/>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79"/>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79"/>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79"/>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79"/>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79"/>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79"/>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79"/>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79"/>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79"/>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79"/>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79"/>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79"/>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79"/>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79"/>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79"/>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79"/>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79"/>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79"/>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79"/>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79"/>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79"/>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79"/>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79"/>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79"/>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79"/>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79"/>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79"/>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79"/>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79"/>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79"/>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79"/>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79"/>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79"/>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79"/>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79"/>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79"/>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79"/>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79"/>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79"/>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79"/>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79"/>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79"/>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79"/>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79"/>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79"/>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79"/>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79"/>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79"/>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79"/>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79"/>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79"/>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79"/>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79"/>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79"/>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79"/>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79"/>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79"/>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79"/>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79"/>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79"/>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79"/>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79"/>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79"/>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79"/>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79"/>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79"/>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79"/>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79"/>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79"/>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79"/>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79"/>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79"/>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79"/>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79"/>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79"/>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79"/>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79"/>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79"/>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79"/>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79"/>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79"/>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79"/>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79"/>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79"/>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79"/>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79"/>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79"/>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79"/>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79"/>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79"/>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79"/>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79"/>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79"/>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79"/>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79"/>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79"/>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79"/>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79"/>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79"/>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79"/>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79"/>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79"/>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79"/>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79"/>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79"/>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79"/>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79"/>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79"/>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79"/>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79"/>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79"/>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79"/>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79"/>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79"/>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79"/>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79"/>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79"/>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79"/>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79"/>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79"/>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79"/>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79"/>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79"/>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79"/>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79"/>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79"/>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79"/>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79"/>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79"/>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79"/>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79"/>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79"/>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79"/>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79"/>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79"/>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79"/>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79"/>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79"/>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79"/>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79"/>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79"/>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79"/>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79"/>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79"/>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79"/>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79"/>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79"/>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79"/>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79"/>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79"/>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79"/>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79"/>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79"/>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79"/>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79"/>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79"/>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79"/>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79"/>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79"/>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79"/>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79"/>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79"/>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79"/>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79"/>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79"/>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79"/>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79"/>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79"/>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79"/>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79"/>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79"/>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79"/>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79"/>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79"/>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79"/>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79"/>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79"/>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79"/>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79"/>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79"/>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79"/>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79"/>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79"/>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79"/>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79"/>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79"/>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79"/>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79"/>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79"/>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79"/>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79"/>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79"/>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79"/>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79"/>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79"/>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79"/>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79"/>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79"/>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79"/>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79"/>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79"/>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79"/>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79"/>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79"/>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79"/>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79"/>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79"/>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79"/>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79"/>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79"/>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79"/>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79"/>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79"/>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79"/>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79"/>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79"/>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79"/>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79"/>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79"/>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79"/>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79"/>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79"/>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79"/>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79"/>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79"/>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79"/>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79"/>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79"/>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79"/>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79"/>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79"/>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79"/>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79"/>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79"/>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79"/>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79"/>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79"/>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79"/>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79"/>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79"/>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79"/>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79"/>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79"/>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79"/>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79"/>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79"/>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79"/>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79"/>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79"/>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79"/>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79"/>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79"/>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79"/>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79"/>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79"/>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79"/>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79"/>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79"/>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79"/>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79"/>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79"/>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79"/>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79"/>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79"/>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79"/>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79"/>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79"/>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79"/>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79"/>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79"/>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79"/>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79"/>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79"/>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79"/>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79"/>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79"/>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79"/>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79"/>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79"/>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79"/>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79"/>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79"/>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79"/>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79"/>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79"/>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79"/>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79"/>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79"/>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79"/>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79"/>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79"/>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79"/>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79"/>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79"/>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79"/>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79"/>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79"/>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79"/>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79"/>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79"/>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79"/>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79"/>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79"/>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79"/>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79"/>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79"/>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79"/>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79"/>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79"/>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79"/>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79"/>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79"/>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79"/>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79"/>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79"/>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79"/>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79"/>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79"/>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79"/>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79"/>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79"/>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79"/>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79"/>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79"/>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79"/>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79"/>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79"/>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79"/>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79"/>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79"/>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79"/>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79"/>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79"/>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79"/>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79"/>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79"/>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79"/>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79"/>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79"/>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79"/>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79"/>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79"/>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79"/>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79"/>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79"/>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79"/>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79"/>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79"/>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79"/>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79"/>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79"/>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79"/>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79"/>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79"/>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79"/>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79"/>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79"/>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04" name="Google Shape;3104;p79"/>
          <p:cNvGrpSpPr/>
          <p:nvPr/>
        </p:nvGrpSpPr>
        <p:grpSpPr>
          <a:xfrm>
            <a:off x="5938558" y="1033351"/>
            <a:ext cx="2435960" cy="1297725"/>
            <a:chOff x="233350" y="949250"/>
            <a:chExt cx="7137300" cy="3802300"/>
          </a:xfrm>
        </p:grpSpPr>
        <p:sp>
          <p:nvSpPr>
            <p:cNvPr id="3105" name="Google Shape;3105;p79"/>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79"/>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79"/>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79"/>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79"/>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79"/>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79"/>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79"/>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79"/>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79"/>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79"/>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79"/>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79"/>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79"/>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79"/>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79"/>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79"/>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79"/>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79"/>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79"/>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79"/>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79"/>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79"/>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79"/>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79"/>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79"/>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79"/>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79"/>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79"/>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79"/>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79"/>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79"/>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79"/>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79"/>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79"/>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79"/>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79"/>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79"/>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79"/>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79"/>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79"/>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79"/>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79"/>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79"/>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79"/>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79"/>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79"/>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79"/>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79"/>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79"/>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79"/>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6" name="Google Shape;3156;p79"/>
          <p:cNvGrpSpPr/>
          <p:nvPr/>
        </p:nvGrpSpPr>
        <p:grpSpPr>
          <a:xfrm>
            <a:off x="731715" y="995041"/>
            <a:ext cx="2665073" cy="1317140"/>
            <a:chOff x="793334" y="1192826"/>
            <a:chExt cx="2665073" cy="1317140"/>
          </a:xfrm>
        </p:grpSpPr>
        <p:sp>
          <p:nvSpPr>
            <p:cNvPr id="3157" name="Google Shape;3157;p79"/>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79"/>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79"/>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79"/>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79"/>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79"/>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79"/>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79"/>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79"/>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79"/>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79"/>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79"/>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79"/>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79"/>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79"/>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79"/>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79"/>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79"/>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79"/>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79"/>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79"/>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79"/>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79"/>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79"/>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79"/>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79"/>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79"/>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79"/>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79"/>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79"/>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79"/>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79"/>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79"/>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79"/>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79"/>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79"/>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79"/>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79"/>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79"/>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79"/>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79"/>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79"/>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79"/>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79"/>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79"/>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79"/>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79"/>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79"/>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79"/>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79"/>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79"/>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79"/>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79"/>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79"/>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79"/>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79"/>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79"/>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79"/>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79"/>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79"/>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79"/>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79"/>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79"/>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79"/>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79"/>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79"/>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79"/>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79"/>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79"/>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79"/>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79"/>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79"/>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79"/>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79"/>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79"/>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79"/>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79"/>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79"/>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79"/>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79"/>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79"/>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79"/>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79"/>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79"/>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79"/>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79"/>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79"/>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79"/>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79"/>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79"/>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79"/>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79"/>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79"/>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79"/>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79"/>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79"/>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79"/>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79"/>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79"/>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79"/>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79"/>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79"/>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79"/>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79"/>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79"/>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79"/>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79"/>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79"/>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79"/>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79"/>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79"/>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79"/>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79"/>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79"/>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79"/>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79"/>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79"/>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79"/>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79"/>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79"/>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79"/>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79"/>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79"/>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79"/>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79"/>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79"/>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79"/>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79"/>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79"/>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79"/>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79"/>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79"/>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79"/>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79"/>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79"/>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79"/>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79"/>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79"/>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79"/>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79"/>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79"/>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79"/>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79"/>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79"/>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79"/>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79"/>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79"/>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79"/>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79"/>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79"/>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79"/>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79"/>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79"/>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79"/>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79"/>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79"/>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79"/>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79"/>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79"/>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79"/>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79"/>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79"/>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79"/>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79"/>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79"/>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79"/>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79"/>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79"/>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79"/>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79"/>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79"/>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79"/>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79"/>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79"/>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79"/>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79"/>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79"/>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79"/>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79"/>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79"/>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79"/>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79"/>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79"/>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79"/>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79"/>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79"/>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79"/>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79"/>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79"/>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79"/>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79"/>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79"/>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79"/>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79"/>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79"/>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79"/>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79"/>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79"/>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79"/>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79"/>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79"/>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79"/>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79"/>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79"/>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79"/>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79"/>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79"/>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79"/>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79"/>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79"/>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79"/>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79"/>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79"/>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79"/>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79"/>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79"/>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79"/>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79"/>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79"/>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79"/>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79"/>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79"/>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79"/>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79"/>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79"/>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79"/>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79"/>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79"/>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79"/>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79"/>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79"/>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79"/>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79"/>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79"/>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79"/>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79"/>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79"/>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79"/>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79"/>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79"/>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79"/>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79"/>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79"/>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79"/>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79"/>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79"/>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79"/>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79"/>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79"/>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79"/>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79"/>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79"/>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79"/>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79"/>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79"/>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79"/>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79"/>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79"/>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79"/>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79"/>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79"/>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79"/>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79"/>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79"/>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79"/>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79"/>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79"/>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79"/>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79"/>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79"/>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79"/>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79"/>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79"/>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79"/>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79"/>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79"/>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79"/>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79"/>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79"/>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79"/>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79"/>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79"/>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79"/>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79"/>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79"/>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79"/>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79"/>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79"/>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79"/>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79"/>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79"/>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79"/>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79"/>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79"/>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79"/>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79"/>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79"/>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79"/>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79"/>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79"/>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79"/>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79"/>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79"/>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79"/>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79"/>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79"/>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79"/>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79"/>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79"/>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79"/>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79"/>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79"/>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79"/>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79"/>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79"/>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79"/>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79"/>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79"/>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79"/>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79"/>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79"/>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79"/>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79"/>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79"/>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79"/>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79"/>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79"/>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79"/>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79"/>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79"/>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79"/>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79"/>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79"/>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79"/>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79"/>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79"/>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79"/>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79"/>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79"/>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79"/>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79"/>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79"/>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79"/>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79"/>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79"/>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79"/>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79"/>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79"/>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79"/>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79"/>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79"/>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79"/>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79"/>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79"/>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79"/>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79"/>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79"/>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79"/>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79"/>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79"/>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79"/>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79"/>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79"/>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79"/>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79"/>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79"/>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79"/>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79"/>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79"/>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79"/>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79"/>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79"/>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79"/>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79"/>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79"/>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79"/>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79"/>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79"/>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79"/>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79"/>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79"/>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79"/>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79"/>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79"/>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79"/>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79"/>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79"/>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79"/>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79"/>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79"/>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79"/>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79"/>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79"/>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79"/>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79"/>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79"/>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79"/>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79"/>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79"/>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79"/>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79"/>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79"/>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79"/>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79"/>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79"/>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79"/>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79"/>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79"/>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79"/>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79"/>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79"/>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79"/>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79"/>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79"/>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79"/>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79"/>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79"/>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79"/>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79"/>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79"/>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79"/>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79"/>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79"/>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79"/>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79"/>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79"/>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79"/>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79"/>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79"/>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79"/>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79"/>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79"/>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79"/>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79"/>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79"/>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79"/>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79"/>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79"/>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79"/>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79"/>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79"/>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79"/>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79"/>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79"/>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79"/>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79"/>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79"/>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79"/>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79"/>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79"/>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79"/>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79"/>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79"/>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79"/>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79"/>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79"/>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79"/>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79"/>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79"/>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79"/>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79"/>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79"/>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79"/>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79"/>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79"/>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79"/>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79"/>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79"/>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79"/>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79"/>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79"/>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79"/>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79"/>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79"/>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79"/>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79"/>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79"/>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79"/>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79"/>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79"/>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79"/>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79"/>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79"/>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79"/>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79"/>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79"/>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79"/>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79"/>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79"/>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79"/>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79"/>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79"/>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79"/>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79"/>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79"/>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79"/>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79"/>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79"/>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79"/>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79"/>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79"/>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79"/>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79"/>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79"/>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79"/>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79"/>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79"/>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79"/>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79"/>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79"/>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79"/>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79"/>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79"/>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79"/>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79"/>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79"/>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79"/>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79"/>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79"/>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79"/>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79"/>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79"/>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79"/>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79"/>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79"/>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79"/>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79"/>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79"/>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79"/>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79"/>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79"/>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79"/>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79"/>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79"/>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79"/>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79"/>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79"/>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79"/>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79"/>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79"/>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79"/>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79"/>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79"/>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79"/>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79"/>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79"/>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79"/>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79"/>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79"/>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79"/>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79"/>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79"/>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79"/>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79"/>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79"/>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79"/>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79"/>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79"/>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79"/>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79"/>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79"/>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79"/>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79"/>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79"/>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79"/>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79"/>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79"/>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79"/>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79"/>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79"/>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79"/>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79"/>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79"/>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79"/>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79"/>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79"/>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79"/>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79"/>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79"/>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79"/>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79"/>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79"/>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79"/>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79"/>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79"/>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79"/>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79"/>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79"/>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79"/>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79"/>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79"/>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79"/>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79"/>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79"/>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79"/>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79"/>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79"/>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79"/>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79"/>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79"/>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79"/>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79"/>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79"/>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79"/>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79"/>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79"/>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79"/>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79"/>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79"/>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79"/>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79"/>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79"/>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79"/>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79"/>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79"/>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79"/>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79"/>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79"/>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79"/>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79"/>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79"/>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79"/>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79"/>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79"/>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79"/>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79"/>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79"/>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79"/>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79"/>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79"/>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79"/>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79"/>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79"/>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79"/>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79"/>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79"/>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79"/>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79"/>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79"/>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79"/>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79"/>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79"/>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79"/>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79"/>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79"/>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79"/>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79"/>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79"/>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79"/>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79"/>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79"/>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79"/>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79"/>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79"/>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79"/>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79"/>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79"/>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79"/>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79"/>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79"/>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79"/>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79"/>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79"/>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79"/>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79"/>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79"/>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79"/>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79"/>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79"/>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79"/>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79"/>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79"/>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79"/>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79"/>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79"/>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79"/>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79"/>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79"/>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79"/>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79"/>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79"/>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79"/>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79"/>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79"/>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79"/>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79"/>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79"/>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79"/>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79"/>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79"/>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79"/>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79"/>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79"/>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79"/>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79"/>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79"/>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79"/>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79"/>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79"/>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79"/>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79"/>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79"/>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79"/>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79"/>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79"/>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79"/>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79"/>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79"/>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79"/>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79"/>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79"/>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79"/>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79"/>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79"/>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79"/>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79"/>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79"/>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79"/>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79"/>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79"/>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79"/>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79"/>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79"/>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79"/>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79"/>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79"/>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79"/>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79"/>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79"/>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79"/>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79"/>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79"/>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79"/>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79"/>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79"/>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79"/>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79"/>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79"/>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79"/>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79"/>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79"/>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79"/>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79"/>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79"/>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79"/>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79"/>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79"/>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79"/>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79"/>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79"/>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79"/>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79"/>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79"/>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79"/>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79"/>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79"/>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79"/>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79"/>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79"/>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79"/>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79"/>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79"/>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79"/>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79"/>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79"/>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79"/>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79"/>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79"/>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79"/>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79"/>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79"/>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79"/>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79"/>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79"/>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79"/>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79"/>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79"/>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79"/>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79"/>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79"/>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79"/>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79"/>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79"/>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79"/>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79"/>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79"/>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79"/>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79"/>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79"/>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79"/>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79"/>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79"/>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79"/>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79"/>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79"/>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79"/>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79"/>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79"/>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79"/>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79"/>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79"/>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79"/>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79"/>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79"/>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79"/>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79"/>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79"/>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79"/>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79"/>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79"/>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79"/>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79"/>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79"/>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79"/>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79"/>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79"/>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79"/>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79"/>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79"/>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79"/>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79"/>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79"/>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79"/>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79"/>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79"/>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79"/>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79"/>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79"/>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79"/>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79"/>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79"/>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79"/>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79"/>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79"/>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79"/>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79"/>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79"/>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79"/>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79"/>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79"/>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79"/>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79"/>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79"/>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79"/>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79"/>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79"/>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79"/>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79"/>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79"/>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79"/>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79"/>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79"/>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79"/>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79"/>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79"/>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79"/>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79"/>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79"/>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79"/>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79"/>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79"/>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79"/>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79"/>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79"/>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79"/>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79"/>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79"/>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79"/>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79"/>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79"/>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79"/>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79"/>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79"/>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79"/>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79"/>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79"/>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79"/>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79"/>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79"/>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79"/>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79"/>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79"/>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79"/>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79"/>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79"/>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79"/>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79"/>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79"/>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79"/>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79"/>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79"/>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79"/>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79"/>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79"/>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79"/>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79"/>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79"/>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79"/>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79"/>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79"/>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79"/>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79"/>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79"/>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79"/>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79"/>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79"/>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79"/>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79"/>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79"/>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79"/>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79"/>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79"/>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79"/>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79"/>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79"/>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79"/>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79"/>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79"/>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79"/>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79"/>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79"/>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79"/>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79"/>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79"/>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79"/>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79"/>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79"/>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79"/>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79"/>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79"/>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79"/>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79"/>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79"/>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79"/>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79"/>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79"/>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79"/>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79"/>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79"/>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79"/>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79"/>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79"/>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79"/>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79"/>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79"/>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79"/>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79"/>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79"/>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79"/>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79"/>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79"/>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79"/>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79"/>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79"/>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79"/>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79"/>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79"/>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79"/>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79"/>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79"/>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79"/>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79"/>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79"/>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79"/>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79"/>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79"/>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79"/>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79"/>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79"/>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79"/>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79"/>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79"/>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79"/>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79"/>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79"/>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79"/>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79"/>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79"/>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79"/>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79"/>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79"/>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79"/>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79"/>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79"/>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79"/>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79"/>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79"/>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79"/>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79"/>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79"/>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79"/>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79"/>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79"/>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79"/>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79"/>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79"/>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79"/>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79"/>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79"/>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79"/>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79"/>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79"/>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79"/>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79"/>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79"/>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79"/>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79"/>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79"/>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79"/>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79"/>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79"/>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79"/>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79"/>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79"/>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79"/>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79"/>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79"/>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79"/>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79"/>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79"/>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79"/>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79"/>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79"/>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79"/>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79"/>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79"/>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79"/>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79"/>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79"/>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79"/>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79"/>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79"/>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79"/>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79"/>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79"/>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79"/>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79"/>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79"/>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79"/>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79"/>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79"/>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79"/>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79"/>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79"/>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79"/>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79"/>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79"/>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79"/>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79"/>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79"/>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79"/>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79"/>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79"/>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79"/>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79"/>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79"/>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79"/>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79"/>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79"/>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79"/>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79"/>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79"/>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79"/>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79"/>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79"/>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79"/>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79"/>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79"/>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79"/>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79"/>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79"/>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79"/>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79"/>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79"/>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79"/>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79"/>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79"/>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79"/>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79"/>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79"/>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79"/>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79"/>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79"/>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79"/>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79"/>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79"/>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79"/>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79"/>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79"/>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79"/>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79"/>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79"/>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79"/>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79"/>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79"/>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79"/>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79"/>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79"/>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79"/>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79"/>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79"/>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79"/>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79"/>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79"/>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79"/>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79"/>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79"/>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79"/>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79"/>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79"/>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79"/>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79"/>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79"/>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79"/>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79"/>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79"/>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79"/>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79"/>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79"/>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79"/>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79"/>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79"/>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79"/>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79"/>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79"/>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79"/>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79"/>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79"/>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79"/>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79"/>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79"/>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79"/>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79"/>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79"/>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79"/>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79"/>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79"/>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79"/>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79"/>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79"/>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79"/>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79"/>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79"/>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79"/>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79"/>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79"/>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79"/>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79"/>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79"/>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79"/>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79"/>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79"/>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79"/>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79"/>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79"/>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79"/>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79"/>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79"/>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79"/>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79"/>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79"/>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79"/>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79"/>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79"/>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79"/>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79"/>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79"/>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79"/>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79"/>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79"/>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79"/>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79"/>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79"/>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79"/>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79"/>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79"/>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79"/>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79"/>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79"/>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79"/>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79"/>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79"/>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79"/>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79"/>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79"/>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79"/>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79"/>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79"/>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79"/>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79"/>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79"/>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79"/>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79"/>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79"/>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79"/>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79"/>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79"/>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79"/>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79"/>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79"/>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79"/>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79"/>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79"/>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79"/>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79"/>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79"/>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79"/>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79"/>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79"/>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79"/>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79"/>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79"/>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79"/>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79"/>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79"/>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79"/>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79"/>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79"/>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79"/>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79"/>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79"/>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79"/>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79"/>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79"/>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79"/>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79"/>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79"/>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79"/>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79"/>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79"/>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79"/>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79"/>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79"/>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79"/>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79"/>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79"/>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79"/>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79"/>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79"/>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79"/>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79"/>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79"/>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79"/>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79"/>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79"/>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79"/>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79"/>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79"/>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79"/>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79"/>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79"/>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79"/>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79"/>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79"/>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79"/>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79"/>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79"/>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79"/>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79"/>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79"/>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79"/>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79"/>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79"/>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79"/>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79"/>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79"/>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79"/>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79"/>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79"/>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79"/>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79"/>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79"/>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79"/>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79"/>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79"/>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79"/>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79"/>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79"/>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79"/>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79"/>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79"/>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79"/>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79"/>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79"/>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79"/>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79"/>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79"/>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79"/>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79"/>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79"/>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79"/>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79"/>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79"/>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79"/>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79"/>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79"/>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79"/>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79"/>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79"/>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79"/>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79"/>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79"/>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79"/>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79"/>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79"/>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79"/>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79"/>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79"/>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79"/>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79"/>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79"/>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79"/>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79"/>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79"/>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79"/>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79"/>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79"/>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79"/>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79"/>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79"/>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79"/>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79"/>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79"/>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79"/>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79"/>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79"/>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79"/>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79"/>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79"/>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79"/>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79"/>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79"/>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79"/>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79"/>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79"/>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79"/>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79"/>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79"/>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79"/>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79"/>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79"/>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79"/>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79"/>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79"/>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79"/>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79"/>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79"/>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79"/>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79"/>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79"/>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79"/>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79"/>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79"/>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79"/>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79"/>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79"/>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79"/>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79"/>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79"/>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79"/>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79"/>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79"/>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79"/>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79"/>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79"/>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79"/>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79"/>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79"/>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79"/>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79"/>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79"/>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79"/>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79"/>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79"/>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79"/>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79"/>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79"/>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79"/>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79"/>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79"/>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79"/>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79"/>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79"/>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79"/>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79"/>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79"/>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79"/>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79"/>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79"/>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79"/>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79"/>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79"/>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79"/>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79"/>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79"/>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79"/>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79"/>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79"/>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79"/>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79"/>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79"/>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79"/>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79"/>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79"/>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79"/>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79"/>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79"/>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79"/>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79"/>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79"/>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79"/>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79"/>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79"/>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79"/>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79"/>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79"/>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79"/>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79"/>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79"/>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79"/>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79"/>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79"/>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79"/>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79"/>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79"/>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79"/>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79"/>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79"/>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79"/>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79"/>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79"/>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79"/>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79"/>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79"/>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79"/>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79"/>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79"/>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79"/>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79"/>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79"/>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79"/>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79"/>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79"/>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79"/>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79"/>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79"/>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79"/>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79"/>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79"/>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79"/>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79"/>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79"/>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79"/>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79"/>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79"/>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79"/>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79"/>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79"/>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79"/>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79"/>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79"/>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79"/>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79"/>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79"/>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79"/>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79"/>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79"/>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79"/>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79"/>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79"/>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79"/>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79"/>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79"/>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79"/>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79"/>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79"/>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79"/>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79"/>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79"/>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79"/>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79"/>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79"/>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79"/>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79"/>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79"/>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79"/>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79"/>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79"/>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79"/>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79"/>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79"/>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79"/>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79"/>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79"/>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79"/>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79"/>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79"/>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79"/>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79"/>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79"/>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79"/>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79"/>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79"/>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79"/>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79"/>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79"/>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79"/>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79"/>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79"/>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79"/>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79"/>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79"/>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79"/>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79"/>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79"/>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79"/>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79"/>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79"/>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79"/>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79"/>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79"/>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79"/>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79"/>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79"/>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79"/>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79"/>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79"/>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79"/>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79"/>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79"/>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79"/>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79"/>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79"/>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79"/>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79"/>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79"/>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79"/>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79"/>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79"/>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79"/>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79"/>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79"/>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79"/>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79"/>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79"/>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79"/>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79"/>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79"/>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79"/>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79"/>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79"/>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79"/>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79"/>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79"/>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79"/>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79"/>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79"/>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79"/>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79"/>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79"/>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79"/>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79"/>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79"/>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79"/>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79"/>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79"/>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79"/>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79"/>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79"/>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79"/>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79"/>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79"/>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79"/>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79"/>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79"/>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79"/>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79"/>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79"/>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79"/>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79"/>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79"/>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79"/>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79"/>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79"/>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79"/>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79"/>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79"/>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79"/>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79"/>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79"/>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79"/>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79"/>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79"/>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79"/>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79"/>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79"/>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79"/>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79"/>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79"/>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79"/>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79"/>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79"/>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79"/>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79"/>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79"/>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79"/>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79"/>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79"/>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79"/>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79"/>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79"/>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79"/>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79"/>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79"/>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79"/>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79"/>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79"/>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79"/>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79"/>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79"/>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79"/>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79"/>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79"/>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79"/>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79"/>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79"/>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79"/>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79"/>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79"/>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79"/>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79"/>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79"/>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79"/>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79"/>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79"/>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79"/>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79"/>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79"/>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79"/>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79"/>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79"/>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79"/>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79"/>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79"/>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79"/>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79"/>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79"/>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79"/>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79"/>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79"/>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79"/>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79"/>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79"/>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79"/>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79"/>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79"/>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79"/>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79"/>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79"/>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79"/>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79"/>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79"/>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79"/>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79"/>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79"/>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79"/>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79"/>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79"/>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79"/>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79"/>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79"/>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79"/>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79"/>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79"/>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79"/>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79"/>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79"/>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79"/>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79"/>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79"/>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79"/>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79"/>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79"/>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79"/>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79"/>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79"/>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79"/>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79"/>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79"/>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79"/>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79"/>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79"/>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79"/>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79"/>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79"/>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79"/>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79"/>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79"/>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79"/>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79"/>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79"/>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79"/>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79"/>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79"/>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79"/>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79"/>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79"/>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79"/>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79"/>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79"/>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79"/>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79"/>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79"/>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79"/>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79"/>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79"/>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79"/>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79"/>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79"/>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79"/>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79"/>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79"/>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79"/>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79"/>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79"/>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79"/>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79"/>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79"/>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79"/>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79"/>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79"/>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79"/>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79"/>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79"/>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79"/>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79"/>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79"/>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79"/>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79"/>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79"/>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79"/>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79"/>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79"/>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79"/>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79"/>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79"/>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79"/>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79"/>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79"/>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79"/>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79"/>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79"/>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79"/>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79"/>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79"/>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79"/>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79"/>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79"/>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79"/>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79"/>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79"/>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79"/>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79"/>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79"/>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79"/>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79"/>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79"/>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79"/>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79"/>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79"/>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79"/>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79"/>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79"/>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79"/>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79"/>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79"/>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79"/>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79"/>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79"/>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79"/>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79"/>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79"/>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79"/>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79"/>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79"/>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79"/>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79"/>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79"/>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79"/>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79"/>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79"/>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79"/>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79"/>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79"/>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79"/>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79"/>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79"/>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79"/>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79"/>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79"/>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79"/>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79"/>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79"/>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79"/>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79"/>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79"/>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79"/>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79"/>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79"/>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79"/>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79"/>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79"/>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79"/>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79"/>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79"/>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79"/>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79"/>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79"/>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79"/>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79"/>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79"/>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79"/>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79"/>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79"/>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79"/>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79"/>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79"/>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79"/>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79"/>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79"/>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79"/>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79"/>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79"/>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79"/>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79"/>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79"/>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79"/>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79"/>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79"/>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79"/>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79"/>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79"/>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79"/>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79"/>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79"/>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79"/>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79"/>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79"/>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79"/>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79"/>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79"/>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79"/>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79"/>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79"/>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79"/>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79"/>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79"/>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79"/>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79"/>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79"/>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79"/>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79"/>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79"/>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79"/>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79"/>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79"/>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79"/>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79"/>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79"/>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79"/>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79"/>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79"/>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79"/>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79"/>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79"/>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79"/>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79"/>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79"/>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79"/>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79"/>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79"/>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79"/>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79"/>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79"/>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79"/>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79"/>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79"/>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79"/>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79"/>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79"/>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79"/>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79"/>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79"/>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79"/>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79"/>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79"/>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79"/>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79"/>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79"/>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79"/>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79"/>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79"/>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79"/>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79"/>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79"/>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79"/>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79"/>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79"/>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79"/>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79"/>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79"/>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79"/>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79"/>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79"/>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79"/>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79"/>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79"/>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79"/>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79"/>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79"/>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79"/>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79"/>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79"/>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79"/>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79"/>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79"/>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79"/>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79"/>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79"/>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79"/>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79"/>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79"/>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79"/>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79"/>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79"/>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79"/>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79"/>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79"/>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79"/>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79"/>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79"/>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79"/>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79"/>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79"/>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79"/>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79"/>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79"/>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79"/>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79"/>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79"/>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79"/>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79"/>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79"/>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79"/>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79"/>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79"/>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79"/>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79"/>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79"/>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79"/>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79"/>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79"/>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79"/>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79"/>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79"/>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79"/>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79"/>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79"/>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79"/>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79"/>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79"/>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79"/>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79"/>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79"/>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79"/>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79"/>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79"/>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79"/>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79"/>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79"/>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79"/>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79"/>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79"/>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79"/>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79"/>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79"/>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79"/>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79"/>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79"/>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79"/>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79"/>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79"/>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79"/>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79"/>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79"/>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79"/>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79"/>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79"/>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79"/>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79"/>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79"/>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79"/>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79"/>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79"/>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79"/>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79"/>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79"/>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79"/>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79"/>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79"/>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79"/>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79"/>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79"/>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79"/>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79"/>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79"/>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79"/>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79"/>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79"/>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79"/>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79"/>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79"/>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79"/>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79"/>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79"/>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79"/>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79"/>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79"/>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79"/>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79"/>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79"/>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79"/>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79"/>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79"/>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79"/>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79"/>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79"/>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79"/>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79"/>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79"/>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79"/>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79"/>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79"/>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79"/>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79"/>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79"/>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79"/>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79"/>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79"/>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79"/>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79"/>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79"/>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79"/>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79"/>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79"/>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79"/>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79"/>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79"/>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79"/>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79"/>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79"/>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79"/>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79"/>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79"/>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79"/>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79"/>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79"/>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79"/>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79"/>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79"/>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79"/>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79"/>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79"/>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79"/>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79"/>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79"/>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79"/>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79"/>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79"/>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79"/>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79"/>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79"/>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79"/>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79"/>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79"/>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79"/>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79"/>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79"/>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79"/>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79"/>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79"/>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79"/>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79"/>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79"/>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79"/>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79"/>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79"/>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79"/>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79"/>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79"/>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79"/>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79"/>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79"/>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79"/>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79"/>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79"/>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79"/>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79"/>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79"/>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79"/>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79"/>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79"/>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79"/>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79"/>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79"/>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79"/>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79"/>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79"/>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79"/>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79"/>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79"/>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79"/>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79"/>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79"/>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79"/>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79"/>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79"/>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79"/>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79"/>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79"/>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79"/>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79"/>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79"/>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79"/>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79"/>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79"/>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79"/>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79"/>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79"/>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79"/>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79"/>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79"/>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79"/>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79"/>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79"/>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79"/>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79"/>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79"/>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79"/>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79"/>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79"/>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79"/>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79"/>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79"/>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79"/>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79"/>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79"/>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79"/>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79"/>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79"/>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79"/>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79"/>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79"/>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79"/>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79"/>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79"/>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79"/>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79"/>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79"/>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79"/>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79"/>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79"/>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79"/>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79"/>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79"/>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79"/>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79"/>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79"/>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79"/>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79"/>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79"/>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79"/>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79"/>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79"/>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79"/>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79"/>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79"/>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79"/>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79"/>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79"/>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79"/>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79"/>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79"/>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79"/>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79"/>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79"/>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79"/>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79"/>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79"/>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79"/>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79"/>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79"/>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79"/>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79"/>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79"/>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79"/>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79"/>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79"/>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79"/>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79"/>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79"/>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79"/>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79"/>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79"/>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79"/>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79"/>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79"/>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79"/>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79"/>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79"/>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79"/>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79"/>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79"/>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79"/>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79"/>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79"/>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79"/>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79"/>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79"/>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79"/>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79"/>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79"/>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79"/>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79"/>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79"/>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79"/>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79"/>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79"/>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79"/>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79"/>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79"/>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79"/>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79"/>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79"/>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79"/>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79"/>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79"/>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79"/>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79"/>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79"/>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79"/>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79"/>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79"/>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79"/>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79"/>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79"/>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79"/>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79"/>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79"/>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79"/>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79"/>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79"/>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79"/>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79"/>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79"/>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79"/>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79"/>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79"/>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79"/>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79"/>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79"/>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79"/>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79"/>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79"/>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79"/>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79"/>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79"/>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79"/>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79"/>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79"/>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79"/>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79"/>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79"/>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79"/>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79"/>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79"/>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79"/>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79"/>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79"/>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79"/>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79"/>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79"/>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79"/>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79"/>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79"/>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79"/>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79"/>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79"/>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79"/>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79"/>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79"/>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79"/>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79"/>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79"/>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79"/>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79"/>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79"/>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79"/>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79"/>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79"/>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79"/>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79"/>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79"/>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79"/>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79"/>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79"/>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79"/>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79"/>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79"/>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79"/>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79"/>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79"/>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79"/>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79"/>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79"/>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79"/>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79"/>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79"/>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79"/>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79"/>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79"/>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79"/>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79"/>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79"/>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79"/>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79"/>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79"/>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79"/>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79"/>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79"/>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79"/>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79"/>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79"/>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79"/>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79"/>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79"/>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79"/>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79"/>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79"/>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79"/>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79"/>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79"/>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79"/>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79"/>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79"/>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79"/>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79"/>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79"/>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79"/>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79"/>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79"/>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79"/>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79"/>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79"/>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79"/>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79"/>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79"/>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79"/>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79"/>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79"/>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79"/>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79"/>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79"/>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79"/>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79"/>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79"/>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79"/>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79"/>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79"/>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79"/>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79"/>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79"/>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79"/>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79"/>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79"/>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79"/>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79"/>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79"/>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79"/>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79"/>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79"/>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79"/>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79"/>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79"/>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79"/>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79"/>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79"/>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79"/>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79"/>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79"/>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79"/>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79"/>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79"/>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79"/>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79"/>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79"/>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79"/>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79"/>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79"/>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79"/>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79"/>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79"/>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79"/>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79"/>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79"/>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79"/>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79"/>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79"/>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79"/>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79"/>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79"/>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79"/>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79"/>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79"/>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79"/>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79"/>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79"/>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79"/>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79"/>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79"/>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79"/>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79"/>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79"/>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79"/>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79"/>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79"/>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79"/>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79"/>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79"/>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79"/>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79"/>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79"/>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79"/>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79"/>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79"/>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79"/>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79"/>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79"/>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79"/>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79"/>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79"/>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79"/>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79"/>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79"/>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79"/>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79"/>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79"/>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79"/>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79"/>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79"/>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79"/>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79"/>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79"/>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79"/>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79"/>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79"/>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79"/>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79"/>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79"/>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79"/>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79"/>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79"/>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79"/>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79"/>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79"/>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79"/>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79"/>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79"/>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79"/>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79"/>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79"/>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79"/>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79"/>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79"/>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79"/>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79"/>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79"/>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79"/>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79"/>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79"/>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79"/>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79"/>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79"/>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79"/>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79"/>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79"/>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79"/>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79"/>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79"/>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79"/>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79"/>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79"/>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79"/>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79"/>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79"/>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79"/>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79"/>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79"/>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79"/>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79"/>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79"/>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79"/>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79"/>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79"/>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79"/>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79"/>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79"/>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79"/>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79"/>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79"/>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79"/>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79"/>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79"/>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79"/>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79"/>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79"/>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79"/>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79"/>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79"/>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79"/>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79"/>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79"/>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79"/>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79"/>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79"/>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79"/>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79"/>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79"/>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79"/>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79"/>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79"/>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79"/>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79"/>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79"/>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79"/>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79"/>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79"/>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79"/>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79"/>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79"/>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79"/>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79"/>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79"/>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79"/>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79"/>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79"/>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79"/>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79"/>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79"/>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79"/>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79"/>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79"/>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79"/>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79"/>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79"/>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79"/>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79"/>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79"/>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79"/>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79"/>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79"/>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79"/>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79"/>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79"/>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79"/>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79"/>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79"/>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79"/>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79"/>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79"/>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79"/>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79"/>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79"/>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79"/>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79"/>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79"/>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79"/>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79"/>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79"/>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79"/>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79"/>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79"/>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79"/>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79"/>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79"/>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79"/>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79"/>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79"/>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79"/>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79"/>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79"/>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79"/>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79"/>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79"/>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79"/>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79"/>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79"/>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79"/>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79"/>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79"/>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79"/>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79"/>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79"/>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79"/>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79"/>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79"/>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79"/>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79"/>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79"/>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79"/>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79"/>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79"/>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79"/>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79"/>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79"/>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79"/>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79"/>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79"/>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79"/>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79"/>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79"/>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79"/>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79"/>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79"/>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79"/>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79"/>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79"/>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79"/>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79"/>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79"/>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79"/>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79"/>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79"/>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79"/>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79"/>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79"/>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79"/>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79"/>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79"/>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79"/>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79"/>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79"/>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79"/>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79"/>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79"/>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79"/>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79"/>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79"/>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79"/>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79"/>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79"/>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79"/>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79"/>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79"/>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79"/>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79"/>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79"/>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79"/>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79"/>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79"/>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79"/>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79"/>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79"/>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79"/>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79"/>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79"/>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79"/>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79"/>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79"/>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79"/>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79"/>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79"/>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79"/>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79"/>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79"/>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79"/>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79"/>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79"/>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79"/>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79"/>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79"/>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79"/>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79"/>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79"/>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79"/>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79"/>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79"/>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79"/>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79"/>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79"/>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79"/>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79"/>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79"/>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79"/>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79"/>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79"/>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79"/>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79"/>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79"/>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79"/>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79"/>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79"/>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79"/>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79"/>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79"/>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79"/>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79"/>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79"/>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79"/>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79"/>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79"/>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79"/>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79"/>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79"/>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79"/>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79"/>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79"/>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79"/>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79"/>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79"/>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79"/>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79"/>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79"/>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79"/>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79"/>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79"/>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79"/>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79"/>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79"/>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79"/>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79"/>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79"/>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79"/>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79"/>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79"/>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79"/>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79"/>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79"/>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79"/>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79"/>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79"/>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79"/>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79"/>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79"/>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79"/>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79"/>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79"/>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79"/>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79"/>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79"/>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79"/>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79"/>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79"/>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79"/>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79"/>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79"/>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79"/>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79"/>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79"/>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79"/>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79"/>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79"/>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79"/>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79"/>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79"/>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79"/>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79"/>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79"/>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79"/>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79"/>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79"/>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79"/>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79"/>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79"/>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79"/>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79"/>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79"/>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79"/>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79"/>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79"/>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79"/>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79"/>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79"/>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79"/>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79"/>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79"/>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79"/>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79"/>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79"/>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79"/>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79"/>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79"/>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79"/>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79"/>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79"/>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79"/>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79"/>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79"/>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79"/>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79"/>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79"/>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79"/>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79"/>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79"/>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79"/>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79"/>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79"/>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79"/>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79"/>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79"/>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79"/>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79"/>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79"/>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79"/>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79"/>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79"/>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79"/>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79"/>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79"/>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79"/>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79"/>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79"/>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79"/>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79"/>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79"/>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79"/>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79"/>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79"/>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79"/>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79"/>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79"/>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79"/>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79"/>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79"/>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79"/>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79"/>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79"/>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79"/>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79"/>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79"/>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79"/>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79"/>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79"/>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79"/>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79"/>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79"/>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79"/>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79"/>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79"/>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79"/>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79"/>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79"/>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79"/>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79"/>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79"/>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79"/>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79"/>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79"/>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79"/>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79"/>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79"/>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79"/>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79"/>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79"/>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79"/>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79"/>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79"/>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79"/>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79"/>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79"/>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79"/>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79"/>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79"/>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79"/>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79"/>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79"/>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79"/>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79"/>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79"/>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79"/>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79"/>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79"/>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79"/>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79"/>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79"/>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79"/>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79"/>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79"/>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79"/>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79"/>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79"/>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79"/>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79"/>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79"/>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79"/>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79"/>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79"/>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79"/>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79"/>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79"/>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79"/>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79"/>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79"/>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79"/>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79"/>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79"/>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79"/>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79"/>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79"/>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79"/>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79"/>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79"/>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79"/>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79"/>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79"/>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79"/>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79"/>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79"/>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79"/>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79"/>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79"/>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79"/>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79"/>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79"/>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79"/>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79"/>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79"/>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79"/>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79"/>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79"/>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79"/>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79"/>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79"/>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79"/>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79"/>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79"/>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79"/>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79"/>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79"/>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79"/>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79"/>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79"/>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79"/>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79"/>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79"/>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79"/>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79"/>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79"/>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79"/>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79"/>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79"/>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79"/>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79"/>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79"/>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79"/>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79"/>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79"/>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79"/>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79"/>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79"/>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79"/>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79"/>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79"/>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79"/>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79"/>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79"/>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79"/>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79"/>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79"/>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79"/>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79"/>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79"/>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79"/>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79"/>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79"/>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79"/>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79"/>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79"/>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79"/>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79"/>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79"/>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79"/>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79"/>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79"/>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79"/>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79"/>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79"/>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79"/>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79"/>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79"/>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79"/>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79"/>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79"/>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79"/>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79"/>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79"/>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79"/>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79"/>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79"/>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79"/>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79"/>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79"/>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79"/>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79"/>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79"/>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79"/>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79"/>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79"/>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79"/>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79"/>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79"/>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79"/>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79"/>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79"/>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79"/>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79"/>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79"/>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79"/>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79"/>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79"/>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79"/>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79"/>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79"/>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79"/>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79"/>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79"/>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79"/>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79"/>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79"/>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79"/>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79"/>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79"/>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79"/>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79"/>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79"/>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79"/>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79"/>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79"/>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79"/>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79"/>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79"/>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79"/>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79"/>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79"/>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79"/>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79"/>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79"/>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79"/>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79"/>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79"/>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79"/>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79"/>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79"/>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79"/>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79"/>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79"/>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79"/>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79"/>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79"/>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79"/>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79"/>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79"/>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79"/>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79"/>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79"/>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79"/>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79"/>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79"/>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79"/>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79"/>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79"/>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79"/>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79"/>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79"/>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79"/>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79"/>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79"/>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79"/>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79"/>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79"/>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79"/>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79"/>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79"/>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79"/>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79"/>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79"/>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79"/>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79"/>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79"/>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79"/>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79"/>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79"/>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79"/>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79"/>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79"/>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79"/>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79"/>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79"/>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79"/>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79"/>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79"/>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79"/>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79"/>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79"/>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79"/>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79"/>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79"/>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79"/>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79"/>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79"/>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79"/>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79"/>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79"/>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79"/>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79"/>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79"/>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79"/>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79"/>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79"/>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79"/>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79"/>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79"/>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79"/>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79"/>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79"/>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79"/>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79"/>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79"/>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79"/>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79"/>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79"/>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79"/>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79"/>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79"/>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79"/>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79"/>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79"/>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79"/>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79"/>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79"/>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79"/>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79"/>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79"/>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79"/>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79"/>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79"/>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79"/>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79"/>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79"/>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79"/>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79"/>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79"/>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79"/>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79"/>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79"/>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79"/>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79"/>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79"/>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79"/>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79"/>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79"/>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79"/>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79"/>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79"/>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79"/>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79"/>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79"/>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79"/>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79"/>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79"/>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79"/>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79"/>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79"/>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79"/>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79"/>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79"/>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79"/>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79"/>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79"/>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79"/>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79"/>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79"/>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79"/>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79"/>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79"/>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79"/>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79"/>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79"/>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79"/>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79"/>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79"/>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79"/>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79"/>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79"/>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79"/>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79"/>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79"/>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79"/>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79"/>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79"/>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79"/>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79"/>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79"/>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79"/>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79"/>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79"/>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79"/>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79"/>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79"/>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79"/>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79"/>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79"/>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79"/>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79"/>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79"/>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79"/>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79"/>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79"/>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79"/>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79"/>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79"/>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79"/>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79"/>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79"/>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79"/>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79"/>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79"/>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79"/>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79"/>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79"/>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79"/>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79"/>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79"/>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79"/>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79"/>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79"/>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79"/>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79"/>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79"/>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79"/>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79"/>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79"/>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79"/>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79"/>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79"/>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79"/>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79"/>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79"/>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79"/>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79"/>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79"/>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79"/>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79"/>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79"/>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79"/>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79"/>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79"/>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79"/>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79"/>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79"/>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79"/>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79"/>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79"/>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79"/>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79"/>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79"/>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79"/>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79"/>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79"/>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79"/>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79"/>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79"/>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79"/>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79"/>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79"/>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79"/>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79"/>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79"/>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79"/>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79"/>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79"/>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79"/>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79"/>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79"/>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79"/>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79"/>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79"/>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79"/>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79"/>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79"/>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79"/>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79"/>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79"/>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79"/>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79"/>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79"/>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79"/>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79"/>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79"/>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79"/>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79"/>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79"/>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79"/>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79"/>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79"/>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79"/>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79"/>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79"/>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79"/>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79"/>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79"/>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79"/>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79"/>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79"/>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79"/>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79"/>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79"/>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79"/>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79"/>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79"/>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79"/>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79"/>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79"/>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79"/>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79"/>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79"/>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79"/>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79"/>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79"/>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79"/>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79"/>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79"/>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79"/>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79"/>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79"/>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79"/>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79"/>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79"/>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79"/>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79"/>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79"/>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79"/>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79"/>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79"/>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79"/>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79"/>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79"/>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79"/>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79"/>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79"/>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79"/>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79"/>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79"/>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79"/>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79"/>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79"/>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79"/>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79"/>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79"/>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79"/>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79"/>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79"/>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79"/>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79"/>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79"/>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79"/>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79"/>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79"/>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79"/>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79"/>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79"/>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79"/>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79"/>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79"/>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79"/>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79"/>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79"/>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79"/>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79"/>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79"/>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79"/>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79"/>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79"/>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79"/>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79"/>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79"/>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79"/>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79"/>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79"/>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79"/>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79"/>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79"/>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79"/>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79"/>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79"/>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79"/>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79"/>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79"/>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79"/>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79"/>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79"/>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79"/>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79"/>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79"/>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79"/>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79"/>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79"/>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79"/>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79"/>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79"/>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79"/>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79"/>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79"/>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79"/>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79"/>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79"/>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79"/>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79"/>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79"/>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79"/>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79"/>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79"/>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79"/>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79"/>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79"/>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79"/>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79"/>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79"/>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79"/>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79"/>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79"/>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79"/>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79"/>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79"/>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79"/>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79"/>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79"/>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79"/>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79"/>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79"/>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79"/>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79"/>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79"/>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79"/>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79"/>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79"/>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79"/>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79"/>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79"/>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79"/>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79"/>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79"/>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79"/>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79"/>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79"/>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79"/>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79"/>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79"/>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79"/>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79"/>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79"/>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79"/>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79"/>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79"/>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79"/>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79"/>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79"/>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79"/>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79"/>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79"/>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79"/>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79"/>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79"/>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79"/>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79"/>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79"/>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79"/>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79"/>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79"/>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79"/>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79"/>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79"/>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79"/>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79"/>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79"/>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79"/>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79"/>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79"/>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79"/>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79"/>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79"/>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79"/>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79"/>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79"/>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79"/>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79"/>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79"/>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79"/>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79"/>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79"/>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79"/>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79"/>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79"/>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79"/>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79"/>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79"/>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79"/>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79"/>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79"/>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79"/>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79"/>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79"/>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79"/>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79"/>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79"/>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79"/>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79"/>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79"/>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79"/>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79"/>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79"/>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79"/>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79"/>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79"/>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79"/>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79"/>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79"/>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79"/>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79"/>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79"/>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79"/>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79"/>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79"/>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79"/>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79"/>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79"/>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79"/>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79"/>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79"/>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79"/>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79"/>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79"/>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79"/>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79"/>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79"/>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79"/>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79"/>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79"/>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79"/>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79"/>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79"/>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79"/>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79"/>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79"/>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79"/>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79"/>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79"/>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79"/>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79"/>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79"/>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79"/>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79"/>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79"/>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79"/>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79"/>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79"/>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79"/>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79"/>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79"/>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79"/>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79"/>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79"/>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79"/>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79"/>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79"/>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79"/>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79"/>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79"/>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79"/>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79"/>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79"/>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79"/>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79"/>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79"/>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79"/>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79"/>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79"/>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79"/>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79"/>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79"/>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79"/>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79"/>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79"/>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79"/>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79"/>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79"/>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79"/>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79"/>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79"/>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79"/>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79"/>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79"/>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79"/>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79"/>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79"/>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79"/>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79"/>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79"/>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79"/>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79"/>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79"/>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79"/>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79"/>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79"/>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79"/>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79"/>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79"/>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79"/>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79"/>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79"/>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79"/>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79"/>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79"/>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79"/>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79"/>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79"/>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79"/>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79"/>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79"/>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79"/>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79"/>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79"/>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79"/>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79"/>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79"/>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79"/>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79"/>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79"/>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79"/>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79"/>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79"/>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79"/>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79"/>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79"/>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79"/>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79"/>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79"/>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79"/>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79"/>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79"/>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79"/>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79"/>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79"/>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79"/>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79"/>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79"/>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79"/>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79"/>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79"/>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79"/>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79"/>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79"/>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79"/>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79"/>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79"/>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79"/>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79"/>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79"/>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79"/>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79"/>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79"/>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79"/>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79"/>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79"/>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79"/>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79"/>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79"/>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79"/>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79"/>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79"/>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79"/>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79"/>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79"/>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79"/>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79"/>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79"/>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79"/>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79"/>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79"/>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79"/>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79"/>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79"/>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79"/>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79"/>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79"/>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79"/>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79"/>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79"/>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79"/>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79"/>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79"/>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79"/>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79"/>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79"/>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79"/>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79"/>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79"/>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79"/>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79"/>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79"/>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79"/>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79"/>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79"/>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79"/>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79"/>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79"/>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79"/>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79"/>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79"/>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79"/>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79"/>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79"/>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79"/>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79"/>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79"/>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79"/>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79"/>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79"/>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79"/>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79"/>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79"/>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79"/>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79"/>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79"/>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79"/>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79"/>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79"/>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79"/>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79"/>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79"/>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79"/>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79"/>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79"/>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79"/>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79"/>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79"/>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79"/>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79"/>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79"/>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79"/>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79"/>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79"/>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79"/>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79"/>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79"/>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79"/>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79"/>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79"/>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79"/>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79"/>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79"/>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79"/>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79"/>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79"/>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79"/>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79"/>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79"/>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79"/>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79"/>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79"/>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79"/>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79"/>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79"/>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79"/>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79"/>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79"/>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79"/>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79"/>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79"/>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79"/>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79"/>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79"/>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79"/>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79"/>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79"/>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79"/>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79"/>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79"/>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79"/>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79"/>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79"/>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79"/>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79"/>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79"/>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79"/>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79"/>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79"/>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79"/>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79"/>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79"/>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79"/>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79"/>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79"/>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79"/>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79"/>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79"/>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79"/>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79"/>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79"/>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79"/>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79"/>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79"/>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79"/>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79"/>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79"/>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79"/>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79"/>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79"/>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79"/>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79"/>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79"/>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79"/>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79"/>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79"/>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79"/>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79"/>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79"/>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79"/>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79"/>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79"/>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79"/>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79"/>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79"/>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79"/>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79"/>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79"/>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79"/>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79"/>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79"/>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79"/>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79"/>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79"/>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79"/>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79"/>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79"/>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79"/>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79"/>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79"/>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79"/>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79"/>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79"/>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79"/>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79"/>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79"/>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79"/>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79"/>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79"/>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79"/>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79"/>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79"/>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79"/>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79"/>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79"/>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79"/>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79"/>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79"/>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79"/>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79"/>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79"/>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79"/>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79"/>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79"/>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79"/>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79"/>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79"/>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79"/>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79"/>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79"/>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79"/>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79"/>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79"/>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79"/>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79"/>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79"/>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79"/>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79"/>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79"/>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79"/>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79"/>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79"/>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79"/>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79"/>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79"/>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79"/>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79"/>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79"/>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79"/>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79"/>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79"/>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79"/>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79"/>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79"/>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79"/>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79"/>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79"/>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79"/>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79"/>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79"/>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79"/>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79"/>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79"/>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79"/>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79"/>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79"/>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79"/>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79"/>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79"/>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79"/>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79"/>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79"/>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79"/>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79"/>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79"/>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79"/>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79"/>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79"/>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79"/>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79"/>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79"/>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79"/>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79"/>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79"/>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79"/>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79"/>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79"/>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79"/>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79"/>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79"/>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79"/>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79"/>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79"/>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79"/>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79"/>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79"/>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79"/>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79"/>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79"/>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79"/>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79"/>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79"/>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79"/>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79"/>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79"/>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79"/>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79"/>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79"/>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79"/>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24" name="Google Shape;7124;p79"/>
          <p:cNvGrpSpPr/>
          <p:nvPr/>
        </p:nvGrpSpPr>
        <p:grpSpPr>
          <a:xfrm>
            <a:off x="3450485" y="919691"/>
            <a:ext cx="2310381" cy="1488888"/>
            <a:chOff x="229225" y="549050"/>
            <a:chExt cx="7161750" cy="4615275"/>
          </a:xfrm>
        </p:grpSpPr>
        <p:sp>
          <p:nvSpPr>
            <p:cNvPr id="7125" name="Google Shape;7125;p79"/>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79"/>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79"/>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79"/>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79"/>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79"/>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79"/>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79"/>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79"/>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79"/>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79"/>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79"/>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79"/>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79"/>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79"/>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79"/>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79"/>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79"/>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79"/>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79"/>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79"/>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79"/>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79"/>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79"/>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79"/>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79"/>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79"/>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79"/>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79"/>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79"/>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79"/>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79"/>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79"/>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79"/>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79"/>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79"/>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79"/>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79"/>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79"/>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79"/>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79"/>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79"/>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79"/>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79"/>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79"/>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79"/>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79"/>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79"/>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79"/>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79"/>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79"/>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79"/>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79"/>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79"/>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79"/>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79"/>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79"/>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79"/>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79"/>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79"/>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79"/>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79"/>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79"/>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79"/>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79"/>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79"/>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79"/>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79"/>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79"/>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79"/>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79"/>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79"/>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79"/>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79"/>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79"/>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79"/>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79"/>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79"/>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79"/>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79"/>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79"/>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79"/>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79"/>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79"/>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79"/>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79"/>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79"/>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79"/>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79"/>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79"/>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79"/>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79"/>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79"/>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79"/>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79"/>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79"/>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79"/>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79"/>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79"/>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79"/>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79"/>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79"/>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79"/>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79"/>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79"/>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79"/>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79"/>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79"/>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79"/>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79"/>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79"/>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79"/>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79"/>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79"/>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79"/>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79"/>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79"/>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2" name="Google Shape;7242;p79"/>
          <p:cNvGrpSpPr/>
          <p:nvPr/>
        </p:nvGrpSpPr>
        <p:grpSpPr>
          <a:xfrm>
            <a:off x="3548403" y="2849588"/>
            <a:ext cx="2310282" cy="1374222"/>
            <a:chOff x="238125" y="732525"/>
            <a:chExt cx="7130500" cy="4241425"/>
          </a:xfrm>
        </p:grpSpPr>
        <p:sp>
          <p:nvSpPr>
            <p:cNvPr id="7243" name="Google Shape;7243;p79"/>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79"/>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79"/>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79"/>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79"/>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79"/>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79"/>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79"/>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79"/>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79"/>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79"/>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79"/>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79"/>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79"/>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79"/>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79"/>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79"/>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79"/>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79"/>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79"/>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79"/>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79"/>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79"/>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79"/>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79"/>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79"/>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79"/>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79"/>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79"/>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79"/>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79"/>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79"/>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79"/>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79"/>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79"/>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79"/>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79"/>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79"/>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79"/>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79"/>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79"/>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79"/>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79"/>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79"/>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79"/>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79"/>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79"/>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79"/>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79"/>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79"/>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79"/>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79"/>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79"/>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79"/>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79"/>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79"/>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79"/>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79"/>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79"/>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79"/>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79"/>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79"/>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79"/>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79"/>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79"/>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79"/>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79"/>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79"/>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79"/>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79"/>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79"/>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79"/>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79"/>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79"/>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79"/>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79"/>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79"/>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79"/>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79"/>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79"/>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79"/>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79"/>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79"/>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79"/>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79"/>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79"/>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79"/>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79"/>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79"/>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79"/>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79"/>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79"/>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79"/>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79"/>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79"/>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79"/>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79"/>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79"/>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79"/>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79"/>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79"/>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79"/>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79"/>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79"/>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79"/>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79"/>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79"/>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79"/>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79"/>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79"/>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79"/>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79"/>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79"/>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79"/>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7360"/>
        <p:cNvGrpSpPr/>
        <p:nvPr/>
      </p:nvGrpSpPr>
      <p:grpSpPr>
        <a:xfrm>
          <a:off x="0" y="0"/>
          <a:ext cx="0" cy="0"/>
          <a:chOff x="0" y="0"/>
          <a:chExt cx="0" cy="0"/>
        </a:xfrm>
      </p:grpSpPr>
      <p:grpSp>
        <p:nvGrpSpPr>
          <p:cNvPr id="7361" name="Google Shape;7361;p80"/>
          <p:cNvGrpSpPr/>
          <p:nvPr/>
        </p:nvGrpSpPr>
        <p:grpSpPr>
          <a:xfrm>
            <a:off x="2100560" y="3398663"/>
            <a:ext cx="1102891" cy="760337"/>
            <a:chOff x="4967783" y="2151471"/>
            <a:chExt cx="3920692" cy="2702940"/>
          </a:xfrm>
        </p:grpSpPr>
        <p:grpSp>
          <p:nvGrpSpPr>
            <p:cNvPr id="7362" name="Google Shape;7362;p80"/>
            <p:cNvGrpSpPr/>
            <p:nvPr/>
          </p:nvGrpSpPr>
          <p:grpSpPr>
            <a:xfrm>
              <a:off x="5045709" y="2252109"/>
              <a:ext cx="3761071" cy="2501708"/>
              <a:chOff x="2691784" y="1805334"/>
              <a:chExt cx="3761071" cy="2501708"/>
            </a:xfrm>
          </p:grpSpPr>
          <p:sp>
            <p:nvSpPr>
              <p:cNvPr id="7363" name="Google Shape;7363;p80"/>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80"/>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80"/>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80"/>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80"/>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80"/>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80"/>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0" name="Google Shape;7370;p80"/>
            <p:cNvGrpSpPr/>
            <p:nvPr/>
          </p:nvGrpSpPr>
          <p:grpSpPr>
            <a:xfrm>
              <a:off x="4967783" y="2151471"/>
              <a:ext cx="3920692" cy="2702940"/>
              <a:chOff x="2613858" y="1704696"/>
              <a:chExt cx="3920692" cy="2702940"/>
            </a:xfrm>
          </p:grpSpPr>
          <p:sp>
            <p:nvSpPr>
              <p:cNvPr id="7371" name="Google Shape;7371;p80"/>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80"/>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80"/>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80"/>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80"/>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76" name="Google Shape;7376;p80"/>
          <p:cNvGrpSpPr/>
          <p:nvPr/>
        </p:nvGrpSpPr>
        <p:grpSpPr>
          <a:xfrm>
            <a:off x="3504468" y="1286940"/>
            <a:ext cx="1561911" cy="708580"/>
            <a:chOff x="3530532" y="1496185"/>
            <a:chExt cx="1561911" cy="708580"/>
          </a:xfrm>
        </p:grpSpPr>
        <p:grpSp>
          <p:nvGrpSpPr>
            <p:cNvPr id="7377" name="Google Shape;7377;p80"/>
            <p:cNvGrpSpPr/>
            <p:nvPr/>
          </p:nvGrpSpPr>
          <p:grpSpPr>
            <a:xfrm>
              <a:off x="3720318" y="1857562"/>
              <a:ext cx="1372125" cy="54"/>
              <a:chOff x="3720318" y="1857562"/>
              <a:chExt cx="1372125" cy="54"/>
            </a:xfrm>
          </p:grpSpPr>
          <p:cxnSp>
            <p:nvCxnSpPr>
              <p:cNvPr id="7378" name="Google Shape;7378;p80"/>
              <p:cNvCxnSpPr>
                <a:endCxn id="7379"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380" name="Google Shape;7380;p80"/>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381" name="Google Shape;7381;p80"/>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382" name="Google Shape;7382;p80"/>
              <p:cNvCxnSpPr>
                <a:stCxn id="7379"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7383" name="Google Shape;7383;p80"/>
            <p:cNvGrpSpPr/>
            <p:nvPr/>
          </p:nvGrpSpPr>
          <p:grpSpPr>
            <a:xfrm>
              <a:off x="3567462" y="1496185"/>
              <a:ext cx="286500" cy="272914"/>
              <a:chOff x="3567462" y="1496185"/>
              <a:chExt cx="286500" cy="272914"/>
            </a:xfrm>
          </p:grpSpPr>
          <p:cxnSp>
            <p:nvCxnSpPr>
              <p:cNvPr id="7384" name="Google Shape;7384;p80"/>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385" name="Google Shape;7385;p80"/>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86" name="Google Shape;7386;p80"/>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80"/>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88" name="Google Shape;7388;p80"/>
            <p:cNvGrpSpPr/>
            <p:nvPr/>
          </p:nvGrpSpPr>
          <p:grpSpPr>
            <a:xfrm>
              <a:off x="3929014" y="1960574"/>
              <a:ext cx="286500" cy="242342"/>
              <a:chOff x="3929014" y="1960574"/>
              <a:chExt cx="286500" cy="242342"/>
            </a:xfrm>
          </p:grpSpPr>
          <p:cxnSp>
            <p:nvCxnSpPr>
              <p:cNvPr id="7389" name="Google Shape;7389;p80"/>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7390" name="Google Shape;7390;p80"/>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1" name="Google Shape;7391;p80"/>
            <p:cNvGrpSpPr/>
            <p:nvPr/>
          </p:nvGrpSpPr>
          <p:grpSpPr>
            <a:xfrm>
              <a:off x="4290828" y="1496185"/>
              <a:ext cx="286500" cy="272914"/>
              <a:chOff x="4290828" y="1496185"/>
              <a:chExt cx="286500" cy="272914"/>
            </a:xfrm>
          </p:grpSpPr>
          <p:cxnSp>
            <p:nvCxnSpPr>
              <p:cNvPr id="7392" name="Google Shape;7392;p80"/>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393" name="Google Shape;7393;p80"/>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94" name="Google Shape;7394;p80"/>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80"/>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95" name="Google Shape;7395;p80"/>
            <p:cNvGrpSpPr/>
            <p:nvPr/>
          </p:nvGrpSpPr>
          <p:grpSpPr>
            <a:xfrm>
              <a:off x="4657726" y="1959674"/>
              <a:ext cx="286500" cy="245092"/>
              <a:chOff x="4657726" y="1959674"/>
              <a:chExt cx="286500" cy="245092"/>
            </a:xfrm>
          </p:grpSpPr>
          <p:cxnSp>
            <p:nvCxnSpPr>
              <p:cNvPr id="7396" name="Google Shape;7396;p80"/>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7397" name="Google Shape;7397;p80"/>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98" name="Google Shape;7398;p80"/>
          <p:cNvGrpSpPr/>
          <p:nvPr/>
        </p:nvGrpSpPr>
        <p:grpSpPr>
          <a:xfrm>
            <a:off x="3486488" y="2149036"/>
            <a:ext cx="1597032" cy="378649"/>
            <a:chOff x="3512551" y="2358282"/>
            <a:chExt cx="1597032" cy="378649"/>
          </a:xfrm>
        </p:grpSpPr>
        <p:grpSp>
          <p:nvGrpSpPr>
            <p:cNvPr id="7399" name="Google Shape;7399;p80"/>
            <p:cNvGrpSpPr/>
            <p:nvPr/>
          </p:nvGrpSpPr>
          <p:grpSpPr>
            <a:xfrm>
              <a:off x="3738198" y="2553002"/>
              <a:ext cx="1145834" cy="117"/>
              <a:chOff x="3738198" y="2553002"/>
              <a:chExt cx="1145834" cy="117"/>
            </a:xfrm>
          </p:grpSpPr>
          <p:cxnSp>
            <p:nvCxnSpPr>
              <p:cNvPr id="7400" name="Google Shape;7400;p80"/>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401" name="Google Shape;7401;p80"/>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402" name="Google Shape;7402;p80"/>
              <p:cNvCxnSpPr>
                <a:stCxn id="7403" idx="6"/>
                <a:endCxn id="7404"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7405" name="Google Shape;7405;p80"/>
            <p:cNvGrpSpPr/>
            <p:nvPr/>
          </p:nvGrpSpPr>
          <p:grpSpPr>
            <a:xfrm>
              <a:off x="3969644" y="2440153"/>
              <a:ext cx="225900" cy="296779"/>
              <a:chOff x="3969644" y="2440153"/>
              <a:chExt cx="225900" cy="296779"/>
            </a:xfrm>
          </p:grpSpPr>
          <p:cxnSp>
            <p:nvCxnSpPr>
              <p:cNvPr id="7406" name="Google Shape;7406;p80"/>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7404" name="Google Shape;7404;p80"/>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80"/>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8" name="Google Shape;7408;p80"/>
            <p:cNvGrpSpPr/>
            <p:nvPr/>
          </p:nvGrpSpPr>
          <p:grpSpPr>
            <a:xfrm>
              <a:off x="4426818" y="2358282"/>
              <a:ext cx="225600" cy="307471"/>
              <a:chOff x="4426818" y="2358282"/>
              <a:chExt cx="225600" cy="307471"/>
            </a:xfrm>
          </p:grpSpPr>
          <p:cxnSp>
            <p:nvCxnSpPr>
              <p:cNvPr id="7409" name="Google Shape;7409;p80"/>
              <p:cNvCxnSpPr>
                <a:stCxn id="7410"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7411" name="Google Shape;7411;p80"/>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80"/>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2" name="Google Shape;7412;p80"/>
            <p:cNvGrpSpPr/>
            <p:nvPr/>
          </p:nvGrpSpPr>
          <p:grpSpPr>
            <a:xfrm>
              <a:off x="4883984" y="2440153"/>
              <a:ext cx="225600" cy="296479"/>
              <a:chOff x="4883984" y="2440153"/>
              <a:chExt cx="225600" cy="296479"/>
            </a:xfrm>
          </p:grpSpPr>
          <p:cxnSp>
            <p:nvCxnSpPr>
              <p:cNvPr id="7413" name="Google Shape;7413;p80"/>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7414" name="Google Shape;7414;p80"/>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80"/>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6" name="Google Shape;7416;p80"/>
            <p:cNvGrpSpPr/>
            <p:nvPr/>
          </p:nvGrpSpPr>
          <p:grpSpPr>
            <a:xfrm>
              <a:off x="3512551" y="2358356"/>
              <a:ext cx="225647" cy="307629"/>
              <a:chOff x="2182679" y="2005014"/>
              <a:chExt cx="792300" cy="1080158"/>
            </a:xfrm>
          </p:grpSpPr>
          <p:cxnSp>
            <p:nvCxnSpPr>
              <p:cNvPr id="7417" name="Google Shape;7417;p80"/>
              <p:cNvCxnSpPr>
                <a:stCxn id="7418"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7403" name="Google Shape;7403;p80"/>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80"/>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19" name="Google Shape;7419;p80"/>
          <p:cNvGrpSpPr/>
          <p:nvPr/>
        </p:nvGrpSpPr>
        <p:grpSpPr>
          <a:xfrm>
            <a:off x="6846570" y="972834"/>
            <a:ext cx="1559809" cy="722610"/>
            <a:chOff x="634175" y="2986275"/>
            <a:chExt cx="3147949" cy="1458344"/>
          </a:xfrm>
        </p:grpSpPr>
        <p:cxnSp>
          <p:nvCxnSpPr>
            <p:cNvPr id="7420" name="Google Shape;7420;p80"/>
            <p:cNvCxnSpPr>
              <a:stCxn id="7421" idx="4"/>
              <a:endCxn id="7422"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7423" name="Google Shape;7423;p80"/>
            <p:cNvCxnSpPr>
              <a:stCxn id="7422" idx="0"/>
              <a:endCxn id="7424"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425" name="Google Shape;7425;p80"/>
            <p:cNvCxnSpPr>
              <a:stCxn id="7424" idx="4"/>
              <a:endCxn id="7426"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427" name="Google Shape;7427;p80"/>
            <p:cNvCxnSpPr>
              <a:stCxn id="7426" idx="0"/>
              <a:endCxn id="7428"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7428" name="Google Shape;7428;p80"/>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424" name="Google Shape;7424;p80"/>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421" name="Google Shape;7421;p80"/>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426" name="Google Shape;7426;p80"/>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422" name="Google Shape;7422;p80"/>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7429" name="Google Shape;7429;p80"/>
          <p:cNvGrpSpPr/>
          <p:nvPr/>
        </p:nvGrpSpPr>
        <p:grpSpPr>
          <a:xfrm>
            <a:off x="3500360" y="2682741"/>
            <a:ext cx="1570719" cy="294123"/>
            <a:chOff x="998425" y="1182125"/>
            <a:chExt cx="1065400" cy="199500"/>
          </a:xfrm>
        </p:grpSpPr>
        <p:sp>
          <p:nvSpPr>
            <p:cNvPr id="7430" name="Google Shape;7430;p80"/>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80"/>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80"/>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80"/>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80"/>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5" name="Google Shape;7435;p80"/>
          <p:cNvGrpSpPr/>
          <p:nvPr/>
        </p:nvGrpSpPr>
        <p:grpSpPr>
          <a:xfrm>
            <a:off x="6843616" y="1800228"/>
            <a:ext cx="1565716" cy="366729"/>
            <a:chOff x="1247650" y="2075423"/>
            <a:chExt cx="6648477" cy="1557238"/>
          </a:xfrm>
        </p:grpSpPr>
        <p:sp>
          <p:nvSpPr>
            <p:cNvPr id="7436" name="Google Shape;7436;p80"/>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80"/>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80"/>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80"/>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80"/>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80"/>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2" name="Google Shape;7442;p80"/>
          <p:cNvGrpSpPr/>
          <p:nvPr/>
        </p:nvGrpSpPr>
        <p:grpSpPr>
          <a:xfrm>
            <a:off x="6827928" y="2949043"/>
            <a:ext cx="1597061" cy="663440"/>
            <a:chOff x="6796238" y="3158297"/>
            <a:chExt cx="1630319" cy="677257"/>
          </a:xfrm>
        </p:grpSpPr>
        <p:cxnSp>
          <p:nvCxnSpPr>
            <p:cNvPr id="7443" name="Google Shape;7443;p80"/>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7444" name="Google Shape;7444;p80"/>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7445" name="Google Shape;7445;p80"/>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7446" name="Google Shape;7446;p80"/>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7447" name="Google Shape;7447;p80"/>
            <p:cNvGrpSpPr/>
            <p:nvPr/>
          </p:nvGrpSpPr>
          <p:grpSpPr>
            <a:xfrm>
              <a:off x="6796238" y="3311904"/>
              <a:ext cx="1630319" cy="377697"/>
              <a:chOff x="6796238" y="3311904"/>
              <a:chExt cx="1630319" cy="377697"/>
            </a:xfrm>
          </p:grpSpPr>
          <p:sp>
            <p:nvSpPr>
              <p:cNvPr id="7448" name="Google Shape;7448;p80"/>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80"/>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80"/>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51" name="Google Shape;7451;p80"/>
          <p:cNvGrpSpPr/>
          <p:nvPr/>
        </p:nvGrpSpPr>
        <p:grpSpPr>
          <a:xfrm>
            <a:off x="5349066" y="970435"/>
            <a:ext cx="1368606" cy="1593805"/>
            <a:chOff x="1839112" y="2209163"/>
            <a:chExt cx="1918159" cy="2233784"/>
          </a:xfrm>
        </p:grpSpPr>
        <p:sp>
          <p:nvSpPr>
            <p:cNvPr id="7452" name="Google Shape;7452;p80"/>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80"/>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80"/>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455" name="Google Shape;7455;p80"/>
            <p:cNvCxnSpPr>
              <a:stCxn id="7452" idx="6"/>
              <a:endCxn id="7453"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456" name="Google Shape;7456;p80"/>
            <p:cNvCxnSpPr>
              <a:stCxn id="7453" idx="4"/>
              <a:endCxn id="7457"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7458" name="Google Shape;7458;p80"/>
            <p:cNvCxnSpPr>
              <a:stCxn id="7457" idx="6"/>
              <a:endCxn id="7454"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459" name="Google Shape;7459;p80"/>
            <p:cNvCxnSpPr>
              <a:stCxn id="7454" idx="4"/>
              <a:endCxn id="7460"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7457" name="Google Shape;7457;p80"/>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80"/>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80"/>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462" name="Google Shape;7462;p80"/>
            <p:cNvCxnSpPr>
              <a:endCxn id="7461"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7463" name="Google Shape;7463;p80"/>
          <p:cNvGrpSpPr/>
          <p:nvPr/>
        </p:nvGrpSpPr>
        <p:grpSpPr>
          <a:xfrm>
            <a:off x="3481439" y="976671"/>
            <a:ext cx="1637968" cy="154942"/>
            <a:chOff x="238125" y="2506075"/>
            <a:chExt cx="7115411" cy="673075"/>
          </a:xfrm>
        </p:grpSpPr>
        <p:sp>
          <p:nvSpPr>
            <p:cNvPr id="7464" name="Google Shape;7464;p80"/>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80"/>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80"/>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80"/>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80"/>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9" name="Google Shape;7469;p80"/>
          <p:cNvGrpSpPr/>
          <p:nvPr/>
        </p:nvGrpSpPr>
        <p:grpSpPr>
          <a:xfrm>
            <a:off x="720124" y="1298269"/>
            <a:ext cx="2476762" cy="91743"/>
            <a:chOff x="1464850" y="436376"/>
            <a:chExt cx="6001362" cy="222300"/>
          </a:xfrm>
        </p:grpSpPr>
        <p:sp>
          <p:nvSpPr>
            <p:cNvPr id="7470" name="Google Shape;7470;p80"/>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80"/>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80"/>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80"/>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80"/>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475" name="Google Shape;7475;p80"/>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476" name="Google Shape;7476;p80"/>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477" name="Google Shape;7477;p80"/>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478" name="Google Shape;7478;p80"/>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7479" name="Google Shape;7479;p80"/>
          <p:cNvGrpSpPr/>
          <p:nvPr/>
        </p:nvGrpSpPr>
        <p:grpSpPr>
          <a:xfrm>
            <a:off x="706391" y="2533734"/>
            <a:ext cx="1452710" cy="651923"/>
            <a:chOff x="803162" y="2667727"/>
            <a:chExt cx="1411906" cy="633611"/>
          </a:xfrm>
        </p:grpSpPr>
        <p:cxnSp>
          <p:nvCxnSpPr>
            <p:cNvPr id="7480" name="Google Shape;7480;p80"/>
            <p:cNvCxnSpPr>
              <a:stCxn id="7481" idx="2"/>
              <a:endCxn id="7482"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483" name="Google Shape;7483;p80"/>
            <p:cNvCxnSpPr>
              <a:stCxn id="7484" idx="0"/>
              <a:endCxn id="7481"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485" name="Google Shape;7485;p80"/>
            <p:cNvCxnSpPr>
              <a:stCxn id="7484" idx="2"/>
              <a:endCxn id="7486"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487" name="Google Shape;7487;p80"/>
            <p:cNvCxnSpPr>
              <a:stCxn id="7488" idx="0"/>
              <a:endCxn id="7484"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489" name="Google Shape;7489;p80"/>
            <p:cNvCxnSpPr>
              <a:stCxn id="7482" idx="2"/>
              <a:endCxn id="7490"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491" name="Google Shape;7491;p80"/>
            <p:cNvCxnSpPr>
              <a:stCxn id="7492" idx="0"/>
              <a:endCxn id="7482"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7488" name="Google Shape;7488;p80"/>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486" name="Google Shape;7486;p80"/>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492" name="Google Shape;7492;p80"/>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490" name="Google Shape;7490;p80"/>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482" name="Google Shape;7482;p80"/>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484" name="Google Shape;7484;p80"/>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481" name="Google Shape;7481;p80"/>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7493" name="Google Shape;7493;p80"/>
          <p:cNvGrpSpPr/>
          <p:nvPr/>
        </p:nvGrpSpPr>
        <p:grpSpPr>
          <a:xfrm>
            <a:off x="706393" y="969273"/>
            <a:ext cx="2518541" cy="209309"/>
            <a:chOff x="803163" y="1111966"/>
            <a:chExt cx="2447800" cy="203430"/>
          </a:xfrm>
        </p:grpSpPr>
        <p:grpSp>
          <p:nvGrpSpPr>
            <p:cNvPr id="7494" name="Google Shape;7494;p80"/>
            <p:cNvGrpSpPr/>
            <p:nvPr/>
          </p:nvGrpSpPr>
          <p:grpSpPr>
            <a:xfrm>
              <a:off x="1958180" y="1111966"/>
              <a:ext cx="588019" cy="121396"/>
              <a:chOff x="4808316" y="2800065"/>
              <a:chExt cx="1999386" cy="412910"/>
            </a:xfrm>
          </p:grpSpPr>
          <p:sp>
            <p:nvSpPr>
              <p:cNvPr id="7495" name="Google Shape;7495;p80"/>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96" name="Google Shape;7496;p80"/>
              <p:cNvGrpSpPr/>
              <p:nvPr/>
            </p:nvGrpSpPr>
            <p:grpSpPr>
              <a:xfrm>
                <a:off x="4808316" y="2800065"/>
                <a:ext cx="92400" cy="411825"/>
                <a:chOff x="845575" y="2563700"/>
                <a:chExt cx="92400" cy="411825"/>
              </a:xfrm>
            </p:grpSpPr>
            <p:cxnSp>
              <p:nvCxnSpPr>
                <p:cNvPr id="7497" name="Google Shape;7497;p80"/>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498" name="Google Shape;7498;p80"/>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7499" name="Google Shape;7499;p80"/>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7500" name="Google Shape;7500;p80"/>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01" name="Google Shape;7501;p80"/>
            <p:cNvGrpSpPr/>
            <p:nvPr/>
          </p:nvGrpSpPr>
          <p:grpSpPr>
            <a:xfrm>
              <a:off x="803163" y="1111974"/>
              <a:ext cx="591158" cy="121545"/>
              <a:chOff x="803163" y="1111974"/>
              <a:chExt cx="591158" cy="121545"/>
            </a:xfrm>
          </p:grpSpPr>
          <p:grpSp>
            <p:nvGrpSpPr>
              <p:cNvPr id="7502" name="Google Shape;7502;p80"/>
              <p:cNvGrpSpPr/>
              <p:nvPr/>
            </p:nvGrpSpPr>
            <p:grpSpPr>
              <a:xfrm>
                <a:off x="803163" y="1111974"/>
                <a:ext cx="27175" cy="121077"/>
                <a:chOff x="845575" y="2563700"/>
                <a:chExt cx="92400" cy="411825"/>
              </a:xfrm>
            </p:grpSpPr>
            <p:cxnSp>
              <p:nvCxnSpPr>
                <p:cNvPr id="7503" name="Google Shape;7503;p80"/>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504" name="Google Shape;7504;p80"/>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05" name="Google Shape;7505;p80"/>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6" name="Google Shape;7506;p80"/>
            <p:cNvGrpSpPr/>
            <p:nvPr/>
          </p:nvGrpSpPr>
          <p:grpSpPr>
            <a:xfrm>
              <a:off x="1381910" y="1194219"/>
              <a:ext cx="588341" cy="121177"/>
              <a:chOff x="1381910" y="1194219"/>
              <a:chExt cx="588341" cy="121177"/>
            </a:xfrm>
          </p:grpSpPr>
          <p:grpSp>
            <p:nvGrpSpPr>
              <p:cNvPr id="7507" name="Google Shape;7507;p80"/>
              <p:cNvGrpSpPr/>
              <p:nvPr/>
            </p:nvGrpSpPr>
            <p:grpSpPr>
              <a:xfrm rot="10800000">
                <a:off x="1381910" y="1194319"/>
                <a:ext cx="27175" cy="121077"/>
                <a:chOff x="2070100" y="2563700"/>
                <a:chExt cx="92400" cy="411825"/>
              </a:xfrm>
            </p:grpSpPr>
            <p:cxnSp>
              <p:nvCxnSpPr>
                <p:cNvPr id="7508" name="Google Shape;7508;p80"/>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509" name="Google Shape;7509;p80"/>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10" name="Google Shape;7510;p80"/>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1" name="Google Shape;7511;p80"/>
            <p:cNvGrpSpPr/>
            <p:nvPr/>
          </p:nvGrpSpPr>
          <p:grpSpPr>
            <a:xfrm>
              <a:off x="2532079" y="1194219"/>
              <a:ext cx="704927" cy="121177"/>
              <a:chOff x="2532079" y="1194219"/>
              <a:chExt cx="704927" cy="121177"/>
            </a:xfrm>
          </p:grpSpPr>
          <p:grpSp>
            <p:nvGrpSpPr>
              <p:cNvPr id="7512" name="Google Shape;7512;p80"/>
              <p:cNvGrpSpPr/>
              <p:nvPr/>
            </p:nvGrpSpPr>
            <p:grpSpPr>
              <a:xfrm rot="10800000">
                <a:off x="2532079" y="1194319"/>
                <a:ext cx="27175" cy="121077"/>
                <a:chOff x="2070100" y="2563700"/>
                <a:chExt cx="92400" cy="411825"/>
              </a:xfrm>
            </p:grpSpPr>
            <p:cxnSp>
              <p:nvCxnSpPr>
                <p:cNvPr id="7513" name="Google Shape;7513;p80"/>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514" name="Google Shape;7514;p80"/>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15" name="Google Shape;7515;p80"/>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516" name="Google Shape;7516;p80"/>
          <p:cNvGrpSpPr/>
          <p:nvPr/>
        </p:nvGrpSpPr>
        <p:grpSpPr>
          <a:xfrm>
            <a:off x="3499403" y="3665904"/>
            <a:ext cx="1567778" cy="491677"/>
            <a:chOff x="5194708" y="3484366"/>
            <a:chExt cx="3148148" cy="987304"/>
          </a:xfrm>
        </p:grpSpPr>
        <p:grpSp>
          <p:nvGrpSpPr>
            <p:cNvPr id="7517" name="Google Shape;7517;p80"/>
            <p:cNvGrpSpPr/>
            <p:nvPr/>
          </p:nvGrpSpPr>
          <p:grpSpPr>
            <a:xfrm>
              <a:off x="7531521" y="3484366"/>
              <a:ext cx="811335" cy="987304"/>
              <a:chOff x="3379425" y="1617275"/>
              <a:chExt cx="1090650" cy="1327200"/>
            </a:xfrm>
          </p:grpSpPr>
          <p:sp>
            <p:nvSpPr>
              <p:cNvPr id="7518" name="Google Shape;7518;p80"/>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80"/>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80"/>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1" name="Google Shape;7521;p80"/>
            <p:cNvGrpSpPr/>
            <p:nvPr/>
          </p:nvGrpSpPr>
          <p:grpSpPr>
            <a:xfrm>
              <a:off x="6752546" y="3484366"/>
              <a:ext cx="811428" cy="987304"/>
              <a:chOff x="2332275" y="1617275"/>
              <a:chExt cx="1090775" cy="1327200"/>
            </a:xfrm>
          </p:grpSpPr>
          <p:sp>
            <p:nvSpPr>
              <p:cNvPr id="7522" name="Google Shape;7522;p80"/>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80"/>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80"/>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5" name="Google Shape;7525;p80"/>
            <p:cNvGrpSpPr/>
            <p:nvPr/>
          </p:nvGrpSpPr>
          <p:grpSpPr>
            <a:xfrm>
              <a:off x="5973664" y="3484366"/>
              <a:ext cx="811335" cy="987304"/>
              <a:chOff x="1285250" y="1617275"/>
              <a:chExt cx="1090650" cy="1327200"/>
            </a:xfrm>
          </p:grpSpPr>
          <p:sp>
            <p:nvSpPr>
              <p:cNvPr id="7526" name="Google Shape;7526;p80"/>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80"/>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80"/>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9" name="Google Shape;7529;p80"/>
            <p:cNvGrpSpPr/>
            <p:nvPr/>
          </p:nvGrpSpPr>
          <p:grpSpPr>
            <a:xfrm>
              <a:off x="5194708" y="3484366"/>
              <a:ext cx="811409" cy="987304"/>
              <a:chOff x="238125" y="1617275"/>
              <a:chExt cx="1090750" cy="1327200"/>
            </a:xfrm>
          </p:grpSpPr>
          <p:sp>
            <p:nvSpPr>
              <p:cNvPr id="7530" name="Google Shape;7530;p80"/>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80"/>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80"/>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533" name="Google Shape;7533;p80"/>
          <p:cNvGrpSpPr/>
          <p:nvPr/>
        </p:nvGrpSpPr>
        <p:grpSpPr>
          <a:xfrm>
            <a:off x="3460012" y="3146315"/>
            <a:ext cx="1616964" cy="346256"/>
            <a:chOff x="1808063" y="4294338"/>
            <a:chExt cx="3370782" cy="721817"/>
          </a:xfrm>
        </p:grpSpPr>
        <p:sp>
          <p:nvSpPr>
            <p:cNvPr id="7534" name="Google Shape;7534;p80"/>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80"/>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80"/>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80"/>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80"/>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80"/>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80"/>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80"/>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80"/>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80"/>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4" name="Google Shape;7544;p80"/>
          <p:cNvGrpSpPr/>
          <p:nvPr/>
        </p:nvGrpSpPr>
        <p:grpSpPr>
          <a:xfrm>
            <a:off x="738224" y="3432344"/>
            <a:ext cx="1295882" cy="646587"/>
            <a:chOff x="834100" y="3642869"/>
            <a:chExt cx="1259483" cy="628426"/>
          </a:xfrm>
        </p:grpSpPr>
        <p:sp>
          <p:nvSpPr>
            <p:cNvPr id="7545" name="Google Shape;7545;p80"/>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80"/>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80"/>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80"/>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80"/>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80"/>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80"/>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80"/>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80"/>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80"/>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80"/>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80"/>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80"/>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80"/>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80"/>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80"/>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80"/>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80"/>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80"/>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80"/>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80"/>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80"/>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80"/>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80"/>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80"/>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70" name="Google Shape;7570;p80"/>
            <p:cNvGrpSpPr/>
            <p:nvPr/>
          </p:nvGrpSpPr>
          <p:grpSpPr>
            <a:xfrm>
              <a:off x="1360364" y="3847835"/>
              <a:ext cx="208119" cy="224359"/>
              <a:chOff x="1360769" y="3847100"/>
              <a:chExt cx="208119" cy="224359"/>
            </a:xfrm>
          </p:grpSpPr>
          <p:sp>
            <p:nvSpPr>
              <p:cNvPr id="7571" name="Google Shape;7571;p80"/>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80"/>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80"/>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80"/>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80"/>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80"/>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80"/>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80"/>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80"/>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80"/>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80"/>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80"/>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80"/>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80"/>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80"/>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80"/>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80"/>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80"/>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80"/>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80"/>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91" name="Google Shape;7591;p80"/>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80"/>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80"/>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80"/>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80"/>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80"/>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80"/>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80"/>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80"/>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80"/>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80"/>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80"/>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80"/>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80"/>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5" name="Google Shape;7605;p80"/>
          <p:cNvGrpSpPr/>
          <p:nvPr/>
        </p:nvGrpSpPr>
        <p:grpSpPr>
          <a:xfrm rot="5400000">
            <a:off x="5951337" y="3228841"/>
            <a:ext cx="164064" cy="1414916"/>
            <a:chOff x="4428249" y="1369375"/>
            <a:chExt cx="36905" cy="429569"/>
          </a:xfrm>
        </p:grpSpPr>
        <p:sp>
          <p:nvSpPr>
            <p:cNvPr id="7606" name="Google Shape;7606;p80"/>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80"/>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80"/>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80"/>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80"/>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80"/>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80"/>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80"/>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80"/>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80"/>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80"/>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80"/>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80"/>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80"/>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80"/>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80"/>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80"/>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80"/>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80"/>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80"/>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80"/>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80"/>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80"/>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80"/>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80"/>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80"/>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80"/>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80"/>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80"/>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80"/>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80"/>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80"/>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8" name="Google Shape;7638;p80"/>
          <p:cNvGrpSpPr/>
          <p:nvPr/>
        </p:nvGrpSpPr>
        <p:grpSpPr>
          <a:xfrm rot="10800000" flipH="1">
            <a:off x="5323766" y="2817385"/>
            <a:ext cx="1419207" cy="24808"/>
            <a:chOff x="219558" y="4738465"/>
            <a:chExt cx="5852400" cy="102300"/>
          </a:xfrm>
        </p:grpSpPr>
        <p:cxnSp>
          <p:nvCxnSpPr>
            <p:cNvPr id="7639" name="Google Shape;7639;p80"/>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7640" name="Google Shape;7640;p80"/>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80"/>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80"/>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80"/>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80"/>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5" name="Google Shape;7645;p80"/>
          <p:cNvGrpSpPr/>
          <p:nvPr/>
        </p:nvGrpSpPr>
        <p:grpSpPr>
          <a:xfrm>
            <a:off x="5335084" y="3190448"/>
            <a:ext cx="1396570" cy="385016"/>
            <a:chOff x="5286284" y="2966544"/>
            <a:chExt cx="1396570" cy="385016"/>
          </a:xfrm>
        </p:grpSpPr>
        <p:cxnSp>
          <p:nvCxnSpPr>
            <p:cNvPr id="7646" name="Google Shape;7646;p80"/>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7647" name="Google Shape;7647;p80"/>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7648" name="Google Shape;7648;p80"/>
            <p:cNvGrpSpPr/>
            <p:nvPr/>
          </p:nvGrpSpPr>
          <p:grpSpPr>
            <a:xfrm>
              <a:off x="5287688" y="3173364"/>
              <a:ext cx="1395166" cy="74100"/>
              <a:chOff x="5287688" y="3173364"/>
              <a:chExt cx="1395166" cy="74100"/>
            </a:xfrm>
          </p:grpSpPr>
          <p:cxnSp>
            <p:nvCxnSpPr>
              <p:cNvPr id="7649" name="Google Shape;7649;p80"/>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7650" name="Google Shape;7650;p80"/>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7651" name="Google Shape;7651;p80"/>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652" name="Google Shape;7652;p80"/>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653" name="Google Shape;7653;p80"/>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654" name="Google Shape;7654;p80"/>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655" name="Google Shape;7655;p80"/>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656" name="Google Shape;7656;p80"/>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7657" name="Google Shape;7657;p80"/>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7658" name="Google Shape;7658;p80"/>
          <p:cNvGrpSpPr/>
          <p:nvPr/>
        </p:nvGrpSpPr>
        <p:grpSpPr>
          <a:xfrm>
            <a:off x="2021150" y="1609224"/>
            <a:ext cx="1182276" cy="662027"/>
            <a:chOff x="2029517" y="1732295"/>
            <a:chExt cx="1149068" cy="643432"/>
          </a:xfrm>
        </p:grpSpPr>
        <p:grpSp>
          <p:nvGrpSpPr>
            <p:cNvPr id="7659" name="Google Shape;7659;p80"/>
            <p:cNvGrpSpPr/>
            <p:nvPr/>
          </p:nvGrpSpPr>
          <p:grpSpPr>
            <a:xfrm>
              <a:off x="2708660" y="1746937"/>
              <a:ext cx="455427" cy="244429"/>
              <a:chOff x="2700693" y="1746937"/>
              <a:chExt cx="455427" cy="244429"/>
            </a:xfrm>
          </p:grpSpPr>
          <p:grpSp>
            <p:nvGrpSpPr>
              <p:cNvPr id="7660" name="Google Shape;7660;p80"/>
              <p:cNvGrpSpPr/>
              <p:nvPr/>
            </p:nvGrpSpPr>
            <p:grpSpPr>
              <a:xfrm>
                <a:off x="2905682" y="1782817"/>
                <a:ext cx="250438" cy="208549"/>
                <a:chOff x="2905682" y="1782817"/>
                <a:chExt cx="250438" cy="208549"/>
              </a:xfrm>
            </p:grpSpPr>
            <p:cxnSp>
              <p:nvCxnSpPr>
                <p:cNvPr id="7661" name="Google Shape;7661;p80"/>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662" name="Google Shape;7662;p80"/>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3" name="Google Shape;7663;p80"/>
              <p:cNvGrpSpPr/>
              <p:nvPr/>
            </p:nvGrpSpPr>
            <p:grpSpPr>
              <a:xfrm>
                <a:off x="2700693" y="1746937"/>
                <a:ext cx="449967" cy="72374"/>
                <a:chOff x="2700693" y="1746937"/>
                <a:chExt cx="449967" cy="72374"/>
              </a:xfrm>
            </p:grpSpPr>
            <p:cxnSp>
              <p:nvCxnSpPr>
                <p:cNvPr id="7664" name="Google Shape;7664;p80"/>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665" name="Google Shape;7665;p80"/>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666" name="Google Shape;7666;p80"/>
            <p:cNvGrpSpPr/>
            <p:nvPr/>
          </p:nvGrpSpPr>
          <p:grpSpPr>
            <a:xfrm>
              <a:off x="2029517" y="1732295"/>
              <a:ext cx="1149068" cy="643432"/>
              <a:chOff x="2029517" y="1732295"/>
              <a:chExt cx="1149068" cy="643432"/>
            </a:xfrm>
          </p:grpSpPr>
          <p:grpSp>
            <p:nvGrpSpPr>
              <p:cNvPr id="7667" name="Google Shape;7667;p80"/>
              <p:cNvGrpSpPr/>
              <p:nvPr/>
            </p:nvGrpSpPr>
            <p:grpSpPr>
              <a:xfrm>
                <a:off x="2703618" y="2103152"/>
                <a:ext cx="474966" cy="260017"/>
                <a:chOff x="2703618" y="2103152"/>
                <a:chExt cx="474966" cy="260017"/>
              </a:xfrm>
            </p:grpSpPr>
            <p:grpSp>
              <p:nvGrpSpPr>
                <p:cNvPr id="7668" name="Google Shape;7668;p80"/>
                <p:cNvGrpSpPr/>
                <p:nvPr/>
              </p:nvGrpSpPr>
              <p:grpSpPr>
                <a:xfrm>
                  <a:off x="2703618" y="2290640"/>
                  <a:ext cx="450291" cy="72529"/>
                  <a:chOff x="2703618" y="2290640"/>
                  <a:chExt cx="450291" cy="72529"/>
                </a:xfrm>
              </p:grpSpPr>
              <p:cxnSp>
                <p:nvCxnSpPr>
                  <p:cNvPr id="7669" name="Google Shape;7669;p80"/>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670" name="Google Shape;7670;p80"/>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1" name="Google Shape;7671;p80"/>
                <p:cNvGrpSpPr/>
                <p:nvPr/>
              </p:nvGrpSpPr>
              <p:grpSpPr>
                <a:xfrm>
                  <a:off x="2908607" y="2103152"/>
                  <a:ext cx="269977" cy="223538"/>
                  <a:chOff x="2908607" y="2103152"/>
                  <a:chExt cx="269977" cy="223538"/>
                </a:xfrm>
              </p:grpSpPr>
              <p:cxnSp>
                <p:nvCxnSpPr>
                  <p:cNvPr id="7672" name="Google Shape;7672;p80"/>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673" name="Google Shape;7673;p80"/>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674" name="Google Shape;7674;p80"/>
              <p:cNvGrpSpPr/>
              <p:nvPr/>
            </p:nvGrpSpPr>
            <p:grpSpPr>
              <a:xfrm>
                <a:off x="2029517" y="1732295"/>
                <a:ext cx="685827" cy="643432"/>
                <a:chOff x="2029517" y="1732295"/>
                <a:chExt cx="685827" cy="643432"/>
              </a:xfrm>
            </p:grpSpPr>
            <p:sp>
              <p:nvSpPr>
                <p:cNvPr id="7675" name="Google Shape;7675;p80"/>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76" name="Google Shape;7676;p80"/>
                <p:cNvGrpSpPr/>
                <p:nvPr/>
              </p:nvGrpSpPr>
              <p:grpSpPr>
                <a:xfrm>
                  <a:off x="2158948" y="1732295"/>
                  <a:ext cx="556396" cy="333108"/>
                  <a:chOff x="2158948" y="1732295"/>
                  <a:chExt cx="556396" cy="333108"/>
                </a:xfrm>
              </p:grpSpPr>
              <p:cxnSp>
                <p:nvCxnSpPr>
                  <p:cNvPr id="7677" name="Google Shape;7677;p80"/>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7678" name="Google Shape;7678;p80"/>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9" name="Google Shape;7679;p80"/>
                <p:cNvGrpSpPr/>
                <p:nvPr/>
              </p:nvGrpSpPr>
              <p:grpSpPr>
                <a:xfrm>
                  <a:off x="2159908" y="2065057"/>
                  <a:ext cx="550884" cy="310670"/>
                  <a:chOff x="2159908" y="2065057"/>
                  <a:chExt cx="550884" cy="310670"/>
                </a:xfrm>
              </p:grpSpPr>
              <p:cxnSp>
                <p:nvCxnSpPr>
                  <p:cNvPr id="7680" name="Google Shape;7680;p80"/>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7681" name="Google Shape;7681;p80"/>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7682" name="Google Shape;7682;p80"/>
          <p:cNvGrpSpPr/>
          <p:nvPr/>
        </p:nvGrpSpPr>
        <p:grpSpPr>
          <a:xfrm>
            <a:off x="706399" y="1556837"/>
            <a:ext cx="962651" cy="810058"/>
            <a:chOff x="844912" y="1681380"/>
            <a:chExt cx="935611" cy="787305"/>
          </a:xfrm>
        </p:grpSpPr>
        <p:grpSp>
          <p:nvGrpSpPr>
            <p:cNvPr id="7683" name="Google Shape;7683;p80"/>
            <p:cNvGrpSpPr/>
            <p:nvPr/>
          </p:nvGrpSpPr>
          <p:grpSpPr>
            <a:xfrm>
              <a:off x="844912" y="1819635"/>
              <a:ext cx="329836" cy="510016"/>
              <a:chOff x="844912" y="1819635"/>
              <a:chExt cx="329836" cy="510016"/>
            </a:xfrm>
          </p:grpSpPr>
          <p:sp>
            <p:nvSpPr>
              <p:cNvPr id="7684" name="Google Shape;7684;p80"/>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80"/>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80"/>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80"/>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80"/>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80"/>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0" name="Google Shape;7690;p80"/>
            <p:cNvGrpSpPr/>
            <p:nvPr/>
          </p:nvGrpSpPr>
          <p:grpSpPr>
            <a:xfrm>
              <a:off x="1284601" y="2158168"/>
              <a:ext cx="495923" cy="310517"/>
              <a:chOff x="1284601" y="2158168"/>
              <a:chExt cx="495923" cy="310517"/>
            </a:xfrm>
          </p:grpSpPr>
          <p:sp>
            <p:nvSpPr>
              <p:cNvPr id="7691" name="Google Shape;7691;p80"/>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92" name="Google Shape;7692;p80"/>
              <p:cNvGrpSpPr/>
              <p:nvPr/>
            </p:nvGrpSpPr>
            <p:grpSpPr>
              <a:xfrm>
                <a:off x="1507666" y="2158168"/>
                <a:ext cx="272858" cy="310517"/>
                <a:chOff x="1507666" y="2158168"/>
                <a:chExt cx="272858" cy="310517"/>
              </a:xfrm>
            </p:grpSpPr>
            <p:grpSp>
              <p:nvGrpSpPr>
                <p:cNvPr id="7693" name="Google Shape;7693;p80"/>
                <p:cNvGrpSpPr/>
                <p:nvPr/>
              </p:nvGrpSpPr>
              <p:grpSpPr>
                <a:xfrm>
                  <a:off x="1507666" y="2176104"/>
                  <a:ext cx="166395" cy="273149"/>
                  <a:chOff x="1507666" y="2176104"/>
                  <a:chExt cx="166395" cy="273149"/>
                </a:xfrm>
              </p:grpSpPr>
              <p:sp>
                <p:nvSpPr>
                  <p:cNvPr id="7694" name="Google Shape;7694;p80"/>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80"/>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80"/>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80"/>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80"/>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80"/>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80"/>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01" name="Google Shape;7701;p80"/>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80"/>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03" name="Google Shape;7703;p80"/>
            <p:cNvGrpSpPr/>
            <p:nvPr/>
          </p:nvGrpSpPr>
          <p:grpSpPr>
            <a:xfrm>
              <a:off x="1284601" y="1681380"/>
              <a:ext cx="495923" cy="310517"/>
              <a:chOff x="1284601" y="1681380"/>
              <a:chExt cx="495923" cy="310517"/>
            </a:xfrm>
          </p:grpSpPr>
          <p:sp>
            <p:nvSpPr>
              <p:cNvPr id="7704" name="Google Shape;7704;p80"/>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05" name="Google Shape;7705;p80"/>
              <p:cNvGrpSpPr/>
              <p:nvPr/>
            </p:nvGrpSpPr>
            <p:grpSpPr>
              <a:xfrm>
                <a:off x="1507666" y="1681380"/>
                <a:ext cx="272858" cy="310517"/>
                <a:chOff x="1507666" y="1681380"/>
                <a:chExt cx="272858" cy="310517"/>
              </a:xfrm>
            </p:grpSpPr>
            <p:grpSp>
              <p:nvGrpSpPr>
                <p:cNvPr id="7706" name="Google Shape;7706;p80"/>
                <p:cNvGrpSpPr/>
                <p:nvPr/>
              </p:nvGrpSpPr>
              <p:grpSpPr>
                <a:xfrm>
                  <a:off x="1507666" y="1700120"/>
                  <a:ext cx="166395" cy="272984"/>
                  <a:chOff x="1507666" y="1700120"/>
                  <a:chExt cx="166395" cy="272984"/>
                </a:xfrm>
              </p:grpSpPr>
              <p:sp>
                <p:nvSpPr>
                  <p:cNvPr id="7707" name="Google Shape;7707;p80"/>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80"/>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80"/>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80"/>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80"/>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80"/>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80"/>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14" name="Google Shape;7714;p80"/>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80"/>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716" name="Google Shape;7716;p80"/>
          <p:cNvGrpSpPr/>
          <p:nvPr/>
        </p:nvGrpSpPr>
        <p:grpSpPr>
          <a:xfrm>
            <a:off x="6815339" y="2324267"/>
            <a:ext cx="1622269" cy="552443"/>
            <a:chOff x="6894650" y="2574740"/>
            <a:chExt cx="1445100" cy="492111"/>
          </a:xfrm>
        </p:grpSpPr>
        <p:sp>
          <p:nvSpPr>
            <p:cNvPr id="7717" name="Google Shape;7717;p80"/>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80"/>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80"/>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80"/>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80"/>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722" name="Google Shape;7722;p80"/>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7723" name="Google Shape;7723;p80"/>
          <p:cNvGrpSpPr/>
          <p:nvPr/>
        </p:nvGrpSpPr>
        <p:grpSpPr>
          <a:xfrm>
            <a:off x="6834882" y="3698522"/>
            <a:ext cx="1583206" cy="475705"/>
            <a:chOff x="6953919" y="3907920"/>
            <a:chExt cx="1377300" cy="475705"/>
          </a:xfrm>
        </p:grpSpPr>
        <p:cxnSp>
          <p:nvCxnSpPr>
            <p:cNvPr id="7724" name="Google Shape;7724;p80"/>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7725" name="Google Shape;7725;p80"/>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7726" name="Google Shape;7726;p80"/>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7727" name="Google Shape;7727;p80"/>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7728" name="Google Shape;7728;p80"/>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7729" name="Google Shape;7729;p80"/>
          <p:cNvGrpSpPr/>
          <p:nvPr/>
        </p:nvGrpSpPr>
        <p:grpSpPr>
          <a:xfrm>
            <a:off x="2338470" y="2459668"/>
            <a:ext cx="836286" cy="824529"/>
            <a:chOff x="2389399" y="2595741"/>
            <a:chExt cx="812796" cy="801369"/>
          </a:xfrm>
        </p:grpSpPr>
        <p:grpSp>
          <p:nvGrpSpPr>
            <p:cNvPr id="7730" name="Google Shape;7730;p80"/>
            <p:cNvGrpSpPr/>
            <p:nvPr/>
          </p:nvGrpSpPr>
          <p:grpSpPr>
            <a:xfrm>
              <a:off x="2492145" y="2881565"/>
              <a:ext cx="607300" cy="229751"/>
              <a:chOff x="2492145" y="2881565"/>
              <a:chExt cx="607300" cy="229751"/>
            </a:xfrm>
          </p:grpSpPr>
          <p:sp>
            <p:nvSpPr>
              <p:cNvPr id="7731" name="Google Shape;7731;p80"/>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80"/>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80"/>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4" name="Google Shape;7734;p80"/>
            <p:cNvGrpSpPr/>
            <p:nvPr/>
          </p:nvGrpSpPr>
          <p:grpSpPr>
            <a:xfrm>
              <a:off x="2389399" y="2595741"/>
              <a:ext cx="812796" cy="296825"/>
              <a:chOff x="2389399" y="2595741"/>
              <a:chExt cx="812796" cy="296825"/>
            </a:xfrm>
          </p:grpSpPr>
          <p:grpSp>
            <p:nvGrpSpPr>
              <p:cNvPr id="7735" name="Google Shape;7735;p80"/>
              <p:cNvGrpSpPr/>
              <p:nvPr/>
            </p:nvGrpSpPr>
            <p:grpSpPr>
              <a:xfrm>
                <a:off x="2389399" y="2595741"/>
                <a:ext cx="363638" cy="296825"/>
                <a:chOff x="2389399" y="2595741"/>
                <a:chExt cx="363638" cy="296825"/>
              </a:xfrm>
            </p:grpSpPr>
            <p:grpSp>
              <p:nvGrpSpPr>
                <p:cNvPr id="7736" name="Google Shape;7736;p80"/>
                <p:cNvGrpSpPr/>
                <p:nvPr/>
              </p:nvGrpSpPr>
              <p:grpSpPr>
                <a:xfrm>
                  <a:off x="2493852" y="2794333"/>
                  <a:ext cx="259185" cy="98232"/>
                  <a:chOff x="2493852" y="2794333"/>
                  <a:chExt cx="259185" cy="98232"/>
                </a:xfrm>
              </p:grpSpPr>
              <p:sp>
                <p:nvSpPr>
                  <p:cNvPr id="7737" name="Google Shape;7737;p80"/>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80"/>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80"/>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0" name="Google Shape;7740;p80"/>
                <p:cNvGrpSpPr/>
                <p:nvPr/>
              </p:nvGrpSpPr>
              <p:grpSpPr>
                <a:xfrm>
                  <a:off x="2389399" y="2595741"/>
                  <a:ext cx="224343" cy="182054"/>
                  <a:chOff x="2389399" y="2595741"/>
                  <a:chExt cx="224343" cy="182054"/>
                </a:xfrm>
              </p:grpSpPr>
              <p:sp>
                <p:nvSpPr>
                  <p:cNvPr id="7741" name="Google Shape;7741;p80"/>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80"/>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43" name="Google Shape;7743;p80"/>
              <p:cNvGrpSpPr/>
              <p:nvPr/>
            </p:nvGrpSpPr>
            <p:grpSpPr>
              <a:xfrm>
                <a:off x="2683630" y="2595741"/>
                <a:ext cx="224334" cy="296825"/>
                <a:chOff x="2683630" y="2595741"/>
                <a:chExt cx="224334" cy="296825"/>
              </a:xfrm>
            </p:grpSpPr>
            <p:grpSp>
              <p:nvGrpSpPr>
                <p:cNvPr id="7744" name="Google Shape;7744;p80"/>
                <p:cNvGrpSpPr/>
                <p:nvPr/>
              </p:nvGrpSpPr>
              <p:grpSpPr>
                <a:xfrm>
                  <a:off x="2788083" y="2794333"/>
                  <a:ext cx="15356" cy="98232"/>
                  <a:chOff x="2788083" y="2794333"/>
                  <a:chExt cx="15356" cy="98232"/>
                </a:xfrm>
              </p:grpSpPr>
              <p:sp>
                <p:nvSpPr>
                  <p:cNvPr id="7745" name="Google Shape;7745;p80"/>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80"/>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80"/>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8" name="Google Shape;7748;p80"/>
                <p:cNvGrpSpPr/>
                <p:nvPr/>
              </p:nvGrpSpPr>
              <p:grpSpPr>
                <a:xfrm>
                  <a:off x="2683630" y="2595741"/>
                  <a:ext cx="224334" cy="182054"/>
                  <a:chOff x="2683630" y="2595741"/>
                  <a:chExt cx="224334" cy="182054"/>
                </a:xfrm>
              </p:grpSpPr>
              <p:sp>
                <p:nvSpPr>
                  <p:cNvPr id="7749" name="Google Shape;7749;p80"/>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80"/>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51" name="Google Shape;7751;p80"/>
              <p:cNvGrpSpPr/>
              <p:nvPr/>
            </p:nvGrpSpPr>
            <p:grpSpPr>
              <a:xfrm>
                <a:off x="2838475" y="2595741"/>
                <a:ext cx="363719" cy="296825"/>
                <a:chOff x="2838475" y="2595741"/>
                <a:chExt cx="363719" cy="296825"/>
              </a:xfrm>
            </p:grpSpPr>
            <p:grpSp>
              <p:nvGrpSpPr>
                <p:cNvPr id="7752" name="Google Shape;7752;p80"/>
                <p:cNvGrpSpPr/>
                <p:nvPr/>
              </p:nvGrpSpPr>
              <p:grpSpPr>
                <a:xfrm>
                  <a:off x="2838475" y="2794333"/>
                  <a:ext cx="259185" cy="98232"/>
                  <a:chOff x="2838475" y="2794333"/>
                  <a:chExt cx="259185" cy="98232"/>
                </a:xfrm>
              </p:grpSpPr>
              <p:sp>
                <p:nvSpPr>
                  <p:cNvPr id="7753" name="Google Shape;7753;p80"/>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80"/>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80"/>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6" name="Google Shape;7756;p80"/>
                <p:cNvGrpSpPr/>
                <p:nvPr/>
              </p:nvGrpSpPr>
              <p:grpSpPr>
                <a:xfrm>
                  <a:off x="2977852" y="2595741"/>
                  <a:ext cx="224343" cy="182054"/>
                  <a:chOff x="2977852" y="2595741"/>
                  <a:chExt cx="224343" cy="182054"/>
                </a:xfrm>
              </p:grpSpPr>
              <p:sp>
                <p:nvSpPr>
                  <p:cNvPr id="7757" name="Google Shape;7757;p80"/>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80"/>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759" name="Google Shape;7759;p80"/>
            <p:cNvGrpSpPr/>
            <p:nvPr/>
          </p:nvGrpSpPr>
          <p:grpSpPr>
            <a:xfrm>
              <a:off x="2389399" y="3100241"/>
              <a:ext cx="812796" cy="296869"/>
              <a:chOff x="2389399" y="3100241"/>
              <a:chExt cx="812796" cy="296869"/>
            </a:xfrm>
          </p:grpSpPr>
          <p:grpSp>
            <p:nvGrpSpPr>
              <p:cNvPr id="7760" name="Google Shape;7760;p80"/>
              <p:cNvGrpSpPr/>
              <p:nvPr/>
            </p:nvGrpSpPr>
            <p:grpSpPr>
              <a:xfrm>
                <a:off x="2683630" y="3100241"/>
                <a:ext cx="224334" cy="296869"/>
                <a:chOff x="2683630" y="3100241"/>
                <a:chExt cx="224334" cy="296869"/>
              </a:xfrm>
            </p:grpSpPr>
            <p:grpSp>
              <p:nvGrpSpPr>
                <p:cNvPr id="7761" name="Google Shape;7761;p80"/>
                <p:cNvGrpSpPr/>
                <p:nvPr/>
              </p:nvGrpSpPr>
              <p:grpSpPr>
                <a:xfrm>
                  <a:off x="2788083" y="3100241"/>
                  <a:ext cx="15356" cy="98237"/>
                  <a:chOff x="2788083" y="3100241"/>
                  <a:chExt cx="15356" cy="98237"/>
                </a:xfrm>
              </p:grpSpPr>
              <p:sp>
                <p:nvSpPr>
                  <p:cNvPr id="7762" name="Google Shape;7762;p80"/>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80"/>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80"/>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5" name="Google Shape;7765;p80"/>
                <p:cNvGrpSpPr/>
                <p:nvPr/>
              </p:nvGrpSpPr>
              <p:grpSpPr>
                <a:xfrm>
                  <a:off x="2683630" y="3215065"/>
                  <a:ext cx="224334" cy="182045"/>
                  <a:chOff x="2683630" y="3215065"/>
                  <a:chExt cx="224334" cy="182045"/>
                </a:xfrm>
              </p:grpSpPr>
              <p:sp>
                <p:nvSpPr>
                  <p:cNvPr id="7766" name="Google Shape;7766;p80"/>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80"/>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68" name="Google Shape;7768;p80"/>
              <p:cNvGrpSpPr/>
              <p:nvPr/>
            </p:nvGrpSpPr>
            <p:grpSpPr>
              <a:xfrm>
                <a:off x="2389399" y="3100241"/>
                <a:ext cx="363638" cy="296869"/>
                <a:chOff x="2389399" y="3100241"/>
                <a:chExt cx="363638" cy="296869"/>
              </a:xfrm>
            </p:grpSpPr>
            <p:grpSp>
              <p:nvGrpSpPr>
                <p:cNvPr id="7769" name="Google Shape;7769;p80"/>
                <p:cNvGrpSpPr/>
                <p:nvPr/>
              </p:nvGrpSpPr>
              <p:grpSpPr>
                <a:xfrm>
                  <a:off x="2493852" y="3100241"/>
                  <a:ext cx="259185" cy="98237"/>
                  <a:chOff x="2493852" y="3100241"/>
                  <a:chExt cx="259185" cy="98237"/>
                </a:xfrm>
              </p:grpSpPr>
              <p:sp>
                <p:nvSpPr>
                  <p:cNvPr id="7770" name="Google Shape;7770;p80"/>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80"/>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80"/>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3" name="Google Shape;7773;p80"/>
                <p:cNvGrpSpPr/>
                <p:nvPr/>
              </p:nvGrpSpPr>
              <p:grpSpPr>
                <a:xfrm>
                  <a:off x="2389399" y="3215065"/>
                  <a:ext cx="224343" cy="182045"/>
                  <a:chOff x="2389399" y="3215065"/>
                  <a:chExt cx="224343" cy="182045"/>
                </a:xfrm>
              </p:grpSpPr>
              <p:sp>
                <p:nvSpPr>
                  <p:cNvPr id="7774" name="Google Shape;7774;p80"/>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80"/>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76" name="Google Shape;7776;p80"/>
              <p:cNvGrpSpPr/>
              <p:nvPr/>
            </p:nvGrpSpPr>
            <p:grpSpPr>
              <a:xfrm>
                <a:off x="2838475" y="3100241"/>
                <a:ext cx="363719" cy="296869"/>
                <a:chOff x="2838475" y="3100241"/>
                <a:chExt cx="363719" cy="296869"/>
              </a:xfrm>
            </p:grpSpPr>
            <p:grpSp>
              <p:nvGrpSpPr>
                <p:cNvPr id="7777" name="Google Shape;7777;p80"/>
                <p:cNvGrpSpPr/>
                <p:nvPr/>
              </p:nvGrpSpPr>
              <p:grpSpPr>
                <a:xfrm>
                  <a:off x="2838475" y="3100241"/>
                  <a:ext cx="259185" cy="98237"/>
                  <a:chOff x="2838475" y="3100241"/>
                  <a:chExt cx="259185" cy="98237"/>
                </a:xfrm>
              </p:grpSpPr>
              <p:sp>
                <p:nvSpPr>
                  <p:cNvPr id="7778" name="Google Shape;7778;p80"/>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80"/>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80"/>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1" name="Google Shape;7781;p80"/>
                <p:cNvGrpSpPr/>
                <p:nvPr/>
              </p:nvGrpSpPr>
              <p:grpSpPr>
                <a:xfrm>
                  <a:off x="2977852" y="3215065"/>
                  <a:ext cx="224343" cy="182045"/>
                  <a:chOff x="2977852" y="3215065"/>
                  <a:chExt cx="224343" cy="182045"/>
                </a:xfrm>
              </p:grpSpPr>
              <p:sp>
                <p:nvSpPr>
                  <p:cNvPr id="7782" name="Google Shape;7782;p80"/>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80"/>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7787"/>
        <p:cNvGrpSpPr/>
        <p:nvPr/>
      </p:nvGrpSpPr>
      <p:grpSpPr>
        <a:xfrm>
          <a:off x="0" y="0"/>
          <a:ext cx="0" cy="0"/>
          <a:chOff x="0" y="0"/>
          <a:chExt cx="0" cy="0"/>
        </a:xfrm>
      </p:grpSpPr>
      <p:grpSp>
        <p:nvGrpSpPr>
          <p:cNvPr id="7788" name="Google Shape;7788;p81"/>
          <p:cNvGrpSpPr/>
          <p:nvPr/>
        </p:nvGrpSpPr>
        <p:grpSpPr>
          <a:xfrm>
            <a:off x="702088" y="3155922"/>
            <a:ext cx="2390414" cy="1024800"/>
            <a:chOff x="728925" y="3296613"/>
            <a:chExt cx="2390414" cy="1024800"/>
          </a:xfrm>
        </p:grpSpPr>
        <p:grpSp>
          <p:nvGrpSpPr>
            <p:cNvPr id="7789" name="Google Shape;7789;p81"/>
            <p:cNvGrpSpPr/>
            <p:nvPr/>
          </p:nvGrpSpPr>
          <p:grpSpPr>
            <a:xfrm>
              <a:off x="728925" y="3619800"/>
              <a:ext cx="2390414" cy="500893"/>
              <a:chOff x="728925" y="3619800"/>
              <a:chExt cx="2390414" cy="500893"/>
            </a:xfrm>
          </p:grpSpPr>
          <p:sp>
            <p:nvSpPr>
              <p:cNvPr id="7790" name="Google Shape;7790;p81"/>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791" name="Google Shape;7791;p81"/>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7792" name="Google Shape;7792;p81"/>
            <p:cNvGrpSpPr/>
            <p:nvPr/>
          </p:nvGrpSpPr>
          <p:grpSpPr>
            <a:xfrm>
              <a:off x="1348050" y="3296613"/>
              <a:ext cx="1706152" cy="1024800"/>
              <a:chOff x="1348050" y="3296613"/>
              <a:chExt cx="1706152" cy="1024800"/>
            </a:xfrm>
          </p:grpSpPr>
          <p:sp>
            <p:nvSpPr>
              <p:cNvPr id="7793" name="Google Shape;7793;p81"/>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794" name="Google Shape;7794;p81"/>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795" name="Google Shape;7795;p81"/>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796" name="Google Shape;7796;p81"/>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797" name="Google Shape;7797;p81"/>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7798" name="Google Shape;7798;p81"/>
            <p:cNvGrpSpPr/>
            <p:nvPr/>
          </p:nvGrpSpPr>
          <p:grpSpPr>
            <a:xfrm>
              <a:off x="1455707" y="3654858"/>
              <a:ext cx="1491150" cy="417657"/>
              <a:chOff x="1455707" y="3654858"/>
              <a:chExt cx="1491150" cy="417657"/>
            </a:xfrm>
          </p:grpSpPr>
          <p:sp>
            <p:nvSpPr>
              <p:cNvPr id="7799" name="Google Shape;7799;p81"/>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81"/>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81"/>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81"/>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81"/>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81"/>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81"/>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81"/>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81"/>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81"/>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81"/>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81"/>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81"/>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81"/>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81"/>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81"/>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81"/>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81"/>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81"/>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81"/>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7819" name="Google Shape;7819;p81"/>
          <p:cNvGraphicFramePr/>
          <p:nvPr/>
        </p:nvGraphicFramePr>
        <p:xfrm>
          <a:off x="5937787" y="2153834"/>
          <a:ext cx="3000000" cy="3000000"/>
        </p:xfrm>
        <a:graphic>
          <a:graphicData uri="http://schemas.openxmlformats.org/drawingml/2006/table">
            <a:tbl>
              <a:tblPr>
                <a:noFill/>
                <a:tableStyleId>{6A9CC4E2-919E-47D1-8DDA-F73AE51FF960}</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7820" name="Google Shape;7820;p81"/>
          <p:cNvGrpSpPr/>
          <p:nvPr/>
        </p:nvGrpSpPr>
        <p:grpSpPr>
          <a:xfrm>
            <a:off x="710464" y="981599"/>
            <a:ext cx="2396505" cy="976502"/>
            <a:chOff x="749309" y="1112739"/>
            <a:chExt cx="2371603" cy="976502"/>
          </a:xfrm>
        </p:grpSpPr>
        <p:grpSp>
          <p:nvGrpSpPr>
            <p:cNvPr id="7821" name="Google Shape;7821;p81"/>
            <p:cNvGrpSpPr/>
            <p:nvPr/>
          </p:nvGrpSpPr>
          <p:grpSpPr>
            <a:xfrm>
              <a:off x="1092126" y="1112739"/>
              <a:ext cx="2028786" cy="975464"/>
              <a:chOff x="1092126" y="1112739"/>
              <a:chExt cx="2028786" cy="975464"/>
            </a:xfrm>
          </p:grpSpPr>
          <p:sp>
            <p:nvSpPr>
              <p:cNvPr id="7822" name="Google Shape;7822;p81"/>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81"/>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81"/>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81"/>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81"/>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81"/>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81"/>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81"/>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81"/>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81"/>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81"/>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81"/>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81"/>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81"/>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81"/>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81"/>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81"/>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81"/>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81"/>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81"/>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81"/>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81"/>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81"/>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81"/>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6" name="Google Shape;7846;p81"/>
            <p:cNvGrpSpPr/>
            <p:nvPr/>
          </p:nvGrpSpPr>
          <p:grpSpPr>
            <a:xfrm>
              <a:off x="749309" y="1112739"/>
              <a:ext cx="314700" cy="975464"/>
              <a:chOff x="749309" y="1112739"/>
              <a:chExt cx="314700" cy="975464"/>
            </a:xfrm>
          </p:grpSpPr>
          <p:sp>
            <p:nvSpPr>
              <p:cNvPr id="7847" name="Google Shape;7847;p81"/>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81"/>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81"/>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81"/>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51" name="Google Shape;7851;p81"/>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81"/>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81"/>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81"/>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7855" name="Google Shape;7855;p81"/>
          <p:cNvGraphicFramePr/>
          <p:nvPr/>
        </p:nvGraphicFramePr>
        <p:xfrm>
          <a:off x="5937812" y="981584"/>
          <a:ext cx="3000000" cy="3000000"/>
        </p:xfrm>
        <a:graphic>
          <a:graphicData uri="http://schemas.openxmlformats.org/drawingml/2006/table">
            <a:tbl>
              <a:tblPr>
                <a:noFill/>
                <a:tableStyleId>{6A9CC4E2-919E-47D1-8DDA-F73AE51FF960}</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7856" name="Google Shape;7856;p81"/>
          <p:cNvGraphicFramePr/>
          <p:nvPr/>
        </p:nvGraphicFramePr>
        <p:xfrm>
          <a:off x="3358675" y="2153834"/>
          <a:ext cx="3000000" cy="3000000"/>
        </p:xfrm>
        <a:graphic>
          <a:graphicData uri="http://schemas.openxmlformats.org/drawingml/2006/table">
            <a:tbl>
              <a:tblPr>
                <a:noFill/>
                <a:tableStyleId>{6A9CC4E2-919E-47D1-8DDA-F73AE51FF960}</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7857" name="Google Shape;7857;p81"/>
          <p:cNvGrpSpPr/>
          <p:nvPr/>
        </p:nvGrpSpPr>
        <p:grpSpPr>
          <a:xfrm>
            <a:off x="3360661" y="3144795"/>
            <a:ext cx="2363377" cy="1047062"/>
            <a:chOff x="3358399" y="3285485"/>
            <a:chExt cx="2363377" cy="1047062"/>
          </a:xfrm>
        </p:grpSpPr>
        <p:grpSp>
          <p:nvGrpSpPr>
            <p:cNvPr id="7858" name="Google Shape;7858;p81"/>
            <p:cNvGrpSpPr/>
            <p:nvPr/>
          </p:nvGrpSpPr>
          <p:grpSpPr>
            <a:xfrm>
              <a:off x="3358412" y="3285485"/>
              <a:ext cx="2363244" cy="139500"/>
              <a:chOff x="3358412" y="3285485"/>
              <a:chExt cx="2363244" cy="139500"/>
            </a:xfrm>
          </p:grpSpPr>
          <p:sp>
            <p:nvSpPr>
              <p:cNvPr id="7859" name="Google Shape;7859;p81"/>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81"/>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81"/>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81"/>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81"/>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4" name="Google Shape;7864;p81"/>
            <p:cNvGrpSpPr/>
            <p:nvPr/>
          </p:nvGrpSpPr>
          <p:grpSpPr>
            <a:xfrm>
              <a:off x="3358412" y="3466996"/>
              <a:ext cx="2363244" cy="139500"/>
              <a:chOff x="3358412" y="3466996"/>
              <a:chExt cx="2363244" cy="139500"/>
            </a:xfrm>
          </p:grpSpPr>
          <p:sp>
            <p:nvSpPr>
              <p:cNvPr id="7865" name="Google Shape;7865;p81"/>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81"/>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81"/>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81"/>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81"/>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0" name="Google Shape;7870;p81"/>
            <p:cNvGrpSpPr/>
            <p:nvPr/>
          </p:nvGrpSpPr>
          <p:grpSpPr>
            <a:xfrm>
              <a:off x="3358412" y="3648507"/>
              <a:ext cx="2363244" cy="139500"/>
              <a:chOff x="3358412" y="3648507"/>
              <a:chExt cx="2363244" cy="139500"/>
            </a:xfrm>
          </p:grpSpPr>
          <p:sp>
            <p:nvSpPr>
              <p:cNvPr id="7871" name="Google Shape;7871;p81"/>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81"/>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81"/>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81"/>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81"/>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6" name="Google Shape;7876;p81"/>
            <p:cNvGrpSpPr/>
            <p:nvPr/>
          </p:nvGrpSpPr>
          <p:grpSpPr>
            <a:xfrm>
              <a:off x="3358412" y="3830018"/>
              <a:ext cx="2363244" cy="139500"/>
              <a:chOff x="3358412" y="3830018"/>
              <a:chExt cx="2363244" cy="139500"/>
            </a:xfrm>
          </p:grpSpPr>
          <p:sp>
            <p:nvSpPr>
              <p:cNvPr id="7877" name="Google Shape;7877;p81"/>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81"/>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81"/>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81"/>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81"/>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2" name="Google Shape;7882;p81"/>
            <p:cNvGrpSpPr/>
            <p:nvPr/>
          </p:nvGrpSpPr>
          <p:grpSpPr>
            <a:xfrm>
              <a:off x="3358399" y="4011514"/>
              <a:ext cx="2363377" cy="139537"/>
              <a:chOff x="3294800" y="4134603"/>
              <a:chExt cx="2638876" cy="152400"/>
            </a:xfrm>
          </p:grpSpPr>
          <p:sp>
            <p:nvSpPr>
              <p:cNvPr id="7883" name="Google Shape;7883;p81"/>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81"/>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81"/>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81"/>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81"/>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8" name="Google Shape;7888;p81"/>
            <p:cNvGrpSpPr/>
            <p:nvPr/>
          </p:nvGrpSpPr>
          <p:grpSpPr>
            <a:xfrm>
              <a:off x="3358399" y="4193010"/>
              <a:ext cx="2363377" cy="139537"/>
              <a:chOff x="3294800" y="4134603"/>
              <a:chExt cx="2638876" cy="152400"/>
            </a:xfrm>
          </p:grpSpPr>
          <p:sp>
            <p:nvSpPr>
              <p:cNvPr id="7889" name="Google Shape;7889;p81"/>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81"/>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81"/>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81"/>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81"/>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7894" name="Google Shape;7894;p81"/>
          <p:cNvGraphicFramePr/>
          <p:nvPr/>
        </p:nvGraphicFramePr>
        <p:xfrm>
          <a:off x="711463" y="2153834"/>
          <a:ext cx="3000000" cy="3000000"/>
        </p:xfrm>
        <a:graphic>
          <a:graphicData uri="http://schemas.openxmlformats.org/drawingml/2006/table">
            <a:tbl>
              <a:tblPr>
                <a:noFill/>
                <a:tableStyleId>{6A9CC4E2-919E-47D1-8DDA-F73AE51FF960}</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7895" name="Google Shape;7895;p81"/>
          <p:cNvGrpSpPr/>
          <p:nvPr/>
        </p:nvGrpSpPr>
        <p:grpSpPr>
          <a:xfrm>
            <a:off x="4161132" y="2557649"/>
            <a:ext cx="1302095" cy="60959"/>
            <a:chOff x="3558802" y="4011427"/>
            <a:chExt cx="1866000" cy="111300"/>
          </a:xfrm>
        </p:grpSpPr>
        <p:sp>
          <p:nvSpPr>
            <p:cNvPr id="7896" name="Google Shape;7896;p81"/>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81"/>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8" name="Google Shape;7898;p81"/>
          <p:cNvGrpSpPr/>
          <p:nvPr/>
        </p:nvGrpSpPr>
        <p:grpSpPr>
          <a:xfrm>
            <a:off x="4706620" y="2839808"/>
            <a:ext cx="914340" cy="60959"/>
            <a:chOff x="3558802" y="4011427"/>
            <a:chExt cx="1866000" cy="111300"/>
          </a:xfrm>
        </p:grpSpPr>
        <p:sp>
          <p:nvSpPr>
            <p:cNvPr id="7899" name="Google Shape;7899;p81"/>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81"/>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1" name="Google Shape;7901;p81"/>
          <p:cNvGrpSpPr/>
          <p:nvPr/>
        </p:nvGrpSpPr>
        <p:grpSpPr>
          <a:xfrm>
            <a:off x="5871419" y="3167606"/>
            <a:ext cx="2522867" cy="1001454"/>
            <a:chOff x="1904318" y="789980"/>
            <a:chExt cx="1489472" cy="606868"/>
          </a:xfrm>
        </p:grpSpPr>
        <p:cxnSp>
          <p:nvCxnSpPr>
            <p:cNvPr id="7902" name="Google Shape;7902;p81"/>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7903" name="Google Shape;7903;p81"/>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7904" name="Google Shape;7904;p81"/>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7905" name="Google Shape;7905;p81"/>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JANUARY</a:t>
              </a:r>
              <a:endParaRPr sz="400">
                <a:solidFill>
                  <a:srgbClr val="E3E9ED"/>
                </a:solidFill>
              </a:endParaRPr>
            </a:p>
          </p:txBody>
        </p:sp>
        <p:sp>
          <p:nvSpPr>
            <p:cNvPr id="7906" name="Google Shape;7906;p81"/>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FEBRUARY</a:t>
              </a:r>
              <a:endParaRPr sz="400">
                <a:solidFill>
                  <a:srgbClr val="E3E9ED"/>
                </a:solidFill>
              </a:endParaRPr>
            </a:p>
          </p:txBody>
        </p:sp>
        <p:sp>
          <p:nvSpPr>
            <p:cNvPr id="7907" name="Google Shape;7907;p81"/>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MARCH</a:t>
              </a:r>
              <a:endParaRPr sz="400">
                <a:solidFill>
                  <a:srgbClr val="E3E9ED"/>
                </a:solidFill>
              </a:endParaRPr>
            </a:p>
          </p:txBody>
        </p:sp>
        <p:sp>
          <p:nvSpPr>
            <p:cNvPr id="7908" name="Google Shape;7908;p81"/>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APRIL</a:t>
              </a:r>
              <a:endParaRPr sz="400">
                <a:solidFill>
                  <a:srgbClr val="E3E9ED"/>
                </a:solidFill>
              </a:endParaRPr>
            </a:p>
          </p:txBody>
        </p:sp>
        <p:sp>
          <p:nvSpPr>
            <p:cNvPr id="7909" name="Google Shape;7909;p81"/>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81"/>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81"/>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81"/>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81"/>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81"/>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81"/>
            <p:cNvSpPr txBox="1"/>
            <p:nvPr/>
          </p:nvSpPr>
          <p:spPr>
            <a:xfrm flipH="1">
              <a:off x="1906114" y="918164"/>
              <a:ext cx="203400" cy="106500"/>
            </a:xfrm>
            <a:prstGeom prst="rect">
              <a:avLst/>
            </a:prstGeom>
            <a:noFill/>
            <a:ln>
              <a:noFill/>
            </a:ln>
          </p:spPr>
          <p:txBody>
            <a:bodyPr spcFirstLastPara="1" wrap="square" lIns="0" tIns="91425" rIns="0" bIns="91425" anchor="t" anchorCtr="0">
              <a:noAutofit/>
            </a:bodyPr>
            <a:lstStyle/>
            <a:p>
              <a:pPr marL="0" lvl="0" indent="0" algn="l" rtl="0">
                <a:spcBef>
                  <a:spcPts val="0"/>
                </a:spcBef>
                <a:spcAft>
                  <a:spcPts val="1600"/>
                </a:spcAft>
                <a:buNone/>
              </a:pPr>
              <a:r>
                <a:rPr lang="en" sz="400">
                  <a:solidFill>
                    <a:srgbClr val="E3E9ED"/>
                  </a:solidFill>
                </a:rPr>
                <a:t>PHASE 1</a:t>
              </a:r>
              <a:endParaRPr sz="400">
                <a:solidFill>
                  <a:srgbClr val="E3E9ED"/>
                </a:solidFill>
              </a:endParaRPr>
            </a:p>
          </p:txBody>
        </p:sp>
        <p:sp>
          <p:nvSpPr>
            <p:cNvPr id="7916" name="Google Shape;7916;p81"/>
            <p:cNvSpPr txBox="1"/>
            <p:nvPr/>
          </p:nvSpPr>
          <p:spPr>
            <a:xfrm flipH="1">
              <a:off x="1904318" y="1113390"/>
              <a:ext cx="2052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7917" name="Google Shape;7917;p81"/>
            <p:cNvSpPr txBox="1"/>
            <p:nvPr/>
          </p:nvSpPr>
          <p:spPr>
            <a:xfrm flipH="1">
              <a:off x="1906118" y="1304527"/>
              <a:ext cx="2034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7918" name="Google Shape;7918;p81"/>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9" name="Google Shape;7919;p81"/>
          <p:cNvGrpSpPr/>
          <p:nvPr/>
        </p:nvGrpSpPr>
        <p:grpSpPr>
          <a:xfrm>
            <a:off x="3355824" y="951642"/>
            <a:ext cx="2363393" cy="1005865"/>
            <a:chOff x="3292400" y="1193188"/>
            <a:chExt cx="2615240" cy="1131075"/>
          </a:xfrm>
        </p:grpSpPr>
        <p:sp>
          <p:nvSpPr>
            <p:cNvPr id="7920" name="Google Shape;7920;p81"/>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921" name="Google Shape;7921;p81"/>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922" name="Google Shape;7922;p81"/>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JANUARY</a:t>
              </a:r>
              <a:endParaRPr sz="400">
                <a:solidFill>
                  <a:srgbClr val="FFFFFF"/>
                </a:solidFill>
              </a:endParaRPr>
            </a:p>
          </p:txBody>
        </p:sp>
        <p:sp>
          <p:nvSpPr>
            <p:cNvPr id="7923" name="Google Shape;7923;p81"/>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FEBRUARY</a:t>
              </a:r>
              <a:endParaRPr sz="400">
                <a:solidFill>
                  <a:srgbClr val="FFFFFF"/>
                </a:solidFill>
              </a:endParaRPr>
            </a:p>
          </p:txBody>
        </p:sp>
        <p:sp>
          <p:nvSpPr>
            <p:cNvPr id="7924" name="Google Shape;7924;p81"/>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MARCH</a:t>
              </a:r>
              <a:endParaRPr sz="400">
                <a:solidFill>
                  <a:srgbClr val="FFFFFF"/>
                </a:solidFill>
              </a:endParaRPr>
            </a:p>
          </p:txBody>
        </p:sp>
        <p:sp>
          <p:nvSpPr>
            <p:cNvPr id="7925" name="Google Shape;7925;p81"/>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APRIL</a:t>
              </a:r>
              <a:endParaRPr sz="400">
                <a:solidFill>
                  <a:srgbClr val="FFFFFF"/>
                </a:solidFill>
              </a:endParaRPr>
            </a:p>
          </p:txBody>
        </p:sp>
        <p:sp>
          <p:nvSpPr>
            <p:cNvPr id="7926" name="Google Shape;7926;p81"/>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MAY</a:t>
              </a:r>
              <a:endParaRPr sz="400">
                <a:solidFill>
                  <a:srgbClr val="FFFFFF"/>
                </a:solidFill>
              </a:endParaRPr>
            </a:p>
          </p:txBody>
        </p:sp>
        <p:sp>
          <p:nvSpPr>
            <p:cNvPr id="7927" name="Google Shape;7927;p81"/>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JUNE</a:t>
              </a:r>
              <a:endParaRPr sz="400">
                <a:solidFill>
                  <a:srgbClr val="FFFFFF"/>
                </a:solidFill>
              </a:endParaRPr>
            </a:p>
          </p:txBody>
        </p:sp>
        <p:sp>
          <p:nvSpPr>
            <p:cNvPr id="7928" name="Google Shape;7928;p81"/>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1</a:t>
              </a:r>
              <a:endParaRPr sz="400">
                <a:solidFill>
                  <a:srgbClr val="FFFFFF"/>
                </a:solidFill>
              </a:endParaRPr>
            </a:p>
          </p:txBody>
        </p:sp>
        <p:sp>
          <p:nvSpPr>
            <p:cNvPr id="7929" name="Google Shape;7929;p81"/>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2</a:t>
              </a:r>
              <a:endParaRPr sz="400">
                <a:solidFill>
                  <a:srgbClr val="FFFFFF"/>
                </a:solidFill>
              </a:endParaRPr>
            </a:p>
          </p:txBody>
        </p:sp>
        <p:sp>
          <p:nvSpPr>
            <p:cNvPr id="7930" name="Google Shape;7930;p81"/>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931" name="Google Shape;7931;p81"/>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7932" name="Google Shape;7932;p81"/>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933" name="Google Shape;7933;p81"/>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7934" name="Google Shape;7934;p81"/>
            <p:cNvGrpSpPr/>
            <p:nvPr/>
          </p:nvGrpSpPr>
          <p:grpSpPr>
            <a:xfrm>
              <a:off x="3748438" y="1378608"/>
              <a:ext cx="2159202" cy="903971"/>
              <a:chOff x="1683525" y="2179850"/>
              <a:chExt cx="4519050" cy="2134525"/>
            </a:xfrm>
          </p:grpSpPr>
          <p:sp>
            <p:nvSpPr>
              <p:cNvPr id="7935" name="Google Shape;7935;p81"/>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936" name="Google Shape;7936;p81"/>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937" name="Google Shape;7937;p81"/>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938" name="Google Shape;7938;p81"/>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939" name="Google Shape;7939;p81"/>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940" name="Google Shape;7940;p81"/>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941" name="Google Shape;7941;p81"/>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942" name="Google Shape;7942;p81"/>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943" name="Google Shape;7943;p81"/>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944" name="Google Shape;7944;p81"/>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945" name="Google Shape;7945;p81"/>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946" name="Google Shape;7946;p81"/>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grpSp>
      </p:gr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7950"/>
        <p:cNvGrpSpPr/>
        <p:nvPr/>
      </p:nvGrpSpPr>
      <p:grpSpPr>
        <a:xfrm>
          <a:off x="0" y="0"/>
          <a:ext cx="0" cy="0"/>
          <a:chOff x="0" y="0"/>
          <a:chExt cx="0" cy="0"/>
        </a:xfrm>
      </p:grpSpPr>
      <p:grpSp>
        <p:nvGrpSpPr>
          <p:cNvPr id="7951" name="Google Shape;7951;p82"/>
          <p:cNvGrpSpPr/>
          <p:nvPr/>
        </p:nvGrpSpPr>
        <p:grpSpPr>
          <a:xfrm>
            <a:off x="4796690" y="970936"/>
            <a:ext cx="745431" cy="718863"/>
            <a:chOff x="4249973" y="1201875"/>
            <a:chExt cx="1958568" cy="1888762"/>
          </a:xfrm>
        </p:grpSpPr>
        <p:sp>
          <p:nvSpPr>
            <p:cNvPr id="7952" name="Google Shape;7952;p82"/>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53" name="Google Shape;7953;p82"/>
            <p:cNvGrpSpPr/>
            <p:nvPr/>
          </p:nvGrpSpPr>
          <p:grpSpPr>
            <a:xfrm>
              <a:off x="5853086" y="1789142"/>
              <a:ext cx="355454" cy="1048099"/>
              <a:chOff x="5576108" y="2016725"/>
              <a:chExt cx="565200" cy="1666560"/>
            </a:xfrm>
          </p:grpSpPr>
          <p:sp>
            <p:nvSpPr>
              <p:cNvPr id="7954" name="Google Shape;7954;p82"/>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955" name="Google Shape;7955;p82"/>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6" name="Google Shape;7956;p82"/>
            <p:cNvGrpSpPr/>
            <p:nvPr/>
          </p:nvGrpSpPr>
          <p:grpSpPr>
            <a:xfrm>
              <a:off x="4869455" y="2691676"/>
              <a:ext cx="1013897" cy="398961"/>
              <a:chOff x="4012057" y="3451825"/>
              <a:chExt cx="1612175" cy="634379"/>
            </a:xfrm>
          </p:grpSpPr>
          <p:sp>
            <p:nvSpPr>
              <p:cNvPr id="7957" name="Google Shape;7957;p82"/>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958" name="Google Shape;7958;p82"/>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9" name="Google Shape;7959;p82"/>
            <p:cNvGrpSpPr/>
            <p:nvPr/>
          </p:nvGrpSpPr>
          <p:grpSpPr>
            <a:xfrm>
              <a:off x="4276937" y="2155961"/>
              <a:ext cx="651965" cy="891358"/>
              <a:chOff x="3069908" y="2599997"/>
              <a:chExt cx="1036675" cy="1417328"/>
            </a:xfrm>
          </p:grpSpPr>
          <p:sp>
            <p:nvSpPr>
              <p:cNvPr id="7960" name="Google Shape;7960;p82"/>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961" name="Google Shape;7961;p82"/>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2" name="Google Shape;7962;p82"/>
            <p:cNvGrpSpPr/>
            <p:nvPr/>
          </p:nvGrpSpPr>
          <p:grpSpPr>
            <a:xfrm>
              <a:off x="5054918" y="1201875"/>
              <a:ext cx="999548" cy="602711"/>
              <a:chOff x="4306958" y="1082925"/>
              <a:chExt cx="1589359" cy="958358"/>
            </a:xfrm>
          </p:grpSpPr>
          <p:sp>
            <p:nvSpPr>
              <p:cNvPr id="7963" name="Google Shape;7963;p82"/>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964" name="Google Shape;7964;p82"/>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5" name="Google Shape;7965;p82"/>
            <p:cNvGrpSpPr/>
            <p:nvPr/>
          </p:nvGrpSpPr>
          <p:grpSpPr>
            <a:xfrm>
              <a:off x="4249973" y="1303451"/>
              <a:ext cx="799317" cy="841334"/>
              <a:chOff x="3027033" y="1244439"/>
              <a:chExt cx="1270977" cy="1337786"/>
            </a:xfrm>
          </p:grpSpPr>
          <p:sp>
            <p:nvSpPr>
              <p:cNvPr id="7966" name="Google Shape;7966;p82"/>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967" name="Google Shape;7967;p82"/>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68" name="Google Shape;7968;p82"/>
          <p:cNvGrpSpPr/>
          <p:nvPr/>
        </p:nvGrpSpPr>
        <p:grpSpPr>
          <a:xfrm>
            <a:off x="713063" y="1849386"/>
            <a:ext cx="761767" cy="729896"/>
            <a:chOff x="2657744" y="2337745"/>
            <a:chExt cx="832987" cy="798137"/>
          </a:xfrm>
        </p:grpSpPr>
        <p:sp>
          <p:nvSpPr>
            <p:cNvPr id="7969" name="Google Shape;7969;p82"/>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82"/>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82"/>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82"/>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82"/>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82"/>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5" name="Google Shape;7975;p82"/>
          <p:cNvGrpSpPr/>
          <p:nvPr/>
        </p:nvGrpSpPr>
        <p:grpSpPr>
          <a:xfrm>
            <a:off x="3224027" y="1852592"/>
            <a:ext cx="685569" cy="723586"/>
            <a:chOff x="3398134" y="2057755"/>
            <a:chExt cx="704087" cy="743130"/>
          </a:xfrm>
        </p:grpSpPr>
        <p:grpSp>
          <p:nvGrpSpPr>
            <p:cNvPr id="7976" name="Google Shape;7976;p82"/>
            <p:cNvGrpSpPr/>
            <p:nvPr/>
          </p:nvGrpSpPr>
          <p:grpSpPr>
            <a:xfrm>
              <a:off x="3398134" y="2290183"/>
              <a:ext cx="315300" cy="219900"/>
              <a:chOff x="3398134" y="2290183"/>
              <a:chExt cx="315300" cy="219900"/>
            </a:xfrm>
          </p:grpSpPr>
          <p:sp>
            <p:nvSpPr>
              <p:cNvPr id="7977" name="Google Shape;7977;p82"/>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978" name="Google Shape;7978;p82"/>
              <p:cNvCxnSpPr>
                <a:stCxn id="7977"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7979" name="Google Shape;7979;p82"/>
            <p:cNvGrpSpPr/>
            <p:nvPr/>
          </p:nvGrpSpPr>
          <p:grpSpPr>
            <a:xfrm>
              <a:off x="3547823" y="2467358"/>
              <a:ext cx="219900" cy="333527"/>
              <a:chOff x="3547823" y="2467358"/>
              <a:chExt cx="219900" cy="333527"/>
            </a:xfrm>
          </p:grpSpPr>
          <p:sp>
            <p:nvSpPr>
              <p:cNvPr id="7980" name="Google Shape;7980;p82"/>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981" name="Google Shape;7981;p82"/>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7982" name="Google Shape;7982;p82"/>
            <p:cNvGrpSpPr/>
            <p:nvPr/>
          </p:nvGrpSpPr>
          <p:grpSpPr>
            <a:xfrm>
              <a:off x="3734138" y="2467358"/>
              <a:ext cx="219900" cy="333527"/>
              <a:chOff x="3734138" y="2467358"/>
              <a:chExt cx="219900" cy="333527"/>
            </a:xfrm>
          </p:grpSpPr>
          <p:sp>
            <p:nvSpPr>
              <p:cNvPr id="7983" name="Google Shape;7983;p82"/>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984" name="Google Shape;7984;p82"/>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7985" name="Google Shape;7985;p82"/>
            <p:cNvGrpSpPr/>
            <p:nvPr/>
          </p:nvGrpSpPr>
          <p:grpSpPr>
            <a:xfrm>
              <a:off x="3787560" y="2288011"/>
              <a:ext cx="314661" cy="219900"/>
              <a:chOff x="3787560" y="2288011"/>
              <a:chExt cx="314661" cy="219900"/>
            </a:xfrm>
          </p:grpSpPr>
          <p:sp>
            <p:nvSpPr>
              <p:cNvPr id="7986" name="Google Shape;7986;p82"/>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987" name="Google Shape;7987;p82"/>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7988" name="Google Shape;7988;p82"/>
            <p:cNvGrpSpPr/>
            <p:nvPr/>
          </p:nvGrpSpPr>
          <p:grpSpPr>
            <a:xfrm>
              <a:off x="3637290" y="2057755"/>
              <a:ext cx="219900" cy="335499"/>
              <a:chOff x="3637290" y="2057755"/>
              <a:chExt cx="219900" cy="335499"/>
            </a:xfrm>
          </p:grpSpPr>
          <p:sp>
            <p:nvSpPr>
              <p:cNvPr id="7989" name="Google Shape;7989;p82"/>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7990" name="Google Shape;7990;p82"/>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7991" name="Google Shape;7991;p82"/>
          <p:cNvGrpSpPr/>
          <p:nvPr/>
        </p:nvGrpSpPr>
        <p:grpSpPr>
          <a:xfrm>
            <a:off x="4899249" y="1859288"/>
            <a:ext cx="710153" cy="710153"/>
            <a:chOff x="5007123" y="2079403"/>
            <a:chExt cx="687600" cy="687600"/>
          </a:xfrm>
        </p:grpSpPr>
        <p:sp>
          <p:nvSpPr>
            <p:cNvPr id="7992" name="Google Shape;7992;p82"/>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82"/>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82"/>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82"/>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6" name="Google Shape;7996;p82"/>
          <p:cNvGrpSpPr/>
          <p:nvPr/>
        </p:nvGrpSpPr>
        <p:grpSpPr>
          <a:xfrm>
            <a:off x="5708687" y="1853794"/>
            <a:ext cx="720998" cy="721183"/>
            <a:chOff x="5797446" y="2063053"/>
            <a:chExt cx="698100" cy="698280"/>
          </a:xfrm>
        </p:grpSpPr>
        <p:sp>
          <p:nvSpPr>
            <p:cNvPr id="7997" name="Google Shape;7997;p82"/>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82"/>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82"/>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82"/>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1" name="Google Shape;8001;p82"/>
          <p:cNvGrpSpPr/>
          <p:nvPr/>
        </p:nvGrpSpPr>
        <p:grpSpPr>
          <a:xfrm>
            <a:off x="8153834" y="3499399"/>
            <a:ext cx="280585" cy="673164"/>
            <a:chOff x="8075075" y="3754290"/>
            <a:chExt cx="255612" cy="613194"/>
          </a:xfrm>
        </p:grpSpPr>
        <p:grpSp>
          <p:nvGrpSpPr>
            <p:cNvPr id="8002" name="Google Shape;8002;p82"/>
            <p:cNvGrpSpPr/>
            <p:nvPr/>
          </p:nvGrpSpPr>
          <p:grpSpPr>
            <a:xfrm>
              <a:off x="8075075" y="3754290"/>
              <a:ext cx="255612" cy="613194"/>
              <a:chOff x="8075075" y="3754290"/>
              <a:chExt cx="255612" cy="613194"/>
            </a:xfrm>
          </p:grpSpPr>
          <p:sp>
            <p:nvSpPr>
              <p:cNvPr id="8003" name="Google Shape;8003;p82"/>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82"/>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05" name="Google Shape;8005;p82"/>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6" name="Google Shape;8006;p82"/>
          <p:cNvGrpSpPr/>
          <p:nvPr/>
        </p:nvGrpSpPr>
        <p:grpSpPr>
          <a:xfrm>
            <a:off x="5270892" y="3488196"/>
            <a:ext cx="470352" cy="683745"/>
            <a:chOff x="1697726" y="3244179"/>
            <a:chExt cx="788124" cy="1146069"/>
          </a:xfrm>
        </p:grpSpPr>
        <p:sp>
          <p:nvSpPr>
            <p:cNvPr id="8007" name="Google Shape;8007;p82"/>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82"/>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09" name="Google Shape;8009;p82"/>
          <p:cNvSpPr/>
          <p:nvPr/>
        </p:nvSpPr>
        <p:spPr>
          <a:xfrm>
            <a:off x="8128357" y="3402198"/>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10" name="Google Shape;8010;p82"/>
          <p:cNvGrpSpPr/>
          <p:nvPr/>
        </p:nvGrpSpPr>
        <p:grpSpPr>
          <a:xfrm>
            <a:off x="5892043" y="3499398"/>
            <a:ext cx="293891" cy="293845"/>
            <a:chOff x="6134814" y="3754290"/>
            <a:chExt cx="293891" cy="293845"/>
          </a:xfrm>
        </p:grpSpPr>
        <p:sp>
          <p:nvSpPr>
            <p:cNvPr id="8011" name="Google Shape;8011;p82"/>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82"/>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3" name="Google Shape;8013;p82"/>
          <p:cNvGrpSpPr/>
          <p:nvPr/>
        </p:nvGrpSpPr>
        <p:grpSpPr>
          <a:xfrm>
            <a:off x="5892043" y="3878069"/>
            <a:ext cx="293891" cy="293891"/>
            <a:chOff x="6134814" y="4086186"/>
            <a:chExt cx="293891" cy="293891"/>
          </a:xfrm>
        </p:grpSpPr>
        <p:sp>
          <p:nvSpPr>
            <p:cNvPr id="8014" name="Google Shape;8014;p82"/>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82"/>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16" name="Google Shape;8016;p82"/>
          <p:cNvSpPr/>
          <p:nvPr/>
        </p:nvSpPr>
        <p:spPr>
          <a:xfrm>
            <a:off x="6930470" y="3498595"/>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82"/>
          <p:cNvSpPr/>
          <p:nvPr/>
        </p:nvSpPr>
        <p:spPr>
          <a:xfrm rot="10800000">
            <a:off x="6336732" y="3496333"/>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18" name="Google Shape;8018;p82"/>
          <p:cNvGrpSpPr/>
          <p:nvPr/>
        </p:nvGrpSpPr>
        <p:grpSpPr>
          <a:xfrm>
            <a:off x="7817018" y="2706762"/>
            <a:ext cx="622883" cy="621944"/>
            <a:chOff x="1187048" y="238125"/>
            <a:chExt cx="5256397" cy="5248476"/>
          </a:xfrm>
        </p:grpSpPr>
        <p:sp>
          <p:nvSpPr>
            <p:cNvPr id="8019" name="Google Shape;8019;p82"/>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82"/>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82"/>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82"/>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3" name="Google Shape;8023;p82"/>
          <p:cNvGrpSpPr/>
          <p:nvPr/>
        </p:nvGrpSpPr>
        <p:grpSpPr>
          <a:xfrm>
            <a:off x="2274123" y="2716370"/>
            <a:ext cx="1310987" cy="612407"/>
            <a:chOff x="238125" y="1188750"/>
            <a:chExt cx="7140450" cy="3335550"/>
          </a:xfrm>
        </p:grpSpPr>
        <p:sp>
          <p:nvSpPr>
            <p:cNvPr id="8024" name="Google Shape;8024;p82"/>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82"/>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82"/>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82"/>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82"/>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9" name="Google Shape;8029;p82"/>
          <p:cNvGrpSpPr/>
          <p:nvPr/>
        </p:nvGrpSpPr>
        <p:grpSpPr>
          <a:xfrm>
            <a:off x="6599995" y="2706925"/>
            <a:ext cx="1110299" cy="621702"/>
            <a:chOff x="238125" y="1335475"/>
            <a:chExt cx="5418735" cy="3034175"/>
          </a:xfrm>
        </p:grpSpPr>
        <p:sp>
          <p:nvSpPr>
            <p:cNvPr id="8030" name="Google Shape;8030;p82"/>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82"/>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82"/>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3" name="Google Shape;8033;p82"/>
          <p:cNvGrpSpPr/>
          <p:nvPr/>
        </p:nvGrpSpPr>
        <p:grpSpPr>
          <a:xfrm>
            <a:off x="5417655" y="2703822"/>
            <a:ext cx="1074451" cy="627181"/>
            <a:chOff x="5359127" y="2910889"/>
            <a:chExt cx="1097723" cy="640831"/>
          </a:xfrm>
        </p:grpSpPr>
        <p:grpSp>
          <p:nvGrpSpPr>
            <p:cNvPr id="8034" name="Google Shape;8034;p82"/>
            <p:cNvGrpSpPr/>
            <p:nvPr/>
          </p:nvGrpSpPr>
          <p:grpSpPr>
            <a:xfrm>
              <a:off x="5929791" y="3263088"/>
              <a:ext cx="527060" cy="287097"/>
              <a:chOff x="5929791" y="3263088"/>
              <a:chExt cx="527060" cy="287097"/>
            </a:xfrm>
          </p:grpSpPr>
          <p:sp>
            <p:nvSpPr>
              <p:cNvPr id="8035" name="Google Shape;8035;p82"/>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036" name="Google Shape;8036;p82"/>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037" name="Google Shape;8037;p82"/>
            <p:cNvGrpSpPr/>
            <p:nvPr/>
          </p:nvGrpSpPr>
          <p:grpSpPr>
            <a:xfrm>
              <a:off x="5359127" y="3263089"/>
              <a:ext cx="526428" cy="288631"/>
              <a:chOff x="5359127" y="3263089"/>
              <a:chExt cx="526428" cy="288631"/>
            </a:xfrm>
          </p:grpSpPr>
          <p:sp>
            <p:nvSpPr>
              <p:cNvPr id="8038" name="Google Shape;8038;p82"/>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039" name="Google Shape;8039;p82"/>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040" name="Google Shape;8040;p82"/>
            <p:cNvGrpSpPr/>
            <p:nvPr/>
          </p:nvGrpSpPr>
          <p:grpSpPr>
            <a:xfrm>
              <a:off x="5551525" y="2910889"/>
              <a:ext cx="520901" cy="610283"/>
              <a:chOff x="5551525" y="2910889"/>
              <a:chExt cx="520901" cy="610283"/>
            </a:xfrm>
          </p:grpSpPr>
          <p:sp>
            <p:nvSpPr>
              <p:cNvPr id="8041" name="Google Shape;8041;p82"/>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042" name="Google Shape;8042;p82"/>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043" name="Google Shape;8043;p82"/>
            <p:cNvGrpSpPr/>
            <p:nvPr/>
          </p:nvGrpSpPr>
          <p:grpSpPr>
            <a:xfrm>
              <a:off x="5743962" y="2919100"/>
              <a:ext cx="623674" cy="284502"/>
              <a:chOff x="5743962" y="2919100"/>
              <a:chExt cx="623674" cy="284502"/>
            </a:xfrm>
          </p:grpSpPr>
          <p:sp>
            <p:nvSpPr>
              <p:cNvPr id="8044" name="Google Shape;8044;p82"/>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045" name="Google Shape;8045;p82"/>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8046" name="Google Shape;8046;p82"/>
          <p:cNvGrpSpPr/>
          <p:nvPr/>
        </p:nvGrpSpPr>
        <p:grpSpPr>
          <a:xfrm>
            <a:off x="7568868" y="1854534"/>
            <a:ext cx="874976" cy="719600"/>
            <a:chOff x="7608988" y="2093194"/>
            <a:chExt cx="817276" cy="672147"/>
          </a:xfrm>
        </p:grpSpPr>
        <p:cxnSp>
          <p:nvCxnSpPr>
            <p:cNvPr id="8047" name="Google Shape;8047;p82"/>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048" name="Google Shape;8048;p82"/>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049" name="Google Shape;8049;p82"/>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050" name="Google Shape;8050;p82"/>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051" name="Google Shape;8051;p82"/>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8052" name="Google Shape;8052;p82"/>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8053" name="Google Shape;8053;p82"/>
            <p:cNvGrpSpPr/>
            <p:nvPr/>
          </p:nvGrpSpPr>
          <p:grpSpPr>
            <a:xfrm>
              <a:off x="7721175" y="2093194"/>
              <a:ext cx="599587" cy="623846"/>
              <a:chOff x="7721175" y="2093194"/>
              <a:chExt cx="599587" cy="623846"/>
            </a:xfrm>
          </p:grpSpPr>
          <p:grpSp>
            <p:nvGrpSpPr>
              <p:cNvPr id="8054" name="Google Shape;8054;p82"/>
              <p:cNvGrpSpPr/>
              <p:nvPr/>
            </p:nvGrpSpPr>
            <p:grpSpPr>
              <a:xfrm>
                <a:off x="7721175" y="2093194"/>
                <a:ext cx="291605" cy="623846"/>
                <a:chOff x="9405575" y="2061418"/>
                <a:chExt cx="291605" cy="623846"/>
              </a:xfrm>
            </p:grpSpPr>
            <p:sp>
              <p:nvSpPr>
                <p:cNvPr id="8055" name="Google Shape;8055;p82"/>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82"/>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82"/>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82"/>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82"/>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82"/>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82"/>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2" name="Google Shape;8062;p82"/>
              <p:cNvGrpSpPr/>
              <p:nvPr/>
            </p:nvGrpSpPr>
            <p:grpSpPr>
              <a:xfrm flipH="1">
                <a:off x="8029157" y="2093194"/>
                <a:ext cx="291605" cy="623846"/>
                <a:chOff x="9405575" y="2061418"/>
                <a:chExt cx="291605" cy="623846"/>
              </a:xfrm>
            </p:grpSpPr>
            <p:sp>
              <p:nvSpPr>
                <p:cNvPr id="8063" name="Google Shape;8063;p82"/>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82"/>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82"/>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82"/>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82"/>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82"/>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82"/>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070" name="Google Shape;8070;p82"/>
          <p:cNvGrpSpPr/>
          <p:nvPr/>
        </p:nvGrpSpPr>
        <p:grpSpPr>
          <a:xfrm>
            <a:off x="4013304" y="970936"/>
            <a:ext cx="712557" cy="785901"/>
            <a:chOff x="4206459" y="1191441"/>
            <a:chExt cx="712557" cy="785901"/>
          </a:xfrm>
        </p:grpSpPr>
        <p:sp>
          <p:nvSpPr>
            <p:cNvPr id="8071" name="Google Shape;8071;p82"/>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82"/>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82"/>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82"/>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75" name="Google Shape;8075;p82"/>
            <p:cNvGrpSpPr/>
            <p:nvPr/>
          </p:nvGrpSpPr>
          <p:grpSpPr>
            <a:xfrm>
              <a:off x="4644280" y="1290523"/>
              <a:ext cx="143716" cy="29463"/>
              <a:chOff x="4644280" y="1290523"/>
              <a:chExt cx="143716" cy="29463"/>
            </a:xfrm>
          </p:grpSpPr>
          <p:sp>
            <p:nvSpPr>
              <p:cNvPr id="8076" name="Google Shape;8076;p82"/>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82"/>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82"/>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82"/>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0" name="Google Shape;8080;p82"/>
            <p:cNvGrpSpPr/>
            <p:nvPr/>
          </p:nvGrpSpPr>
          <p:grpSpPr>
            <a:xfrm>
              <a:off x="4356567" y="1191441"/>
              <a:ext cx="143690" cy="29488"/>
              <a:chOff x="4356567" y="1191441"/>
              <a:chExt cx="143690" cy="29488"/>
            </a:xfrm>
          </p:grpSpPr>
          <p:sp>
            <p:nvSpPr>
              <p:cNvPr id="8081" name="Google Shape;8081;p82"/>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82"/>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82"/>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82"/>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5" name="Google Shape;8085;p82"/>
            <p:cNvGrpSpPr/>
            <p:nvPr/>
          </p:nvGrpSpPr>
          <p:grpSpPr>
            <a:xfrm>
              <a:off x="4339009" y="1863727"/>
              <a:ext cx="143703" cy="29476"/>
              <a:chOff x="4339009" y="1863727"/>
              <a:chExt cx="143703" cy="29476"/>
            </a:xfrm>
          </p:grpSpPr>
          <p:sp>
            <p:nvSpPr>
              <p:cNvPr id="8086" name="Google Shape;8086;p82"/>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82"/>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82"/>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82"/>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0" name="Google Shape;8090;p82"/>
            <p:cNvGrpSpPr/>
            <p:nvPr/>
          </p:nvGrpSpPr>
          <p:grpSpPr>
            <a:xfrm>
              <a:off x="4206459" y="1607315"/>
              <a:ext cx="29539" cy="142899"/>
              <a:chOff x="4206459" y="1607315"/>
              <a:chExt cx="29539" cy="142899"/>
            </a:xfrm>
          </p:grpSpPr>
          <p:sp>
            <p:nvSpPr>
              <p:cNvPr id="8091" name="Google Shape;8091;p82"/>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82"/>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82"/>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82"/>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95" name="Google Shape;8095;p82"/>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82"/>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82"/>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82"/>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99" name="Google Shape;8099;p82"/>
            <p:cNvGrpSpPr/>
            <p:nvPr/>
          </p:nvGrpSpPr>
          <p:grpSpPr>
            <a:xfrm>
              <a:off x="4889463" y="1423737"/>
              <a:ext cx="29552" cy="142899"/>
              <a:chOff x="4889463" y="1423737"/>
              <a:chExt cx="29552" cy="142899"/>
            </a:xfrm>
          </p:grpSpPr>
          <p:sp>
            <p:nvSpPr>
              <p:cNvPr id="8100" name="Google Shape;8100;p82"/>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82"/>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82"/>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82"/>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4" name="Google Shape;8104;p82"/>
            <p:cNvGrpSpPr/>
            <p:nvPr/>
          </p:nvGrpSpPr>
          <p:grpSpPr>
            <a:xfrm>
              <a:off x="4771663" y="1876896"/>
              <a:ext cx="108651" cy="100447"/>
              <a:chOff x="4771663" y="1876896"/>
              <a:chExt cx="108651" cy="100447"/>
            </a:xfrm>
          </p:grpSpPr>
          <p:sp>
            <p:nvSpPr>
              <p:cNvPr id="8105" name="Google Shape;8105;p82"/>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82"/>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82"/>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82"/>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09" name="Google Shape;8109;p82"/>
          <p:cNvGrpSpPr/>
          <p:nvPr/>
        </p:nvGrpSpPr>
        <p:grpSpPr>
          <a:xfrm>
            <a:off x="4008780" y="1854159"/>
            <a:ext cx="791287" cy="720350"/>
            <a:chOff x="267375" y="1071875"/>
            <a:chExt cx="470500" cy="428550"/>
          </a:xfrm>
        </p:grpSpPr>
        <p:sp>
          <p:nvSpPr>
            <p:cNvPr id="8110" name="Google Shape;8110;p82"/>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82"/>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82"/>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82"/>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82"/>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82"/>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82"/>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82"/>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8" name="Google Shape;8118;p82"/>
          <p:cNvGrpSpPr/>
          <p:nvPr/>
        </p:nvGrpSpPr>
        <p:grpSpPr>
          <a:xfrm>
            <a:off x="709275" y="3498789"/>
            <a:ext cx="1408444" cy="673166"/>
            <a:chOff x="712664" y="3693287"/>
            <a:chExt cx="1460738" cy="698160"/>
          </a:xfrm>
        </p:grpSpPr>
        <p:grpSp>
          <p:nvGrpSpPr>
            <p:cNvPr id="8119" name="Google Shape;8119;p82"/>
            <p:cNvGrpSpPr/>
            <p:nvPr/>
          </p:nvGrpSpPr>
          <p:grpSpPr>
            <a:xfrm>
              <a:off x="1380079" y="4133090"/>
              <a:ext cx="234048" cy="258099"/>
              <a:chOff x="1380079" y="4133090"/>
              <a:chExt cx="234048" cy="258099"/>
            </a:xfrm>
          </p:grpSpPr>
          <p:sp>
            <p:nvSpPr>
              <p:cNvPr id="8120" name="Google Shape;8120;p82"/>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82"/>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82"/>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3" name="Google Shape;8123;p82"/>
            <p:cNvGrpSpPr/>
            <p:nvPr/>
          </p:nvGrpSpPr>
          <p:grpSpPr>
            <a:xfrm>
              <a:off x="884610" y="3864082"/>
              <a:ext cx="1118566" cy="527275"/>
              <a:chOff x="890961" y="3865463"/>
              <a:chExt cx="1115221" cy="525698"/>
            </a:xfrm>
          </p:grpSpPr>
          <p:sp>
            <p:nvSpPr>
              <p:cNvPr id="8124" name="Google Shape;8124;p82"/>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82"/>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82"/>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7" name="Google Shape;8127;p82"/>
            <p:cNvGrpSpPr/>
            <p:nvPr/>
          </p:nvGrpSpPr>
          <p:grpSpPr>
            <a:xfrm>
              <a:off x="712664" y="3693287"/>
              <a:ext cx="1460738" cy="698160"/>
              <a:chOff x="712664" y="3693025"/>
              <a:chExt cx="1460738" cy="698160"/>
            </a:xfrm>
          </p:grpSpPr>
          <p:sp>
            <p:nvSpPr>
              <p:cNvPr id="8128" name="Google Shape;8128;p82"/>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82"/>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82"/>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82"/>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82"/>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82"/>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34" name="Google Shape;8134;p82"/>
          <p:cNvGrpSpPr/>
          <p:nvPr/>
        </p:nvGrpSpPr>
        <p:grpSpPr>
          <a:xfrm>
            <a:off x="3146990" y="970936"/>
            <a:ext cx="795485" cy="738831"/>
            <a:chOff x="3348603" y="1236445"/>
            <a:chExt cx="749256" cy="695894"/>
          </a:xfrm>
        </p:grpSpPr>
        <p:grpSp>
          <p:nvGrpSpPr>
            <p:cNvPr id="8135" name="Google Shape;8135;p82"/>
            <p:cNvGrpSpPr/>
            <p:nvPr/>
          </p:nvGrpSpPr>
          <p:grpSpPr>
            <a:xfrm>
              <a:off x="3583779" y="1236445"/>
              <a:ext cx="293795" cy="285811"/>
              <a:chOff x="3750225" y="1774000"/>
              <a:chExt cx="149575" cy="145525"/>
            </a:xfrm>
          </p:grpSpPr>
          <p:sp>
            <p:nvSpPr>
              <p:cNvPr id="8136" name="Google Shape;8136;p82"/>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82"/>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8" name="Google Shape;8138;p82"/>
            <p:cNvGrpSpPr/>
            <p:nvPr/>
          </p:nvGrpSpPr>
          <p:grpSpPr>
            <a:xfrm>
              <a:off x="3775534" y="1462599"/>
              <a:ext cx="322325" cy="285958"/>
              <a:chOff x="3847850" y="1889150"/>
              <a:chExt cx="164100" cy="145600"/>
            </a:xfrm>
          </p:grpSpPr>
          <p:sp>
            <p:nvSpPr>
              <p:cNvPr id="8139" name="Google Shape;8139;p82"/>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82"/>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1" name="Google Shape;8141;p82"/>
            <p:cNvGrpSpPr/>
            <p:nvPr/>
          </p:nvGrpSpPr>
          <p:grpSpPr>
            <a:xfrm>
              <a:off x="3545329" y="1646528"/>
              <a:ext cx="293746" cy="285811"/>
              <a:chOff x="3730650" y="1982800"/>
              <a:chExt cx="149550" cy="145525"/>
            </a:xfrm>
          </p:grpSpPr>
          <p:sp>
            <p:nvSpPr>
              <p:cNvPr id="8142" name="Google Shape;8142;p82"/>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82"/>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4" name="Google Shape;8144;p82"/>
            <p:cNvGrpSpPr/>
            <p:nvPr/>
          </p:nvGrpSpPr>
          <p:grpSpPr>
            <a:xfrm>
              <a:off x="3348603" y="1415046"/>
              <a:ext cx="294384" cy="284387"/>
              <a:chOff x="3630494" y="1864938"/>
              <a:chExt cx="149875" cy="144800"/>
            </a:xfrm>
          </p:grpSpPr>
          <p:sp>
            <p:nvSpPr>
              <p:cNvPr id="8145" name="Google Shape;8145;p82"/>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82"/>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47" name="Google Shape;8147;p82"/>
          <p:cNvGrpSpPr/>
          <p:nvPr/>
        </p:nvGrpSpPr>
        <p:grpSpPr>
          <a:xfrm>
            <a:off x="2268517" y="3493832"/>
            <a:ext cx="1324924" cy="678083"/>
            <a:chOff x="2413923" y="3711366"/>
            <a:chExt cx="1374117" cy="703260"/>
          </a:xfrm>
        </p:grpSpPr>
        <p:grpSp>
          <p:nvGrpSpPr>
            <p:cNvPr id="8148" name="Google Shape;8148;p82"/>
            <p:cNvGrpSpPr/>
            <p:nvPr/>
          </p:nvGrpSpPr>
          <p:grpSpPr>
            <a:xfrm>
              <a:off x="2413923" y="3711366"/>
              <a:ext cx="1374117" cy="703260"/>
              <a:chOff x="2413923" y="3711366"/>
              <a:chExt cx="1374117" cy="703260"/>
            </a:xfrm>
          </p:grpSpPr>
          <p:sp>
            <p:nvSpPr>
              <p:cNvPr id="8149" name="Google Shape;8149;p82"/>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50" name="Google Shape;8150;p82"/>
              <p:cNvGrpSpPr/>
              <p:nvPr/>
            </p:nvGrpSpPr>
            <p:grpSpPr>
              <a:xfrm>
                <a:off x="2600284" y="3808654"/>
                <a:ext cx="234506" cy="138009"/>
                <a:chOff x="2600284" y="3808654"/>
                <a:chExt cx="234506" cy="138009"/>
              </a:xfrm>
            </p:grpSpPr>
            <p:sp>
              <p:nvSpPr>
                <p:cNvPr id="8151" name="Google Shape;8151;p82"/>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52" name="Google Shape;8152;p82"/>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153" name="Google Shape;8153;p82"/>
              <p:cNvGrpSpPr/>
              <p:nvPr/>
            </p:nvGrpSpPr>
            <p:grpSpPr>
              <a:xfrm>
                <a:off x="3359659" y="3805664"/>
                <a:ext cx="232294" cy="141000"/>
                <a:chOff x="3359659" y="3805664"/>
                <a:chExt cx="232294" cy="141000"/>
              </a:xfrm>
            </p:grpSpPr>
            <p:sp>
              <p:nvSpPr>
                <p:cNvPr id="8154" name="Google Shape;8154;p82"/>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55" name="Google Shape;8155;p82"/>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156" name="Google Shape;8156;p82"/>
              <p:cNvGrpSpPr/>
              <p:nvPr/>
            </p:nvGrpSpPr>
            <p:grpSpPr>
              <a:xfrm>
                <a:off x="3067316" y="3711366"/>
                <a:ext cx="66900" cy="166809"/>
                <a:chOff x="3067316" y="3711366"/>
                <a:chExt cx="66900" cy="166809"/>
              </a:xfrm>
            </p:grpSpPr>
            <p:sp>
              <p:nvSpPr>
                <p:cNvPr id="8157" name="Google Shape;8157;p82"/>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58" name="Google Shape;8158;p82"/>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159" name="Google Shape;8159;p82"/>
              <p:cNvGrpSpPr/>
              <p:nvPr/>
            </p:nvGrpSpPr>
            <p:grpSpPr>
              <a:xfrm>
                <a:off x="2413923" y="4058666"/>
                <a:ext cx="224119" cy="66900"/>
                <a:chOff x="2413923" y="4058666"/>
                <a:chExt cx="224119" cy="66900"/>
              </a:xfrm>
            </p:grpSpPr>
            <p:sp>
              <p:nvSpPr>
                <p:cNvPr id="8160" name="Google Shape;8160;p82"/>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61" name="Google Shape;8161;p82"/>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162" name="Google Shape;8162;p82"/>
              <p:cNvGrpSpPr/>
              <p:nvPr/>
            </p:nvGrpSpPr>
            <p:grpSpPr>
              <a:xfrm>
                <a:off x="3564643" y="4058666"/>
                <a:ext cx="223397" cy="66900"/>
                <a:chOff x="3564643" y="4058666"/>
                <a:chExt cx="223397" cy="66900"/>
              </a:xfrm>
            </p:grpSpPr>
            <p:sp>
              <p:nvSpPr>
                <p:cNvPr id="8163" name="Google Shape;8163;p82"/>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64" name="Google Shape;8164;p82"/>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8165" name="Google Shape;8165;p82"/>
            <p:cNvGrpSpPr/>
            <p:nvPr/>
          </p:nvGrpSpPr>
          <p:grpSpPr>
            <a:xfrm>
              <a:off x="2633353" y="3965763"/>
              <a:ext cx="933975" cy="445687"/>
              <a:chOff x="2633353" y="3965763"/>
              <a:chExt cx="933975" cy="445687"/>
            </a:xfrm>
          </p:grpSpPr>
          <p:sp>
            <p:nvSpPr>
              <p:cNvPr id="8166" name="Google Shape;8166;p82"/>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82"/>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68" name="Google Shape;8168;p82"/>
          <p:cNvGrpSpPr/>
          <p:nvPr/>
        </p:nvGrpSpPr>
        <p:grpSpPr>
          <a:xfrm>
            <a:off x="6392789" y="1044380"/>
            <a:ext cx="1131087" cy="587383"/>
            <a:chOff x="238125" y="999450"/>
            <a:chExt cx="7140700" cy="3708225"/>
          </a:xfrm>
        </p:grpSpPr>
        <p:sp>
          <p:nvSpPr>
            <p:cNvPr id="8169" name="Google Shape;8169;p82"/>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82"/>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82"/>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82"/>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82"/>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82"/>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82"/>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82"/>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82"/>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8" name="Google Shape;8178;p82"/>
          <p:cNvGrpSpPr/>
          <p:nvPr/>
        </p:nvGrpSpPr>
        <p:grpSpPr>
          <a:xfrm>
            <a:off x="3744240" y="3493874"/>
            <a:ext cx="1375854" cy="678131"/>
            <a:chOff x="3913765" y="3641905"/>
            <a:chExt cx="1522805" cy="750560"/>
          </a:xfrm>
        </p:grpSpPr>
        <p:grpSp>
          <p:nvGrpSpPr>
            <p:cNvPr id="8179" name="Google Shape;8179;p82"/>
            <p:cNvGrpSpPr/>
            <p:nvPr/>
          </p:nvGrpSpPr>
          <p:grpSpPr>
            <a:xfrm>
              <a:off x="3913765" y="3997002"/>
              <a:ext cx="1522805" cy="395463"/>
              <a:chOff x="3913765" y="3997002"/>
              <a:chExt cx="1522805" cy="395463"/>
            </a:xfrm>
          </p:grpSpPr>
          <p:grpSp>
            <p:nvGrpSpPr>
              <p:cNvPr id="8180" name="Google Shape;8180;p82"/>
              <p:cNvGrpSpPr/>
              <p:nvPr/>
            </p:nvGrpSpPr>
            <p:grpSpPr>
              <a:xfrm>
                <a:off x="3913765" y="4138659"/>
                <a:ext cx="507602" cy="253806"/>
                <a:chOff x="3913765" y="4138659"/>
                <a:chExt cx="507602" cy="253806"/>
              </a:xfrm>
            </p:grpSpPr>
            <p:sp>
              <p:nvSpPr>
                <p:cNvPr id="8181" name="Google Shape;8181;p82"/>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82"/>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8183" name="Google Shape;8183;p82"/>
              <p:cNvGrpSpPr/>
              <p:nvPr/>
            </p:nvGrpSpPr>
            <p:grpSpPr>
              <a:xfrm>
                <a:off x="4421361" y="3997002"/>
                <a:ext cx="507618" cy="395463"/>
                <a:chOff x="4421361" y="3997002"/>
                <a:chExt cx="507618" cy="395463"/>
              </a:xfrm>
            </p:grpSpPr>
            <p:sp>
              <p:nvSpPr>
                <p:cNvPr id="8184" name="Google Shape;8184;p82"/>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82"/>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6" name="Google Shape;8186;p82"/>
              <p:cNvGrpSpPr/>
              <p:nvPr/>
            </p:nvGrpSpPr>
            <p:grpSpPr>
              <a:xfrm>
                <a:off x="4928973" y="4189418"/>
                <a:ext cx="507596" cy="203047"/>
                <a:chOff x="4928973" y="4189418"/>
                <a:chExt cx="507596" cy="203047"/>
              </a:xfrm>
            </p:grpSpPr>
            <p:sp>
              <p:nvSpPr>
                <p:cNvPr id="8187" name="Google Shape;8187;p82"/>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82"/>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89" name="Google Shape;8189;p82"/>
            <p:cNvGrpSpPr/>
            <p:nvPr/>
          </p:nvGrpSpPr>
          <p:grpSpPr>
            <a:xfrm>
              <a:off x="4482186" y="3641905"/>
              <a:ext cx="397605" cy="349784"/>
              <a:chOff x="2906375" y="1159725"/>
              <a:chExt cx="1860575" cy="1636800"/>
            </a:xfrm>
          </p:grpSpPr>
          <p:sp>
            <p:nvSpPr>
              <p:cNvPr id="8190" name="Google Shape;8190;p82"/>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82"/>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82"/>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82"/>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94" name="Google Shape;8194;p82"/>
          <p:cNvGrpSpPr/>
          <p:nvPr/>
        </p:nvGrpSpPr>
        <p:grpSpPr>
          <a:xfrm>
            <a:off x="6528949" y="1853801"/>
            <a:ext cx="940737" cy="721067"/>
            <a:chOff x="6599718" y="2068734"/>
            <a:chExt cx="940737" cy="721067"/>
          </a:xfrm>
        </p:grpSpPr>
        <p:sp>
          <p:nvSpPr>
            <p:cNvPr id="8195" name="Google Shape;8195;p82"/>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82"/>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82"/>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82"/>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82"/>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82"/>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01" name="Google Shape;8201;p82"/>
            <p:cNvGrpSpPr/>
            <p:nvPr/>
          </p:nvGrpSpPr>
          <p:grpSpPr>
            <a:xfrm>
              <a:off x="6836957" y="2068734"/>
              <a:ext cx="461892" cy="721067"/>
              <a:chOff x="6836957" y="2068734"/>
              <a:chExt cx="461892" cy="721067"/>
            </a:xfrm>
          </p:grpSpPr>
          <p:sp>
            <p:nvSpPr>
              <p:cNvPr id="8202" name="Google Shape;8202;p82"/>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82"/>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82"/>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82"/>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82"/>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82"/>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08" name="Google Shape;8208;p82"/>
              <p:cNvGrpSpPr/>
              <p:nvPr/>
            </p:nvGrpSpPr>
            <p:grpSpPr>
              <a:xfrm>
                <a:off x="6836957" y="2068734"/>
                <a:ext cx="461892" cy="721067"/>
                <a:chOff x="6836957" y="2068734"/>
                <a:chExt cx="461892" cy="721067"/>
              </a:xfrm>
            </p:grpSpPr>
            <p:sp>
              <p:nvSpPr>
                <p:cNvPr id="8209" name="Google Shape;8209;p82"/>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82"/>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82"/>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82"/>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82"/>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82"/>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82"/>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216" name="Google Shape;8216;p82"/>
          <p:cNvGrpSpPr/>
          <p:nvPr/>
        </p:nvGrpSpPr>
        <p:grpSpPr>
          <a:xfrm>
            <a:off x="2412267" y="1858147"/>
            <a:ext cx="712577" cy="712374"/>
            <a:chOff x="2559249" y="2069323"/>
            <a:chExt cx="685566" cy="685634"/>
          </a:xfrm>
        </p:grpSpPr>
        <p:sp>
          <p:nvSpPr>
            <p:cNvPr id="8217" name="Google Shape;8217;p82"/>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82"/>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82"/>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82"/>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82"/>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82"/>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82"/>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82"/>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82"/>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82"/>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82"/>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82"/>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82"/>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0" name="Google Shape;8230;p82"/>
          <p:cNvGrpSpPr/>
          <p:nvPr/>
        </p:nvGrpSpPr>
        <p:grpSpPr>
          <a:xfrm>
            <a:off x="7594705" y="970936"/>
            <a:ext cx="845645" cy="711911"/>
            <a:chOff x="951975" y="315800"/>
            <a:chExt cx="5860325" cy="4933550"/>
          </a:xfrm>
        </p:grpSpPr>
        <p:sp>
          <p:nvSpPr>
            <p:cNvPr id="8231" name="Google Shape;8231;p82"/>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82"/>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82"/>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82"/>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82"/>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82"/>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82"/>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82"/>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9" name="Google Shape;8239;p82"/>
          <p:cNvGrpSpPr/>
          <p:nvPr/>
        </p:nvGrpSpPr>
        <p:grpSpPr>
          <a:xfrm>
            <a:off x="3691834" y="2707045"/>
            <a:ext cx="1617932" cy="621724"/>
            <a:chOff x="3862800" y="3038525"/>
            <a:chExt cx="1329006" cy="510698"/>
          </a:xfrm>
        </p:grpSpPr>
        <p:sp>
          <p:nvSpPr>
            <p:cNvPr id="8240" name="Google Shape;8240;p82"/>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82"/>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42" name="Google Shape;8242;p82"/>
            <p:cNvGrpSpPr/>
            <p:nvPr/>
          </p:nvGrpSpPr>
          <p:grpSpPr>
            <a:xfrm>
              <a:off x="3967075" y="3040337"/>
              <a:ext cx="1019927" cy="402126"/>
              <a:chOff x="3967075" y="3040337"/>
              <a:chExt cx="1019927" cy="402126"/>
            </a:xfrm>
          </p:grpSpPr>
          <p:sp>
            <p:nvSpPr>
              <p:cNvPr id="8243" name="Google Shape;8243;p82"/>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82"/>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5" name="Google Shape;8245;p82"/>
            <p:cNvGrpSpPr/>
            <p:nvPr/>
          </p:nvGrpSpPr>
          <p:grpSpPr>
            <a:xfrm>
              <a:off x="4186700" y="3040337"/>
              <a:ext cx="390475" cy="183289"/>
              <a:chOff x="4186700" y="3040337"/>
              <a:chExt cx="390475" cy="183289"/>
            </a:xfrm>
          </p:grpSpPr>
          <p:sp>
            <p:nvSpPr>
              <p:cNvPr id="8246" name="Google Shape;8246;p82"/>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82"/>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8" name="Google Shape;8248;p82"/>
            <p:cNvGrpSpPr/>
            <p:nvPr/>
          </p:nvGrpSpPr>
          <p:grpSpPr>
            <a:xfrm>
              <a:off x="4073727" y="3040337"/>
              <a:ext cx="697794" cy="296263"/>
              <a:chOff x="4073727" y="3040337"/>
              <a:chExt cx="697794" cy="296263"/>
            </a:xfrm>
          </p:grpSpPr>
          <p:sp>
            <p:nvSpPr>
              <p:cNvPr id="8249" name="Google Shape;8249;p82"/>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82"/>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1" name="Google Shape;8251;p82"/>
            <p:cNvGrpSpPr/>
            <p:nvPr/>
          </p:nvGrpSpPr>
          <p:grpSpPr>
            <a:xfrm>
              <a:off x="3862800" y="3038525"/>
              <a:ext cx="1329006" cy="510698"/>
              <a:chOff x="3862800" y="3038525"/>
              <a:chExt cx="1329006" cy="510698"/>
            </a:xfrm>
          </p:grpSpPr>
          <p:sp>
            <p:nvSpPr>
              <p:cNvPr id="8252" name="Google Shape;8252;p82"/>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82"/>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54" name="Google Shape;8254;p82"/>
          <p:cNvGrpSpPr/>
          <p:nvPr/>
        </p:nvGrpSpPr>
        <p:grpSpPr>
          <a:xfrm>
            <a:off x="700156" y="970936"/>
            <a:ext cx="883205" cy="775176"/>
            <a:chOff x="649648" y="271400"/>
            <a:chExt cx="6215377" cy="5455143"/>
          </a:xfrm>
        </p:grpSpPr>
        <p:sp>
          <p:nvSpPr>
            <p:cNvPr id="8255" name="Google Shape;8255;p82"/>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82"/>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82"/>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82"/>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82"/>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82"/>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82"/>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82"/>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82"/>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82"/>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82"/>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82"/>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7" name="Google Shape;8267;p82"/>
          <p:cNvGrpSpPr/>
          <p:nvPr/>
        </p:nvGrpSpPr>
        <p:grpSpPr>
          <a:xfrm>
            <a:off x="2308457" y="970936"/>
            <a:ext cx="767704" cy="815489"/>
            <a:chOff x="2499700" y="1135950"/>
            <a:chExt cx="732402" cy="777990"/>
          </a:xfrm>
        </p:grpSpPr>
        <p:grpSp>
          <p:nvGrpSpPr>
            <p:cNvPr id="8268" name="Google Shape;8268;p82"/>
            <p:cNvGrpSpPr/>
            <p:nvPr/>
          </p:nvGrpSpPr>
          <p:grpSpPr>
            <a:xfrm>
              <a:off x="2499700" y="1135950"/>
              <a:ext cx="732402" cy="694705"/>
              <a:chOff x="2499700" y="1135950"/>
              <a:chExt cx="732402" cy="694705"/>
            </a:xfrm>
          </p:grpSpPr>
          <p:sp>
            <p:nvSpPr>
              <p:cNvPr id="8269" name="Google Shape;8269;p82"/>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82"/>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82"/>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82"/>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82"/>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82"/>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82"/>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82"/>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82"/>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82"/>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82"/>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82"/>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82"/>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82"/>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82"/>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82"/>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82"/>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82"/>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82"/>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82"/>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82"/>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82"/>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82"/>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82"/>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82"/>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82"/>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82"/>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6" name="Google Shape;8296;p82"/>
            <p:cNvGrpSpPr/>
            <p:nvPr/>
          </p:nvGrpSpPr>
          <p:grpSpPr>
            <a:xfrm>
              <a:off x="2517909" y="1188726"/>
              <a:ext cx="702702" cy="725214"/>
              <a:chOff x="2517909" y="1188726"/>
              <a:chExt cx="702702" cy="725214"/>
            </a:xfrm>
          </p:grpSpPr>
          <p:sp>
            <p:nvSpPr>
              <p:cNvPr id="8297" name="Google Shape;8297;p82"/>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82"/>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82"/>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82"/>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82"/>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302" name="Google Shape;8302;p82"/>
          <p:cNvGrpSpPr/>
          <p:nvPr/>
        </p:nvGrpSpPr>
        <p:grpSpPr>
          <a:xfrm>
            <a:off x="1654189" y="970936"/>
            <a:ext cx="583439" cy="870229"/>
            <a:chOff x="1716825" y="1121550"/>
            <a:chExt cx="622800" cy="928938"/>
          </a:xfrm>
        </p:grpSpPr>
        <p:grpSp>
          <p:nvGrpSpPr>
            <p:cNvPr id="8303" name="Google Shape;8303;p82"/>
            <p:cNvGrpSpPr/>
            <p:nvPr/>
          </p:nvGrpSpPr>
          <p:grpSpPr>
            <a:xfrm>
              <a:off x="1716825" y="1121550"/>
              <a:ext cx="622800" cy="928938"/>
              <a:chOff x="1716825" y="1121550"/>
              <a:chExt cx="622800" cy="928938"/>
            </a:xfrm>
          </p:grpSpPr>
          <p:cxnSp>
            <p:nvCxnSpPr>
              <p:cNvPr id="8304" name="Google Shape;8304;p82"/>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8305" name="Google Shape;8305;p82"/>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6" name="Google Shape;8306;p82"/>
            <p:cNvGrpSpPr/>
            <p:nvPr/>
          </p:nvGrpSpPr>
          <p:grpSpPr>
            <a:xfrm>
              <a:off x="1768050" y="1172775"/>
              <a:ext cx="520200" cy="832000"/>
              <a:chOff x="1768050" y="1172775"/>
              <a:chExt cx="520200" cy="832000"/>
            </a:xfrm>
          </p:grpSpPr>
          <p:cxnSp>
            <p:nvCxnSpPr>
              <p:cNvPr id="8307" name="Google Shape;8307;p82"/>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8308" name="Google Shape;8308;p82"/>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9" name="Google Shape;8309;p82"/>
            <p:cNvGrpSpPr/>
            <p:nvPr/>
          </p:nvGrpSpPr>
          <p:grpSpPr>
            <a:xfrm>
              <a:off x="1820100" y="1225475"/>
              <a:ext cx="416400" cy="729575"/>
              <a:chOff x="1820100" y="1225475"/>
              <a:chExt cx="416400" cy="729575"/>
            </a:xfrm>
          </p:grpSpPr>
          <p:cxnSp>
            <p:nvCxnSpPr>
              <p:cNvPr id="8310" name="Google Shape;8310;p82"/>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8311" name="Google Shape;8311;p82"/>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2" name="Google Shape;8312;p82"/>
            <p:cNvGrpSpPr/>
            <p:nvPr/>
          </p:nvGrpSpPr>
          <p:grpSpPr>
            <a:xfrm>
              <a:off x="1874250" y="1278825"/>
              <a:ext cx="308100" cy="605275"/>
              <a:chOff x="1874250" y="1278825"/>
              <a:chExt cx="308100" cy="605275"/>
            </a:xfrm>
          </p:grpSpPr>
          <p:cxnSp>
            <p:nvCxnSpPr>
              <p:cNvPr id="8313" name="Google Shape;8313;p82"/>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8314" name="Google Shape;8314;p82"/>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15" name="Google Shape;8315;p82"/>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6" name="Google Shape;8316;p82"/>
          <p:cNvGrpSpPr/>
          <p:nvPr/>
        </p:nvGrpSpPr>
        <p:grpSpPr>
          <a:xfrm>
            <a:off x="1574012" y="1857258"/>
            <a:ext cx="739072" cy="714152"/>
            <a:chOff x="4334725" y="1355875"/>
            <a:chExt cx="3106650" cy="3001900"/>
          </a:xfrm>
        </p:grpSpPr>
        <p:grpSp>
          <p:nvGrpSpPr>
            <p:cNvPr id="8317" name="Google Shape;8317;p82"/>
            <p:cNvGrpSpPr/>
            <p:nvPr/>
          </p:nvGrpSpPr>
          <p:grpSpPr>
            <a:xfrm>
              <a:off x="4516050" y="1724875"/>
              <a:ext cx="2693725" cy="2632900"/>
              <a:chOff x="4516050" y="1724875"/>
              <a:chExt cx="2693725" cy="2632900"/>
            </a:xfrm>
          </p:grpSpPr>
          <p:sp>
            <p:nvSpPr>
              <p:cNvPr id="8318" name="Google Shape;8318;p82"/>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82"/>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82"/>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1" name="Google Shape;8321;p82"/>
            <p:cNvGrpSpPr/>
            <p:nvPr/>
          </p:nvGrpSpPr>
          <p:grpSpPr>
            <a:xfrm>
              <a:off x="4334725" y="1355875"/>
              <a:ext cx="3106650" cy="2709650"/>
              <a:chOff x="4334725" y="1355875"/>
              <a:chExt cx="3106650" cy="2709650"/>
            </a:xfrm>
          </p:grpSpPr>
          <p:sp>
            <p:nvSpPr>
              <p:cNvPr id="8322" name="Google Shape;8322;p82"/>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82"/>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82"/>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325" name="Google Shape;8325;p82"/>
          <p:cNvGrpSpPr/>
          <p:nvPr/>
        </p:nvGrpSpPr>
        <p:grpSpPr>
          <a:xfrm>
            <a:off x="7690961" y="3488029"/>
            <a:ext cx="312074" cy="684173"/>
            <a:chOff x="7645573" y="3754300"/>
            <a:chExt cx="293855" cy="644170"/>
          </a:xfrm>
        </p:grpSpPr>
        <p:sp>
          <p:nvSpPr>
            <p:cNvPr id="8326" name="Google Shape;8326;p82"/>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82"/>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8" name="Google Shape;8328;p82"/>
          <p:cNvGrpSpPr/>
          <p:nvPr/>
        </p:nvGrpSpPr>
        <p:grpSpPr>
          <a:xfrm>
            <a:off x="5612949" y="970936"/>
            <a:ext cx="709011" cy="739359"/>
            <a:chOff x="5830645" y="1256617"/>
            <a:chExt cx="530340" cy="553040"/>
          </a:xfrm>
        </p:grpSpPr>
        <p:grpSp>
          <p:nvGrpSpPr>
            <p:cNvPr id="8329" name="Google Shape;8329;p82"/>
            <p:cNvGrpSpPr/>
            <p:nvPr/>
          </p:nvGrpSpPr>
          <p:grpSpPr>
            <a:xfrm>
              <a:off x="5830645" y="1256617"/>
              <a:ext cx="259743" cy="269909"/>
              <a:chOff x="5830645" y="1256617"/>
              <a:chExt cx="259743" cy="269909"/>
            </a:xfrm>
          </p:grpSpPr>
          <p:sp>
            <p:nvSpPr>
              <p:cNvPr id="8330" name="Google Shape;8330;p82"/>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82"/>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2" name="Google Shape;8332;p82"/>
            <p:cNvGrpSpPr/>
            <p:nvPr/>
          </p:nvGrpSpPr>
          <p:grpSpPr>
            <a:xfrm>
              <a:off x="6101293" y="1256617"/>
              <a:ext cx="259692" cy="269909"/>
              <a:chOff x="6101293" y="1256617"/>
              <a:chExt cx="259692" cy="269909"/>
            </a:xfrm>
          </p:grpSpPr>
          <p:sp>
            <p:nvSpPr>
              <p:cNvPr id="8333" name="Google Shape;8333;p82"/>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82"/>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5" name="Google Shape;8335;p82"/>
            <p:cNvGrpSpPr/>
            <p:nvPr/>
          </p:nvGrpSpPr>
          <p:grpSpPr>
            <a:xfrm>
              <a:off x="5830645" y="1539749"/>
              <a:ext cx="259692" cy="269909"/>
              <a:chOff x="5830645" y="1539749"/>
              <a:chExt cx="259692" cy="269909"/>
            </a:xfrm>
          </p:grpSpPr>
          <p:sp>
            <p:nvSpPr>
              <p:cNvPr id="8336" name="Google Shape;8336;p82"/>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82"/>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8" name="Google Shape;8338;p82"/>
            <p:cNvGrpSpPr/>
            <p:nvPr/>
          </p:nvGrpSpPr>
          <p:grpSpPr>
            <a:xfrm>
              <a:off x="6101293" y="1539749"/>
              <a:ext cx="259692" cy="269909"/>
              <a:chOff x="6101293" y="1539749"/>
              <a:chExt cx="259692" cy="269909"/>
            </a:xfrm>
          </p:grpSpPr>
          <p:sp>
            <p:nvSpPr>
              <p:cNvPr id="8339" name="Google Shape;8339;p82"/>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82"/>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41" name="Google Shape;8341;p82"/>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2" name="Google Shape;8342;p82"/>
          <p:cNvGrpSpPr/>
          <p:nvPr/>
        </p:nvGrpSpPr>
        <p:grpSpPr>
          <a:xfrm>
            <a:off x="714444" y="2707052"/>
            <a:ext cx="1452955" cy="621360"/>
            <a:chOff x="732422" y="2990152"/>
            <a:chExt cx="1337773" cy="572102"/>
          </a:xfrm>
        </p:grpSpPr>
        <p:sp>
          <p:nvSpPr>
            <p:cNvPr id="8343" name="Google Shape;8343;p82"/>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82"/>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82"/>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82"/>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82"/>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82"/>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8352"/>
        <p:cNvGrpSpPr/>
        <p:nvPr/>
      </p:nvGrpSpPr>
      <p:grpSpPr>
        <a:xfrm>
          <a:off x="0" y="0"/>
          <a:ext cx="0" cy="0"/>
          <a:chOff x="0" y="0"/>
          <a:chExt cx="0" cy="0"/>
        </a:xfrm>
      </p:grpSpPr>
      <p:grpSp>
        <p:nvGrpSpPr>
          <p:cNvPr id="8353" name="Google Shape;8353;p83"/>
          <p:cNvGrpSpPr/>
          <p:nvPr/>
        </p:nvGrpSpPr>
        <p:grpSpPr>
          <a:xfrm>
            <a:off x="708579" y="965872"/>
            <a:ext cx="1636117" cy="1526144"/>
            <a:chOff x="729238" y="1179665"/>
            <a:chExt cx="1636117" cy="1526144"/>
          </a:xfrm>
        </p:grpSpPr>
        <p:grpSp>
          <p:nvGrpSpPr>
            <p:cNvPr id="8354" name="Google Shape;8354;p83"/>
            <p:cNvGrpSpPr/>
            <p:nvPr/>
          </p:nvGrpSpPr>
          <p:grpSpPr>
            <a:xfrm>
              <a:off x="729238" y="1179665"/>
              <a:ext cx="80700" cy="1526144"/>
              <a:chOff x="729238" y="1179665"/>
              <a:chExt cx="80700" cy="1526144"/>
            </a:xfrm>
          </p:grpSpPr>
          <p:sp>
            <p:nvSpPr>
              <p:cNvPr id="8355" name="Google Shape;8355;p83"/>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83"/>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83"/>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83"/>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83"/>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83"/>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83"/>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83"/>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83"/>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83"/>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5" name="Google Shape;8365;p83"/>
            <p:cNvGrpSpPr/>
            <p:nvPr/>
          </p:nvGrpSpPr>
          <p:grpSpPr>
            <a:xfrm>
              <a:off x="903098" y="1179665"/>
              <a:ext cx="80700" cy="1526144"/>
              <a:chOff x="903098" y="1179665"/>
              <a:chExt cx="80700" cy="1526144"/>
            </a:xfrm>
          </p:grpSpPr>
          <p:sp>
            <p:nvSpPr>
              <p:cNvPr id="8366" name="Google Shape;8366;p83"/>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83"/>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83"/>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83"/>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83"/>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83"/>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83"/>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83"/>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83"/>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83"/>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6" name="Google Shape;8376;p83"/>
            <p:cNvGrpSpPr/>
            <p:nvPr/>
          </p:nvGrpSpPr>
          <p:grpSpPr>
            <a:xfrm>
              <a:off x="1076958" y="1179665"/>
              <a:ext cx="80700" cy="1526144"/>
              <a:chOff x="1076958" y="1179665"/>
              <a:chExt cx="80700" cy="1526144"/>
            </a:xfrm>
          </p:grpSpPr>
          <p:sp>
            <p:nvSpPr>
              <p:cNvPr id="8377" name="Google Shape;8377;p83"/>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83"/>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83"/>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83"/>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83"/>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83"/>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83"/>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83"/>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83"/>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83"/>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7" name="Google Shape;8387;p83"/>
            <p:cNvGrpSpPr/>
            <p:nvPr/>
          </p:nvGrpSpPr>
          <p:grpSpPr>
            <a:xfrm>
              <a:off x="1247707" y="1179665"/>
              <a:ext cx="80700" cy="1526144"/>
              <a:chOff x="1247707" y="1179665"/>
              <a:chExt cx="80700" cy="1526144"/>
            </a:xfrm>
          </p:grpSpPr>
          <p:sp>
            <p:nvSpPr>
              <p:cNvPr id="8388" name="Google Shape;8388;p83"/>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83"/>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83"/>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83"/>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83"/>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83"/>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83"/>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83"/>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83"/>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83"/>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8" name="Google Shape;8398;p83"/>
            <p:cNvGrpSpPr/>
            <p:nvPr/>
          </p:nvGrpSpPr>
          <p:grpSpPr>
            <a:xfrm>
              <a:off x="1421567" y="1179665"/>
              <a:ext cx="80700" cy="1526144"/>
              <a:chOff x="1421567" y="1179665"/>
              <a:chExt cx="80700" cy="1526144"/>
            </a:xfrm>
          </p:grpSpPr>
          <p:sp>
            <p:nvSpPr>
              <p:cNvPr id="8399" name="Google Shape;8399;p83"/>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83"/>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83"/>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83"/>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83"/>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83"/>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83"/>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83"/>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83"/>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83"/>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9" name="Google Shape;8409;p83"/>
            <p:cNvGrpSpPr/>
            <p:nvPr/>
          </p:nvGrpSpPr>
          <p:grpSpPr>
            <a:xfrm>
              <a:off x="1592327" y="1179665"/>
              <a:ext cx="80700" cy="1526144"/>
              <a:chOff x="1592327" y="1179665"/>
              <a:chExt cx="80700" cy="1526144"/>
            </a:xfrm>
          </p:grpSpPr>
          <p:sp>
            <p:nvSpPr>
              <p:cNvPr id="8410" name="Google Shape;8410;p83"/>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83"/>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83"/>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83"/>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83"/>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83"/>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83"/>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83"/>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83"/>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83"/>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0" name="Google Shape;8420;p83"/>
            <p:cNvGrpSpPr/>
            <p:nvPr/>
          </p:nvGrpSpPr>
          <p:grpSpPr>
            <a:xfrm>
              <a:off x="1766187" y="1179665"/>
              <a:ext cx="80700" cy="1526144"/>
              <a:chOff x="1766187" y="1179665"/>
              <a:chExt cx="80700" cy="1526144"/>
            </a:xfrm>
          </p:grpSpPr>
          <p:sp>
            <p:nvSpPr>
              <p:cNvPr id="8421" name="Google Shape;8421;p83"/>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83"/>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83"/>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83"/>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83"/>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83"/>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83"/>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83"/>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83"/>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83"/>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1" name="Google Shape;8431;p83"/>
            <p:cNvGrpSpPr/>
            <p:nvPr/>
          </p:nvGrpSpPr>
          <p:grpSpPr>
            <a:xfrm>
              <a:off x="1936935" y="1179665"/>
              <a:ext cx="80700" cy="1526144"/>
              <a:chOff x="1936935" y="1179665"/>
              <a:chExt cx="80700" cy="1526144"/>
            </a:xfrm>
          </p:grpSpPr>
          <p:sp>
            <p:nvSpPr>
              <p:cNvPr id="8432" name="Google Shape;8432;p83"/>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83"/>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83"/>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83"/>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83"/>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83"/>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83"/>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83"/>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83"/>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83"/>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2" name="Google Shape;8442;p83"/>
            <p:cNvGrpSpPr/>
            <p:nvPr/>
          </p:nvGrpSpPr>
          <p:grpSpPr>
            <a:xfrm>
              <a:off x="2110795" y="1179665"/>
              <a:ext cx="80700" cy="1526144"/>
              <a:chOff x="2110795" y="1179665"/>
              <a:chExt cx="80700" cy="1526144"/>
            </a:xfrm>
          </p:grpSpPr>
          <p:sp>
            <p:nvSpPr>
              <p:cNvPr id="8443" name="Google Shape;8443;p83"/>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83"/>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83"/>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83"/>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83"/>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83"/>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83"/>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83"/>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83"/>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83"/>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3" name="Google Shape;8453;p83"/>
            <p:cNvGrpSpPr/>
            <p:nvPr/>
          </p:nvGrpSpPr>
          <p:grpSpPr>
            <a:xfrm>
              <a:off x="2284655" y="1179665"/>
              <a:ext cx="80700" cy="1526144"/>
              <a:chOff x="2284655" y="1179665"/>
              <a:chExt cx="80700" cy="1526144"/>
            </a:xfrm>
          </p:grpSpPr>
          <p:sp>
            <p:nvSpPr>
              <p:cNvPr id="8454" name="Google Shape;8454;p83"/>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83"/>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83"/>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83"/>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83"/>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83"/>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83"/>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83"/>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83"/>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83"/>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64" name="Google Shape;8464;p83"/>
          <p:cNvGrpSpPr/>
          <p:nvPr/>
        </p:nvGrpSpPr>
        <p:grpSpPr>
          <a:xfrm>
            <a:off x="2603245" y="985011"/>
            <a:ext cx="1364248" cy="1102133"/>
            <a:chOff x="2623904" y="1198803"/>
            <a:chExt cx="1364248" cy="1102133"/>
          </a:xfrm>
        </p:grpSpPr>
        <p:grpSp>
          <p:nvGrpSpPr>
            <p:cNvPr id="8465" name="Google Shape;8465;p83"/>
            <p:cNvGrpSpPr/>
            <p:nvPr/>
          </p:nvGrpSpPr>
          <p:grpSpPr>
            <a:xfrm>
              <a:off x="2623907" y="1198803"/>
              <a:ext cx="1364245" cy="273000"/>
              <a:chOff x="2623907" y="1198803"/>
              <a:chExt cx="1364245" cy="273000"/>
            </a:xfrm>
          </p:grpSpPr>
          <p:sp>
            <p:nvSpPr>
              <p:cNvPr id="8466" name="Google Shape;8466;p83"/>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83"/>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83"/>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83"/>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83"/>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1" name="Google Shape;8471;p83"/>
            <p:cNvGrpSpPr/>
            <p:nvPr/>
          </p:nvGrpSpPr>
          <p:grpSpPr>
            <a:xfrm>
              <a:off x="2623904" y="1476964"/>
              <a:ext cx="1364245" cy="273000"/>
              <a:chOff x="2623904" y="1476964"/>
              <a:chExt cx="1364245" cy="273000"/>
            </a:xfrm>
          </p:grpSpPr>
          <p:sp>
            <p:nvSpPr>
              <p:cNvPr id="8472" name="Google Shape;8472;p83"/>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83"/>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83"/>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83"/>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83"/>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7" name="Google Shape;8477;p83"/>
            <p:cNvGrpSpPr/>
            <p:nvPr/>
          </p:nvGrpSpPr>
          <p:grpSpPr>
            <a:xfrm>
              <a:off x="2623907" y="1749775"/>
              <a:ext cx="1364245" cy="273000"/>
              <a:chOff x="2623907" y="1749775"/>
              <a:chExt cx="1364245" cy="273000"/>
            </a:xfrm>
          </p:grpSpPr>
          <p:sp>
            <p:nvSpPr>
              <p:cNvPr id="8478" name="Google Shape;8478;p83"/>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83"/>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83"/>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83"/>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83"/>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3" name="Google Shape;8483;p83"/>
            <p:cNvGrpSpPr/>
            <p:nvPr/>
          </p:nvGrpSpPr>
          <p:grpSpPr>
            <a:xfrm>
              <a:off x="2623904" y="2027936"/>
              <a:ext cx="1364245" cy="273000"/>
              <a:chOff x="2623904" y="2027936"/>
              <a:chExt cx="1364245" cy="273000"/>
            </a:xfrm>
          </p:grpSpPr>
          <p:sp>
            <p:nvSpPr>
              <p:cNvPr id="8484" name="Google Shape;8484;p83"/>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83"/>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83"/>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83"/>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83"/>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89" name="Google Shape;8489;p83"/>
          <p:cNvGrpSpPr/>
          <p:nvPr/>
        </p:nvGrpSpPr>
        <p:grpSpPr>
          <a:xfrm>
            <a:off x="2592706" y="2444193"/>
            <a:ext cx="1387541" cy="159124"/>
            <a:chOff x="3200660" y="2180272"/>
            <a:chExt cx="2563824" cy="378237"/>
          </a:xfrm>
        </p:grpSpPr>
        <p:sp>
          <p:nvSpPr>
            <p:cNvPr id="8490" name="Google Shape;8490;p83"/>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83"/>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83"/>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83"/>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83"/>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83"/>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83"/>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83"/>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83"/>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83"/>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83"/>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83"/>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83"/>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83"/>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83"/>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83"/>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83"/>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83"/>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8" name="Google Shape;8508;p83"/>
          <p:cNvGrpSpPr/>
          <p:nvPr/>
        </p:nvGrpSpPr>
        <p:grpSpPr>
          <a:xfrm>
            <a:off x="2589231" y="2722018"/>
            <a:ext cx="1390502" cy="159625"/>
            <a:chOff x="3530150" y="2790075"/>
            <a:chExt cx="1962600" cy="225300"/>
          </a:xfrm>
        </p:grpSpPr>
        <p:sp>
          <p:nvSpPr>
            <p:cNvPr id="8509" name="Google Shape;8509;p83"/>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83"/>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1" name="Google Shape;8511;p83"/>
          <p:cNvGrpSpPr/>
          <p:nvPr/>
        </p:nvGrpSpPr>
        <p:grpSpPr>
          <a:xfrm>
            <a:off x="2589884" y="3000344"/>
            <a:ext cx="1411629" cy="153761"/>
            <a:chOff x="3558802" y="4011427"/>
            <a:chExt cx="1866000" cy="111300"/>
          </a:xfrm>
        </p:grpSpPr>
        <p:sp>
          <p:nvSpPr>
            <p:cNvPr id="8512" name="Google Shape;8512;p83"/>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83"/>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4" name="Google Shape;8514;p83"/>
          <p:cNvGrpSpPr/>
          <p:nvPr/>
        </p:nvGrpSpPr>
        <p:grpSpPr>
          <a:xfrm>
            <a:off x="2589576" y="2205744"/>
            <a:ext cx="1383503" cy="119749"/>
            <a:chOff x="3465975" y="2270276"/>
            <a:chExt cx="1986364" cy="171929"/>
          </a:xfrm>
        </p:grpSpPr>
        <p:sp>
          <p:nvSpPr>
            <p:cNvPr id="8515" name="Google Shape;8515;p83"/>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83"/>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83"/>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83"/>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83"/>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83"/>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83"/>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83"/>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3" name="Google Shape;8523;p83"/>
          <p:cNvGrpSpPr/>
          <p:nvPr/>
        </p:nvGrpSpPr>
        <p:grpSpPr>
          <a:xfrm>
            <a:off x="2600584" y="3569394"/>
            <a:ext cx="1369531" cy="195460"/>
            <a:chOff x="723300" y="4253549"/>
            <a:chExt cx="2276482" cy="324900"/>
          </a:xfrm>
        </p:grpSpPr>
        <p:sp>
          <p:nvSpPr>
            <p:cNvPr id="8524" name="Google Shape;8524;p83"/>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83"/>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83"/>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83"/>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83"/>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9" name="Google Shape;8529;p83"/>
          <p:cNvGrpSpPr/>
          <p:nvPr/>
        </p:nvGrpSpPr>
        <p:grpSpPr>
          <a:xfrm>
            <a:off x="2590145" y="3270574"/>
            <a:ext cx="1389066" cy="180119"/>
            <a:chOff x="705948" y="3788465"/>
            <a:chExt cx="2308953" cy="299400"/>
          </a:xfrm>
        </p:grpSpPr>
        <p:sp>
          <p:nvSpPr>
            <p:cNvPr id="8530" name="Google Shape;8530;p83"/>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83"/>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83"/>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83"/>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83"/>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5" name="Google Shape;8535;p83"/>
          <p:cNvGrpSpPr/>
          <p:nvPr/>
        </p:nvGrpSpPr>
        <p:grpSpPr>
          <a:xfrm>
            <a:off x="2638082" y="3883554"/>
            <a:ext cx="1304609" cy="294074"/>
            <a:chOff x="2658741" y="4097347"/>
            <a:chExt cx="1304609" cy="294074"/>
          </a:xfrm>
        </p:grpSpPr>
        <p:grpSp>
          <p:nvGrpSpPr>
            <p:cNvPr id="8536" name="Google Shape;8536;p83"/>
            <p:cNvGrpSpPr/>
            <p:nvPr/>
          </p:nvGrpSpPr>
          <p:grpSpPr>
            <a:xfrm>
              <a:off x="2658741" y="4097347"/>
              <a:ext cx="118572" cy="294074"/>
              <a:chOff x="3343310" y="4475555"/>
              <a:chExt cx="127717" cy="316753"/>
            </a:xfrm>
          </p:grpSpPr>
          <p:sp>
            <p:nvSpPr>
              <p:cNvPr id="8537" name="Google Shape;8537;p83"/>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83"/>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9" name="Google Shape;8539;p83"/>
            <p:cNvGrpSpPr/>
            <p:nvPr/>
          </p:nvGrpSpPr>
          <p:grpSpPr>
            <a:xfrm>
              <a:off x="3815519" y="4098388"/>
              <a:ext cx="147831" cy="291991"/>
              <a:chOff x="3527539" y="4476677"/>
              <a:chExt cx="159232" cy="314510"/>
            </a:xfrm>
          </p:grpSpPr>
          <p:sp>
            <p:nvSpPr>
              <p:cNvPr id="8540" name="Google Shape;8540;p83"/>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83"/>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2" name="Google Shape;8542;p83"/>
            <p:cNvGrpSpPr/>
            <p:nvPr/>
          </p:nvGrpSpPr>
          <p:grpSpPr>
            <a:xfrm>
              <a:off x="3511696" y="4098388"/>
              <a:ext cx="147831" cy="291991"/>
              <a:chOff x="3527539" y="4476677"/>
              <a:chExt cx="159232" cy="314510"/>
            </a:xfrm>
          </p:grpSpPr>
          <p:sp>
            <p:nvSpPr>
              <p:cNvPr id="8543" name="Google Shape;8543;p83"/>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83"/>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5" name="Google Shape;8545;p83"/>
            <p:cNvGrpSpPr/>
            <p:nvPr/>
          </p:nvGrpSpPr>
          <p:grpSpPr>
            <a:xfrm>
              <a:off x="3207874" y="4098388"/>
              <a:ext cx="147831" cy="291991"/>
              <a:chOff x="3527539" y="4476677"/>
              <a:chExt cx="159232" cy="314510"/>
            </a:xfrm>
          </p:grpSpPr>
          <p:sp>
            <p:nvSpPr>
              <p:cNvPr id="8546" name="Google Shape;8546;p83"/>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83"/>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8" name="Google Shape;8548;p83"/>
            <p:cNvGrpSpPr/>
            <p:nvPr/>
          </p:nvGrpSpPr>
          <p:grpSpPr>
            <a:xfrm>
              <a:off x="2933305" y="4097347"/>
              <a:ext cx="118572" cy="294074"/>
              <a:chOff x="3343310" y="4475555"/>
              <a:chExt cx="127717" cy="316753"/>
            </a:xfrm>
          </p:grpSpPr>
          <p:sp>
            <p:nvSpPr>
              <p:cNvPr id="8549" name="Google Shape;8549;p83"/>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83"/>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51" name="Google Shape;8551;p83"/>
          <p:cNvGrpSpPr/>
          <p:nvPr/>
        </p:nvGrpSpPr>
        <p:grpSpPr>
          <a:xfrm>
            <a:off x="4256912" y="1866676"/>
            <a:ext cx="1433821" cy="191501"/>
            <a:chOff x="4273350" y="2080469"/>
            <a:chExt cx="1433821" cy="191501"/>
          </a:xfrm>
        </p:grpSpPr>
        <p:grpSp>
          <p:nvGrpSpPr>
            <p:cNvPr id="8552" name="Google Shape;8552;p83"/>
            <p:cNvGrpSpPr/>
            <p:nvPr/>
          </p:nvGrpSpPr>
          <p:grpSpPr>
            <a:xfrm>
              <a:off x="4273350" y="2080469"/>
              <a:ext cx="1433821" cy="0"/>
              <a:chOff x="5224975" y="2962250"/>
              <a:chExt cx="1544400" cy="0"/>
            </a:xfrm>
          </p:grpSpPr>
          <p:cxnSp>
            <p:nvCxnSpPr>
              <p:cNvPr id="8553" name="Google Shape;8553;p83"/>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8554" name="Google Shape;8554;p83"/>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8555" name="Google Shape;8555;p83"/>
            <p:cNvGrpSpPr/>
            <p:nvPr/>
          </p:nvGrpSpPr>
          <p:grpSpPr>
            <a:xfrm>
              <a:off x="4273350" y="2271969"/>
              <a:ext cx="1433821" cy="0"/>
              <a:chOff x="5224975" y="2962250"/>
              <a:chExt cx="1544400" cy="0"/>
            </a:xfrm>
          </p:grpSpPr>
          <p:cxnSp>
            <p:nvCxnSpPr>
              <p:cNvPr id="8556" name="Google Shape;8556;p83"/>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8557" name="Google Shape;8557;p83"/>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8558" name="Google Shape;8558;p83"/>
          <p:cNvGrpSpPr/>
          <p:nvPr/>
        </p:nvGrpSpPr>
        <p:grpSpPr>
          <a:xfrm>
            <a:off x="4258467" y="969244"/>
            <a:ext cx="1430711" cy="743389"/>
            <a:chOff x="5159450" y="1919950"/>
            <a:chExt cx="1541050" cy="862500"/>
          </a:xfrm>
        </p:grpSpPr>
        <p:sp>
          <p:nvSpPr>
            <p:cNvPr id="8559" name="Google Shape;8559;p83"/>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txBody>
            <a:bodyPr/>
            <a:lstStyle/>
            <a:p>
              <a:endParaRPr lang="vi-VN"/>
            </a:p>
          </p:txBody>
        </p:sp>
        <p:grpSp>
          <p:nvGrpSpPr>
            <p:cNvPr id="8560" name="Google Shape;8560;p83"/>
            <p:cNvGrpSpPr/>
            <p:nvPr/>
          </p:nvGrpSpPr>
          <p:grpSpPr>
            <a:xfrm>
              <a:off x="5159450" y="1919950"/>
              <a:ext cx="1541050" cy="862500"/>
              <a:chOff x="5159450" y="1919950"/>
              <a:chExt cx="1541050" cy="862500"/>
            </a:xfrm>
          </p:grpSpPr>
          <p:cxnSp>
            <p:nvCxnSpPr>
              <p:cNvPr id="8561" name="Google Shape;8561;p83"/>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8562" name="Google Shape;8562;p83"/>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8563" name="Google Shape;8563;p83"/>
          <p:cNvGrpSpPr/>
          <p:nvPr/>
        </p:nvGrpSpPr>
        <p:grpSpPr>
          <a:xfrm>
            <a:off x="4248581" y="2192571"/>
            <a:ext cx="1450484" cy="1052087"/>
            <a:chOff x="5230575" y="1554475"/>
            <a:chExt cx="2137150" cy="1550150"/>
          </a:xfrm>
        </p:grpSpPr>
        <p:sp>
          <p:nvSpPr>
            <p:cNvPr id="8564" name="Google Shape;8564;p83"/>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83"/>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83"/>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83"/>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83"/>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83"/>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83"/>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83"/>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83"/>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83"/>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83"/>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83"/>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83"/>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7" name="Google Shape;8577;p83"/>
          <p:cNvGrpSpPr/>
          <p:nvPr/>
        </p:nvGrpSpPr>
        <p:grpSpPr>
          <a:xfrm rot="10800000">
            <a:off x="4265131" y="3284761"/>
            <a:ext cx="1417383" cy="887946"/>
            <a:chOff x="5645403" y="2920021"/>
            <a:chExt cx="2650800" cy="2180614"/>
          </a:xfrm>
        </p:grpSpPr>
        <p:sp>
          <p:nvSpPr>
            <p:cNvPr id="8578" name="Google Shape;8578;p83"/>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79" name="Google Shape;8579;p83"/>
            <p:cNvCxnSpPr>
              <a:stCxn id="8578"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8580" name="Google Shape;8580;p83"/>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81" name="Google Shape;8581;p83"/>
            <p:cNvCxnSpPr>
              <a:endCxn id="8580"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8582" name="Google Shape;8582;p83"/>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83" name="Google Shape;8583;p83"/>
            <p:cNvCxnSpPr>
              <a:stCxn id="8582"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8584" name="Google Shape;8584;p83"/>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85" name="Google Shape;8585;p83"/>
            <p:cNvCxnSpPr>
              <a:endCxn id="8584"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8586" name="Google Shape;8586;p83"/>
          <p:cNvGrpSpPr/>
          <p:nvPr/>
        </p:nvGrpSpPr>
        <p:grpSpPr>
          <a:xfrm>
            <a:off x="7365491" y="2188116"/>
            <a:ext cx="1071743" cy="1021579"/>
            <a:chOff x="7189833" y="2022667"/>
            <a:chExt cx="1251159" cy="1192597"/>
          </a:xfrm>
        </p:grpSpPr>
        <p:sp>
          <p:nvSpPr>
            <p:cNvPr id="8587" name="Google Shape;8587;p83"/>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83"/>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83"/>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83"/>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1" name="Google Shape;8591;p83"/>
          <p:cNvGrpSpPr/>
          <p:nvPr/>
        </p:nvGrpSpPr>
        <p:grpSpPr>
          <a:xfrm>
            <a:off x="706762" y="2614523"/>
            <a:ext cx="1695374" cy="1560837"/>
            <a:chOff x="727421" y="2828315"/>
            <a:chExt cx="1695374" cy="1560837"/>
          </a:xfrm>
        </p:grpSpPr>
        <p:grpSp>
          <p:nvGrpSpPr>
            <p:cNvPr id="8592" name="Google Shape;8592;p83"/>
            <p:cNvGrpSpPr/>
            <p:nvPr/>
          </p:nvGrpSpPr>
          <p:grpSpPr>
            <a:xfrm>
              <a:off x="819108" y="2882501"/>
              <a:ext cx="103104" cy="1426186"/>
              <a:chOff x="4674013" y="3100904"/>
              <a:chExt cx="122758" cy="1698043"/>
            </a:xfrm>
          </p:grpSpPr>
          <p:sp>
            <p:nvSpPr>
              <p:cNvPr id="8593" name="Google Shape;8593;p83"/>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83"/>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83"/>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83"/>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83"/>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83"/>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83"/>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0" name="Google Shape;8600;p83"/>
            <p:cNvGrpSpPr/>
            <p:nvPr/>
          </p:nvGrpSpPr>
          <p:grpSpPr>
            <a:xfrm>
              <a:off x="1062475" y="2882501"/>
              <a:ext cx="103104" cy="1426186"/>
              <a:chOff x="4940438" y="3100904"/>
              <a:chExt cx="122758" cy="1698043"/>
            </a:xfrm>
          </p:grpSpPr>
          <p:sp>
            <p:nvSpPr>
              <p:cNvPr id="8601" name="Google Shape;8601;p83"/>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83"/>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83"/>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83"/>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83"/>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83"/>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83"/>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8" name="Google Shape;8608;p83"/>
            <p:cNvGrpSpPr/>
            <p:nvPr/>
          </p:nvGrpSpPr>
          <p:grpSpPr>
            <a:xfrm>
              <a:off x="1299324" y="2882501"/>
              <a:ext cx="103104" cy="1426186"/>
              <a:chOff x="5206863" y="3100904"/>
              <a:chExt cx="122758" cy="1698043"/>
            </a:xfrm>
          </p:grpSpPr>
          <p:sp>
            <p:nvSpPr>
              <p:cNvPr id="8609" name="Google Shape;8609;p83"/>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83"/>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83"/>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83"/>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83"/>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83"/>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83"/>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6" name="Google Shape;8616;p83"/>
            <p:cNvGrpSpPr/>
            <p:nvPr/>
          </p:nvGrpSpPr>
          <p:grpSpPr>
            <a:xfrm>
              <a:off x="1786057" y="2882501"/>
              <a:ext cx="103104" cy="1426186"/>
              <a:chOff x="6006138" y="3143629"/>
              <a:chExt cx="122758" cy="1698043"/>
            </a:xfrm>
          </p:grpSpPr>
          <p:sp>
            <p:nvSpPr>
              <p:cNvPr id="8617" name="Google Shape;8617;p83"/>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83"/>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83"/>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83"/>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83"/>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83"/>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83"/>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4" name="Google Shape;8624;p83"/>
            <p:cNvGrpSpPr/>
            <p:nvPr/>
          </p:nvGrpSpPr>
          <p:grpSpPr>
            <a:xfrm>
              <a:off x="2029422" y="2882501"/>
              <a:ext cx="103104" cy="1426186"/>
              <a:chOff x="6805413" y="3100904"/>
              <a:chExt cx="122758" cy="1698043"/>
            </a:xfrm>
          </p:grpSpPr>
          <p:sp>
            <p:nvSpPr>
              <p:cNvPr id="8625" name="Google Shape;8625;p83"/>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83"/>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83"/>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83"/>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83"/>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83"/>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83"/>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2" name="Google Shape;8632;p83"/>
            <p:cNvGrpSpPr/>
            <p:nvPr/>
          </p:nvGrpSpPr>
          <p:grpSpPr>
            <a:xfrm>
              <a:off x="727421" y="2828315"/>
              <a:ext cx="1695374" cy="1560837"/>
              <a:chOff x="734799" y="2782450"/>
              <a:chExt cx="1571100" cy="1577400"/>
            </a:xfrm>
          </p:grpSpPr>
          <p:cxnSp>
            <p:nvCxnSpPr>
              <p:cNvPr id="8633" name="Google Shape;8633;p83"/>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8634" name="Google Shape;8634;p83"/>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8635" name="Google Shape;8635;p83"/>
            <p:cNvGrpSpPr/>
            <p:nvPr/>
          </p:nvGrpSpPr>
          <p:grpSpPr>
            <a:xfrm>
              <a:off x="2272795" y="2882501"/>
              <a:ext cx="103104" cy="1426186"/>
              <a:chOff x="5206863" y="3100904"/>
              <a:chExt cx="122758" cy="1698043"/>
            </a:xfrm>
          </p:grpSpPr>
          <p:sp>
            <p:nvSpPr>
              <p:cNvPr id="8636" name="Google Shape;8636;p83"/>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83"/>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83"/>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83"/>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83"/>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83"/>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83"/>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3" name="Google Shape;8643;p83"/>
            <p:cNvGrpSpPr/>
            <p:nvPr/>
          </p:nvGrpSpPr>
          <p:grpSpPr>
            <a:xfrm>
              <a:off x="1542694" y="2882501"/>
              <a:ext cx="103104" cy="1426186"/>
              <a:chOff x="6006138" y="3143629"/>
              <a:chExt cx="122758" cy="1698043"/>
            </a:xfrm>
          </p:grpSpPr>
          <p:sp>
            <p:nvSpPr>
              <p:cNvPr id="8644" name="Google Shape;8644;p83"/>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83"/>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83"/>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83"/>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83"/>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83"/>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83"/>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51" name="Google Shape;8651;p83"/>
          <p:cNvGrpSpPr/>
          <p:nvPr/>
        </p:nvGrpSpPr>
        <p:grpSpPr>
          <a:xfrm>
            <a:off x="5915341" y="2192094"/>
            <a:ext cx="1248543" cy="1025319"/>
            <a:chOff x="5183758" y="1210600"/>
            <a:chExt cx="3605380" cy="2960783"/>
          </a:xfrm>
        </p:grpSpPr>
        <p:sp>
          <p:nvSpPr>
            <p:cNvPr id="8652" name="Google Shape;8652;p83"/>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83"/>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83"/>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83"/>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56" name="Google Shape;8656;p83"/>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8657" name="Google Shape;8657;p83"/>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8658" name="Google Shape;8658;p83"/>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8659" name="Google Shape;8659;p83"/>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8660" name="Google Shape;8660;p83"/>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1" name="Google Shape;8661;p83"/>
          <p:cNvGrpSpPr/>
          <p:nvPr/>
        </p:nvGrpSpPr>
        <p:grpSpPr>
          <a:xfrm>
            <a:off x="5772403" y="3330411"/>
            <a:ext cx="2664831" cy="843440"/>
            <a:chOff x="5916567" y="1099697"/>
            <a:chExt cx="2556683" cy="809211"/>
          </a:xfrm>
        </p:grpSpPr>
        <p:sp>
          <p:nvSpPr>
            <p:cNvPr id="8662" name="Google Shape;8662;p83"/>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83"/>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83"/>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83"/>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83"/>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83"/>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83"/>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83"/>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0" name="Google Shape;8670;p83"/>
          <p:cNvGrpSpPr/>
          <p:nvPr/>
        </p:nvGrpSpPr>
        <p:grpSpPr>
          <a:xfrm>
            <a:off x="5879943" y="979270"/>
            <a:ext cx="1299851" cy="1023338"/>
            <a:chOff x="5900602" y="1193063"/>
            <a:chExt cx="1299851" cy="1023338"/>
          </a:xfrm>
        </p:grpSpPr>
        <p:grpSp>
          <p:nvGrpSpPr>
            <p:cNvPr id="8671" name="Google Shape;8671;p83"/>
            <p:cNvGrpSpPr/>
            <p:nvPr/>
          </p:nvGrpSpPr>
          <p:grpSpPr>
            <a:xfrm>
              <a:off x="6743564" y="1193063"/>
              <a:ext cx="456889" cy="700379"/>
              <a:chOff x="6743564" y="1193063"/>
              <a:chExt cx="456889" cy="700379"/>
            </a:xfrm>
          </p:grpSpPr>
          <p:grpSp>
            <p:nvGrpSpPr>
              <p:cNvPr id="8672" name="Google Shape;8672;p83"/>
              <p:cNvGrpSpPr/>
              <p:nvPr/>
            </p:nvGrpSpPr>
            <p:grpSpPr>
              <a:xfrm>
                <a:off x="6743564" y="1690731"/>
                <a:ext cx="214402" cy="202710"/>
                <a:chOff x="6743564" y="1690731"/>
                <a:chExt cx="214402" cy="202710"/>
              </a:xfrm>
            </p:grpSpPr>
            <p:sp>
              <p:nvSpPr>
                <p:cNvPr id="8673" name="Google Shape;8673;p83"/>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83"/>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5" name="Google Shape;8675;p83"/>
              <p:cNvGrpSpPr/>
              <p:nvPr/>
            </p:nvGrpSpPr>
            <p:grpSpPr>
              <a:xfrm>
                <a:off x="6915505" y="1193063"/>
                <a:ext cx="284947" cy="589637"/>
                <a:chOff x="6915505" y="1193063"/>
                <a:chExt cx="284947" cy="589637"/>
              </a:xfrm>
            </p:grpSpPr>
            <p:sp>
              <p:nvSpPr>
                <p:cNvPr id="8676" name="Google Shape;8676;p83"/>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77" name="Google Shape;8677;p83"/>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8678" name="Google Shape;8678;p83"/>
            <p:cNvGrpSpPr/>
            <p:nvPr/>
          </p:nvGrpSpPr>
          <p:grpSpPr>
            <a:xfrm>
              <a:off x="6520337" y="1193063"/>
              <a:ext cx="341815" cy="801589"/>
              <a:chOff x="6520337" y="1193063"/>
              <a:chExt cx="341815" cy="801589"/>
            </a:xfrm>
          </p:grpSpPr>
          <p:grpSp>
            <p:nvGrpSpPr>
              <p:cNvPr id="8679" name="Google Shape;8679;p83"/>
              <p:cNvGrpSpPr/>
              <p:nvPr/>
            </p:nvGrpSpPr>
            <p:grpSpPr>
              <a:xfrm>
                <a:off x="6520337" y="1589527"/>
                <a:ext cx="213950" cy="405125"/>
                <a:chOff x="6520337" y="1589527"/>
                <a:chExt cx="213950" cy="405125"/>
              </a:xfrm>
            </p:grpSpPr>
            <p:sp>
              <p:nvSpPr>
                <p:cNvPr id="8680" name="Google Shape;8680;p83"/>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83"/>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2" name="Google Shape;8682;p83"/>
              <p:cNvGrpSpPr/>
              <p:nvPr/>
            </p:nvGrpSpPr>
            <p:grpSpPr>
              <a:xfrm>
                <a:off x="6577204" y="1193063"/>
                <a:ext cx="284947" cy="453562"/>
                <a:chOff x="6577204" y="1193063"/>
                <a:chExt cx="284947" cy="453562"/>
              </a:xfrm>
            </p:grpSpPr>
            <p:sp>
              <p:nvSpPr>
                <p:cNvPr id="8683" name="Google Shape;8683;p83"/>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84" name="Google Shape;8684;p83"/>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8685" name="Google Shape;8685;p83"/>
            <p:cNvGrpSpPr/>
            <p:nvPr/>
          </p:nvGrpSpPr>
          <p:grpSpPr>
            <a:xfrm>
              <a:off x="6238903" y="1193063"/>
              <a:ext cx="300475" cy="901782"/>
              <a:chOff x="6238903" y="1193063"/>
              <a:chExt cx="300475" cy="901782"/>
            </a:xfrm>
          </p:grpSpPr>
          <p:grpSp>
            <p:nvGrpSpPr>
              <p:cNvPr id="8686" name="Google Shape;8686;p83"/>
              <p:cNvGrpSpPr/>
              <p:nvPr/>
            </p:nvGrpSpPr>
            <p:grpSpPr>
              <a:xfrm>
                <a:off x="6290865" y="1489315"/>
                <a:ext cx="248514" cy="605530"/>
                <a:chOff x="6290865" y="1489315"/>
                <a:chExt cx="248514" cy="605530"/>
              </a:xfrm>
            </p:grpSpPr>
            <p:sp>
              <p:nvSpPr>
                <p:cNvPr id="8687" name="Google Shape;8687;p83"/>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83"/>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9" name="Google Shape;8689;p83"/>
              <p:cNvGrpSpPr/>
              <p:nvPr/>
            </p:nvGrpSpPr>
            <p:grpSpPr>
              <a:xfrm>
                <a:off x="6238903" y="1193063"/>
                <a:ext cx="284947" cy="327512"/>
                <a:chOff x="6238903" y="1193063"/>
                <a:chExt cx="284947" cy="327512"/>
              </a:xfrm>
            </p:grpSpPr>
            <p:sp>
              <p:nvSpPr>
                <p:cNvPr id="8690" name="Google Shape;8690;p83"/>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91" name="Google Shape;8691;p83"/>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8692" name="Google Shape;8692;p83"/>
            <p:cNvGrpSpPr/>
            <p:nvPr/>
          </p:nvGrpSpPr>
          <p:grpSpPr>
            <a:xfrm>
              <a:off x="5900602" y="1193063"/>
              <a:ext cx="444345" cy="1023338"/>
              <a:chOff x="5900602" y="1193063"/>
              <a:chExt cx="444345" cy="1023338"/>
            </a:xfrm>
          </p:grpSpPr>
          <p:grpSp>
            <p:nvGrpSpPr>
              <p:cNvPr id="8693" name="Google Shape;8693;p83"/>
              <p:cNvGrpSpPr/>
              <p:nvPr/>
            </p:nvGrpSpPr>
            <p:grpSpPr>
              <a:xfrm>
                <a:off x="6046501" y="1367785"/>
                <a:ext cx="298446" cy="848616"/>
                <a:chOff x="6046501" y="1367785"/>
                <a:chExt cx="298446" cy="848616"/>
              </a:xfrm>
            </p:grpSpPr>
            <p:sp>
              <p:nvSpPr>
                <p:cNvPr id="8694" name="Google Shape;8694;p83"/>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83"/>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6" name="Google Shape;8696;p83"/>
              <p:cNvGrpSpPr/>
              <p:nvPr/>
            </p:nvGrpSpPr>
            <p:grpSpPr>
              <a:xfrm>
                <a:off x="5900602" y="1193063"/>
                <a:ext cx="284947" cy="182312"/>
                <a:chOff x="5900602" y="1193063"/>
                <a:chExt cx="284947" cy="182312"/>
              </a:xfrm>
            </p:grpSpPr>
            <p:sp>
              <p:nvSpPr>
                <p:cNvPr id="8697" name="Google Shape;8697;p83"/>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98" name="Google Shape;8698;p83"/>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8699" name="Google Shape;8699;p83"/>
          <p:cNvGrpSpPr/>
          <p:nvPr/>
        </p:nvGrpSpPr>
        <p:grpSpPr>
          <a:xfrm>
            <a:off x="7217825" y="979415"/>
            <a:ext cx="1219413" cy="1051365"/>
            <a:chOff x="7287122" y="1165658"/>
            <a:chExt cx="1219413" cy="1051365"/>
          </a:xfrm>
        </p:grpSpPr>
        <p:grpSp>
          <p:nvGrpSpPr>
            <p:cNvPr id="8700" name="Google Shape;8700;p83"/>
            <p:cNvGrpSpPr/>
            <p:nvPr/>
          </p:nvGrpSpPr>
          <p:grpSpPr>
            <a:xfrm>
              <a:off x="7287122" y="1969723"/>
              <a:ext cx="1219413" cy="247300"/>
              <a:chOff x="7287122" y="1969723"/>
              <a:chExt cx="1219413" cy="247300"/>
            </a:xfrm>
          </p:grpSpPr>
          <p:sp>
            <p:nvSpPr>
              <p:cNvPr id="8701" name="Google Shape;8701;p83"/>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02" name="Google Shape;8702;p83"/>
              <p:cNvGrpSpPr/>
              <p:nvPr/>
            </p:nvGrpSpPr>
            <p:grpSpPr>
              <a:xfrm>
                <a:off x="7287122" y="2063892"/>
                <a:ext cx="1151753" cy="73428"/>
                <a:chOff x="7287122" y="2063892"/>
                <a:chExt cx="1151753" cy="73428"/>
              </a:xfrm>
            </p:grpSpPr>
            <p:sp>
              <p:nvSpPr>
                <p:cNvPr id="8703" name="Google Shape;8703;p83"/>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704" name="Google Shape;8704;p83"/>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8705" name="Google Shape;8705;p83"/>
            <p:cNvGrpSpPr/>
            <p:nvPr/>
          </p:nvGrpSpPr>
          <p:grpSpPr>
            <a:xfrm>
              <a:off x="7287122" y="1712201"/>
              <a:ext cx="1219403" cy="246767"/>
              <a:chOff x="7287122" y="1712201"/>
              <a:chExt cx="1219403" cy="246767"/>
            </a:xfrm>
          </p:grpSpPr>
          <p:sp>
            <p:nvSpPr>
              <p:cNvPr id="8706" name="Google Shape;8706;p83"/>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07" name="Google Shape;8707;p83"/>
              <p:cNvGrpSpPr/>
              <p:nvPr/>
            </p:nvGrpSpPr>
            <p:grpSpPr>
              <a:xfrm>
                <a:off x="7287122" y="1842861"/>
                <a:ext cx="1005303" cy="73419"/>
                <a:chOff x="7287122" y="1842861"/>
                <a:chExt cx="1005303" cy="73419"/>
              </a:xfrm>
            </p:grpSpPr>
            <p:sp>
              <p:nvSpPr>
                <p:cNvPr id="8708" name="Google Shape;8708;p83"/>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709" name="Google Shape;8709;p83"/>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8710" name="Google Shape;8710;p83"/>
            <p:cNvGrpSpPr/>
            <p:nvPr/>
          </p:nvGrpSpPr>
          <p:grpSpPr>
            <a:xfrm>
              <a:off x="7287122" y="1447520"/>
              <a:ext cx="1219403" cy="286667"/>
              <a:chOff x="7287122" y="1447520"/>
              <a:chExt cx="1219403" cy="286667"/>
            </a:xfrm>
          </p:grpSpPr>
          <p:sp>
            <p:nvSpPr>
              <p:cNvPr id="8711" name="Google Shape;8711;p83"/>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12" name="Google Shape;8712;p83"/>
              <p:cNvGrpSpPr/>
              <p:nvPr/>
            </p:nvGrpSpPr>
            <p:grpSpPr>
              <a:xfrm>
                <a:off x="7287122" y="1581977"/>
                <a:ext cx="852803" cy="73428"/>
                <a:chOff x="7287122" y="1581977"/>
                <a:chExt cx="852803" cy="73428"/>
              </a:xfrm>
            </p:grpSpPr>
            <p:sp>
              <p:nvSpPr>
                <p:cNvPr id="8713" name="Google Shape;8713;p83"/>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714" name="Google Shape;8714;p83"/>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8715" name="Google Shape;8715;p83"/>
            <p:cNvGrpSpPr/>
            <p:nvPr/>
          </p:nvGrpSpPr>
          <p:grpSpPr>
            <a:xfrm>
              <a:off x="7287122" y="1165658"/>
              <a:ext cx="1219403" cy="344253"/>
              <a:chOff x="7287122" y="1165658"/>
              <a:chExt cx="1219403" cy="344253"/>
            </a:xfrm>
          </p:grpSpPr>
          <p:sp>
            <p:nvSpPr>
              <p:cNvPr id="8716" name="Google Shape;8716;p83"/>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17" name="Google Shape;8717;p83"/>
              <p:cNvGrpSpPr/>
              <p:nvPr/>
            </p:nvGrpSpPr>
            <p:grpSpPr>
              <a:xfrm>
                <a:off x="7287122" y="1341025"/>
                <a:ext cx="695703" cy="73419"/>
                <a:chOff x="7287122" y="1341025"/>
                <a:chExt cx="695703" cy="73419"/>
              </a:xfrm>
            </p:grpSpPr>
            <p:sp>
              <p:nvSpPr>
                <p:cNvPr id="8718" name="Google Shape;8718;p83"/>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719" name="Google Shape;8719;p83"/>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723"/>
        <p:cNvGrpSpPr/>
        <p:nvPr/>
      </p:nvGrpSpPr>
      <p:grpSpPr>
        <a:xfrm>
          <a:off x="0" y="0"/>
          <a:ext cx="0" cy="0"/>
          <a:chOff x="0" y="0"/>
          <a:chExt cx="0" cy="0"/>
        </a:xfrm>
      </p:grpSpPr>
      <p:grpSp>
        <p:nvGrpSpPr>
          <p:cNvPr id="8724" name="Google Shape;8724;p84"/>
          <p:cNvGrpSpPr/>
          <p:nvPr/>
        </p:nvGrpSpPr>
        <p:grpSpPr>
          <a:xfrm>
            <a:off x="846551" y="2273217"/>
            <a:ext cx="415546" cy="355053"/>
            <a:chOff x="866243" y="2291587"/>
            <a:chExt cx="415546" cy="355053"/>
          </a:xfrm>
        </p:grpSpPr>
        <p:sp>
          <p:nvSpPr>
            <p:cNvPr id="8725" name="Google Shape;8725;p84"/>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84"/>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84"/>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84"/>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84"/>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30" name="Google Shape;8730;p84"/>
          <p:cNvSpPr/>
          <p:nvPr/>
        </p:nvSpPr>
        <p:spPr>
          <a:xfrm>
            <a:off x="1392102" y="2269439"/>
            <a:ext cx="360356" cy="358831"/>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31" name="Google Shape;8731;p84"/>
          <p:cNvGrpSpPr/>
          <p:nvPr/>
        </p:nvGrpSpPr>
        <p:grpSpPr>
          <a:xfrm>
            <a:off x="1938828" y="2284205"/>
            <a:ext cx="359213" cy="327807"/>
            <a:chOff x="1958520" y="2302574"/>
            <a:chExt cx="359213" cy="327807"/>
          </a:xfrm>
        </p:grpSpPr>
        <p:sp>
          <p:nvSpPr>
            <p:cNvPr id="8732" name="Google Shape;8732;p84"/>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84"/>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84"/>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5" name="Google Shape;8735;p84"/>
          <p:cNvGrpSpPr/>
          <p:nvPr/>
        </p:nvGrpSpPr>
        <p:grpSpPr>
          <a:xfrm>
            <a:off x="2560190" y="2269057"/>
            <a:ext cx="207582" cy="359594"/>
            <a:chOff x="2656082" y="2287427"/>
            <a:chExt cx="207582" cy="359594"/>
          </a:xfrm>
        </p:grpSpPr>
        <p:sp>
          <p:nvSpPr>
            <p:cNvPr id="8736" name="Google Shape;8736;p84"/>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84"/>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84"/>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84"/>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0" name="Google Shape;8740;p84"/>
          <p:cNvGrpSpPr/>
          <p:nvPr/>
        </p:nvGrpSpPr>
        <p:grpSpPr>
          <a:xfrm>
            <a:off x="3029961" y="2303099"/>
            <a:ext cx="362991" cy="290018"/>
            <a:chOff x="3049653" y="2321468"/>
            <a:chExt cx="362991" cy="290018"/>
          </a:xfrm>
        </p:grpSpPr>
        <p:sp>
          <p:nvSpPr>
            <p:cNvPr id="8741" name="Google Shape;8741;p84"/>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84"/>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84"/>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84"/>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5" name="Google Shape;8745;p84"/>
          <p:cNvGrpSpPr/>
          <p:nvPr/>
        </p:nvGrpSpPr>
        <p:grpSpPr>
          <a:xfrm>
            <a:off x="3544551" y="2271534"/>
            <a:ext cx="422342" cy="355243"/>
            <a:chOff x="3564243" y="2289904"/>
            <a:chExt cx="422342" cy="355243"/>
          </a:xfrm>
        </p:grpSpPr>
        <p:sp>
          <p:nvSpPr>
            <p:cNvPr id="8746" name="Google Shape;8746;p84"/>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84"/>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84"/>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84"/>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84"/>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51" name="Google Shape;8751;p84"/>
          <p:cNvSpPr/>
          <p:nvPr/>
        </p:nvSpPr>
        <p:spPr>
          <a:xfrm>
            <a:off x="4124143" y="2269820"/>
            <a:ext cx="357688" cy="357339"/>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52" name="Google Shape;8752;p84"/>
          <p:cNvGrpSpPr/>
          <p:nvPr/>
        </p:nvGrpSpPr>
        <p:grpSpPr>
          <a:xfrm>
            <a:off x="4668202" y="2271344"/>
            <a:ext cx="359594" cy="353909"/>
            <a:chOff x="4687894" y="2289713"/>
            <a:chExt cx="359594" cy="353909"/>
          </a:xfrm>
        </p:grpSpPr>
        <p:sp>
          <p:nvSpPr>
            <p:cNvPr id="8753" name="Google Shape;8753;p84"/>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84"/>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84"/>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56" name="Google Shape;8756;p84"/>
          <p:cNvSpPr/>
          <p:nvPr/>
        </p:nvSpPr>
        <p:spPr>
          <a:xfrm>
            <a:off x="5214928" y="2268708"/>
            <a:ext cx="358832" cy="359562"/>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57" name="Google Shape;8757;p84"/>
          <p:cNvGrpSpPr/>
          <p:nvPr/>
        </p:nvGrpSpPr>
        <p:grpSpPr>
          <a:xfrm>
            <a:off x="6352932" y="2289857"/>
            <a:ext cx="263567" cy="317614"/>
            <a:chOff x="6421399" y="2308227"/>
            <a:chExt cx="263567" cy="317614"/>
          </a:xfrm>
        </p:grpSpPr>
        <p:sp>
          <p:nvSpPr>
            <p:cNvPr id="8758" name="Google Shape;8758;p84"/>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84"/>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84"/>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84"/>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2" name="Google Shape;8762;p84"/>
          <p:cNvGrpSpPr/>
          <p:nvPr/>
        </p:nvGrpSpPr>
        <p:grpSpPr>
          <a:xfrm>
            <a:off x="6850501" y="2277250"/>
            <a:ext cx="360356" cy="343462"/>
            <a:chOff x="6870193" y="2295620"/>
            <a:chExt cx="360356" cy="343462"/>
          </a:xfrm>
        </p:grpSpPr>
        <p:sp>
          <p:nvSpPr>
            <p:cNvPr id="8763" name="Google Shape;8763;p84"/>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84"/>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5" name="Google Shape;8765;p84"/>
          <p:cNvGrpSpPr/>
          <p:nvPr/>
        </p:nvGrpSpPr>
        <p:grpSpPr>
          <a:xfrm>
            <a:off x="7421773" y="2284490"/>
            <a:ext cx="342192" cy="327140"/>
            <a:chOff x="7441465" y="2302860"/>
            <a:chExt cx="342192" cy="327140"/>
          </a:xfrm>
        </p:grpSpPr>
        <p:sp>
          <p:nvSpPr>
            <p:cNvPr id="8766" name="Google Shape;8766;p84"/>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84"/>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8" name="Google Shape;8768;p84"/>
          <p:cNvGrpSpPr/>
          <p:nvPr/>
        </p:nvGrpSpPr>
        <p:grpSpPr>
          <a:xfrm>
            <a:off x="7969991" y="2331837"/>
            <a:ext cx="332761" cy="234066"/>
            <a:chOff x="7989683" y="2350207"/>
            <a:chExt cx="332761" cy="234066"/>
          </a:xfrm>
        </p:grpSpPr>
        <p:sp>
          <p:nvSpPr>
            <p:cNvPr id="8769" name="Google Shape;8769;p84"/>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84"/>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84"/>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84"/>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84"/>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84"/>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5" name="Google Shape;8775;p84"/>
          <p:cNvGrpSpPr/>
          <p:nvPr/>
        </p:nvGrpSpPr>
        <p:grpSpPr>
          <a:xfrm>
            <a:off x="5803602" y="2291381"/>
            <a:ext cx="315327" cy="314978"/>
            <a:chOff x="5823294" y="2309751"/>
            <a:chExt cx="315327" cy="314978"/>
          </a:xfrm>
        </p:grpSpPr>
        <p:sp>
          <p:nvSpPr>
            <p:cNvPr id="8776" name="Google Shape;8776;p84"/>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84"/>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84"/>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84"/>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84"/>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84"/>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84"/>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84"/>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84"/>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84"/>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84"/>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84"/>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84"/>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84"/>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84"/>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84"/>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84"/>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3" name="Google Shape;8793;p84"/>
          <p:cNvGrpSpPr/>
          <p:nvPr/>
        </p:nvGrpSpPr>
        <p:grpSpPr>
          <a:xfrm>
            <a:off x="2477583" y="2725790"/>
            <a:ext cx="370930" cy="370549"/>
            <a:chOff x="2497275" y="2744159"/>
            <a:chExt cx="370930" cy="370549"/>
          </a:xfrm>
        </p:grpSpPr>
        <p:sp>
          <p:nvSpPr>
            <p:cNvPr id="8794" name="Google Shape;8794;p84"/>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84"/>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84"/>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84"/>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84"/>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84"/>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0" name="Google Shape;8800;p84"/>
          <p:cNvGrpSpPr/>
          <p:nvPr/>
        </p:nvGrpSpPr>
        <p:grpSpPr>
          <a:xfrm>
            <a:off x="841248" y="2728108"/>
            <a:ext cx="371883" cy="365691"/>
            <a:chOff x="860940" y="2746477"/>
            <a:chExt cx="371883" cy="365691"/>
          </a:xfrm>
        </p:grpSpPr>
        <p:sp>
          <p:nvSpPr>
            <p:cNvPr id="8801" name="Google Shape;8801;p84"/>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84"/>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84"/>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84"/>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84"/>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6" name="Google Shape;8806;p84"/>
          <p:cNvGrpSpPr/>
          <p:nvPr/>
        </p:nvGrpSpPr>
        <p:grpSpPr>
          <a:xfrm>
            <a:off x="1431144" y="2747889"/>
            <a:ext cx="283985" cy="341080"/>
            <a:chOff x="1493849" y="2775533"/>
            <a:chExt cx="283985" cy="341080"/>
          </a:xfrm>
        </p:grpSpPr>
        <p:sp>
          <p:nvSpPr>
            <p:cNvPr id="8807" name="Google Shape;8807;p84"/>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84"/>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9" name="Google Shape;8809;p84"/>
          <p:cNvGrpSpPr/>
          <p:nvPr/>
        </p:nvGrpSpPr>
        <p:grpSpPr>
          <a:xfrm>
            <a:off x="1933144" y="2756052"/>
            <a:ext cx="372835" cy="342573"/>
            <a:chOff x="1952836" y="2774422"/>
            <a:chExt cx="372835" cy="342573"/>
          </a:xfrm>
        </p:grpSpPr>
        <p:sp>
          <p:nvSpPr>
            <p:cNvPr id="8810" name="Google Shape;8810;p84"/>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84"/>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84"/>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3" name="Google Shape;8813;p84"/>
          <p:cNvGrpSpPr/>
          <p:nvPr/>
        </p:nvGrpSpPr>
        <p:grpSpPr>
          <a:xfrm>
            <a:off x="3060224" y="2726107"/>
            <a:ext cx="332729" cy="372518"/>
            <a:chOff x="3079916" y="2744477"/>
            <a:chExt cx="332729" cy="372518"/>
          </a:xfrm>
        </p:grpSpPr>
        <p:sp>
          <p:nvSpPr>
            <p:cNvPr id="8814" name="Google Shape;8814;p84"/>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84"/>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84"/>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7" name="Google Shape;8817;p84"/>
          <p:cNvGrpSpPr/>
          <p:nvPr/>
        </p:nvGrpSpPr>
        <p:grpSpPr>
          <a:xfrm>
            <a:off x="3600884" y="2727155"/>
            <a:ext cx="336889" cy="355592"/>
            <a:chOff x="3620576" y="2745525"/>
            <a:chExt cx="336889" cy="355592"/>
          </a:xfrm>
        </p:grpSpPr>
        <p:sp>
          <p:nvSpPr>
            <p:cNvPr id="8818" name="Google Shape;8818;p84"/>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84"/>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0" name="Google Shape;8820;p84"/>
          <p:cNvGrpSpPr/>
          <p:nvPr/>
        </p:nvGrpSpPr>
        <p:grpSpPr>
          <a:xfrm>
            <a:off x="4107123" y="2742334"/>
            <a:ext cx="380393" cy="363118"/>
            <a:chOff x="4126815" y="2760704"/>
            <a:chExt cx="380393" cy="363118"/>
          </a:xfrm>
        </p:grpSpPr>
        <p:sp>
          <p:nvSpPr>
            <p:cNvPr id="8821" name="Google Shape;8821;p84"/>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84"/>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84"/>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84"/>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5" name="Google Shape;8825;p84"/>
          <p:cNvGrpSpPr/>
          <p:nvPr/>
        </p:nvGrpSpPr>
        <p:grpSpPr>
          <a:xfrm>
            <a:off x="4656294" y="2727314"/>
            <a:ext cx="381346" cy="368644"/>
            <a:chOff x="4675986" y="2745684"/>
            <a:chExt cx="381346" cy="368644"/>
          </a:xfrm>
        </p:grpSpPr>
        <p:sp>
          <p:nvSpPr>
            <p:cNvPr id="8826" name="Google Shape;8826;p84"/>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84"/>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8" name="Google Shape;8828;p84"/>
          <p:cNvGrpSpPr/>
          <p:nvPr/>
        </p:nvGrpSpPr>
        <p:grpSpPr>
          <a:xfrm>
            <a:off x="5200924" y="2772692"/>
            <a:ext cx="373185" cy="302466"/>
            <a:chOff x="5220616" y="2791061"/>
            <a:chExt cx="373185" cy="302466"/>
          </a:xfrm>
        </p:grpSpPr>
        <p:sp>
          <p:nvSpPr>
            <p:cNvPr id="8829" name="Google Shape;8829;p84"/>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84"/>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84"/>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84"/>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84"/>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84"/>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84"/>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84"/>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84"/>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84"/>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84"/>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84"/>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84"/>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84"/>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84"/>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84"/>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84"/>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84"/>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7" name="Google Shape;8847;p84"/>
          <p:cNvGrpSpPr/>
          <p:nvPr/>
        </p:nvGrpSpPr>
        <p:grpSpPr>
          <a:xfrm>
            <a:off x="5768969" y="2754147"/>
            <a:ext cx="284366" cy="344097"/>
            <a:chOff x="5864861" y="2772517"/>
            <a:chExt cx="284366" cy="344097"/>
          </a:xfrm>
        </p:grpSpPr>
        <p:sp>
          <p:nvSpPr>
            <p:cNvPr id="8848" name="Google Shape;8848;p84"/>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84"/>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84"/>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84"/>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84"/>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84"/>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54" name="Google Shape;8854;p84"/>
          <p:cNvSpPr/>
          <p:nvPr/>
        </p:nvSpPr>
        <p:spPr>
          <a:xfrm>
            <a:off x="6321177" y="2752273"/>
            <a:ext cx="343335" cy="343303"/>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55" name="Google Shape;8855;p84"/>
          <p:cNvGrpSpPr/>
          <p:nvPr/>
        </p:nvGrpSpPr>
        <p:grpSpPr>
          <a:xfrm>
            <a:off x="6954467" y="2771168"/>
            <a:ext cx="255247" cy="327458"/>
            <a:chOff x="6974158" y="2789537"/>
            <a:chExt cx="255247" cy="327458"/>
          </a:xfrm>
        </p:grpSpPr>
        <p:sp>
          <p:nvSpPr>
            <p:cNvPr id="8856" name="Google Shape;8856;p84"/>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84"/>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84"/>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84"/>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84"/>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84"/>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2" name="Google Shape;8862;p84"/>
          <p:cNvGrpSpPr/>
          <p:nvPr/>
        </p:nvGrpSpPr>
        <p:grpSpPr>
          <a:xfrm>
            <a:off x="7511005" y="2771930"/>
            <a:ext cx="244291" cy="326314"/>
            <a:chOff x="7530697" y="2790299"/>
            <a:chExt cx="244291" cy="326314"/>
          </a:xfrm>
        </p:grpSpPr>
        <p:sp>
          <p:nvSpPr>
            <p:cNvPr id="8863" name="Google Shape;8863;p84"/>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84"/>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84"/>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84"/>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84"/>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84"/>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9" name="Google Shape;8869;p84"/>
          <p:cNvGrpSpPr/>
          <p:nvPr/>
        </p:nvGrpSpPr>
        <p:grpSpPr>
          <a:xfrm>
            <a:off x="7968499" y="2813878"/>
            <a:ext cx="332348" cy="283985"/>
            <a:chOff x="7988191" y="2832248"/>
            <a:chExt cx="332348" cy="283985"/>
          </a:xfrm>
        </p:grpSpPr>
        <p:sp>
          <p:nvSpPr>
            <p:cNvPr id="8870" name="Google Shape;8870;p84"/>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84"/>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84"/>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73" name="Google Shape;8873;p84"/>
          <p:cNvSpPr/>
          <p:nvPr/>
        </p:nvSpPr>
        <p:spPr>
          <a:xfrm>
            <a:off x="2478726" y="3226757"/>
            <a:ext cx="365627" cy="292273"/>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74" name="Google Shape;8874;p84"/>
          <p:cNvGrpSpPr/>
          <p:nvPr/>
        </p:nvGrpSpPr>
        <p:grpSpPr>
          <a:xfrm>
            <a:off x="3568748" y="3239998"/>
            <a:ext cx="364484" cy="262423"/>
            <a:chOff x="3588440" y="3258368"/>
            <a:chExt cx="364484" cy="262423"/>
          </a:xfrm>
        </p:grpSpPr>
        <p:sp>
          <p:nvSpPr>
            <p:cNvPr id="8875" name="Google Shape;8875;p84"/>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84"/>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84"/>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84"/>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84"/>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84"/>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81" name="Google Shape;8881;p84"/>
          <p:cNvSpPr/>
          <p:nvPr/>
        </p:nvSpPr>
        <p:spPr>
          <a:xfrm>
            <a:off x="5243634" y="3211482"/>
            <a:ext cx="323298" cy="320789"/>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82" name="Google Shape;8882;p84"/>
          <p:cNvGrpSpPr/>
          <p:nvPr/>
        </p:nvGrpSpPr>
        <p:grpSpPr>
          <a:xfrm>
            <a:off x="5746125" y="3209355"/>
            <a:ext cx="364865" cy="324822"/>
            <a:chOff x="5765817" y="3227724"/>
            <a:chExt cx="364865" cy="324822"/>
          </a:xfrm>
        </p:grpSpPr>
        <p:sp>
          <p:nvSpPr>
            <p:cNvPr id="8883" name="Google Shape;8883;p84"/>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84"/>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84"/>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6" name="Google Shape;8886;p84"/>
          <p:cNvGrpSpPr/>
          <p:nvPr/>
        </p:nvGrpSpPr>
        <p:grpSpPr>
          <a:xfrm>
            <a:off x="6208891" y="3219294"/>
            <a:ext cx="446539" cy="303895"/>
            <a:chOff x="6228583" y="3237664"/>
            <a:chExt cx="446539" cy="303895"/>
          </a:xfrm>
        </p:grpSpPr>
        <p:sp>
          <p:nvSpPr>
            <p:cNvPr id="8887" name="Google Shape;8887;p84"/>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84"/>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84"/>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84"/>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84"/>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84"/>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84"/>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84"/>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84"/>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84"/>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84"/>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84"/>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84"/>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84"/>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84"/>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84"/>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84"/>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4" name="Google Shape;8904;p84"/>
          <p:cNvGrpSpPr/>
          <p:nvPr/>
        </p:nvGrpSpPr>
        <p:grpSpPr>
          <a:xfrm>
            <a:off x="846170" y="3188936"/>
            <a:ext cx="364484" cy="364897"/>
            <a:chOff x="865862" y="3207306"/>
            <a:chExt cx="364484" cy="364897"/>
          </a:xfrm>
        </p:grpSpPr>
        <p:sp>
          <p:nvSpPr>
            <p:cNvPr id="8905" name="Google Shape;8905;p84"/>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84"/>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84"/>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84"/>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84"/>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84"/>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84"/>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84"/>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84"/>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84"/>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84"/>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84"/>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84"/>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84"/>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9" name="Google Shape;8919;p84"/>
          <p:cNvGrpSpPr/>
          <p:nvPr/>
        </p:nvGrpSpPr>
        <p:grpSpPr>
          <a:xfrm>
            <a:off x="1384925" y="3208593"/>
            <a:ext cx="370168" cy="325965"/>
            <a:chOff x="1404617" y="3226962"/>
            <a:chExt cx="370168" cy="325965"/>
          </a:xfrm>
        </p:grpSpPr>
        <p:sp>
          <p:nvSpPr>
            <p:cNvPr id="8920" name="Google Shape;8920;p84"/>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84"/>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84"/>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84"/>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84"/>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84"/>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84"/>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84"/>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84"/>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9" name="Google Shape;8929;p84"/>
          <p:cNvGrpSpPr/>
          <p:nvPr/>
        </p:nvGrpSpPr>
        <p:grpSpPr>
          <a:xfrm>
            <a:off x="1933711" y="3197724"/>
            <a:ext cx="366389" cy="354481"/>
            <a:chOff x="1954741" y="3212419"/>
            <a:chExt cx="366389" cy="354481"/>
          </a:xfrm>
        </p:grpSpPr>
        <p:sp>
          <p:nvSpPr>
            <p:cNvPr id="8930" name="Google Shape;8930;p84"/>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84"/>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84"/>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84"/>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84"/>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84"/>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84"/>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7" name="Google Shape;8937;p84"/>
          <p:cNvGrpSpPr/>
          <p:nvPr/>
        </p:nvGrpSpPr>
        <p:grpSpPr>
          <a:xfrm>
            <a:off x="3023547" y="3197256"/>
            <a:ext cx="366008" cy="348670"/>
            <a:chOff x="3043239" y="3215626"/>
            <a:chExt cx="366008" cy="348670"/>
          </a:xfrm>
        </p:grpSpPr>
        <p:sp>
          <p:nvSpPr>
            <p:cNvPr id="8938" name="Google Shape;8938;p84"/>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84"/>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0" name="Google Shape;8940;p84"/>
          <p:cNvGrpSpPr/>
          <p:nvPr/>
        </p:nvGrpSpPr>
        <p:grpSpPr>
          <a:xfrm>
            <a:off x="4198641" y="3166613"/>
            <a:ext cx="209107" cy="383442"/>
            <a:chOff x="4218333" y="3184982"/>
            <a:chExt cx="209107" cy="383442"/>
          </a:xfrm>
        </p:grpSpPr>
        <p:sp>
          <p:nvSpPr>
            <p:cNvPr id="8941" name="Google Shape;8941;p84"/>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84"/>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43" name="Google Shape;8943;p84"/>
          <p:cNvSpPr/>
          <p:nvPr/>
        </p:nvSpPr>
        <p:spPr>
          <a:xfrm>
            <a:off x="4797127" y="3167787"/>
            <a:ext cx="83230" cy="379536"/>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44" name="Google Shape;8944;p84"/>
          <p:cNvGrpSpPr/>
          <p:nvPr/>
        </p:nvGrpSpPr>
        <p:grpSpPr>
          <a:xfrm>
            <a:off x="6876953" y="3197637"/>
            <a:ext cx="322917" cy="347876"/>
            <a:chOff x="6896644" y="3216007"/>
            <a:chExt cx="322917" cy="347876"/>
          </a:xfrm>
        </p:grpSpPr>
        <p:sp>
          <p:nvSpPr>
            <p:cNvPr id="8945" name="Google Shape;8945;p84"/>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84"/>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84"/>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84"/>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84"/>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84"/>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84"/>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2" name="Google Shape;8952;p84"/>
          <p:cNvGrpSpPr/>
          <p:nvPr/>
        </p:nvGrpSpPr>
        <p:grpSpPr>
          <a:xfrm>
            <a:off x="7409674" y="3204814"/>
            <a:ext cx="334634" cy="333904"/>
            <a:chOff x="7429366" y="3223183"/>
            <a:chExt cx="334634" cy="333904"/>
          </a:xfrm>
        </p:grpSpPr>
        <p:sp>
          <p:nvSpPr>
            <p:cNvPr id="8953" name="Google Shape;8953;p84"/>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84"/>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55" name="Google Shape;8955;p84"/>
          <p:cNvSpPr/>
          <p:nvPr/>
        </p:nvSpPr>
        <p:spPr>
          <a:xfrm>
            <a:off x="8059604" y="3188936"/>
            <a:ext cx="229906" cy="364135"/>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56" name="Google Shape;8956;p84"/>
          <p:cNvGrpSpPr/>
          <p:nvPr/>
        </p:nvGrpSpPr>
        <p:grpSpPr>
          <a:xfrm>
            <a:off x="5196764" y="3707114"/>
            <a:ext cx="356196" cy="265631"/>
            <a:chOff x="5216456" y="3725484"/>
            <a:chExt cx="356196" cy="265631"/>
          </a:xfrm>
        </p:grpSpPr>
        <p:sp>
          <p:nvSpPr>
            <p:cNvPr id="8957" name="Google Shape;8957;p84"/>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84"/>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9" name="Google Shape;8959;p84"/>
          <p:cNvGrpSpPr/>
          <p:nvPr/>
        </p:nvGrpSpPr>
        <p:grpSpPr>
          <a:xfrm>
            <a:off x="6829701" y="3715625"/>
            <a:ext cx="355053" cy="248038"/>
            <a:chOff x="6849393" y="3733994"/>
            <a:chExt cx="355053" cy="248038"/>
          </a:xfrm>
        </p:grpSpPr>
        <p:sp>
          <p:nvSpPr>
            <p:cNvPr id="8960" name="Google Shape;8960;p84"/>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84"/>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84"/>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84"/>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84"/>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5" name="Google Shape;8965;p84"/>
          <p:cNvGrpSpPr/>
          <p:nvPr/>
        </p:nvGrpSpPr>
        <p:grpSpPr>
          <a:xfrm>
            <a:off x="7899305" y="3696318"/>
            <a:ext cx="392111" cy="280206"/>
            <a:chOff x="7918997" y="3714687"/>
            <a:chExt cx="392111" cy="280206"/>
          </a:xfrm>
        </p:grpSpPr>
        <p:sp>
          <p:nvSpPr>
            <p:cNvPr id="8966" name="Google Shape;8966;p84"/>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84"/>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84"/>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84"/>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84"/>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71" name="Google Shape;8971;p84"/>
          <p:cNvSpPr/>
          <p:nvPr/>
        </p:nvSpPr>
        <p:spPr>
          <a:xfrm>
            <a:off x="847662" y="3675995"/>
            <a:ext cx="355434" cy="32698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72" name="Google Shape;8972;p84"/>
          <p:cNvGrpSpPr/>
          <p:nvPr/>
        </p:nvGrpSpPr>
        <p:grpSpPr>
          <a:xfrm>
            <a:off x="1389085" y="3662594"/>
            <a:ext cx="357720" cy="355148"/>
            <a:chOff x="1408777" y="3680964"/>
            <a:chExt cx="357720" cy="355148"/>
          </a:xfrm>
        </p:grpSpPr>
        <p:sp>
          <p:nvSpPr>
            <p:cNvPr id="8973" name="Google Shape;8973;p84"/>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84"/>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84"/>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84"/>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84"/>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8" name="Google Shape;8978;p84"/>
          <p:cNvGrpSpPr/>
          <p:nvPr/>
        </p:nvGrpSpPr>
        <p:grpSpPr>
          <a:xfrm>
            <a:off x="1933144" y="3662594"/>
            <a:ext cx="357720" cy="355148"/>
            <a:chOff x="1952836" y="3680964"/>
            <a:chExt cx="357720" cy="355148"/>
          </a:xfrm>
        </p:grpSpPr>
        <p:sp>
          <p:nvSpPr>
            <p:cNvPr id="8979" name="Google Shape;8979;p84"/>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84"/>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84"/>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84"/>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84"/>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4" name="Google Shape;8984;p84"/>
          <p:cNvGrpSpPr/>
          <p:nvPr/>
        </p:nvGrpSpPr>
        <p:grpSpPr>
          <a:xfrm>
            <a:off x="2477202" y="3662594"/>
            <a:ext cx="357720" cy="355148"/>
            <a:chOff x="2496894" y="3680964"/>
            <a:chExt cx="357720" cy="355148"/>
          </a:xfrm>
        </p:grpSpPr>
        <p:sp>
          <p:nvSpPr>
            <p:cNvPr id="8985" name="Google Shape;8985;p84"/>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84"/>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84"/>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84"/>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84"/>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0" name="Google Shape;8990;p84"/>
          <p:cNvGrpSpPr/>
          <p:nvPr/>
        </p:nvGrpSpPr>
        <p:grpSpPr>
          <a:xfrm>
            <a:off x="3021292" y="3662689"/>
            <a:ext cx="356164" cy="355815"/>
            <a:chOff x="3040984" y="3681059"/>
            <a:chExt cx="356164" cy="355815"/>
          </a:xfrm>
        </p:grpSpPr>
        <p:sp>
          <p:nvSpPr>
            <p:cNvPr id="8991" name="Google Shape;8991;p84"/>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84"/>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84"/>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4" name="Google Shape;8994;p84"/>
          <p:cNvGrpSpPr/>
          <p:nvPr/>
        </p:nvGrpSpPr>
        <p:grpSpPr>
          <a:xfrm>
            <a:off x="3564589" y="3680821"/>
            <a:ext cx="358069" cy="317995"/>
            <a:chOff x="3584280" y="3699191"/>
            <a:chExt cx="358069" cy="317995"/>
          </a:xfrm>
        </p:grpSpPr>
        <p:sp>
          <p:nvSpPr>
            <p:cNvPr id="8995" name="Google Shape;8995;p84"/>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84"/>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84"/>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84"/>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9" name="Google Shape;8999;p84"/>
          <p:cNvGrpSpPr/>
          <p:nvPr/>
        </p:nvGrpSpPr>
        <p:grpSpPr>
          <a:xfrm>
            <a:off x="4109790" y="3662689"/>
            <a:ext cx="355402" cy="354291"/>
            <a:chOff x="4129482" y="3681059"/>
            <a:chExt cx="355402" cy="354291"/>
          </a:xfrm>
        </p:grpSpPr>
        <p:sp>
          <p:nvSpPr>
            <p:cNvPr id="9000" name="Google Shape;9000;p84"/>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84"/>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84"/>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84"/>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4" name="Google Shape;9004;p84"/>
          <p:cNvGrpSpPr/>
          <p:nvPr/>
        </p:nvGrpSpPr>
        <p:grpSpPr>
          <a:xfrm>
            <a:off x="4653849" y="3661927"/>
            <a:ext cx="355434" cy="355815"/>
            <a:chOff x="4673540" y="3680297"/>
            <a:chExt cx="355434" cy="355815"/>
          </a:xfrm>
        </p:grpSpPr>
        <p:sp>
          <p:nvSpPr>
            <p:cNvPr id="9005" name="Google Shape;9005;p84"/>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84"/>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84"/>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8" name="Google Shape;9008;p84"/>
          <p:cNvGrpSpPr/>
          <p:nvPr/>
        </p:nvGrpSpPr>
        <p:grpSpPr>
          <a:xfrm>
            <a:off x="5759716" y="3680821"/>
            <a:ext cx="317645" cy="318757"/>
            <a:chOff x="5779408" y="3699191"/>
            <a:chExt cx="317645" cy="318757"/>
          </a:xfrm>
        </p:grpSpPr>
        <p:sp>
          <p:nvSpPr>
            <p:cNvPr id="9009" name="Google Shape;9009;p84"/>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84"/>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11" name="Google Shape;9011;p84"/>
          <p:cNvSpPr/>
          <p:nvPr/>
        </p:nvSpPr>
        <p:spPr>
          <a:xfrm>
            <a:off x="6284881" y="3676090"/>
            <a:ext cx="356196" cy="32841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12" name="Google Shape;9012;p84"/>
          <p:cNvGrpSpPr/>
          <p:nvPr/>
        </p:nvGrpSpPr>
        <p:grpSpPr>
          <a:xfrm>
            <a:off x="7370743" y="3662499"/>
            <a:ext cx="372073" cy="355243"/>
            <a:chOff x="7390435" y="3680868"/>
            <a:chExt cx="372073" cy="355243"/>
          </a:xfrm>
        </p:grpSpPr>
        <p:sp>
          <p:nvSpPr>
            <p:cNvPr id="9013" name="Google Shape;9013;p84"/>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84"/>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84"/>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84"/>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84"/>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84"/>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9" name="Google Shape;9019;p84"/>
          <p:cNvGrpSpPr/>
          <p:nvPr/>
        </p:nvGrpSpPr>
        <p:grpSpPr>
          <a:xfrm>
            <a:off x="1392301" y="4119346"/>
            <a:ext cx="374709" cy="374010"/>
            <a:chOff x="1421638" y="4125629"/>
            <a:chExt cx="374709" cy="374010"/>
          </a:xfrm>
        </p:grpSpPr>
        <p:sp>
          <p:nvSpPr>
            <p:cNvPr id="9020" name="Google Shape;9020;p84"/>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84"/>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2" name="Google Shape;9022;p84"/>
          <p:cNvGrpSpPr/>
          <p:nvPr/>
        </p:nvGrpSpPr>
        <p:grpSpPr>
          <a:xfrm>
            <a:off x="1943917" y="4135255"/>
            <a:ext cx="357720" cy="342192"/>
            <a:chOff x="1973254" y="4156304"/>
            <a:chExt cx="357720" cy="342192"/>
          </a:xfrm>
        </p:grpSpPr>
        <p:sp>
          <p:nvSpPr>
            <p:cNvPr id="9023" name="Google Shape;9023;p84"/>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84"/>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84"/>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84"/>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84"/>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84"/>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9" name="Google Shape;9029;p84"/>
          <p:cNvGrpSpPr/>
          <p:nvPr/>
        </p:nvGrpSpPr>
        <p:grpSpPr>
          <a:xfrm>
            <a:off x="2494422" y="4136192"/>
            <a:ext cx="341049" cy="340318"/>
            <a:chOff x="2523759" y="4135505"/>
            <a:chExt cx="341049" cy="340318"/>
          </a:xfrm>
        </p:grpSpPr>
        <p:sp>
          <p:nvSpPr>
            <p:cNvPr id="9030" name="Google Shape;9030;p84"/>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84"/>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2" name="Google Shape;9032;p84"/>
          <p:cNvGrpSpPr/>
          <p:nvPr/>
        </p:nvGrpSpPr>
        <p:grpSpPr>
          <a:xfrm>
            <a:off x="3011266" y="4131175"/>
            <a:ext cx="392079" cy="350353"/>
            <a:chOff x="3040603" y="4130360"/>
            <a:chExt cx="392079" cy="350353"/>
          </a:xfrm>
        </p:grpSpPr>
        <p:sp>
          <p:nvSpPr>
            <p:cNvPr id="9033" name="Google Shape;9033;p84"/>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84"/>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84"/>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84"/>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84"/>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84"/>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84"/>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84"/>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84"/>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84"/>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3" name="Google Shape;9043;p84"/>
          <p:cNvGrpSpPr/>
          <p:nvPr/>
        </p:nvGrpSpPr>
        <p:grpSpPr>
          <a:xfrm>
            <a:off x="3632807" y="4136192"/>
            <a:ext cx="232955" cy="340318"/>
            <a:chOff x="3662144" y="4135505"/>
            <a:chExt cx="232955" cy="340318"/>
          </a:xfrm>
        </p:grpSpPr>
        <p:sp>
          <p:nvSpPr>
            <p:cNvPr id="9044" name="Google Shape;9044;p84"/>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84"/>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84"/>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84"/>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8" name="Google Shape;9048;p84"/>
          <p:cNvGrpSpPr/>
          <p:nvPr/>
        </p:nvGrpSpPr>
        <p:grpSpPr>
          <a:xfrm>
            <a:off x="4119801" y="4122029"/>
            <a:ext cx="344065" cy="368644"/>
            <a:chOff x="4149138" y="4121151"/>
            <a:chExt cx="344065" cy="368644"/>
          </a:xfrm>
        </p:grpSpPr>
        <p:sp>
          <p:nvSpPr>
            <p:cNvPr id="9049" name="Google Shape;9049;p84"/>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84"/>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84"/>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84"/>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84"/>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84"/>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84"/>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84"/>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84"/>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84"/>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84"/>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84"/>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61" name="Google Shape;9061;p84"/>
          <p:cNvSpPr/>
          <p:nvPr/>
        </p:nvSpPr>
        <p:spPr>
          <a:xfrm>
            <a:off x="4662717" y="4136335"/>
            <a:ext cx="344097" cy="340033"/>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62" name="Google Shape;9062;p84"/>
          <p:cNvGrpSpPr/>
          <p:nvPr/>
        </p:nvGrpSpPr>
        <p:grpSpPr>
          <a:xfrm>
            <a:off x="5176925" y="4174949"/>
            <a:ext cx="397763" cy="262804"/>
            <a:chOff x="5206262" y="4174817"/>
            <a:chExt cx="397763" cy="262804"/>
          </a:xfrm>
        </p:grpSpPr>
        <p:sp>
          <p:nvSpPr>
            <p:cNvPr id="9063" name="Google Shape;9063;p84"/>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84"/>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84"/>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84"/>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84"/>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84"/>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84"/>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0" name="Google Shape;9070;p84"/>
          <p:cNvGrpSpPr/>
          <p:nvPr/>
        </p:nvGrpSpPr>
        <p:grpSpPr>
          <a:xfrm>
            <a:off x="5698279" y="4161342"/>
            <a:ext cx="440505" cy="290018"/>
            <a:chOff x="5727616" y="4204699"/>
            <a:chExt cx="440505" cy="290018"/>
          </a:xfrm>
        </p:grpSpPr>
        <p:sp>
          <p:nvSpPr>
            <p:cNvPr id="9071" name="Google Shape;9071;p84"/>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84"/>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84"/>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84"/>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84"/>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84"/>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84"/>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84"/>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9" name="Google Shape;9079;p84"/>
          <p:cNvGrpSpPr/>
          <p:nvPr/>
        </p:nvGrpSpPr>
        <p:grpSpPr>
          <a:xfrm>
            <a:off x="6380726" y="4124093"/>
            <a:ext cx="159950" cy="364516"/>
            <a:chOff x="6410063" y="4135124"/>
            <a:chExt cx="159950" cy="364516"/>
          </a:xfrm>
        </p:grpSpPr>
        <p:sp>
          <p:nvSpPr>
            <p:cNvPr id="9080" name="Google Shape;9080;p84"/>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84"/>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84"/>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84"/>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4" name="Google Shape;9084;p84"/>
          <p:cNvGrpSpPr/>
          <p:nvPr/>
        </p:nvGrpSpPr>
        <p:grpSpPr>
          <a:xfrm>
            <a:off x="6641065" y="4124284"/>
            <a:ext cx="214378" cy="364135"/>
            <a:chOff x="6924652" y="4135505"/>
            <a:chExt cx="214378" cy="364135"/>
          </a:xfrm>
        </p:grpSpPr>
        <p:sp>
          <p:nvSpPr>
            <p:cNvPr id="9085" name="Google Shape;9085;p84"/>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84"/>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84"/>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84"/>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89" name="Google Shape;9089;p84"/>
          <p:cNvSpPr txBox="1"/>
          <p:nvPr/>
        </p:nvSpPr>
        <p:spPr>
          <a:xfrm>
            <a:off x="716700" y="1188000"/>
            <a:ext cx="7710600" cy="761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You can </a:t>
            </a:r>
            <a:r>
              <a:rPr lang="en" sz="1100" b="1">
                <a:solidFill>
                  <a:schemeClr val="hlink"/>
                </a:solidFill>
              </a:rPr>
              <a:t>resize </a:t>
            </a:r>
            <a:r>
              <a:rPr lang="en" sz="1100">
                <a:solidFill>
                  <a:schemeClr val="lt1"/>
                </a:solidFill>
              </a:rPr>
              <a:t>these icons without losing quality.</a:t>
            </a:r>
            <a:endParaRPr sz="1100">
              <a:solidFill>
                <a:schemeClr val="lt1"/>
              </a:solidFill>
            </a:endParaRPr>
          </a:p>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You can </a:t>
            </a:r>
            <a:r>
              <a:rPr lang="en" sz="1100" b="1">
                <a:solidFill>
                  <a:schemeClr val="hlink"/>
                </a:solidFill>
              </a:rPr>
              <a:t>change the stroke and fill color</a:t>
            </a:r>
            <a:r>
              <a:rPr lang="en" sz="1100">
                <a:solidFill>
                  <a:schemeClr val="lt1"/>
                </a:solidFill>
              </a:rPr>
              <a:t>; just select the icon and click on the </a:t>
            </a:r>
            <a:r>
              <a:rPr lang="en" sz="1100" b="1">
                <a:solidFill>
                  <a:schemeClr val="hlink"/>
                </a:solidFill>
              </a:rPr>
              <a:t>paint bucket/pen</a:t>
            </a:r>
            <a:r>
              <a:rPr lang="en" sz="1100">
                <a:solidFill>
                  <a:schemeClr val="lt1"/>
                </a:solidFill>
              </a:rPr>
              <a:t>.</a:t>
            </a:r>
            <a:endParaRPr sz="1100">
              <a:solidFill>
                <a:schemeClr val="lt1"/>
              </a:solidFill>
            </a:endParaRPr>
          </a:p>
          <a:p>
            <a:pPr marL="0" lvl="0" indent="0" algn="ctr" rtl="0">
              <a:lnSpc>
                <a:spcPct val="100000"/>
              </a:lnSpc>
              <a:spcBef>
                <a:spcPts val="0"/>
              </a:spcBef>
              <a:spcAft>
                <a:spcPts val="0"/>
              </a:spcAft>
              <a:buNone/>
            </a:pPr>
            <a:r>
              <a:rPr lang="en" sz="1100">
                <a:solidFill>
                  <a:schemeClr val="lt1"/>
                </a:solidFill>
              </a:rPr>
              <a:t>In Google Slides, you can also use </a:t>
            </a:r>
            <a:r>
              <a:rPr lang="en" sz="1100" b="1">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9090" name="Google Shape;9090;p84"/>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p>
        </p:txBody>
      </p:sp>
      <p:grpSp>
        <p:nvGrpSpPr>
          <p:cNvPr id="9091" name="Google Shape;9091;p84"/>
          <p:cNvGrpSpPr/>
          <p:nvPr/>
        </p:nvGrpSpPr>
        <p:grpSpPr>
          <a:xfrm>
            <a:off x="841240" y="4119220"/>
            <a:ext cx="374177" cy="374263"/>
            <a:chOff x="775325" y="4143525"/>
            <a:chExt cx="468776" cy="468884"/>
          </a:xfrm>
        </p:grpSpPr>
        <p:sp>
          <p:nvSpPr>
            <p:cNvPr id="9092" name="Google Shape;9092;p84"/>
            <p:cNvSpPr/>
            <p:nvPr/>
          </p:nvSpPr>
          <p:spPr>
            <a:xfrm>
              <a:off x="851953" y="4143525"/>
              <a:ext cx="392147" cy="390479"/>
            </a:xfrm>
            <a:custGeom>
              <a:avLst/>
              <a:gdLst/>
              <a:ahLst/>
              <a:cxnLst/>
              <a:rect l="l" t="t" r="r" b="b"/>
              <a:pathLst>
                <a:path w="36428" h="36273" extrusionOk="0">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84"/>
            <p:cNvSpPr/>
            <p:nvPr/>
          </p:nvSpPr>
          <p:spPr>
            <a:xfrm>
              <a:off x="775325" y="4505404"/>
              <a:ext cx="108339" cy="107004"/>
            </a:xfrm>
            <a:custGeom>
              <a:avLst/>
              <a:gdLst/>
              <a:ahLst/>
              <a:cxnLst/>
              <a:rect l="l" t="t" r="r" b="b"/>
              <a:pathLst>
                <a:path w="10064" h="9940" extrusionOk="0">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84"/>
            <p:cNvSpPr/>
            <p:nvPr/>
          </p:nvSpPr>
          <p:spPr>
            <a:xfrm>
              <a:off x="775325" y="4437806"/>
              <a:ext cx="75430" cy="74085"/>
            </a:xfrm>
            <a:custGeom>
              <a:avLst/>
              <a:gdLst/>
              <a:ahLst/>
              <a:cxnLst/>
              <a:rect l="l" t="t" r="r" b="b"/>
              <a:pathLst>
                <a:path w="7007" h="6882" extrusionOk="0">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84"/>
            <p:cNvSpPr/>
            <p:nvPr/>
          </p:nvSpPr>
          <p:spPr>
            <a:xfrm>
              <a:off x="875829" y="4538289"/>
              <a:ext cx="75409" cy="74085"/>
            </a:xfrm>
            <a:custGeom>
              <a:avLst/>
              <a:gdLst/>
              <a:ahLst/>
              <a:cxnLst/>
              <a:rect l="l" t="t" r="r" b="b"/>
              <a:pathLst>
                <a:path w="7005" h="6882" extrusionOk="0">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6" name="Google Shape;9096;p84"/>
          <p:cNvGrpSpPr/>
          <p:nvPr/>
        </p:nvGrpSpPr>
        <p:grpSpPr>
          <a:xfrm>
            <a:off x="7015917" y="4114633"/>
            <a:ext cx="219464" cy="383437"/>
            <a:chOff x="1426400" y="1814750"/>
            <a:chExt cx="407850" cy="712575"/>
          </a:xfrm>
        </p:grpSpPr>
        <p:sp>
          <p:nvSpPr>
            <p:cNvPr id="9097" name="Google Shape;9097;p84"/>
            <p:cNvSpPr/>
            <p:nvPr/>
          </p:nvSpPr>
          <p:spPr>
            <a:xfrm>
              <a:off x="1426400" y="1814750"/>
              <a:ext cx="407850" cy="407925"/>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84"/>
            <p:cNvSpPr/>
            <p:nvPr/>
          </p:nvSpPr>
          <p:spPr>
            <a:xfrm>
              <a:off x="1631125" y="2222650"/>
              <a:ext cx="25" cy="304675"/>
            </a:xfrm>
            <a:custGeom>
              <a:avLst/>
              <a:gdLst/>
              <a:ahLst/>
              <a:cxnLst/>
              <a:rect l="l" t="t" r="r" b="b"/>
              <a:pathLst>
                <a:path w="1" h="12187" fill="none" extrusionOk="0">
                  <a:moveTo>
                    <a:pt x="1" y="1"/>
                  </a:moveTo>
                  <a:lnTo>
                    <a:pt x="1" y="12187"/>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84"/>
            <p:cNvSpPr/>
            <p:nvPr/>
          </p:nvSpPr>
          <p:spPr>
            <a:xfrm>
              <a:off x="1529575" y="2425750"/>
              <a:ext cx="203125" cy="25"/>
            </a:xfrm>
            <a:custGeom>
              <a:avLst/>
              <a:gdLst/>
              <a:ahLst/>
              <a:cxnLst/>
              <a:rect l="l" t="t" r="r" b="b"/>
              <a:pathLst>
                <a:path w="8125" h="1" fill="none" extrusionOk="0">
                  <a:moveTo>
                    <a:pt x="1" y="1"/>
                  </a:moveTo>
                  <a:lnTo>
                    <a:pt x="8125"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0" name="Google Shape;9100;p84"/>
          <p:cNvGrpSpPr/>
          <p:nvPr/>
        </p:nvGrpSpPr>
        <p:grpSpPr>
          <a:xfrm>
            <a:off x="7391519" y="4149408"/>
            <a:ext cx="313833" cy="313887"/>
            <a:chOff x="1910075" y="2021700"/>
            <a:chExt cx="583225" cy="583325"/>
          </a:xfrm>
        </p:grpSpPr>
        <p:sp>
          <p:nvSpPr>
            <p:cNvPr id="9101" name="Google Shape;9101;p84"/>
            <p:cNvSpPr/>
            <p:nvPr/>
          </p:nvSpPr>
          <p:spPr>
            <a:xfrm>
              <a:off x="1910075" y="2157875"/>
              <a:ext cx="448375" cy="447150"/>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84"/>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84"/>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4" name="Google Shape;9104;p84"/>
          <p:cNvGrpSpPr/>
          <p:nvPr/>
        </p:nvGrpSpPr>
        <p:grpSpPr>
          <a:xfrm>
            <a:off x="7861486" y="4189187"/>
            <a:ext cx="441255" cy="234329"/>
            <a:chOff x="2749275" y="2099575"/>
            <a:chExt cx="820025" cy="435475"/>
          </a:xfrm>
        </p:grpSpPr>
        <p:sp>
          <p:nvSpPr>
            <p:cNvPr id="9105" name="Google Shape;9105;p84"/>
            <p:cNvSpPr/>
            <p:nvPr/>
          </p:nvSpPr>
          <p:spPr>
            <a:xfrm>
              <a:off x="3163375" y="2317300"/>
              <a:ext cx="389050" cy="25"/>
            </a:xfrm>
            <a:custGeom>
              <a:avLst/>
              <a:gdLst/>
              <a:ahLst/>
              <a:cxnLst/>
              <a:rect l="l" t="t" r="r" b="b"/>
              <a:pathLst>
                <a:path w="15562" h="1" fill="none" extrusionOk="0">
                  <a:moveTo>
                    <a:pt x="15562" y="1"/>
                  </a:moveTo>
                  <a:lnTo>
                    <a:pt x="1" y="1"/>
                  </a:lnTo>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84"/>
            <p:cNvSpPr/>
            <p:nvPr/>
          </p:nvSpPr>
          <p:spPr>
            <a:xfrm>
              <a:off x="3299975" y="2175125"/>
              <a:ext cx="25" cy="284375"/>
            </a:xfrm>
            <a:custGeom>
              <a:avLst/>
              <a:gdLst/>
              <a:ahLst/>
              <a:cxnLst/>
              <a:rect l="l" t="t" r="r" b="b"/>
              <a:pathLst>
                <a:path w="1" h="11375" fill="none" extrusionOk="0">
                  <a:moveTo>
                    <a:pt x="0" y="1"/>
                  </a:moveTo>
                  <a:lnTo>
                    <a:pt x="0" y="11374"/>
                  </a:lnTo>
                </a:path>
              </a:pathLst>
            </a:custGeom>
            <a:solidFill>
              <a:srgbClr val="E3E7EA"/>
            </a:solidFill>
            <a:ln w="9525" cap="rnd"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84"/>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84"/>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9112"/>
        <p:cNvGrpSpPr/>
        <p:nvPr/>
      </p:nvGrpSpPr>
      <p:grpSpPr>
        <a:xfrm>
          <a:off x="0" y="0"/>
          <a:ext cx="0" cy="0"/>
          <a:chOff x="0" y="0"/>
          <a:chExt cx="0" cy="0"/>
        </a:xfrm>
      </p:grpSpPr>
      <p:grpSp>
        <p:nvGrpSpPr>
          <p:cNvPr id="9113" name="Google Shape;9113;p85"/>
          <p:cNvGrpSpPr/>
          <p:nvPr/>
        </p:nvGrpSpPr>
        <p:grpSpPr>
          <a:xfrm>
            <a:off x="1989449" y="4101269"/>
            <a:ext cx="374774" cy="346073"/>
            <a:chOff x="1989449" y="4282269"/>
            <a:chExt cx="374774" cy="346073"/>
          </a:xfrm>
        </p:grpSpPr>
        <p:sp>
          <p:nvSpPr>
            <p:cNvPr id="9114" name="Google Shape;9114;p85"/>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85"/>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85"/>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85"/>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85"/>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9" name="Google Shape;9119;p85"/>
          <p:cNvGrpSpPr/>
          <p:nvPr/>
        </p:nvGrpSpPr>
        <p:grpSpPr>
          <a:xfrm>
            <a:off x="2487439" y="4099740"/>
            <a:ext cx="198775" cy="348972"/>
            <a:chOff x="2487439" y="4280740"/>
            <a:chExt cx="198775" cy="348972"/>
          </a:xfrm>
        </p:grpSpPr>
        <p:sp>
          <p:nvSpPr>
            <p:cNvPr id="9120" name="Google Shape;9120;p85"/>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85"/>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85"/>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85"/>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4" name="Google Shape;9124;p85"/>
          <p:cNvGrpSpPr/>
          <p:nvPr/>
        </p:nvGrpSpPr>
        <p:grpSpPr>
          <a:xfrm>
            <a:off x="2810958" y="4092923"/>
            <a:ext cx="353145" cy="361873"/>
            <a:chOff x="2810958" y="4273923"/>
            <a:chExt cx="353145" cy="361873"/>
          </a:xfrm>
        </p:grpSpPr>
        <p:sp>
          <p:nvSpPr>
            <p:cNvPr id="9125" name="Google Shape;9125;p85"/>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85"/>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85"/>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85"/>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85"/>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85"/>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85"/>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2" name="Google Shape;9132;p85"/>
          <p:cNvGrpSpPr/>
          <p:nvPr/>
        </p:nvGrpSpPr>
        <p:grpSpPr>
          <a:xfrm>
            <a:off x="6275635" y="4101651"/>
            <a:ext cx="209383" cy="366778"/>
            <a:chOff x="6275635" y="4282651"/>
            <a:chExt cx="209383" cy="366778"/>
          </a:xfrm>
        </p:grpSpPr>
        <p:sp>
          <p:nvSpPr>
            <p:cNvPr id="9133" name="Google Shape;9133;p85"/>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85"/>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5" name="Google Shape;9135;p85"/>
          <p:cNvGrpSpPr/>
          <p:nvPr/>
        </p:nvGrpSpPr>
        <p:grpSpPr>
          <a:xfrm>
            <a:off x="6701186" y="4102033"/>
            <a:ext cx="280292" cy="366396"/>
            <a:chOff x="6701186" y="4283033"/>
            <a:chExt cx="280292" cy="366396"/>
          </a:xfrm>
        </p:grpSpPr>
        <p:sp>
          <p:nvSpPr>
            <p:cNvPr id="9136" name="Google Shape;9136;p85"/>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85"/>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8" name="Google Shape;9138;p85"/>
          <p:cNvGrpSpPr/>
          <p:nvPr/>
        </p:nvGrpSpPr>
        <p:grpSpPr>
          <a:xfrm>
            <a:off x="2609571" y="3643958"/>
            <a:ext cx="373627" cy="347347"/>
            <a:chOff x="2609571" y="3824958"/>
            <a:chExt cx="373627" cy="347347"/>
          </a:xfrm>
        </p:grpSpPr>
        <p:sp>
          <p:nvSpPr>
            <p:cNvPr id="9139" name="Google Shape;9139;p85"/>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85"/>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41" name="Google Shape;9141;p85"/>
          <p:cNvSpPr/>
          <p:nvPr/>
        </p:nvSpPr>
        <p:spPr>
          <a:xfrm>
            <a:off x="1288576" y="3641410"/>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42" name="Google Shape;9142;p85"/>
          <p:cNvGrpSpPr/>
          <p:nvPr/>
        </p:nvGrpSpPr>
        <p:grpSpPr>
          <a:xfrm>
            <a:off x="916127" y="3626056"/>
            <a:ext cx="221902" cy="380795"/>
            <a:chOff x="916127" y="3807056"/>
            <a:chExt cx="221902" cy="380795"/>
          </a:xfrm>
        </p:grpSpPr>
        <p:sp>
          <p:nvSpPr>
            <p:cNvPr id="9143" name="Google Shape;9143;p85"/>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85"/>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85"/>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85"/>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47" name="Google Shape;9147;p85"/>
          <p:cNvSpPr/>
          <p:nvPr/>
        </p:nvSpPr>
        <p:spPr>
          <a:xfrm>
            <a:off x="3136771" y="3642174"/>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85"/>
          <p:cNvSpPr/>
          <p:nvPr/>
        </p:nvSpPr>
        <p:spPr>
          <a:xfrm>
            <a:off x="2179465" y="3670048"/>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49" name="Google Shape;9149;p85"/>
          <p:cNvGrpSpPr/>
          <p:nvPr/>
        </p:nvGrpSpPr>
        <p:grpSpPr>
          <a:xfrm>
            <a:off x="3513010" y="3635134"/>
            <a:ext cx="362223" cy="361108"/>
            <a:chOff x="3513010" y="3816134"/>
            <a:chExt cx="362223" cy="361108"/>
          </a:xfrm>
        </p:grpSpPr>
        <p:sp>
          <p:nvSpPr>
            <p:cNvPr id="9150" name="Google Shape;9150;p85"/>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85"/>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85"/>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85"/>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4" name="Google Shape;9154;p85"/>
          <p:cNvGrpSpPr/>
          <p:nvPr/>
        </p:nvGrpSpPr>
        <p:grpSpPr>
          <a:xfrm>
            <a:off x="3950316" y="3639307"/>
            <a:ext cx="369805" cy="353782"/>
            <a:chOff x="3950316" y="3820307"/>
            <a:chExt cx="369805" cy="353782"/>
          </a:xfrm>
        </p:grpSpPr>
        <p:sp>
          <p:nvSpPr>
            <p:cNvPr id="9155" name="Google Shape;9155;p85"/>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85"/>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85"/>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85"/>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9" name="Google Shape;9159;p85"/>
          <p:cNvGrpSpPr/>
          <p:nvPr/>
        </p:nvGrpSpPr>
        <p:grpSpPr>
          <a:xfrm>
            <a:off x="1761909" y="3630961"/>
            <a:ext cx="307974" cy="371716"/>
            <a:chOff x="1761909" y="3811961"/>
            <a:chExt cx="307974" cy="371716"/>
          </a:xfrm>
        </p:grpSpPr>
        <p:sp>
          <p:nvSpPr>
            <p:cNvPr id="9160" name="Google Shape;9160;p85"/>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85"/>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85"/>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85"/>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85"/>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85"/>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85"/>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85"/>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85"/>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85"/>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0" name="Google Shape;9170;p85"/>
          <p:cNvGrpSpPr/>
          <p:nvPr/>
        </p:nvGrpSpPr>
        <p:grpSpPr>
          <a:xfrm>
            <a:off x="5373342" y="3627935"/>
            <a:ext cx="231395" cy="353145"/>
            <a:chOff x="5373342" y="3808935"/>
            <a:chExt cx="231395" cy="353145"/>
          </a:xfrm>
        </p:grpSpPr>
        <p:sp>
          <p:nvSpPr>
            <p:cNvPr id="9171" name="Google Shape;9171;p85"/>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85"/>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85"/>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85"/>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85"/>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85"/>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85"/>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85"/>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85"/>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80" name="Google Shape;9180;p85"/>
          <p:cNvSpPr/>
          <p:nvPr/>
        </p:nvSpPr>
        <p:spPr>
          <a:xfrm>
            <a:off x="6738361" y="3628700"/>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81" name="Google Shape;9181;p85"/>
          <p:cNvGrpSpPr/>
          <p:nvPr/>
        </p:nvGrpSpPr>
        <p:grpSpPr>
          <a:xfrm>
            <a:off x="5833775" y="3628445"/>
            <a:ext cx="235185" cy="352253"/>
            <a:chOff x="5833775" y="3809445"/>
            <a:chExt cx="235185" cy="352253"/>
          </a:xfrm>
        </p:grpSpPr>
        <p:sp>
          <p:nvSpPr>
            <p:cNvPr id="9182" name="Google Shape;9182;p85"/>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85"/>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85"/>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5" name="Google Shape;9185;p85"/>
          <p:cNvGrpSpPr/>
          <p:nvPr/>
        </p:nvGrpSpPr>
        <p:grpSpPr>
          <a:xfrm>
            <a:off x="4942472" y="3628318"/>
            <a:ext cx="238976" cy="352762"/>
            <a:chOff x="4942472" y="3809318"/>
            <a:chExt cx="238976" cy="352762"/>
          </a:xfrm>
        </p:grpSpPr>
        <p:sp>
          <p:nvSpPr>
            <p:cNvPr id="9186" name="Google Shape;9186;p85"/>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85"/>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85"/>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85"/>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85"/>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85"/>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85"/>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3" name="Google Shape;9193;p85"/>
          <p:cNvGrpSpPr/>
          <p:nvPr/>
        </p:nvGrpSpPr>
        <p:grpSpPr>
          <a:xfrm>
            <a:off x="6266525" y="3626788"/>
            <a:ext cx="260223" cy="353527"/>
            <a:chOff x="6266525" y="3807788"/>
            <a:chExt cx="260223" cy="353527"/>
          </a:xfrm>
        </p:grpSpPr>
        <p:sp>
          <p:nvSpPr>
            <p:cNvPr id="9194" name="Google Shape;9194;p85"/>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85"/>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85"/>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85"/>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98" name="Google Shape;9198;p85"/>
          <p:cNvSpPr/>
          <p:nvPr/>
        </p:nvSpPr>
        <p:spPr>
          <a:xfrm>
            <a:off x="7972870" y="3627967"/>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99" name="Google Shape;9199;p85"/>
          <p:cNvGrpSpPr/>
          <p:nvPr/>
        </p:nvGrpSpPr>
        <p:grpSpPr>
          <a:xfrm>
            <a:off x="7184363" y="3628604"/>
            <a:ext cx="202184" cy="352762"/>
            <a:chOff x="7184363" y="3809604"/>
            <a:chExt cx="202184" cy="352762"/>
          </a:xfrm>
        </p:grpSpPr>
        <p:sp>
          <p:nvSpPr>
            <p:cNvPr id="9200" name="Google Shape;9200;p85"/>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85"/>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2" name="Google Shape;9202;p85"/>
          <p:cNvGrpSpPr/>
          <p:nvPr/>
        </p:nvGrpSpPr>
        <p:grpSpPr>
          <a:xfrm>
            <a:off x="7571624" y="3627935"/>
            <a:ext cx="292047" cy="352762"/>
            <a:chOff x="7571624" y="3808935"/>
            <a:chExt cx="292047" cy="352762"/>
          </a:xfrm>
        </p:grpSpPr>
        <p:sp>
          <p:nvSpPr>
            <p:cNvPr id="9203" name="Google Shape;9203;p85"/>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85"/>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85"/>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85"/>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85"/>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85"/>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9" name="Google Shape;9209;p85"/>
          <p:cNvGrpSpPr/>
          <p:nvPr/>
        </p:nvGrpSpPr>
        <p:grpSpPr>
          <a:xfrm>
            <a:off x="2174559" y="3175116"/>
            <a:ext cx="364135" cy="359930"/>
            <a:chOff x="2174559" y="3356116"/>
            <a:chExt cx="364135" cy="359930"/>
          </a:xfrm>
        </p:grpSpPr>
        <p:sp>
          <p:nvSpPr>
            <p:cNvPr id="9210" name="Google Shape;9210;p85"/>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85"/>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2" name="Google Shape;9212;p85"/>
          <p:cNvGrpSpPr/>
          <p:nvPr/>
        </p:nvGrpSpPr>
        <p:grpSpPr>
          <a:xfrm>
            <a:off x="1731934" y="3174639"/>
            <a:ext cx="368371" cy="361554"/>
            <a:chOff x="1731934" y="3355639"/>
            <a:chExt cx="368371" cy="361554"/>
          </a:xfrm>
        </p:grpSpPr>
        <p:sp>
          <p:nvSpPr>
            <p:cNvPr id="9213" name="Google Shape;9213;p85"/>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85"/>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5" name="Google Shape;9215;p85"/>
          <p:cNvGrpSpPr/>
          <p:nvPr/>
        </p:nvGrpSpPr>
        <p:grpSpPr>
          <a:xfrm>
            <a:off x="3990517" y="3173173"/>
            <a:ext cx="279559" cy="363402"/>
            <a:chOff x="3990517" y="3354173"/>
            <a:chExt cx="279559" cy="363402"/>
          </a:xfrm>
        </p:grpSpPr>
        <p:sp>
          <p:nvSpPr>
            <p:cNvPr id="9216" name="Google Shape;9216;p85"/>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85"/>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85"/>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9" name="Google Shape;9219;p85"/>
          <p:cNvGrpSpPr/>
          <p:nvPr/>
        </p:nvGrpSpPr>
        <p:grpSpPr>
          <a:xfrm>
            <a:off x="3497847" y="3236374"/>
            <a:ext cx="379680" cy="237606"/>
            <a:chOff x="3497847" y="3417374"/>
            <a:chExt cx="379680" cy="237606"/>
          </a:xfrm>
        </p:grpSpPr>
        <p:sp>
          <p:nvSpPr>
            <p:cNvPr id="9220" name="Google Shape;9220;p85"/>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85"/>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85"/>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85"/>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4" name="Google Shape;9224;p85"/>
          <p:cNvGrpSpPr/>
          <p:nvPr/>
        </p:nvGrpSpPr>
        <p:grpSpPr>
          <a:xfrm>
            <a:off x="2612597" y="3186075"/>
            <a:ext cx="376271" cy="337982"/>
            <a:chOff x="2612597" y="3367075"/>
            <a:chExt cx="376271" cy="337982"/>
          </a:xfrm>
        </p:grpSpPr>
        <p:sp>
          <p:nvSpPr>
            <p:cNvPr id="9225" name="Google Shape;9225;p85"/>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85"/>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7" name="Google Shape;9227;p85"/>
          <p:cNvGrpSpPr/>
          <p:nvPr/>
        </p:nvGrpSpPr>
        <p:grpSpPr>
          <a:xfrm>
            <a:off x="3071914" y="3183431"/>
            <a:ext cx="343652" cy="342505"/>
            <a:chOff x="3071914" y="3364431"/>
            <a:chExt cx="343652" cy="342505"/>
          </a:xfrm>
        </p:grpSpPr>
        <p:sp>
          <p:nvSpPr>
            <p:cNvPr id="9228" name="Google Shape;9228;p85"/>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85"/>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85"/>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85"/>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85"/>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3" name="Google Shape;9233;p85"/>
          <p:cNvGrpSpPr/>
          <p:nvPr/>
        </p:nvGrpSpPr>
        <p:grpSpPr>
          <a:xfrm>
            <a:off x="897141" y="3178875"/>
            <a:ext cx="257962" cy="352762"/>
            <a:chOff x="897141" y="3359875"/>
            <a:chExt cx="257962" cy="352762"/>
          </a:xfrm>
        </p:grpSpPr>
        <p:sp>
          <p:nvSpPr>
            <p:cNvPr id="9234" name="Google Shape;9234;p85"/>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85"/>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85"/>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85"/>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85"/>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85"/>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85"/>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85"/>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2" name="Google Shape;9242;p85"/>
          <p:cNvGrpSpPr/>
          <p:nvPr/>
        </p:nvGrpSpPr>
        <p:grpSpPr>
          <a:xfrm>
            <a:off x="1333682" y="3163330"/>
            <a:ext cx="271213" cy="383088"/>
            <a:chOff x="1333682" y="3344330"/>
            <a:chExt cx="271213" cy="383088"/>
          </a:xfrm>
        </p:grpSpPr>
        <p:sp>
          <p:nvSpPr>
            <p:cNvPr id="9243" name="Google Shape;9243;p85"/>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85"/>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85"/>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85"/>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85"/>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85"/>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85"/>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85"/>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85"/>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85"/>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85"/>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4" name="Google Shape;9254;p85"/>
          <p:cNvGrpSpPr/>
          <p:nvPr/>
        </p:nvGrpSpPr>
        <p:grpSpPr>
          <a:xfrm>
            <a:off x="6664394" y="3165974"/>
            <a:ext cx="353113" cy="351998"/>
            <a:chOff x="6664394" y="3346974"/>
            <a:chExt cx="353113" cy="351998"/>
          </a:xfrm>
        </p:grpSpPr>
        <p:sp>
          <p:nvSpPr>
            <p:cNvPr id="9255" name="Google Shape;9255;p85"/>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85"/>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85"/>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85"/>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85"/>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0" name="Google Shape;9260;p85"/>
          <p:cNvGrpSpPr/>
          <p:nvPr/>
        </p:nvGrpSpPr>
        <p:grpSpPr>
          <a:xfrm>
            <a:off x="849741" y="1778307"/>
            <a:ext cx="399398" cy="375443"/>
            <a:chOff x="849741" y="1959307"/>
            <a:chExt cx="399398" cy="375443"/>
          </a:xfrm>
        </p:grpSpPr>
        <p:sp>
          <p:nvSpPr>
            <p:cNvPr id="9261" name="Google Shape;9261;p85"/>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85"/>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3" name="Google Shape;9263;p85"/>
          <p:cNvGrpSpPr/>
          <p:nvPr/>
        </p:nvGrpSpPr>
        <p:grpSpPr>
          <a:xfrm>
            <a:off x="1284212" y="1782766"/>
            <a:ext cx="379489" cy="366046"/>
            <a:chOff x="1284212" y="1963766"/>
            <a:chExt cx="379489" cy="366046"/>
          </a:xfrm>
        </p:grpSpPr>
        <p:sp>
          <p:nvSpPr>
            <p:cNvPr id="9264" name="Google Shape;9264;p85"/>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85"/>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6" name="Google Shape;9266;p85"/>
          <p:cNvGrpSpPr/>
          <p:nvPr/>
        </p:nvGrpSpPr>
        <p:grpSpPr>
          <a:xfrm>
            <a:off x="3037766" y="1788564"/>
            <a:ext cx="370219" cy="354928"/>
            <a:chOff x="3037766" y="1969564"/>
            <a:chExt cx="370219" cy="354928"/>
          </a:xfrm>
        </p:grpSpPr>
        <p:sp>
          <p:nvSpPr>
            <p:cNvPr id="9267" name="Google Shape;9267;p85"/>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85"/>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85"/>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85"/>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1" name="Google Shape;9271;p85"/>
          <p:cNvGrpSpPr/>
          <p:nvPr/>
        </p:nvGrpSpPr>
        <p:grpSpPr>
          <a:xfrm>
            <a:off x="3982553" y="1790730"/>
            <a:ext cx="304566" cy="350501"/>
            <a:chOff x="3982553" y="1971730"/>
            <a:chExt cx="304566" cy="350501"/>
          </a:xfrm>
        </p:grpSpPr>
        <p:sp>
          <p:nvSpPr>
            <p:cNvPr id="9272" name="Google Shape;9272;p85"/>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85"/>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4" name="Google Shape;9274;p85"/>
          <p:cNvGrpSpPr/>
          <p:nvPr/>
        </p:nvGrpSpPr>
        <p:grpSpPr>
          <a:xfrm>
            <a:off x="2567841" y="1813124"/>
            <a:ext cx="399812" cy="306477"/>
            <a:chOff x="2567841" y="1994124"/>
            <a:chExt cx="399812" cy="306477"/>
          </a:xfrm>
        </p:grpSpPr>
        <p:sp>
          <p:nvSpPr>
            <p:cNvPr id="9275" name="Google Shape;9275;p85"/>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85"/>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85"/>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8" name="Google Shape;9278;p85"/>
          <p:cNvGrpSpPr/>
          <p:nvPr/>
        </p:nvGrpSpPr>
        <p:grpSpPr>
          <a:xfrm>
            <a:off x="2212084" y="1779358"/>
            <a:ext cx="324698" cy="372863"/>
            <a:chOff x="2212084" y="1960358"/>
            <a:chExt cx="324698" cy="372863"/>
          </a:xfrm>
        </p:grpSpPr>
        <p:sp>
          <p:nvSpPr>
            <p:cNvPr id="9279" name="Google Shape;9279;p85"/>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85"/>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85"/>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2" name="Google Shape;9282;p85"/>
          <p:cNvGrpSpPr/>
          <p:nvPr/>
        </p:nvGrpSpPr>
        <p:grpSpPr>
          <a:xfrm>
            <a:off x="1805901" y="1779358"/>
            <a:ext cx="284847" cy="373627"/>
            <a:chOff x="1805901" y="1960358"/>
            <a:chExt cx="284847" cy="373627"/>
          </a:xfrm>
        </p:grpSpPr>
        <p:sp>
          <p:nvSpPr>
            <p:cNvPr id="9283" name="Google Shape;9283;p85"/>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85"/>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85" name="Google Shape;9285;p85"/>
          <p:cNvSpPr/>
          <p:nvPr/>
        </p:nvSpPr>
        <p:spPr>
          <a:xfrm>
            <a:off x="3505429" y="1799076"/>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85"/>
          <p:cNvSpPr/>
          <p:nvPr/>
        </p:nvSpPr>
        <p:spPr>
          <a:xfrm>
            <a:off x="7100552" y="1803249"/>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85"/>
          <p:cNvSpPr/>
          <p:nvPr/>
        </p:nvSpPr>
        <p:spPr>
          <a:xfrm>
            <a:off x="7955445" y="1830198"/>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88" name="Google Shape;9288;p85"/>
          <p:cNvGrpSpPr/>
          <p:nvPr/>
        </p:nvGrpSpPr>
        <p:grpSpPr>
          <a:xfrm>
            <a:off x="6656812" y="1848388"/>
            <a:ext cx="368690" cy="245793"/>
            <a:chOff x="6656812" y="2029388"/>
            <a:chExt cx="368690" cy="245793"/>
          </a:xfrm>
        </p:grpSpPr>
        <p:sp>
          <p:nvSpPr>
            <p:cNvPr id="9289" name="Google Shape;9289;p85"/>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85"/>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85"/>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85"/>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85"/>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85"/>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85"/>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85"/>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85"/>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85"/>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9" name="Google Shape;9299;p85"/>
          <p:cNvGrpSpPr/>
          <p:nvPr/>
        </p:nvGrpSpPr>
        <p:grpSpPr>
          <a:xfrm>
            <a:off x="4869651" y="1831218"/>
            <a:ext cx="376654" cy="281566"/>
            <a:chOff x="4869651" y="2012218"/>
            <a:chExt cx="376654" cy="281566"/>
          </a:xfrm>
        </p:grpSpPr>
        <p:sp>
          <p:nvSpPr>
            <p:cNvPr id="9300" name="Google Shape;9300;p85"/>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85"/>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85"/>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85"/>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4" name="Google Shape;9304;p85"/>
          <p:cNvGrpSpPr/>
          <p:nvPr/>
        </p:nvGrpSpPr>
        <p:grpSpPr>
          <a:xfrm>
            <a:off x="5306224" y="1831313"/>
            <a:ext cx="367925" cy="281694"/>
            <a:chOff x="5306224" y="2012313"/>
            <a:chExt cx="367925" cy="281694"/>
          </a:xfrm>
        </p:grpSpPr>
        <p:sp>
          <p:nvSpPr>
            <p:cNvPr id="9305" name="Google Shape;9305;p85"/>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85"/>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07" name="Google Shape;9307;p85"/>
          <p:cNvSpPr/>
          <p:nvPr/>
        </p:nvSpPr>
        <p:spPr>
          <a:xfrm>
            <a:off x="5754137" y="1824815"/>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08" name="Google Shape;9308;p85"/>
          <p:cNvGrpSpPr/>
          <p:nvPr/>
        </p:nvGrpSpPr>
        <p:grpSpPr>
          <a:xfrm>
            <a:off x="6195998" y="1802102"/>
            <a:ext cx="368308" cy="338746"/>
            <a:chOff x="6195998" y="1983102"/>
            <a:chExt cx="368308" cy="338746"/>
          </a:xfrm>
        </p:grpSpPr>
        <p:sp>
          <p:nvSpPr>
            <p:cNvPr id="9309" name="Google Shape;9309;p85"/>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85"/>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85"/>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2" name="Google Shape;9312;p85"/>
          <p:cNvGrpSpPr/>
          <p:nvPr/>
        </p:nvGrpSpPr>
        <p:grpSpPr>
          <a:xfrm>
            <a:off x="7542031" y="1830835"/>
            <a:ext cx="369072" cy="280037"/>
            <a:chOff x="7542031" y="2011835"/>
            <a:chExt cx="369072" cy="280037"/>
          </a:xfrm>
        </p:grpSpPr>
        <p:sp>
          <p:nvSpPr>
            <p:cNvPr id="9313" name="Google Shape;9313;p85"/>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85"/>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85"/>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85"/>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85"/>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85"/>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85"/>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85"/>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85"/>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2" name="Google Shape;9322;p85"/>
          <p:cNvGrpSpPr/>
          <p:nvPr/>
        </p:nvGrpSpPr>
        <p:grpSpPr>
          <a:xfrm>
            <a:off x="8010427" y="3167503"/>
            <a:ext cx="278795" cy="351615"/>
            <a:chOff x="8010427" y="3348503"/>
            <a:chExt cx="278795" cy="351615"/>
          </a:xfrm>
        </p:grpSpPr>
        <p:sp>
          <p:nvSpPr>
            <p:cNvPr id="9323" name="Google Shape;9323;p85"/>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85"/>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85"/>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85"/>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27" name="Google Shape;9327;p85"/>
          <p:cNvSpPr/>
          <p:nvPr/>
        </p:nvSpPr>
        <p:spPr>
          <a:xfrm>
            <a:off x="7615138" y="3167917"/>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28" name="Google Shape;9328;p85"/>
          <p:cNvGrpSpPr/>
          <p:nvPr/>
        </p:nvGrpSpPr>
        <p:grpSpPr>
          <a:xfrm>
            <a:off x="7141900" y="3168204"/>
            <a:ext cx="281057" cy="351010"/>
            <a:chOff x="7141900" y="3349204"/>
            <a:chExt cx="281057" cy="351010"/>
          </a:xfrm>
        </p:grpSpPr>
        <p:sp>
          <p:nvSpPr>
            <p:cNvPr id="9329" name="Google Shape;9329;p85"/>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85"/>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85"/>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2" name="Google Shape;9332;p85"/>
          <p:cNvGrpSpPr/>
          <p:nvPr/>
        </p:nvGrpSpPr>
        <p:grpSpPr>
          <a:xfrm>
            <a:off x="5314188" y="3169032"/>
            <a:ext cx="363752" cy="353113"/>
            <a:chOff x="5314188" y="3350032"/>
            <a:chExt cx="363752" cy="353113"/>
          </a:xfrm>
        </p:grpSpPr>
        <p:sp>
          <p:nvSpPr>
            <p:cNvPr id="9333" name="Google Shape;9333;p85"/>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85"/>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5" name="Google Shape;9335;p85"/>
          <p:cNvGrpSpPr/>
          <p:nvPr/>
        </p:nvGrpSpPr>
        <p:grpSpPr>
          <a:xfrm>
            <a:off x="5829984" y="3169032"/>
            <a:ext cx="220755" cy="352348"/>
            <a:chOff x="5829984" y="3350032"/>
            <a:chExt cx="220755" cy="352348"/>
          </a:xfrm>
        </p:grpSpPr>
        <p:sp>
          <p:nvSpPr>
            <p:cNvPr id="9336" name="Google Shape;9336;p85"/>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85"/>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85"/>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85"/>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0" name="Google Shape;9340;p85"/>
          <p:cNvGrpSpPr/>
          <p:nvPr/>
        </p:nvGrpSpPr>
        <p:grpSpPr>
          <a:xfrm>
            <a:off x="4882170" y="3168841"/>
            <a:ext cx="358464" cy="352316"/>
            <a:chOff x="4882170" y="3349841"/>
            <a:chExt cx="358464" cy="352316"/>
          </a:xfrm>
        </p:grpSpPr>
        <p:sp>
          <p:nvSpPr>
            <p:cNvPr id="9341" name="Google Shape;9341;p85"/>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85"/>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43" name="Google Shape;9343;p85"/>
          <p:cNvSpPr/>
          <p:nvPr/>
        </p:nvSpPr>
        <p:spPr>
          <a:xfrm>
            <a:off x="3955221" y="2712008"/>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85"/>
          <p:cNvSpPr/>
          <p:nvPr/>
        </p:nvSpPr>
        <p:spPr>
          <a:xfrm>
            <a:off x="3499727" y="2261228"/>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45" name="Google Shape;9345;p85"/>
          <p:cNvGrpSpPr/>
          <p:nvPr/>
        </p:nvGrpSpPr>
        <p:grpSpPr>
          <a:xfrm>
            <a:off x="3044965" y="2254220"/>
            <a:ext cx="400194" cy="324316"/>
            <a:chOff x="3044965" y="2435220"/>
            <a:chExt cx="400194" cy="324316"/>
          </a:xfrm>
        </p:grpSpPr>
        <p:sp>
          <p:nvSpPr>
            <p:cNvPr id="9346" name="Google Shape;9346;p85"/>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85"/>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85"/>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9" name="Google Shape;9349;p85"/>
          <p:cNvGrpSpPr/>
          <p:nvPr/>
        </p:nvGrpSpPr>
        <p:grpSpPr>
          <a:xfrm>
            <a:off x="6203579" y="3167981"/>
            <a:ext cx="351615" cy="350373"/>
            <a:chOff x="6203579" y="3348981"/>
            <a:chExt cx="351615" cy="350373"/>
          </a:xfrm>
        </p:grpSpPr>
        <p:sp>
          <p:nvSpPr>
            <p:cNvPr id="9350" name="Google Shape;9350;p85"/>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85"/>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85"/>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85"/>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85"/>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5" name="Google Shape;9355;p85"/>
          <p:cNvGrpSpPr/>
          <p:nvPr/>
        </p:nvGrpSpPr>
        <p:grpSpPr>
          <a:xfrm>
            <a:off x="4878379" y="2292892"/>
            <a:ext cx="367161" cy="287523"/>
            <a:chOff x="4878379" y="2473892"/>
            <a:chExt cx="367161" cy="287523"/>
          </a:xfrm>
        </p:grpSpPr>
        <p:sp>
          <p:nvSpPr>
            <p:cNvPr id="9356" name="Google Shape;9356;p85"/>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85"/>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85"/>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85"/>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85"/>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1" name="Google Shape;9361;p85"/>
          <p:cNvGrpSpPr/>
          <p:nvPr/>
        </p:nvGrpSpPr>
        <p:grpSpPr>
          <a:xfrm>
            <a:off x="1325719" y="2706689"/>
            <a:ext cx="290581" cy="372481"/>
            <a:chOff x="1325719" y="2887689"/>
            <a:chExt cx="290581" cy="372481"/>
          </a:xfrm>
        </p:grpSpPr>
        <p:sp>
          <p:nvSpPr>
            <p:cNvPr id="9362" name="Google Shape;9362;p85"/>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85"/>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64" name="Google Shape;9364;p85"/>
          <p:cNvSpPr/>
          <p:nvPr/>
        </p:nvSpPr>
        <p:spPr>
          <a:xfrm>
            <a:off x="1819153" y="2701369"/>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65" name="Google Shape;9365;p85"/>
          <p:cNvGrpSpPr/>
          <p:nvPr/>
        </p:nvGrpSpPr>
        <p:grpSpPr>
          <a:xfrm>
            <a:off x="3510335" y="2711499"/>
            <a:ext cx="360726" cy="361204"/>
            <a:chOff x="3510335" y="2892499"/>
            <a:chExt cx="360726" cy="361204"/>
          </a:xfrm>
        </p:grpSpPr>
        <p:sp>
          <p:nvSpPr>
            <p:cNvPr id="9366" name="Google Shape;9366;p85"/>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85"/>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85"/>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85"/>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85"/>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1" name="Google Shape;9371;p85"/>
          <p:cNvGrpSpPr/>
          <p:nvPr/>
        </p:nvGrpSpPr>
        <p:grpSpPr>
          <a:xfrm>
            <a:off x="3086313" y="2696049"/>
            <a:ext cx="320143" cy="392581"/>
            <a:chOff x="3086313" y="2877049"/>
            <a:chExt cx="320143" cy="392581"/>
          </a:xfrm>
        </p:grpSpPr>
        <p:sp>
          <p:nvSpPr>
            <p:cNvPr id="9372" name="Google Shape;9372;p85"/>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85"/>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85"/>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85"/>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85"/>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85"/>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85"/>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85"/>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85"/>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85"/>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85"/>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85"/>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84" name="Google Shape;9384;p85"/>
          <p:cNvSpPr/>
          <p:nvPr/>
        </p:nvSpPr>
        <p:spPr>
          <a:xfrm>
            <a:off x="2253814" y="2713123"/>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85" name="Google Shape;9385;p85"/>
          <p:cNvGrpSpPr/>
          <p:nvPr/>
        </p:nvGrpSpPr>
        <p:grpSpPr>
          <a:xfrm>
            <a:off x="861113" y="2704746"/>
            <a:ext cx="333809" cy="373277"/>
            <a:chOff x="861113" y="2885746"/>
            <a:chExt cx="333809" cy="373277"/>
          </a:xfrm>
        </p:grpSpPr>
        <p:sp>
          <p:nvSpPr>
            <p:cNvPr id="9386" name="Google Shape;9386;p85"/>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85"/>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85"/>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89" name="Google Shape;9389;p85"/>
          <p:cNvSpPr/>
          <p:nvPr/>
        </p:nvSpPr>
        <p:spPr>
          <a:xfrm>
            <a:off x="2616005" y="2705542"/>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85"/>
          <p:cNvSpPr/>
          <p:nvPr/>
        </p:nvSpPr>
        <p:spPr>
          <a:xfrm>
            <a:off x="2160129" y="1335235"/>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91" name="Google Shape;9391;p85"/>
          <p:cNvGrpSpPr/>
          <p:nvPr/>
        </p:nvGrpSpPr>
        <p:grpSpPr>
          <a:xfrm>
            <a:off x="1297654" y="1323481"/>
            <a:ext cx="349354" cy="362223"/>
            <a:chOff x="1297654" y="1504481"/>
            <a:chExt cx="349354" cy="362223"/>
          </a:xfrm>
        </p:grpSpPr>
        <p:sp>
          <p:nvSpPr>
            <p:cNvPr id="9392" name="Google Shape;9392;p85"/>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85"/>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85"/>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95" name="Google Shape;9395;p85"/>
          <p:cNvSpPr/>
          <p:nvPr/>
        </p:nvSpPr>
        <p:spPr>
          <a:xfrm>
            <a:off x="3945378" y="1349729"/>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96" name="Google Shape;9396;p85"/>
          <p:cNvGrpSpPr/>
          <p:nvPr/>
        </p:nvGrpSpPr>
        <p:grpSpPr>
          <a:xfrm>
            <a:off x="852385" y="1329916"/>
            <a:ext cx="353145" cy="351998"/>
            <a:chOff x="852385" y="1510916"/>
            <a:chExt cx="353145" cy="351998"/>
          </a:xfrm>
        </p:grpSpPr>
        <p:sp>
          <p:nvSpPr>
            <p:cNvPr id="9397" name="Google Shape;9397;p85"/>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85"/>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85"/>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0" name="Google Shape;9400;p85"/>
          <p:cNvGrpSpPr/>
          <p:nvPr/>
        </p:nvGrpSpPr>
        <p:grpSpPr>
          <a:xfrm>
            <a:off x="1745217" y="1334471"/>
            <a:ext cx="343269" cy="342505"/>
            <a:chOff x="1745217" y="1515471"/>
            <a:chExt cx="343269" cy="342505"/>
          </a:xfrm>
        </p:grpSpPr>
        <p:sp>
          <p:nvSpPr>
            <p:cNvPr id="9401" name="Google Shape;9401;p85"/>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85"/>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85"/>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85"/>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05" name="Google Shape;9405;p85"/>
          <p:cNvSpPr/>
          <p:nvPr/>
        </p:nvSpPr>
        <p:spPr>
          <a:xfrm>
            <a:off x="3509220" y="1324437"/>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06" name="Google Shape;9406;p85"/>
          <p:cNvGrpSpPr/>
          <p:nvPr/>
        </p:nvGrpSpPr>
        <p:grpSpPr>
          <a:xfrm>
            <a:off x="3042703" y="1348137"/>
            <a:ext cx="411535" cy="315587"/>
            <a:chOff x="3042703" y="1529137"/>
            <a:chExt cx="411535" cy="315587"/>
          </a:xfrm>
        </p:grpSpPr>
        <p:sp>
          <p:nvSpPr>
            <p:cNvPr id="9407" name="Google Shape;9407;p85"/>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85"/>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85"/>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85"/>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85"/>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85"/>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85"/>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85"/>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85"/>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85"/>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7" name="Google Shape;9417;p85"/>
          <p:cNvGrpSpPr/>
          <p:nvPr/>
        </p:nvGrpSpPr>
        <p:grpSpPr>
          <a:xfrm>
            <a:off x="2629289" y="1363682"/>
            <a:ext cx="350501" cy="284497"/>
            <a:chOff x="2629289" y="1544682"/>
            <a:chExt cx="350501" cy="284497"/>
          </a:xfrm>
        </p:grpSpPr>
        <p:sp>
          <p:nvSpPr>
            <p:cNvPr id="9418" name="Google Shape;9418;p85"/>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85"/>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85"/>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85"/>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85"/>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3" name="Google Shape;9423;p85"/>
          <p:cNvGrpSpPr/>
          <p:nvPr/>
        </p:nvGrpSpPr>
        <p:grpSpPr>
          <a:xfrm>
            <a:off x="5305077" y="1321633"/>
            <a:ext cx="367893" cy="365218"/>
            <a:chOff x="5305077" y="1502633"/>
            <a:chExt cx="367893" cy="365218"/>
          </a:xfrm>
        </p:grpSpPr>
        <p:sp>
          <p:nvSpPr>
            <p:cNvPr id="9424" name="Google Shape;9424;p85"/>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85"/>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6" name="Google Shape;9426;p85"/>
          <p:cNvGrpSpPr/>
          <p:nvPr/>
        </p:nvGrpSpPr>
        <p:grpSpPr>
          <a:xfrm>
            <a:off x="7100170" y="1319117"/>
            <a:ext cx="368308" cy="367033"/>
            <a:chOff x="7100170" y="1500117"/>
            <a:chExt cx="368308" cy="367033"/>
          </a:xfrm>
        </p:grpSpPr>
        <p:sp>
          <p:nvSpPr>
            <p:cNvPr id="9427" name="Google Shape;9427;p85"/>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85"/>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85"/>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85"/>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85"/>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85"/>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85"/>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85"/>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85"/>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85"/>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85"/>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85"/>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85"/>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40" name="Google Shape;9440;p85"/>
          <p:cNvSpPr/>
          <p:nvPr/>
        </p:nvSpPr>
        <p:spPr>
          <a:xfrm>
            <a:off x="7539642" y="1319180"/>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41" name="Google Shape;9441;p85"/>
          <p:cNvGrpSpPr/>
          <p:nvPr/>
        </p:nvGrpSpPr>
        <p:grpSpPr>
          <a:xfrm>
            <a:off x="6649231" y="1319021"/>
            <a:ext cx="390287" cy="367065"/>
            <a:chOff x="6649231" y="1500021"/>
            <a:chExt cx="390287" cy="367065"/>
          </a:xfrm>
        </p:grpSpPr>
        <p:sp>
          <p:nvSpPr>
            <p:cNvPr id="9442" name="Google Shape;9442;p85"/>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85"/>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85"/>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85"/>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85"/>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85"/>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85"/>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85"/>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85"/>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85"/>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85"/>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85"/>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4" name="Google Shape;9454;p85"/>
          <p:cNvGrpSpPr/>
          <p:nvPr/>
        </p:nvGrpSpPr>
        <p:grpSpPr>
          <a:xfrm>
            <a:off x="5746938" y="1362503"/>
            <a:ext cx="387261" cy="280356"/>
            <a:chOff x="5746938" y="1543503"/>
            <a:chExt cx="387261" cy="280356"/>
          </a:xfrm>
        </p:grpSpPr>
        <p:sp>
          <p:nvSpPr>
            <p:cNvPr id="9455" name="Google Shape;9455;p85"/>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85"/>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7" name="Google Shape;9457;p85"/>
          <p:cNvGrpSpPr/>
          <p:nvPr/>
        </p:nvGrpSpPr>
        <p:grpSpPr>
          <a:xfrm>
            <a:off x="6196730" y="1344346"/>
            <a:ext cx="369072" cy="317467"/>
            <a:chOff x="6196730" y="1525346"/>
            <a:chExt cx="369072" cy="317467"/>
          </a:xfrm>
        </p:grpSpPr>
        <p:sp>
          <p:nvSpPr>
            <p:cNvPr id="9458" name="Google Shape;9458;p85"/>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85"/>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85"/>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1" name="Google Shape;9461;p85"/>
          <p:cNvGrpSpPr/>
          <p:nvPr/>
        </p:nvGrpSpPr>
        <p:grpSpPr>
          <a:xfrm>
            <a:off x="4940592" y="1319690"/>
            <a:ext cx="246558" cy="367161"/>
            <a:chOff x="4940592" y="1500690"/>
            <a:chExt cx="246558" cy="367161"/>
          </a:xfrm>
        </p:grpSpPr>
        <p:sp>
          <p:nvSpPr>
            <p:cNvPr id="9462" name="Google Shape;9462;p85"/>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85"/>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85"/>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85"/>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6" name="Google Shape;9466;p85"/>
          <p:cNvGrpSpPr/>
          <p:nvPr/>
        </p:nvGrpSpPr>
        <p:grpSpPr>
          <a:xfrm>
            <a:off x="7964906" y="1318894"/>
            <a:ext cx="380858" cy="367575"/>
            <a:chOff x="7964906" y="1499894"/>
            <a:chExt cx="380858" cy="367575"/>
          </a:xfrm>
        </p:grpSpPr>
        <p:sp>
          <p:nvSpPr>
            <p:cNvPr id="9467" name="Google Shape;9467;p85"/>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85"/>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85"/>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70" name="Google Shape;9470;p85"/>
          <p:cNvSpPr/>
          <p:nvPr/>
        </p:nvSpPr>
        <p:spPr>
          <a:xfrm>
            <a:off x="5779557" y="2721087"/>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71" name="Google Shape;9471;p85"/>
          <p:cNvGrpSpPr/>
          <p:nvPr/>
        </p:nvGrpSpPr>
        <p:grpSpPr>
          <a:xfrm>
            <a:off x="8007400" y="2721278"/>
            <a:ext cx="285230" cy="355597"/>
            <a:chOff x="8007400" y="2902278"/>
            <a:chExt cx="285230" cy="355597"/>
          </a:xfrm>
        </p:grpSpPr>
        <p:sp>
          <p:nvSpPr>
            <p:cNvPr id="9472" name="Google Shape;9472;p85"/>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85"/>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4" name="Google Shape;9474;p85"/>
          <p:cNvGrpSpPr/>
          <p:nvPr/>
        </p:nvGrpSpPr>
        <p:grpSpPr>
          <a:xfrm>
            <a:off x="6219124" y="2721788"/>
            <a:ext cx="318231" cy="355470"/>
            <a:chOff x="6219124" y="2902788"/>
            <a:chExt cx="318231" cy="355470"/>
          </a:xfrm>
        </p:grpSpPr>
        <p:sp>
          <p:nvSpPr>
            <p:cNvPr id="9475" name="Google Shape;9475;p85"/>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85"/>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85"/>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8" name="Google Shape;9478;p85"/>
          <p:cNvGrpSpPr/>
          <p:nvPr/>
        </p:nvGrpSpPr>
        <p:grpSpPr>
          <a:xfrm>
            <a:off x="4969421" y="2721852"/>
            <a:ext cx="185109" cy="355406"/>
            <a:chOff x="4969421" y="2902852"/>
            <a:chExt cx="185109" cy="355406"/>
          </a:xfrm>
        </p:grpSpPr>
        <p:sp>
          <p:nvSpPr>
            <p:cNvPr id="9479" name="Google Shape;9479;p85"/>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85"/>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85"/>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85"/>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85"/>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85"/>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85" name="Google Shape;9485;p85"/>
          <p:cNvSpPr/>
          <p:nvPr/>
        </p:nvSpPr>
        <p:spPr>
          <a:xfrm>
            <a:off x="7574555" y="2722043"/>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85"/>
          <p:cNvSpPr/>
          <p:nvPr/>
        </p:nvSpPr>
        <p:spPr>
          <a:xfrm>
            <a:off x="7121800" y="2721852"/>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87" name="Google Shape;9487;p85"/>
          <p:cNvGrpSpPr/>
          <p:nvPr/>
        </p:nvGrpSpPr>
        <p:grpSpPr>
          <a:xfrm>
            <a:off x="6685259" y="2721852"/>
            <a:ext cx="311414" cy="355406"/>
            <a:chOff x="6685259" y="2902852"/>
            <a:chExt cx="311414" cy="355406"/>
          </a:xfrm>
        </p:grpSpPr>
        <p:sp>
          <p:nvSpPr>
            <p:cNvPr id="9488" name="Google Shape;9488;p85"/>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85"/>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85"/>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1" name="Google Shape;9491;p85"/>
          <p:cNvGrpSpPr/>
          <p:nvPr/>
        </p:nvGrpSpPr>
        <p:grpSpPr>
          <a:xfrm>
            <a:off x="5309250" y="2722170"/>
            <a:ext cx="359579" cy="355852"/>
            <a:chOff x="5309250" y="2903170"/>
            <a:chExt cx="359579" cy="355852"/>
          </a:xfrm>
        </p:grpSpPr>
        <p:sp>
          <p:nvSpPr>
            <p:cNvPr id="9492" name="Google Shape;9492;p85"/>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85"/>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85"/>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5" name="Google Shape;9495;p85"/>
          <p:cNvGrpSpPr/>
          <p:nvPr/>
        </p:nvGrpSpPr>
        <p:grpSpPr>
          <a:xfrm>
            <a:off x="2199565" y="2240172"/>
            <a:ext cx="312179" cy="353431"/>
            <a:chOff x="2199565" y="2421172"/>
            <a:chExt cx="312179" cy="353431"/>
          </a:xfrm>
        </p:grpSpPr>
        <p:sp>
          <p:nvSpPr>
            <p:cNvPr id="9496" name="Google Shape;9496;p85"/>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85"/>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8" name="Google Shape;9498;p85"/>
          <p:cNvGrpSpPr/>
          <p:nvPr/>
        </p:nvGrpSpPr>
        <p:grpSpPr>
          <a:xfrm>
            <a:off x="1750887" y="2244727"/>
            <a:ext cx="320143" cy="343269"/>
            <a:chOff x="1750887" y="2425727"/>
            <a:chExt cx="320143" cy="343269"/>
          </a:xfrm>
        </p:grpSpPr>
        <p:sp>
          <p:nvSpPr>
            <p:cNvPr id="9499" name="Google Shape;9499;p85"/>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85"/>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1" name="Google Shape;9501;p85"/>
          <p:cNvGrpSpPr/>
          <p:nvPr/>
        </p:nvGrpSpPr>
        <p:grpSpPr>
          <a:xfrm>
            <a:off x="1298037" y="2244727"/>
            <a:ext cx="338364" cy="342887"/>
            <a:chOff x="1298037" y="2425727"/>
            <a:chExt cx="338364" cy="342887"/>
          </a:xfrm>
        </p:grpSpPr>
        <p:sp>
          <p:nvSpPr>
            <p:cNvPr id="9502" name="Google Shape;9502;p85"/>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85"/>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85"/>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85"/>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06" name="Google Shape;9506;p85"/>
          <p:cNvSpPr/>
          <p:nvPr/>
        </p:nvSpPr>
        <p:spPr>
          <a:xfrm>
            <a:off x="848977" y="2237528"/>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07" name="Google Shape;9507;p85"/>
          <p:cNvGrpSpPr/>
          <p:nvPr/>
        </p:nvGrpSpPr>
        <p:grpSpPr>
          <a:xfrm>
            <a:off x="3974207" y="2248009"/>
            <a:ext cx="320143" cy="338491"/>
            <a:chOff x="3974207" y="2429009"/>
            <a:chExt cx="320143" cy="338491"/>
          </a:xfrm>
        </p:grpSpPr>
        <p:sp>
          <p:nvSpPr>
            <p:cNvPr id="9508" name="Google Shape;9508;p85"/>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85"/>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0" name="Google Shape;9510;p85"/>
          <p:cNvGrpSpPr/>
          <p:nvPr/>
        </p:nvGrpSpPr>
        <p:grpSpPr>
          <a:xfrm>
            <a:off x="2623237" y="2250047"/>
            <a:ext cx="355024" cy="332630"/>
            <a:chOff x="2623237" y="2431047"/>
            <a:chExt cx="355024" cy="332630"/>
          </a:xfrm>
        </p:grpSpPr>
        <p:sp>
          <p:nvSpPr>
            <p:cNvPr id="9511" name="Google Shape;9511;p85"/>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85"/>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85"/>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85"/>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5" name="Google Shape;9515;p85"/>
          <p:cNvGrpSpPr/>
          <p:nvPr/>
        </p:nvGrpSpPr>
        <p:grpSpPr>
          <a:xfrm>
            <a:off x="6657194" y="2253073"/>
            <a:ext cx="375507" cy="367925"/>
            <a:chOff x="6657194" y="2434073"/>
            <a:chExt cx="375507" cy="367925"/>
          </a:xfrm>
        </p:grpSpPr>
        <p:sp>
          <p:nvSpPr>
            <p:cNvPr id="9516" name="Google Shape;9516;p85"/>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85"/>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85"/>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9" name="Google Shape;9519;p85"/>
          <p:cNvGrpSpPr/>
          <p:nvPr/>
        </p:nvGrpSpPr>
        <p:grpSpPr>
          <a:xfrm>
            <a:off x="7101317" y="2260655"/>
            <a:ext cx="367925" cy="352380"/>
            <a:chOff x="7101317" y="2441655"/>
            <a:chExt cx="367925" cy="352380"/>
          </a:xfrm>
        </p:grpSpPr>
        <p:sp>
          <p:nvSpPr>
            <p:cNvPr id="9520" name="Google Shape;9520;p85"/>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85"/>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2" name="Google Shape;9522;p85"/>
          <p:cNvGrpSpPr/>
          <p:nvPr/>
        </p:nvGrpSpPr>
        <p:grpSpPr>
          <a:xfrm>
            <a:off x="5756399" y="2253456"/>
            <a:ext cx="367925" cy="367161"/>
            <a:chOff x="5756399" y="2434456"/>
            <a:chExt cx="367925" cy="367161"/>
          </a:xfrm>
        </p:grpSpPr>
        <p:sp>
          <p:nvSpPr>
            <p:cNvPr id="9523" name="Google Shape;9523;p85"/>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85"/>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85"/>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85"/>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85"/>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85"/>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85"/>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30" name="Google Shape;9530;p85"/>
          <p:cNvSpPr/>
          <p:nvPr/>
        </p:nvSpPr>
        <p:spPr>
          <a:xfrm>
            <a:off x="5304695" y="2253551"/>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85"/>
          <p:cNvSpPr/>
          <p:nvPr/>
        </p:nvSpPr>
        <p:spPr>
          <a:xfrm>
            <a:off x="7542031" y="2264541"/>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32" name="Google Shape;9532;p85"/>
          <p:cNvGrpSpPr/>
          <p:nvPr/>
        </p:nvGrpSpPr>
        <p:grpSpPr>
          <a:xfrm>
            <a:off x="7964906" y="2253073"/>
            <a:ext cx="373627" cy="367925"/>
            <a:chOff x="7964906" y="2434073"/>
            <a:chExt cx="373627" cy="367925"/>
          </a:xfrm>
        </p:grpSpPr>
        <p:sp>
          <p:nvSpPr>
            <p:cNvPr id="9533" name="Google Shape;9533;p85"/>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85"/>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5" name="Google Shape;9535;p85"/>
          <p:cNvGrpSpPr/>
          <p:nvPr/>
        </p:nvGrpSpPr>
        <p:grpSpPr>
          <a:xfrm>
            <a:off x="6194086" y="2256737"/>
            <a:ext cx="369837" cy="360471"/>
            <a:chOff x="6194086" y="2437737"/>
            <a:chExt cx="369837" cy="360471"/>
          </a:xfrm>
        </p:grpSpPr>
        <p:sp>
          <p:nvSpPr>
            <p:cNvPr id="9536" name="Google Shape;9536;p85"/>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85"/>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38" name="Google Shape;9538;p85"/>
          <p:cNvSpPr txBox="1"/>
          <p:nvPr/>
        </p:nvSpPr>
        <p:spPr>
          <a:xfrm>
            <a:off x="849675"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Educational Icons</a:t>
            </a:r>
            <a:endParaRPr sz="2400">
              <a:solidFill>
                <a:srgbClr val="FFFFFF"/>
              </a:solidFill>
            </a:endParaRPr>
          </a:p>
        </p:txBody>
      </p:sp>
      <p:sp>
        <p:nvSpPr>
          <p:cNvPr id="9539" name="Google Shape;9539;p85"/>
          <p:cNvSpPr txBox="1"/>
          <p:nvPr/>
        </p:nvSpPr>
        <p:spPr>
          <a:xfrm>
            <a:off x="4858400"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543"/>
        <p:cNvGrpSpPr/>
        <p:nvPr/>
      </p:nvGrpSpPr>
      <p:grpSpPr>
        <a:xfrm>
          <a:off x="0" y="0"/>
          <a:ext cx="0" cy="0"/>
          <a:chOff x="0" y="0"/>
          <a:chExt cx="0" cy="0"/>
        </a:xfrm>
      </p:grpSpPr>
      <p:grpSp>
        <p:nvGrpSpPr>
          <p:cNvPr id="9544" name="Google Shape;9544;p86"/>
          <p:cNvGrpSpPr/>
          <p:nvPr/>
        </p:nvGrpSpPr>
        <p:grpSpPr>
          <a:xfrm>
            <a:off x="3122257" y="1334344"/>
            <a:ext cx="294850" cy="349434"/>
            <a:chOff x="3122257" y="1508594"/>
            <a:chExt cx="294850" cy="349434"/>
          </a:xfrm>
        </p:grpSpPr>
        <p:sp>
          <p:nvSpPr>
            <p:cNvPr id="9545" name="Google Shape;9545;p86"/>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86"/>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86"/>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86"/>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86"/>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0" name="Google Shape;9550;p86"/>
          <p:cNvGrpSpPr/>
          <p:nvPr/>
        </p:nvGrpSpPr>
        <p:grpSpPr>
          <a:xfrm>
            <a:off x="910723" y="1333962"/>
            <a:ext cx="251660" cy="350166"/>
            <a:chOff x="910723" y="1508212"/>
            <a:chExt cx="251660" cy="350166"/>
          </a:xfrm>
        </p:grpSpPr>
        <p:sp>
          <p:nvSpPr>
            <p:cNvPr id="9551" name="Google Shape;9551;p86"/>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86"/>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86"/>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86"/>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86"/>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86"/>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86"/>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86"/>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86"/>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86"/>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86"/>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86"/>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86"/>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86"/>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86"/>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86"/>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86"/>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8" name="Google Shape;9568;p86"/>
          <p:cNvGrpSpPr/>
          <p:nvPr/>
        </p:nvGrpSpPr>
        <p:grpSpPr>
          <a:xfrm>
            <a:off x="1308631" y="1333580"/>
            <a:ext cx="350166" cy="350198"/>
            <a:chOff x="1308631" y="1507830"/>
            <a:chExt cx="350166" cy="350198"/>
          </a:xfrm>
        </p:grpSpPr>
        <p:sp>
          <p:nvSpPr>
            <p:cNvPr id="9569" name="Google Shape;9569;p86"/>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86"/>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86"/>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86"/>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3" name="Google Shape;9573;p86"/>
          <p:cNvGrpSpPr/>
          <p:nvPr/>
        </p:nvGrpSpPr>
        <p:grpSpPr>
          <a:xfrm>
            <a:off x="1756921" y="1335489"/>
            <a:ext cx="345997" cy="345997"/>
            <a:chOff x="1756921" y="1509739"/>
            <a:chExt cx="345997" cy="345997"/>
          </a:xfrm>
        </p:grpSpPr>
        <p:sp>
          <p:nvSpPr>
            <p:cNvPr id="9574" name="Google Shape;9574;p86"/>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86"/>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86"/>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86"/>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86"/>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86"/>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86"/>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86"/>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86"/>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86"/>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86"/>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86"/>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86"/>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86"/>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86"/>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86"/>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86"/>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1" name="Google Shape;9591;p86"/>
          <p:cNvGrpSpPr/>
          <p:nvPr/>
        </p:nvGrpSpPr>
        <p:grpSpPr>
          <a:xfrm>
            <a:off x="2216956" y="1336253"/>
            <a:ext cx="318721" cy="345615"/>
            <a:chOff x="2216956" y="1510503"/>
            <a:chExt cx="318721" cy="345615"/>
          </a:xfrm>
        </p:grpSpPr>
        <p:sp>
          <p:nvSpPr>
            <p:cNvPr id="9592" name="Google Shape;9592;p86"/>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86"/>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86"/>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86"/>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86"/>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7" name="Google Shape;9597;p86"/>
          <p:cNvGrpSpPr/>
          <p:nvPr/>
        </p:nvGrpSpPr>
        <p:grpSpPr>
          <a:xfrm>
            <a:off x="3988156" y="1394211"/>
            <a:ext cx="349052" cy="230049"/>
            <a:chOff x="3988156" y="1568461"/>
            <a:chExt cx="349052" cy="230049"/>
          </a:xfrm>
        </p:grpSpPr>
        <p:sp>
          <p:nvSpPr>
            <p:cNvPr id="9598" name="Google Shape;9598;p86"/>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86"/>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86"/>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86"/>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86"/>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86"/>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86"/>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5" name="Google Shape;9605;p86"/>
          <p:cNvGrpSpPr/>
          <p:nvPr/>
        </p:nvGrpSpPr>
        <p:grpSpPr>
          <a:xfrm>
            <a:off x="2633037" y="1325623"/>
            <a:ext cx="379002" cy="366112"/>
            <a:chOff x="2633037" y="1499873"/>
            <a:chExt cx="379002" cy="366112"/>
          </a:xfrm>
        </p:grpSpPr>
        <p:sp>
          <p:nvSpPr>
            <p:cNvPr id="9606" name="Google Shape;9606;p86"/>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86"/>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86"/>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86"/>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86"/>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86"/>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2" name="Google Shape;9612;p86"/>
          <p:cNvGrpSpPr/>
          <p:nvPr/>
        </p:nvGrpSpPr>
        <p:grpSpPr>
          <a:xfrm>
            <a:off x="6675256" y="1341919"/>
            <a:ext cx="327823" cy="357009"/>
            <a:chOff x="6675256" y="1516169"/>
            <a:chExt cx="327823" cy="357009"/>
          </a:xfrm>
        </p:grpSpPr>
        <p:sp>
          <p:nvSpPr>
            <p:cNvPr id="9613" name="Google Shape;9613;p86"/>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86"/>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86"/>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86"/>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86"/>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86"/>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86"/>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86"/>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86"/>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2" name="Google Shape;9622;p86"/>
          <p:cNvGrpSpPr/>
          <p:nvPr/>
        </p:nvGrpSpPr>
        <p:grpSpPr>
          <a:xfrm>
            <a:off x="8020159" y="1342301"/>
            <a:ext cx="300897" cy="356627"/>
            <a:chOff x="8020159" y="1516551"/>
            <a:chExt cx="300897" cy="356627"/>
          </a:xfrm>
        </p:grpSpPr>
        <p:sp>
          <p:nvSpPr>
            <p:cNvPr id="9623" name="Google Shape;9623;p86"/>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86"/>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86"/>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86"/>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86"/>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8" name="Google Shape;9628;p86"/>
          <p:cNvGrpSpPr/>
          <p:nvPr/>
        </p:nvGrpSpPr>
        <p:grpSpPr>
          <a:xfrm>
            <a:off x="5377363" y="1341919"/>
            <a:ext cx="257357" cy="356627"/>
            <a:chOff x="5377363" y="1516169"/>
            <a:chExt cx="257357" cy="356627"/>
          </a:xfrm>
        </p:grpSpPr>
        <p:sp>
          <p:nvSpPr>
            <p:cNvPr id="9629" name="Google Shape;9629;p86"/>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86"/>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86"/>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86"/>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86"/>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86"/>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86"/>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86"/>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86"/>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86"/>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86"/>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86"/>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86"/>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86"/>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86"/>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86"/>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86"/>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6" name="Google Shape;9646;p86"/>
          <p:cNvGrpSpPr/>
          <p:nvPr/>
        </p:nvGrpSpPr>
        <p:grpSpPr>
          <a:xfrm>
            <a:off x="4880567" y="1361620"/>
            <a:ext cx="356245" cy="317607"/>
            <a:chOff x="4880567" y="1535870"/>
            <a:chExt cx="356245" cy="317607"/>
          </a:xfrm>
        </p:grpSpPr>
        <p:sp>
          <p:nvSpPr>
            <p:cNvPr id="9647" name="Google Shape;9647;p86"/>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86"/>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86"/>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86"/>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86"/>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2" name="Google Shape;9652;p86"/>
          <p:cNvGrpSpPr/>
          <p:nvPr/>
        </p:nvGrpSpPr>
        <p:grpSpPr>
          <a:xfrm>
            <a:off x="5771483" y="1341537"/>
            <a:ext cx="357359" cy="357391"/>
            <a:chOff x="5771483" y="1515787"/>
            <a:chExt cx="357359" cy="357391"/>
          </a:xfrm>
        </p:grpSpPr>
        <p:sp>
          <p:nvSpPr>
            <p:cNvPr id="9653" name="Google Shape;9653;p86"/>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86"/>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86"/>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86"/>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7" name="Google Shape;9657;p86"/>
          <p:cNvGrpSpPr/>
          <p:nvPr/>
        </p:nvGrpSpPr>
        <p:grpSpPr>
          <a:xfrm>
            <a:off x="7121669" y="1359360"/>
            <a:ext cx="321362" cy="321362"/>
            <a:chOff x="7121669" y="1533610"/>
            <a:chExt cx="321362" cy="321362"/>
          </a:xfrm>
        </p:grpSpPr>
        <p:sp>
          <p:nvSpPr>
            <p:cNvPr id="9658" name="Google Shape;9658;p86"/>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86"/>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86"/>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86"/>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2" name="Google Shape;9662;p86"/>
          <p:cNvGrpSpPr/>
          <p:nvPr/>
        </p:nvGrpSpPr>
        <p:grpSpPr>
          <a:xfrm>
            <a:off x="7562766" y="1340614"/>
            <a:ext cx="327059" cy="360192"/>
            <a:chOff x="7562766" y="1514864"/>
            <a:chExt cx="327059" cy="360192"/>
          </a:xfrm>
        </p:grpSpPr>
        <p:sp>
          <p:nvSpPr>
            <p:cNvPr id="9663" name="Google Shape;9663;p86"/>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86"/>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86"/>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86"/>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7" name="Google Shape;9667;p86"/>
          <p:cNvGrpSpPr/>
          <p:nvPr/>
        </p:nvGrpSpPr>
        <p:grpSpPr>
          <a:xfrm>
            <a:off x="6221229" y="1324423"/>
            <a:ext cx="361636" cy="362183"/>
            <a:chOff x="6259175" y="1559008"/>
            <a:chExt cx="271743" cy="272093"/>
          </a:xfrm>
        </p:grpSpPr>
        <p:sp>
          <p:nvSpPr>
            <p:cNvPr id="9668" name="Google Shape;9668;p86"/>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86"/>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86"/>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86"/>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86"/>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86"/>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86"/>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86"/>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86"/>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86"/>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86"/>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86"/>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86"/>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86"/>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86"/>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86"/>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86"/>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5" name="Google Shape;9685;p86"/>
          <p:cNvGrpSpPr/>
          <p:nvPr/>
        </p:nvGrpSpPr>
        <p:grpSpPr>
          <a:xfrm>
            <a:off x="6671087" y="1835054"/>
            <a:ext cx="332757" cy="281833"/>
            <a:chOff x="6671087" y="2009304"/>
            <a:chExt cx="332757" cy="281833"/>
          </a:xfrm>
        </p:grpSpPr>
        <p:sp>
          <p:nvSpPr>
            <p:cNvPr id="9686" name="Google Shape;9686;p86"/>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86"/>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88" name="Google Shape;9688;p86"/>
          <p:cNvSpPr/>
          <p:nvPr/>
        </p:nvSpPr>
        <p:spPr>
          <a:xfrm>
            <a:off x="1745940" y="179288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89" name="Google Shape;9689;p86"/>
          <p:cNvGrpSpPr/>
          <p:nvPr/>
        </p:nvGrpSpPr>
        <p:grpSpPr>
          <a:xfrm>
            <a:off x="2201806" y="1802335"/>
            <a:ext cx="349784" cy="349434"/>
            <a:chOff x="2201806" y="1976585"/>
            <a:chExt cx="349784" cy="349434"/>
          </a:xfrm>
        </p:grpSpPr>
        <p:sp>
          <p:nvSpPr>
            <p:cNvPr id="9690" name="Google Shape;9690;p86"/>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86"/>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86"/>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86"/>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4" name="Google Shape;9694;p86"/>
          <p:cNvGrpSpPr/>
          <p:nvPr/>
        </p:nvGrpSpPr>
        <p:grpSpPr>
          <a:xfrm>
            <a:off x="3094217" y="1802335"/>
            <a:ext cx="350198" cy="350548"/>
            <a:chOff x="3094217" y="1976585"/>
            <a:chExt cx="350198" cy="350548"/>
          </a:xfrm>
        </p:grpSpPr>
        <p:sp>
          <p:nvSpPr>
            <p:cNvPr id="9695" name="Google Shape;9695;p86"/>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86"/>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86"/>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86"/>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86"/>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86"/>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86"/>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86"/>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86"/>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86"/>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86"/>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86"/>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86"/>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08" name="Google Shape;9708;p86"/>
          <p:cNvSpPr/>
          <p:nvPr/>
        </p:nvSpPr>
        <p:spPr>
          <a:xfrm>
            <a:off x="1276039" y="178756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09" name="Google Shape;9709;p86"/>
          <p:cNvGrpSpPr/>
          <p:nvPr/>
        </p:nvGrpSpPr>
        <p:grpSpPr>
          <a:xfrm>
            <a:off x="3979435" y="1802335"/>
            <a:ext cx="345265" cy="349848"/>
            <a:chOff x="3979435" y="1976585"/>
            <a:chExt cx="345265" cy="349848"/>
          </a:xfrm>
        </p:grpSpPr>
        <p:sp>
          <p:nvSpPr>
            <p:cNvPr id="9710" name="Google Shape;9710;p86"/>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86"/>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86"/>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86"/>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86"/>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86"/>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86"/>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86"/>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86"/>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86"/>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86"/>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86"/>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86"/>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86"/>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86"/>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86"/>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86"/>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7" name="Google Shape;9727;p86"/>
          <p:cNvGrpSpPr/>
          <p:nvPr/>
        </p:nvGrpSpPr>
        <p:grpSpPr>
          <a:xfrm>
            <a:off x="3541011" y="1334344"/>
            <a:ext cx="350166" cy="349434"/>
            <a:chOff x="3541011" y="1508594"/>
            <a:chExt cx="350166" cy="349434"/>
          </a:xfrm>
        </p:grpSpPr>
        <p:sp>
          <p:nvSpPr>
            <p:cNvPr id="9728" name="Google Shape;9728;p86"/>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86"/>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86"/>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86"/>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86"/>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86"/>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86"/>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86"/>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86"/>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86"/>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86"/>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86"/>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86"/>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1" name="Google Shape;9741;p86"/>
          <p:cNvGrpSpPr/>
          <p:nvPr/>
        </p:nvGrpSpPr>
        <p:grpSpPr>
          <a:xfrm>
            <a:off x="3576626" y="1801571"/>
            <a:ext cx="284251" cy="351694"/>
            <a:chOff x="3576626" y="1975821"/>
            <a:chExt cx="284251" cy="351694"/>
          </a:xfrm>
        </p:grpSpPr>
        <p:sp>
          <p:nvSpPr>
            <p:cNvPr id="9742" name="Google Shape;9742;p86"/>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86"/>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86"/>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5" name="Google Shape;9745;p86"/>
          <p:cNvGrpSpPr/>
          <p:nvPr/>
        </p:nvGrpSpPr>
        <p:grpSpPr>
          <a:xfrm>
            <a:off x="2722090" y="2715912"/>
            <a:ext cx="238770" cy="371841"/>
            <a:chOff x="2722090" y="2890162"/>
            <a:chExt cx="238770" cy="371841"/>
          </a:xfrm>
        </p:grpSpPr>
        <p:sp>
          <p:nvSpPr>
            <p:cNvPr id="9746" name="Google Shape;9746;p86"/>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86"/>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86"/>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49" name="Google Shape;9749;p86"/>
          <p:cNvSpPr/>
          <p:nvPr/>
        </p:nvSpPr>
        <p:spPr>
          <a:xfrm>
            <a:off x="5775652" y="179514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50" name="Google Shape;9750;p86"/>
          <p:cNvGrpSpPr/>
          <p:nvPr/>
        </p:nvGrpSpPr>
        <p:grpSpPr>
          <a:xfrm>
            <a:off x="6216367" y="1795906"/>
            <a:ext cx="361147" cy="361147"/>
            <a:chOff x="6216367" y="1970156"/>
            <a:chExt cx="361147" cy="361147"/>
          </a:xfrm>
        </p:grpSpPr>
        <p:sp>
          <p:nvSpPr>
            <p:cNvPr id="9751" name="Google Shape;9751;p86"/>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86"/>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86"/>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86"/>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5" name="Google Shape;9755;p86"/>
          <p:cNvGrpSpPr/>
          <p:nvPr/>
        </p:nvGrpSpPr>
        <p:grpSpPr>
          <a:xfrm>
            <a:off x="1289311" y="2751972"/>
            <a:ext cx="408156" cy="299783"/>
            <a:chOff x="1289311" y="2926222"/>
            <a:chExt cx="408156" cy="299783"/>
          </a:xfrm>
        </p:grpSpPr>
        <p:sp>
          <p:nvSpPr>
            <p:cNvPr id="9756" name="Google Shape;9756;p86"/>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86"/>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8" name="Google Shape;9758;p86"/>
          <p:cNvGrpSpPr/>
          <p:nvPr/>
        </p:nvGrpSpPr>
        <p:grpSpPr>
          <a:xfrm>
            <a:off x="7978465" y="1795142"/>
            <a:ext cx="361147" cy="360797"/>
            <a:chOff x="7978465" y="1969392"/>
            <a:chExt cx="361147" cy="360797"/>
          </a:xfrm>
        </p:grpSpPr>
        <p:sp>
          <p:nvSpPr>
            <p:cNvPr id="9759" name="Google Shape;9759;p86"/>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86"/>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86"/>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86"/>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86"/>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86"/>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86"/>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86"/>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86"/>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68" name="Google Shape;9768;p86"/>
          <p:cNvSpPr/>
          <p:nvPr/>
        </p:nvSpPr>
        <p:spPr>
          <a:xfrm>
            <a:off x="2206357" y="271635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69" name="Google Shape;9769;p86"/>
          <p:cNvGrpSpPr/>
          <p:nvPr/>
        </p:nvGrpSpPr>
        <p:grpSpPr>
          <a:xfrm>
            <a:off x="854261" y="2734563"/>
            <a:ext cx="377474" cy="335748"/>
            <a:chOff x="854261" y="2908813"/>
            <a:chExt cx="377474" cy="335748"/>
          </a:xfrm>
        </p:grpSpPr>
        <p:sp>
          <p:nvSpPr>
            <p:cNvPr id="9770" name="Google Shape;9770;p86"/>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86"/>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86"/>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86"/>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86"/>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5" name="Google Shape;9775;p86"/>
          <p:cNvGrpSpPr/>
          <p:nvPr/>
        </p:nvGrpSpPr>
        <p:grpSpPr>
          <a:xfrm>
            <a:off x="1749728" y="2720527"/>
            <a:ext cx="386927" cy="363438"/>
            <a:chOff x="1749728" y="2894777"/>
            <a:chExt cx="386927" cy="363438"/>
          </a:xfrm>
        </p:grpSpPr>
        <p:sp>
          <p:nvSpPr>
            <p:cNvPr id="9776" name="Google Shape;9776;p86"/>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86"/>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86"/>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86"/>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86"/>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86"/>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86"/>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3" name="Google Shape;9783;p86"/>
          <p:cNvGrpSpPr/>
          <p:nvPr/>
        </p:nvGrpSpPr>
        <p:grpSpPr>
          <a:xfrm>
            <a:off x="7098912" y="1795142"/>
            <a:ext cx="359651" cy="361560"/>
            <a:chOff x="7098912" y="1969392"/>
            <a:chExt cx="359651" cy="361560"/>
          </a:xfrm>
        </p:grpSpPr>
        <p:sp>
          <p:nvSpPr>
            <p:cNvPr id="9784" name="Google Shape;9784;p86"/>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86"/>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86"/>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86"/>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86"/>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86"/>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86"/>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86"/>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86"/>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86"/>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86"/>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86"/>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86"/>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97" name="Google Shape;9797;p86"/>
          <p:cNvSpPr/>
          <p:nvPr/>
        </p:nvSpPr>
        <p:spPr>
          <a:xfrm>
            <a:off x="3094217" y="272090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98" name="Google Shape;9798;p86"/>
          <p:cNvGrpSpPr/>
          <p:nvPr/>
        </p:nvGrpSpPr>
        <p:grpSpPr>
          <a:xfrm>
            <a:off x="5352728" y="1815989"/>
            <a:ext cx="327091" cy="322508"/>
            <a:chOff x="5352728" y="1990239"/>
            <a:chExt cx="327091" cy="322508"/>
          </a:xfrm>
        </p:grpSpPr>
        <p:sp>
          <p:nvSpPr>
            <p:cNvPr id="9799" name="Google Shape;9799;p86"/>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86"/>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86"/>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2" name="Google Shape;9802;p86"/>
          <p:cNvGrpSpPr/>
          <p:nvPr/>
        </p:nvGrpSpPr>
        <p:grpSpPr>
          <a:xfrm>
            <a:off x="7538896" y="1795906"/>
            <a:ext cx="361147" cy="361529"/>
            <a:chOff x="7538896" y="1970156"/>
            <a:chExt cx="361147" cy="361529"/>
          </a:xfrm>
        </p:grpSpPr>
        <p:sp>
          <p:nvSpPr>
            <p:cNvPr id="9803" name="Google Shape;9803;p86"/>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86"/>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86"/>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86"/>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86"/>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86"/>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9" name="Google Shape;9809;p86"/>
          <p:cNvGrpSpPr/>
          <p:nvPr/>
        </p:nvGrpSpPr>
        <p:grpSpPr>
          <a:xfrm>
            <a:off x="4896099" y="1796670"/>
            <a:ext cx="358155" cy="358123"/>
            <a:chOff x="4896099" y="1970920"/>
            <a:chExt cx="358155" cy="358123"/>
          </a:xfrm>
        </p:grpSpPr>
        <p:sp>
          <p:nvSpPr>
            <p:cNvPr id="9810" name="Google Shape;9810;p86"/>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86"/>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86"/>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3" name="Google Shape;9813;p86"/>
          <p:cNvGrpSpPr/>
          <p:nvPr/>
        </p:nvGrpSpPr>
        <p:grpSpPr>
          <a:xfrm>
            <a:off x="4048787" y="2802769"/>
            <a:ext cx="283488" cy="198604"/>
            <a:chOff x="4048787" y="2977019"/>
            <a:chExt cx="283488" cy="198604"/>
          </a:xfrm>
        </p:grpSpPr>
        <p:sp>
          <p:nvSpPr>
            <p:cNvPr id="9814" name="Google Shape;9814;p86"/>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86"/>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86"/>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86"/>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86"/>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86"/>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0" name="Google Shape;9820;p86"/>
          <p:cNvGrpSpPr/>
          <p:nvPr/>
        </p:nvGrpSpPr>
        <p:grpSpPr>
          <a:xfrm>
            <a:off x="4054103" y="2255941"/>
            <a:ext cx="218687" cy="349052"/>
            <a:chOff x="4054103" y="2430191"/>
            <a:chExt cx="218687" cy="349052"/>
          </a:xfrm>
        </p:grpSpPr>
        <p:sp>
          <p:nvSpPr>
            <p:cNvPr id="9821" name="Google Shape;9821;p86"/>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86"/>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3" name="Google Shape;9823;p86"/>
          <p:cNvGrpSpPr/>
          <p:nvPr/>
        </p:nvGrpSpPr>
        <p:grpSpPr>
          <a:xfrm>
            <a:off x="2185128" y="2253299"/>
            <a:ext cx="382758" cy="356595"/>
            <a:chOff x="2185128" y="2427549"/>
            <a:chExt cx="382758" cy="356595"/>
          </a:xfrm>
        </p:grpSpPr>
        <p:sp>
          <p:nvSpPr>
            <p:cNvPr id="9824" name="Google Shape;9824;p86"/>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86"/>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86"/>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86"/>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8" name="Google Shape;9828;p86"/>
          <p:cNvGrpSpPr/>
          <p:nvPr/>
        </p:nvGrpSpPr>
        <p:grpSpPr>
          <a:xfrm>
            <a:off x="2656907" y="2265043"/>
            <a:ext cx="332757" cy="332343"/>
            <a:chOff x="2656907" y="2439293"/>
            <a:chExt cx="332757" cy="332343"/>
          </a:xfrm>
        </p:grpSpPr>
        <p:sp>
          <p:nvSpPr>
            <p:cNvPr id="9829" name="Google Shape;9829;p86"/>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86"/>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86"/>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86"/>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86"/>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86"/>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86"/>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6" name="Google Shape;9836;p86"/>
          <p:cNvGrpSpPr/>
          <p:nvPr/>
        </p:nvGrpSpPr>
        <p:grpSpPr>
          <a:xfrm>
            <a:off x="1731523" y="2248366"/>
            <a:ext cx="399435" cy="365698"/>
            <a:chOff x="1731523" y="2422616"/>
            <a:chExt cx="399435" cy="365698"/>
          </a:xfrm>
        </p:grpSpPr>
        <p:sp>
          <p:nvSpPr>
            <p:cNvPr id="9837" name="Google Shape;9837;p86"/>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86"/>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86"/>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0" name="Google Shape;9840;p86"/>
          <p:cNvGrpSpPr/>
          <p:nvPr/>
        </p:nvGrpSpPr>
        <p:grpSpPr>
          <a:xfrm>
            <a:off x="3097241" y="2259314"/>
            <a:ext cx="344883" cy="343387"/>
            <a:chOff x="3097241" y="2433564"/>
            <a:chExt cx="344883" cy="343387"/>
          </a:xfrm>
        </p:grpSpPr>
        <p:sp>
          <p:nvSpPr>
            <p:cNvPr id="9841" name="Google Shape;9841;p86"/>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86"/>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86"/>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86"/>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86"/>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86"/>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86"/>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86"/>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86"/>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0" name="Google Shape;9850;p86"/>
          <p:cNvGrpSpPr/>
          <p:nvPr/>
        </p:nvGrpSpPr>
        <p:grpSpPr>
          <a:xfrm>
            <a:off x="1278299" y="2265043"/>
            <a:ext cx="410829" cy="332343"/>
            <a:chOff x="1278299" y="2439293"/>
            <a:chExt cx="410829" cy="332343"/>
          </a:xfrm>
        </p:grpSpPr>
        <p:sp>
          <p:nvSpPr>
            <p:cNvPr id="9851" name="Google Shape;9851;p86"/>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86"/>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86"/>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86"/>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86"/>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86"/>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86"/>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86"/>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9" name="Google Shape;9859;p86"/>
          <p:cNvGrpSpPr/>
          <p:nvPr/>
        </p:nvGrpSpPr>
        <p:grpSpPr>
          <a:xfrm>
            <a:off x="2661459" y="1840751"/>
            <a:ext cx="322508" cy="273494"/>
            <a:chOff x="2661459" y="2015001"/>
            <a:chExt cx="322508" cy="273494"/>
          </a:xfrm>
        </p:grpSpPr>
        <p:sp>
          <p:nvSpPr>
            <p:cNvPr id="9860" name="Google Shape;9860;p86"/>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86"/>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2" name="Google Shape;9862;p86"/>
          <p:cNvGrpSpPr/>
          <p:nvPr/>
        </p:nvGrpSpPr>
        <p:grpSpPr>
          <a:xfrm>
            <a:off x="870939" y="2265043"/>
            <a:ext cx="331993" cy="331993"/>
            <a:chOff x="870939" y="2439293"/>
            <a:chExt cx="331993" cy="331993"/>
          </a:xfrm>
        </p:grpSpPr>
        <p:sp>
          <p:nvSpPr>
            <p:cNvPr id="9863" name="Google Shape;9863;p86"/>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86"/>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86"/>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86"/>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86"/>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86"/>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86"/>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86"/>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86"/>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86"/>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86"/>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86"/>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86"/>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86"/>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86"/>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86"/>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9" name="Google Shape;9879;p86"/>
          <p:cNvGrpSpPr/>
          <p:nvPr/>
        </p:nvGrpSpPr>
        <p:grpSpPr>
          <a:xfrm>
            <a:off x="6644957" y="2282103"/>
            <a:ext cx="371395" cy="278904"/>
            <a:chOff x="6644957" y="2456353"/>
            <a:chExt cx="371395" cy="278904"/>
          </a:xfrm>
        </p:grpSpPr>
        <p:sp>
          <p:nvSpPr>
            <p:cNvPr id="9880" name="Google Shape;9880;p86"/>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86"/>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86"/>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86"/>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86"/>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5" name="Google Shape;9885;p86"/>
          <p:cNvGrpSpPr/>
          <p:nvPr/>
        </p:nvGrpSpPr>
        <p:grpSpPr>
          <a:xfrm>
            <a:off x="5388757" y="2240409"/>
            <a:ext cx="260349" cy="362292"/>
            <a:chOff x="5388757" y="2414659"/>
            <a:chExt cx="260349" cy="362292"/>
          </a:xfrm>
        </p:grpSpPr>
        <p:sp>
          <p:nvSpPr>
            <p:cNvPr id="9886" name="Google Shape;9886;p86"/>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86"/>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86"/>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86"/>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86"/>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86"/>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86"/>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86"/>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86"/>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86"/>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86"/>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86"/>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86"/>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86"/>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86"/>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86"/>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86"/>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86"/>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86"/>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86"/>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6" name="Google Shape;9906;p86"/>
          <p:cNvGrpSpPr/>
          <p:nvPr/>
        </p:nvGrpSpPr>
        <p:grpSpPr>
          <a:xfrm>
            <a:off x="3567142" y="2731507"/>
            <a:ext cx="348288" cy="340331"/>
            <a:chOff x="3567142" y="2905757"/>
            <a:chExt cx="348288" cy="340331"/>
          </a:xfrm>
        </p:grpSpPr>
        <p:sp>
          <p:nvSpPr>
            <p:cNvPr id="9907" name="Google Shape;9907;p86"/>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86"/>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86"/>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86"/>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86"/>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2" name="Google Shape;9912;p86"/>
          <p:cNvGrpSpPr/>
          <p:nvPr/>
        </p:nvGrpSpPr>
        <p:grpSpPr>
          <a:xfrm>
            <a:off x="870939" y="1801571"/>
            <a:ext cx="332375" cy="350071"/>
            <a:chOff x="870939" y="1975821"/>
            <a:chExt cx="332375" cy="350071"/>
          </a:xfrm>
        </p:grpSpPr>
        <p:sp>
          <p:nvSpPr>
            <p:cNvPr id="9913" name="Google Shape;9913;p86"/>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86"/>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86"/>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86"/>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7" name="Google Shape;9917;p86"/>
          <p:cNvGrpSpPr/>
          <p:nvPr/>
        </p:nvGrpSpPr>
        <p:grpSpPr>
          <a:xfrm>
            <a:off x="7967103" y="2240791"/>
            <a:ext cx="355863" cy="361911"/>
            <a:chOff x="7967103" y="2415041"/>
            <a:chExt cx="355863" cy="361911"/>
          </a:xfrm>
        </p:grpSpPr>
        <p:sp>
          <p:nvSpPr>
            <p:cNvPr id="9918" name="Google Shape;9918;p86"/>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86"/>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86"/>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86"/>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86"/>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86"/>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86"/>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86"/>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86"/>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86"/>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86"/>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9" name="Google Shape;9929;p86"/>
          <p:cNvGrpSpPr/>
          <p:nvPr/>
        </p:nvGrpSpPr>
        <p:grpSpPr>
          <a:xfrm>
            <a:off x="7529411" y="2240409"/>
            <a:ext cx="355863" cy="362292"/>
            <a:chOff x="7529411" y="2414659"/>
            <a:chExt cx="355863" cy="362292"/>
          </a:xfrm>
        </p:grpSpPr>
        <p:sp>
          <p:nvSpPr>
            <p:cNvPr id="9930" name="Google Shape;9930;p86"/>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86"/>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86"/>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86"/>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86"/>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86"/>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86"/>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86"/>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86"/>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86"/>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86"/>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86"/>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2" name="Google Shape;9942;p86"/>
          <p:cNvGrpSpPr/>
          <p:nvPr/>
        </p:nvGrpSpPr>
        <p:grpSpPr>
          <a:xfrm>
            <a:off x="5733194" y="2257468"/>
            <a:ext cx="446826" cy="327059"/>
            <a:chOff x="5733194" y="2431718"/>
            <a:chExt cx="446826" cy="327059"/>
          </a:xfrm>
        </p:grpSpPr>
        <p:sp>
          <p:nvSpPr>
            <p:cNvPr id="9943" name="Google Shape;9943;p86"/>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86"/>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86"/>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6" name="Google Shape;9946;p86"/>
          <p:cNvGrpSpPr/>
          <p:nvPr/>
        </p:nvGrpSpPr>
        <p:grpSpPr>
          <a:xfrm>
            <a:off x="4876780" y="2243814"/>
            <a:ext cx="407774" cy="356627"/>
            <a:chOff x="4876780" y="2418064"/>
            <a:chExt cx="407774" cy="356627"/>
          </a:xfrm>
        </p:grpSpPr>
        <p:sp>
          <p:nvSpPr>
            <p:cNvPr id="9947" name="Google Shape;9947;p86"/>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86"/>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86"/>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86"/>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86"/>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86"/>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86"/>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86"/>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5" name="Google Shape;9955;p86"/>
          <p:cNvGrpSpPr/>
          <p:nvPr/>
        </p:nvGrpSpPr>
        <p:grpSpPr>
          <a:xfrm>
            <a:off x="7070872" y="2236621"/>
            <a:ext cx="398321" cy="371013"/>
            <a:chOff x="7070872" y="2410871"/>
            <a:chExt cx="398321" cy="371013"/>
          </a:xfrm>
        </p:grpSpPr>
        <p:sp>
          <p:nvSpPr>
            <p:cNvPr id="9956" name="Google Shape;9956;p86"/>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86"/>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86"/>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86"/>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60" name="Google Shape;9960;p86"/>
          <p:cNvSpPr/>
          <p:nvPr/>
        </p:nvSpPr>
        <p:spPr>
          <a:xfrm>
            <a:off x="6238328" y="225934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61" name="Google Shape;9961;p86"/>
          <p:cNvGrpSpPr/>
          <p:nvPr/>
        </p:nvGrpSpPr>
        <p:grpSpPr>
          <a:xfrm>
            <a:off x="5318259" y="2807861"/>
            <a:ext cx="371013" cy="220787"/>
            <a:chOff x="5318259" y="2982111"/>
            <a:chExt cx="371013" cy="220787"/>
          </a:xfrm>
        </p:grpSpPr>
        <p:sp>
          <p:nvSpPr>
            <p:cNvPr id="9962" name="Google Shape;9962;p86"/>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86"/>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86"/>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86"/>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86"/>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86"/>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86"/>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86"/>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0" name="Google Shape;9970;p86"/>
          <p:cNvGrpSpPr/>
          <p:nvPr/>
        </p:nvGrpSpPr>
        <p:grpSpPr>
          <a:xfrm>
            <a:off x="7073928" y="2731507"/>
            <a:ext cx="371395" cy="371809"/>
            <a:chOff x="7073928" y="2905757"/>
            <a:chExt cx="371395" cy="371809"/>
          </a:xfrm>
        </p:grpSpPr>
        <p:sp>
          <p:nvSpPr>
            <p:cNvPr id="9971" name="Google Shape;9971;p86"/>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86"/>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86"/>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4" name="Google Shape;9974;p86"/>
          <p:cNvGrpSpPr/>
          <p:nvPr/>
        </p:nvGrpSpPr>
        <p:grpSpPr>
          <a:xfrm>
            <a:off x="6188327" y="2781158"/>
            <a:ext cx="371395" cy="272857"/>
            <a:chOff x="6188327" y="2955408"/>
            <a:chExt cx="371395" cy="272857"/>
          </a:xfrm>
        </p:grpSpPr>
        <p:sp>
          <p:nvSpPr>
            <p:cNvPr id="9975" name="Google Shape;9975;p86"/>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86"/>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7" name="Google Shape;9977;p86"/>
          <p:cNvGrpSpPr/>
          <p:nvPr/>
        </p:nvGrpSpPr>
        <p:grpSpPr>
          <a:xfrm>
            <a:off x="7521454" y="2731889"/>
            <a:ext cx="359651" cy="371013"/>
            <a:chOff x="7521454" y="2906139"/>
            <a:chExt cx="359651" cy="371013"/>
          </a:xfrm>
        </p:grpSpPr>
        <p:sp>
          <p:nvSpPr>
            <p:cNvPr id="9978" name="Google Shape;9978;p86"/>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86"/>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86"/>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86"/>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86"/>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3" name="Google Shape;9983;p86"/>
          <p:cNvGrpSpPr/>
          <p:nvPr/>
        </p:nvGrpSpPr>
        <p:grpSpPr>
          <a:xfrm>
            <a:off x="5782845" y="2732271"/>
            <a:ext cx="301661" cy="371013"/>
            <a:chOff x="5782845" y="2906521"/>
            <a:chExt cx="301661" cy="371013"/>
          </a:xfrm>
        </p:grpSpPr>
        <p:sp>
          <p:nvSpPr>
            <p:cNvPr id="9984" name="Google Shape;9984;p86"/>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86"/>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86"/>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7" name="Google Shape;9987;p86"/>
          <p:cNvGrpSpPr/>
          <p:nvPr/>
        </p:nvGrpSpPr>
        <p:grpSpPr>
          <a:xfrm>
            <a:off x="3539102" y="2253299"/>
            <a:ext cx="355099" cy="355481"/>
            <a:chOff x="3539102" y="2427549"/>
            <a:chExt cx="355099" cy="355481"/>
          </a:xfrm>
        </p:grpSpPr>
        <p:sp>
          <p:nvSpPr>
            <p:cNvPr id="9988" name="Google Shape;9988;p86"/>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86"/>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0" name="Google Shape;9990;p86"/>
          <p:cNvGrpSpPr/>
          <p:nvPr/>
        </p:nvGrpSpPr>
        <p:grpSpPr>
          <a:xfrm>
            <a:off x="6630539" y="2743252"/>
            <a:ext cx="371777" cy="349434"/>
            <a:chOff x="6630539" y="2917502"/>
            <a:chExt cx="371777" cy="349434"/>
          </a:xfrm>
        </p:grpSpPr>
        <p:sp>
          <p:nvSpPr>
            <p:cNvPr id="9991" name="Google Shape;9991;p86"/>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86"/>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86"/>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86"/>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86"/>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86"/>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86"/>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8" name="Google Shape;9998;p86"/>
          <p:cNvGrpSpPr/>
          <p:nvPr/>
        </p:nvGrpSpPr>
        <p:grpSpPr>
          <a:xfrm>
            <a:off x="2171474" y="3194979"/>
            <a:ext cx="408156" cy="343737"/>
            <a:chOff x="2171474" y="3369229"/>
            <a:chExt cx="408156" cy="343737"/>
          </a:xfrm>
        </p:grpSpPr>
        <p:sp>
          <p:nvSpPr>
            <p:cNvPr id="9999" name="Google Shape;9999;p86"/>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86"/>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86"/>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86"/>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3" name="Google Shape;10003;p86"/>
          <p:cNvGrpSpPr/>
          <p:nvPr/>
        </p:nvGrpSpPr>
        <p:grpSpPr>
          <a:xfrm>
            <a:off x="4891198" y="2750858"/>
            <a:ext cx="334634" cy="334634"/>
            <a:chOff x="4891198" y="2925108"/>
            <a:chExt cx="334634" cy="334634"/>
          </a:xfrm>
        </p:grpSpPr>
        <p:sp>
          <p:nvSpPr>
            <p:cNvPr id="10004" name="Google Shape;10004;p86"/>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86"/>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86"/>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86"/>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86"/>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86"/>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86"/>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86"/>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2" name="Google Shape;10012;p86"/>
          <p:cNvGrpSpPr/>
          <p:nvPr/>
        </p:nvGrpSpPr>
        <p:grpSpPr>
          <a:xfrm>
            <a:off x="7976174" y="2750858"/>
            <a:ext cx="334666" cy="334634"/>
            <a:chOff x="7976174" y="2925108"/>
            <a:chExt cx="334666" cy="334634"/>
          </a:xfrm>
        </p:grpSpPr>
        <p:sp>
          <p:nvSpPr>
            <p:cNvPr id="10013" name="Google Shape;10013;p86"/>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86"/>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86"/>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86"/>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86"/>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86"/>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86"/>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86"/>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86"/>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2" name="Google Shape;10022;p86"/>
          <p:cNvGrpSpPr/>
          <p:nvPr/>
        </p:nvGrpSpPr>
        <p:grpSpPr>
          <a:xfrm>
            <a:off x="3091957" y="3199881"/>
            <a:ext cx="354717" cy="332757"/>
            <a:chOff x="3091957" y="3374131"/>
            <a:chExt cx="354717" cy="332757"/>
          </a:xfrm>
        </p:grpSpPr>
        <p:sp>
          <p:nvSpPr>
            <p:cNvPr id="10023" name="Google Shape;10023;p86"/>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86"/>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86"/>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86"/>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86"/>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86"/>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9" name="Google Shape;10029;p86"/>
          <p:cNvGrpSpPr/>
          <p:nvPr/>
        </p:nvGrpSpPr>
        <p:grpSpPr>
          <a:xfrm>
            <a:off x="3988156" y="3205960"/>
            <a:ext cx="353954" cy="318880"/>
            <a:chOff x="3988156" y="3380210"/>
            <a:chExt cx="353954" cy="318880"/>
          </a:xfrm>
        </p:grpSpPr>
        <p:sp>
          <p:nvSpPr>
            <p:cNvPr id="10030" name="Google Shape;10030;p86"/>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86"/>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86"/>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86"/>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86"/>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5" name="Google Shape;10035;p86"/>
          <p:cNvGrpSpPr/>
          <p:nvPr/>
        </p:nvGrpSpPr>
        <p:grpSpPr>
          <a:xfrm>
            <a:off x="3541011" y="3193070"/>
            <a:ext cx="348257" cy="346188"/>
            <a:chOff x="3541011" y="3367320"/>
            <a:chExt cx="348257" cy="346188"/>
          </a:xfrm>
        </p:grpSpPr>
        <p:sp>
          <p:nvSpPr>
            <p:cNvPr id="10036" name="Google Shape;10036;p86"/>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86"/>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86"/>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86"/>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0" name="Google Shape;10040;p86"/>
          <p:cNvGrpSpPr/>
          <p:nvPr/>
        </p:nvGrpSpPr>
        <p:grpSpPr>
          <a:xfrm>
            <a:off x="1314678" y="3183967"/>
            <a:ext cx="334666" cy="365348"/>
            <a:chOff x="1314678" y="3358217"/>
            <a:chExt cx="334666" cy="365348"/>
          </a:xfrm>
        </p:grpSpPr>
        <p:sp>
          <p:nvSpPr>
            <p:cNvPr id="10041" name="Google Shape;10041;p86"/>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86"/>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86"/>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86"/>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86"/>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6" name="Google Shape;10046;p86"/>
          <p:cNvGrpSpPr/>
          <p:nvPr/>
        </p:nvGrpSpPr>
        <p:grpSpPr>
          <a:xfrm>
            <a:off x="1748582" y="3198385"/>
            <a:ext cx="359269" cy="335780"/>
            <a:chOff x="1748582" y="3372635"/>
            <a:chExt cx="359269" cy="335780"/>
          </a:xfrm>
        </p:grpSpPr>
        <p:sp>
          <p:nvSpPr>
            <p:cNvPr id="10047" name="Google Shape;10047;p86"/>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48" name="Google Shape;10048;p86"/>
            <p:cNvGrpSpPr/>
            <p:nvPr/>
          </p:nvGrpSpPr>
          <p:grpSpPr>
            <a:xfrm>
              <a:off x="1748582" y="3372635"/>
              <a:ext cx="333520" cy="335780"/>
              <a:chOff x="1748582" y="3372635"/>
              <a:chExt cx="333520" cy="335780"/>
            </a:xfrm>
          </p:grpSpPr>
          <p:sp>
            <p:nvSpPr>
              <p:cNvPr id="10049" name="Google Shape;10049;p86"/>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86"/>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86"/>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52" name="Google Shape;10052;p86"/>
          <p:cNvGrpSpPr/>
          <p:nvPr/>
        </p:nvGrpSpPr>
        <p:grpSpPr>
          <a:xfrm>
            <a:off x="2640993" y="3183585"/>
            <a:ext cx="365348" cy="364966"/>
            <a:chOff x="2640993" y="3357835"/>
            <a:chExt cx="365348" cy="364966"/>
          </a:xfrm>
        </p:grpSpPr>
        <p:sp>
          <p:nvSpPr>
            <p:cNvPr id="10053" name="Google Shape;10053;p86"/>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86"/>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86"/>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86"/>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86"/>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86"/>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86"/>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86"/>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86"/>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86"/>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3" name="Google Shape;10063;p86"/>
          <p:cNvGrpSpPr/>
          <p:nvPr/>
        </p:nvGrpSpPr>
        <p:grpSpPr>
          <a:xfrm>
            <a:off x="4886264" y="3191924"/>
            <a:ext cx="350548" cy="350198"/>
            <a:chOff x="4886264" y="3366174"/>
            <a:chExt cx="350548" cy="350198"/>
          </a:xfrm>
        </p:grpSpPr>
        <p:sp>
          <p:nvSpPr>
            <p:cNvPr id="10064" name="Google Shape;10064;p86"/>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86"/>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86"/>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86"/>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86"/>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86"/>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86"/>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86"/>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86"/>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86"/>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86"/>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86"/>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86"/>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7" name="Google Shape;10077;p86"/>
          <p:cNvGrpSpPr/>
          <p:nvPr/>
        </p:nvGrpSpPr>
        <p:grpSpPr>
          <a:xfrm>
            <a:off x="5331913" y="3239697"/>
            <a:ext cx="347143" cy="254684"/>
            <a:chOff x="5331913" y="3413947"/>
            <a:chExt cx="347143" cy="254684"/>
          </a:xfrm>
        </p:grpSpPr>
        <p:sp>
          <p:nvSpPr>
            <p:cNvPr id="10078" name="Google Shape;10078;p86"/>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86"/>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86"/>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86"/>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86"/>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86"/>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4" name="Google Shape;10084;p86"/>
          <p:cNvGrpSpPr/>
          <p:nvPr/>
        </p:nvGrpSpPr>
        <p:grpSpPr>
          <a:xfrm>
            <a:off x="5776798" y="3235528"/>
            <a:ext cx="346379" cy="264518"/>
            <a:chOff x="5776798" y="3409778"/>
            <a:chExt cx="346379" cy="264518"/>
          </a:xfrm>
        </p:grpSpPr>
        <p:sp>
          <p:nvSpPr>
            <p:cNvPr id="10085" name="Google Shape;10085;p86"/>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86"/>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86"/>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86"/>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86"/>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86"/>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1" name="Google Shape;10091;p86"/>
          <p:cNvGrpSpPr/>
          <p:nvPr/>
        </p:nvGrpSpPr>
        <p:grpSpPr>
          <a:xfrm>
            <a:off x="7108015" y="3222255"/>
            <a:ext cx="344883" cy="290299"/>
            <a:chOff x="7108015" y="3396505"/>
            <a:chExt cx="344883" cy="290299"/>
          </a:xfrm>
        </p:grpSpPr>
        <p:sp>
          <p:nvSpPr>
            <p:cNvPr id="10092" name="Google Shape;10092;p86"/>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86"/>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86"/>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86"/>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6" name="Google Shape;10096;p86"/>
          <p:cNvGrpSpPr/>
          <p:nvPr/>
        </p:nvGrpSpPr>
        <p:grpSpPr>
          <a:xfrm>
            <a:off x="7551754" y="3216558"/>
            <a:ext cx="344883" cy="301311"/>
            <a:chOff x="7551754" y="3390808"/>
            <a:chExt cx="344883" cy="301311"/>
          </a:xfrm>
        </p:grpSpPr>
        <p:sp>
          <p:nvSpPr>
            <p:cNvPr id="10097" name="Google Shape;10097;p86"/>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86"/>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86"/>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86"/>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86"/>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86"/>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86"/>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86"/>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86"/>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86"/>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86"/>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8" name="Google Shape;10108;p86"/>
          <p:cNvGrpSpPr/>
          <p:nvPr/>
        </p:nvGrpSpPr>
        <p:grpSpPr>
          <a:xfrm>
            <a:off x="6707084" y="3213153"/>
            <a:ext cx="261145" cy="308504"/>
            <a:chOff x="6707084" y="3387403"/>
            <a:chExt cx="261145" cy="308504"/>
          </a:xfrm>
        </p:grpSpPr>
        <p:sp>
          <p:nvSpPr>
            <p:cNvPr id="10109" name="Google Shape;10109;p86"/>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86"/>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86"/>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86"/>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3" name="Google Shape;10113;p86"/>
          <p:cNvGrpSpPr/>
          <p:nvPr/>
        </p:nvGrpSpPr>
        <p:grpSpPr>
          <a:xfrm>
            <a:off x="848978" y="4123387"/>
            <a:ext cx="377824" cy="324418"/>
            <a:chOff x="848978" y="4297637"/>
            <a:chExt cx="377824" cy="324418"/>
          </a:xfrm>
        </p:grpSpPr>
        <p:sp>
          <p:nvSpPr>
            <p:cNvPr id="10114" name="Google Shape;10114;p86"/>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86"/>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6" name="Google Shape;10116;p86"/>
          <p:cNvGrpSpPr/>
          <p:nvPr/>
        </p:nvGrpSpPr>
        <p:grpSpPr>
          <a:xfrm>
            <a:off x="1754279" y="4112343"/>
            <a:ext cx="351439" cy="345965"/>
            <a:chOff x="1754279" y="4286593"/>
            <a:chExt cx="351439" cy="345965"/>
          </a:xfrm>
        </p:grpSpPr>
        <p:sp>
          <p:nvSpPr>
            <p:cNvPr id="10117" name="Google Shape;10117;p86"/>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86"/>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86"/>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86"/>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86"/>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2" name="Google Shape;10122;p86"/>
          <p:cNvGrpSpPr/>
          <p:nvPr/>
        </p:nvGrpSpPr>
        <p:grpSpPr>
          <a:xfrm>
            <a:off x="3996113" y="4116926"/>
            <a:ext cx="336512" cy="335048"/>
            <a:chOff x="3996113" y="4291176"/>
            <a:chExt cx="336512" cy="335048"/>
          </a:xfrm>
        </p:grpSpPr>
        <p:sp>
          <p:nvSpPr>
            <p:cNvPr id="10123" name="Google Shape;10123;p86"/>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86"/>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86"/>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26" name="Google Shape;10126;p86"/>
          <p:cNvSpPr/>
          <p:nvPr/>
        </p:nvSpPr>
        <p:spPr>
          <a:xfrm>
            <a:off x="1331737" y="413312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27" name="Google Shape;10127;p86"/>
          <p:cNvGrpSpPr/>
          <p:nvPr/>
        </p:nvGrpSpPr>
        <p:grpSpPr>
          <a:xfrm>
            <a:off x="2179081" y="4111261"/>
            <a:ext cx="397525" cy="348670"/>
            <a:chOff x="2179081" y="4285511"/>
            <a:chExt cx="397525" cy="348670"/>
          </a:xfrm>
        </p:grpSpPr>
        <p:sp>
          <p:nvSpPr>
            <p:cNvPr id="10128" name="Google Shape;10128;p86"/>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86"/>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0" name="Google Shape;10130;p86"/>
          <p:cNvGrpSpPr/>
          <p:nvPr/>
        </p:nvGrpSpPr>
        <p:grpSpPr>
          <a:xfrm>
            <a:off x="3584201" y="4120746"/>
            <a:ext cx="267574" cy="329415"/>
            <a:chOff x="3584201" y="4294996"/>
            <a:chExt cx="267574" cy="329415"/>
          </a:xfrm>
        </p:grpSpPr>
        <p:sp>
          <p:nvSpPr>
            <p:cNvPr id="10131" name="Google Shape;10131;p86"/>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86"/>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86"/>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86"/>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5" name="Google Shape;10135;p86"/>
          <p:cNvGrpSpPr/>
          <p:nvPr/>
        </p:nvGrpSpPr>
        <p:grpSpPr>
          <a:xfrm>
            <a:off x="3082855" y="4121478"/>
            <a:ext cx="375946" cy="327823"/>
            <a:chOff x="3082855" y="4295728"/>
            <a:chExt cx="375946" cy="327823"/>
          </a:xfrm>
        </p:grpSpPr>
        <p:sp>
          <p:nvSpPr>
            <p:cNvPr id="10136" name="Google Shape;10136;p86"/>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86"/>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86"/>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86"/>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86"/>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86"/>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86"/>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86"/>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86"/>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86"/>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86"/>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7" name="Google Shape;10147;p86"/>
          <p:cNvGrpSpPr/>
          <p:nvPr/>
        </p:nvGrpSpPr>
        <p:grpSpPr>
          <a:xfrm>
            <a:off x="2749016" y="4116926"/>
            <a:ext cx="150831" cy="336926"/>
            <a:chOff x="2749016" y="4291176"/>
            <a:chExt cx="150831" cy="336926"/>
          </a:xfrm>
        </p:grpSpPr>
        <p:sp>
          <p:nvSpPr>
            <p:cNvPr id="10148" name="Google Shape;10148;p86"/>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86"/>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86"/>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86"/>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2" name="Google Shape;10152;p86"/>
          <p:cNvGrpSpPr/>
          <p:nvPr/>
        </p:nvGrpSpPr>
        <p:grpSpPr>
          <a:xfrm>
            <a:off x="7127716" y="4105182"/>
            <a:ext cx="248254" cy="361942"/>
            <a:chOff x="7127716" y="4279432"/>
            <a:chExt cx="248254" cy="361942"/>
          </a:xfrm>
        </p:grpSpPr>
        <p:sp>
          <p:nvSpPr>
            <p:cNvPr id="10153" name="Google Shape;10153;p86"/>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86"/>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86"/>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86"/>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86"/>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86"/>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86"/>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86"/>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86"/>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2" name="Google Shape;10162;p86"/>
          <p:cNvGrpSpPr/>
          <p:nvPr/>
        </p:nvGrpSpPr>
        <p:grpSpPr>
          <a:xfrm>
            <a:off x="7565408" y="4105182"/>
            <a:ext cx="248255" cy="361942"/>
            <a:chOff x="7565408" y="4279432"/>
            <a:chExt cx="248255" cy="361942"/>
          </a:xfrm>
        </p:grpSpPr>
        <p:sp>
          <p:nvSpPr>
            <p:cNvPr id="10163" name="Google Shape;10163;p86"/>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86"/>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86"/>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86"/>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86"/>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86"/>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86"/>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86"/>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1" name="Google Shape;10171;p86"/>
          <p:cNvGrpSpPr/>
          <p:nvPr/>
        </p:nvGrpSpPr>
        <p:grpSpPr>
          <a:xfrm>
            <a:off x="6264109" y="4105182"/>
            <a:ext cx="225498" cy="361560"/>
            <a:chOff x="6264109" y="4279432"/>
            <a:chExt cx="225498" cy="361560"/>
          </a:xfrm>
        </p:grpSpPr>
        <p:sp>
          <p:nvSpPr>
            <p:cNvPr id="10172" name="Google Shape;10172;p86"/>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86"/>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4" name="Google Shape;10174;p86"/>
          <p:cNvGrpSpPr/>
          <p:nvPr/>
        </p:nvGrpSpPr>
        <p:grpSpPr>
          <a:xfrm>
            <a:off x="7929578" y="4110115"/>
            <a:ext cx="395266" cy="351312"/>
            <a:chOff x="7929578" y="4284365"/>
            <a:chExt cx="395266" cy="351312"/>
          </a:xfrm>
        </p:grpSpPr>
        <p:sp>
          <p:nvSpPr>
            <p:cNvPr id="10175" name="Google Shape;10175;p86"/>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86"/>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86"/>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86"/>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9" name="Google Shape;10179;p86"/>
          <p:cNvGrpSpPr/>
          <p:nvPr/>
        </p:nvGrpSpPr>
        <p:grpSpPr>
          <a:xfrm>
            <a:off x="6595502" y="4149527"/>
            <a:ext cx="426315" cy="332826"/>
            <a:chOff x="6639652" y="4323777"/>
            <a:chExt cx="426315" cy="332826"/>
          </a:xfrm>
        </p:grpSpPr>
        <p:sp>
          <p:nvSpPr>
            <p:cNvPr id="10180" name="Google Shape;10180;p86"/>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86"/>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86"/>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86"/>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86"/>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86"/>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86"/>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86"/>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86"/>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86"/>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0" name="Google Shape;10190;p86"/>
          <p:cNvGrpSpPr/>
          <p:nvPr/>
        </p:nvGrpSpPr>
        <p:grpSpPr>
          <a:xfrm>
            <a:off x="5357662" y="4123387"/>
            <a:ext cx="287275" cy="326296"/>
            <a:chOff x="5357662" y="4297637"/>
            <a:chExt cx="287275" cy="326296"/>
          </a:xfrm>
        </p:grpSpPr>
        <p:sp>
          <p:nvSpPr>
            <p:cNvPr id="10191" name="Google Shape;10191;p86"/>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86"/>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86"/>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86"/>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86"/>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6" name="Google Shape;10196;p86"/>
          <p:cNvGrpSpPr/>
          <p:nvPr/>
        </p:nvGrpSpPr>
        <p:grpSpPr>
          <a:xfrm>
            <a:off x="5774124" y="4120300"/>
            <a:ext cx="331611" cy="331674"/>
            <a:chOff x="5774124" y="4294550"/>
            <a:chExt cx="331611" cy="331674"/>
          </a:xfrm>
        </p:grpSpPr>
        <p:sp>
          <p:nvSpPr>
            <p:cNvPr id="10197" name="Google Shape;10197;p86"/>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86"/>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9" name="Google Shape;10199;p86"/>
          <p:cNvGrpSpPr/>
          <p:nvPr/>
        </p:nvGrpSpPr>
        <p:grpSpPr>
          <a:xfrm>
            <a:off x="4890434" y="4113139"/>
            <a:ext cx="345997" cy="346029"/>
            <a:chOff x="4890434" y="4287389"/>
            <a:chExt cx="345997" cy="346029"/>
          </a:xfrm>
        </p:grpSpPr>
        <p:sp>
          <p:nvSpPr>
            <p:cNvPr id="10200" name="Google Shape;10200;p86"/>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86"/>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86"/>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86"/>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86"/>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86"/>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86"/>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7" name="Google Shape;10207;p86"/>
          <p:cNvGrpSpPr/>
          <p:nvPr/>
        </p:nvGrpSpPr>
        <p:grpSpPr>
          <a:xfrm>
            <a:off x="2165809" y="3636809"/>
            <a:ext cx="422542" cy="342973"/>
            <a:chOff x="2165809" y="3811059"/>
            <a:chExt cx="422542" cy="342973"/>
          </a:xfrm>
        </p:grpSpPr>
        <p:sp>
          <p:nvSpPr>
            <p:cNvPr id="10208" name="Google Shape;10208;p86"/>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86"/>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86"/>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86"/>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86"/>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86"/>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86"/>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86"/>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86"/>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86"/>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86"/>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86"/>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86"/>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86"/>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86"/>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86"/>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86"/>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86"/>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26" name="Google Shape;10226;p86"/>
          <p:cNvSpPr/>
          <p:nvPr/>
        </p:nvSpPr>
        <p:spPr>
          <a:xfrm>
            <a:off x="6217513" y="322340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27" name="Google Shape;10227;p86"/>
          <p:cNvGrpSpPr/>
          <p:nvPr/>
        </p:nvGrpSpPr>
        <p:grpSpPr>
          <a:xfrm>
            <a:off x="903530" y="3631875"/>
            <a:ext cx="264550" cy="353222"/>
            <a:chOff x="903530" y="3806125"/>
            <a:chExt cx="264550" cy="353222"/>
          </a:xfrm>
        </p:grpSpPr>
        <p:sp>
          <p:nvSpPr>
            <p:cNvPr id="10228" name="Google Shape;10228;p86"/>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86"/>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86"/>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86"/>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2" name="Google Shape;10232;p86"/>
          <p:cNvGrpSpPr/>
          <p:nvPr/>
        </p:nvGrpSpPr>
        <p:grpSpPr>
          <a:xfrm>
            <a:off x="850092" y="3178684"/>
            <a:ext cx="369517" cy="375660"/>
            <a:chOff x="850092" y="3352934"/>
            <a:chExt cx="369517" cy="375660"/>
          </a:xfrm>
        </p:grpSpPr>
        <p:sp>
          <p:nvSpPr>
            <p:cNvPr id="10233" name="Google Shape;10233;p86"/>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86"/>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86"/>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86"/>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86"/>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8" name="Google Shape;10238;p86"/>
          <p:cNvGrpSpPr/>
          <p:nvPr/>
        </p:nvGrpSpPr>
        <p:grpSpPr>
          <a:xfrm>
            <a:off x="2611458" y="3642124"/>
            <a:ext cx="426329" cy="332375"/>
            <a:chOff x="2611458" y="3816374"/>
            <a:chExt cx="426329" cy="332375"/>
          </a:xfrm>
        </p:grpSpPr>
        <p:sp>
          <p:nvSpPr>
            <p:cNvPr id="10239" name="Google Shape;10239;p86"/>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86"/>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86"/>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86"/>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86"/>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86"/>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86"/>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86"/>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86"/>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86"/>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49" name="Google Shape;10249;p86"/>
          <p:cNvSpPr/>
          <p:nvPr/>
        </p:nvSpPr>
        <p:spPr>
          <a:xfrm>
            <a:off x="1752752" y="362961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50" name="Google Shape;10250;p86"/>
          <p:cNvGrpSpPr/>
          <p:nvPr/>
        </p:nvGrpSpPr>
        <p:grpSpPr>
          <a:xfrm>
            <a:off x="4019984" y="3631143"/>
            <a:ext cx="293704" cy="353954"/>
            <a:chOff x="4019984" y="3805393"/>
            <a:chExt cx="293704" cy="353954"/>
          </a:xfrm>
        </p:grpSpPr>
        <p:sp>
          <p:nvSpPr>
            <p:cNvPr id="10251" name="Google Shape;10251;p86"/>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86"/>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3" name="Google Shape;10253;p86"/>
          <p:cNvGrpSpPr/>
          <p:nvPr/>
        </p:nvGrpSpPr>
        <p:grpSpPr>
          <a:xfrm>
            <a:off x="8006505" y="3215794"/>
            <a:ext cx="323654" cy="303189"/>
            <a:chOff x="8006505" y="3390044"/>
            <a:chExt cx="323654" cy="303189"/>
          </a:xfrm>
        </p:grpSpPr>
        <p:sp>
          <p:nvSpPr>
            <p:cNvPr id="10254" name="Google Shape;10254;p86"/>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86"/>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86"/>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86"/>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86"/>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86"/>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0" name="Google Shape;10260;p86"/>
          <p:cNvGrpSpPr/>
          <p:nvPr/>
        </p:nvGrpSpPr>
        <p:grpSpPr>
          <a:xfrm>
            <a:off x="1299146" y="3632257"/>
            <a:ext cx="367990" cy="351312"/>
            <a:chOff x="1299146" y="3806507"/>
            <a:chExt cx="367990" cy="351312"/>
          </a:xfrm>
        </p:grpSpPr>
        <p:sp>
          <p:nvSpPr>
            <p:cNvPr id="10261" name="Google Shape;10261;p86"/>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86"/>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63" name="Google Shape;10263;p86"/>
          <p:cNvSpPr/>
          <p:nvPr/>
        </p:nvSpPr>
        <p:spPr>
          <a:xfrm>
            <a:off x="3524716" y="362993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64" name="Google Shape;10264;p86"/>
          <p:cNvGrpSpPr/>
          <p:nvPr/>
        </p:nvGrpSpPr>
        <p:grpSpPr>
          <a:xfrm>
            <a:off x="7550258" y="3658420"/>
            <a:ext cx="371395" cy="301279"/>
            <a:chOff x="7550258" y="3832670"/>
            <a:chExt cx="371395" cy="301279"/>
          </a:xfrm>
        </p:grpSpPr>
        <p:sp>
          <p:nvSpPr>
            <p:cNvPr id="10265" name="Google Shape;10265;p86"/>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86"/>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86"/>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86"/>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86"/>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86"/>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86"/>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86"/>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86"/>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86"/>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86"/>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86"/>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86"/>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86"/>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86"/>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86"/>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86"/>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86"/>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83" name="Google Shape;10283;p86"/>
          <p:cNvSpPr/>
          <p:nvPr/>
        </p:nvSpPr>
        <p:spPr>
          <a:xfrm>
            <a:off x="7114476" y="363454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84" name="Google Shape;10284;p86"/>
          <p:cNvGrpSpPr/>
          <p:nvPr/>
        </p:nvGrpSpPr>
        <p:grpSpPr>
          <a:xfrm>
            <a:off x="6659725" y="3633785"/>
            <a:ext cx="367608" cy="350548"/>
            <a:chOff x="6659725" y="3808035"/>
            <a:chExt cx="367608" cy="350548"/>
          </a:xfrm>
        </p:grpSpPr>
        <p:sp>
          <p:nvSpPr>
            <p:cNvPr id="10285" name="Google Shape;10285;p86"/>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86"/>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7" name="Google Shape;10287;p86"/>
          <p:cNvGrpSpPr/>
          <p:nvPr/>
        </p:nvGrpSpPr>
        <p:grpSpPr>
          <a:xfrm>
            <a:off x="6219391" y="3642506"/>
            <a:ext cx="356627" cy="334252"/>
            <a:chOff x="6219391" y="3816756"/>
            <a:chExt cx="356627" cy="334252"/>
          </a:xfrm>
        </p:grpSpPr>
        <p:sp>
          <p:nvSpPr>
            <p:cNvPr id="10288" name="Google Shape;10288;p86"/>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86"/>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86"/>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86"/>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2" name="Google Shape;10292;p86"/>
          <p:cNvGrpSpPr/>
          <p:nvPr/>
        </p:nvGrpSpPr>
        <p:grpSpPr>
          <a:xfrm>
            <a:off x="5778676" y="3652722"/>
            <a:ext cx="349052" cy="313055"/>
            <a:chOff x="5778676" y="3826972"/>
            <a:chExt cx="349052" cy="313055"/>
          </a:xfrm>
        </p:grpSpPr>
        <p:sp>
          <p:nvSpPr>
            <p:cNvPr id="10293" name="Google Shape;10293;p86"/>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86"/>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86"/>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86"/>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86"/>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8" name="Google Shape;10298;p86"/>
          <p:cNvGrpSpPr/>
          <p:nvPr/>
        </p:nvGrpSpPr>
        <p:grpSpPr>
          <a:xfrm>
            <a:off x="5355784" y="3660297"/>
            <a:ext cx="299019" cy="297905"/>
            <a:chOff x="5355784" y="3834547"/>
            <a:chExt cx="299019" cy="297905"/>
          </a:xfrm>
        </p:grpSpPr>
        <p:sp>
          <p:nvSpPr>
            <p:cNvPr id="10299" name="Google Shape;10299;p86"/>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86"/>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86"/>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86"/>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3" name="Google Shape;10303;p86"/>
          <p:cNvGrpSpPr/>
          <p:nvPr/>
        </p:nvGrpSpPr>
        <p:grpSpPr>
          <a:xfrm>
            <a:off x="8036455" y="3633021"/>
            <a:ext cx="292176" cy="353985"/>
            <a:chOff x="8036455" y="3807271"/>
            <a:chExt cx="292176" cy="353985"/>
          </a:xfrm>
        </p:grpSpPr>
        <p:sp>
          <p:nvSpPr>
            <p:cNvPr id="10304" name="Google Shape;10304;p86"/>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86"/>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06" name="Google Shape;10306;p86"/>
          <p:cNvSpPr txBox="1"/>
          <p:nvPr/>
        </p:nvSpPr>
        <p:spPr>
          <a:xfrm>
            <a:off x="849675"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Business Icons</a:t>
            </a:r>
            <a:endParaRPr sz="2400">
              <a:solidFill>
                <a:srgbClr val="FFFFFF"/>
              </a:solidFill>
            </a:endParaRPr>
          </a:p>
        </p:txBody>
      </p:sp>
      <p:sp>
        <p:nvSpPr>
          <p:cNvPr id="10307" name="Google Shape;10307;p86"/>
          <p:cNvSpPr txBox="1"/>
          <p:nvPr/>
        </p:nvSpPr>
        <p:spPr>
          <a:xfrm>
            <a:off x="4858400"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Teamwork Icons</a:t>
            </a:r>
            <a:endParaRPr sz="2400">
              <a:solidFill>
                <a:srgbClr val="FFFFFF"/>
              </a:solidFill>
            </a:endParaRPr>
          </a:p>
        </p:txBody>
      </p:sp>
      <p:grpSp>
        <p:nvGrpSpPr>
          <p:cNvPr id="10308" name="Google Shape;10308;p86"/>
          <p:cNvGrpSpPr/>
          <p:nvPr/>
        </p:nvGrpSpPr>
        <p:grpSpPr>
          <a:xfrm>
            <a:off x="4874902" y="3634549"/>
            <a:ext cx="345615" cy="350835"/>
            <a:chOff x="4874902" y="3808799"/>
            <a:chExt cx="345615" cy="350835"/>
          </a:xfrm>
        </p:grpSpPr>
        <p:sp>
          <p:nvSpPr>
            <p:cNvPr id="10309" name="Google Shape;10309;p86"/>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86"/>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86"/>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86"/>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86"/>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86"/>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86"/>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86"/>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86"/>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86"/>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86"/>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86"/>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86"/>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86"/>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86"/>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86"/>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86"/>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6" name="Google Shape;10326;p86"/>
          <p:cNvGrpSpPr/>
          <p:nvPr/>
        </p:nvGrpSpPr>
        <p:grpSpPr>
          <a:xfrm>
            <a:off x="3095745" y="3631143"/>
            <a:ext cx="352840" cy="354717"/>
            <a:chOff x="3095745" y="3805393"/>
            <a:chExt cx="352840" cy="354717"/>
          </a:xfrm>
        </p:grpSpPr>
        <p:sp>
          <p:nvSpPr>
            <p:cNvPr id="10327" name="Google Shape;10327;p86"/>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86"/>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86"/>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86"/>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86"/>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86"/>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336"/>
        <p:cNvGrpSpPr/>
        <p:nvPr/>
      </p:nvGrpSpPr>
      <p:grpSpPr>
        <a:xfrm>
          <a:off x="0" y="0"/>
          <a:ext cx="0" cy="0"/>
          <a:chOff x="0" y="0"/>
          <a:chExt cx="0" cy="0"/>
        </a:xfrm>
      </p:grpSpPr>
      <p:grpSp>
        <p:nvGrpSpPr>
          <p:cNvPr id="10337" name="Google Shape;10337;p87"/>
          <p:cNvGrpSpPr/>
          <p:nvPr/>
        </p:nvGrpSpPr>
        <p:grpSpPr>
          <a:xfrm>
            <a:off x="2733780" y="4039081"/>
            <a:ext cx="342144" cy="362704"/>
            <a:chOff x="2704005" y="4258781"/>
            <a:chExt cx="342144" cy="362704"/>
          </a:xfrm>
        </p:grpSpPr>
        <p:sp>
          <p:nvSpPr>
            <p:cNvPr id="10338" name="Google Shape;10338;p87"/>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87"/>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87"/>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87"/>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87"/>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87"/>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87"/>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5" name="Google Shape;10345;p87"/>
          <p:cNvGrpSpPr/>
          <p:nvPr/>
        </p:nvGrpSpPr>
        <p:grpSpPr>
          <a:xfrm>
            <a:off x="2157462" y="4083096"/>
            <a:ext cx="347435" cy="363370"/>
            <a:chOff x="2157462" y="4258496"/>
            <a:chExt cx="347435" cy="363370"/>
          </a:xfrm>
        </p:grpSpPr>
        <p:sp>
          <p:nvSpPr>
            <p:cNvPr id="10346" name="Google Shape;10346;p87"/>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87"/>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87"/>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9" name="Google Shape;10349;p87"/>
          <p:cNvGrpSpPr/>
          <p:nvPr/>
        </p:nvGrpSpPr>
        <p:grpSpPr>
          <a:xfrm>
            <a:off x="4010963" y="3588381"/>
            <a:ext cx="343665" cy="363211"/>
            <a:chOff x="4010963" y="3763781"/>
            <a:chExt cx="343665" cy="363211"/>
          </a:xfrm>
        </p:grpSpPr>
        <p:sp>
          <p:nvSpPr>
            <p:cNvPr id="10350" name="Google Shape;10350;p87"/>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87"/>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87"/>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87"/>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87"/>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5" name="Google Shape;10355;p87"/>
          <p:cNvGrpSpPr/>
          <p:nvPr/>
        </p:nvGrpSpPr>
        <p:grpSpPr>
          <a:xfrm>
            <a:off x="2214042" y="3635109"/>
            <a:ext cx="368153" cy="311193"/>
            <a:chOff x="2214042" y="3810509"/>
            <a:chExt cx="368153" cy="311193"/>
          </a:xfrm>
        </p:grpSpPr>
        <p:sp>
          <p:nvSpPr>
            <p:cNvPr id="10356" name="Google Shape;10356;p87"/>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87"/>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8" name="Google Shape;10358;p87"/>
          <p:cNvGrpSpPr/>
          <p:nvPr/>
        </p:nvGrpSpPr>
        <p:grpSpPr>
          <a:xfrm>
            <a:off x="1797413" y="3606819"/>
            <a:ext cx="367805" cy="367773"/>
            <a:chOff x="1768938" y="3782219"/>
            <a:chExt cx="367805" cy="367773"/>
          </a:xfrm>
        </p:grpSpPr>
        <p:sp>
          <p:nvSpPr>
            <p:cNvPr id="10359" name="Google Shape;10359;p87"/>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87"/>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87"/>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87"/>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87"/>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4" name="Google Shape;10364;p87"/>
          <p:cNvGrpSpPr/>
          <p:nvPr/>
        </p:nvGrpSpPr>
        <p:grpSpPr>
          <a:xfrm>
            <a:off x="2681385" y="3623039"/>
            <a:ext cx="325544" cy="327413"/>
            <a:chOff x="2681385" y="3798439"/>
            <a:chExt cx="325544" cy="327413"/>
          </a:xfrm>
        </p:grpSpPr>
        <p:sp>
          <p:nvSpPr>
            <p:cNvPr id="10365" name="Google Shape;10365;p87"/>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87"/>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87"/>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87"/>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87"/>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87"/>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87"/>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2" name="Google Shape;10372;p87"/>
          <p:cNvGrpSpPr/>
          <p:nvPr/>
        </p:nvGrpSpPr>
        <p:grpSpPr>
          <a:xfrm>
            <a:off x="6243928" y="4088102"/>
            <a:ext cx="274254" cy="350824"/>
            <a:chOff x="6243928" y="4263502"/>
            <a:chExt cx="274254" cy="350824"/>
          </a:xfrm>
        </p:grpSpPr>
        <p:sp>
          <p:nvSpPr>
            <p:cNvPr id="10373" name="Google Shape;10373;p87"/>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87"/>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87"/>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87"/>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87"/>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87"/>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87"/>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87"/>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1" name="Google Shape;10381;p87"/>
          <p:cNvGrpSpPr/>
          <p:nvPr/>
        </p:nvGrpSpPr>
        <p:grpSpPr>
          <a:xfrm>
            <a:off x="3560600" y="3587938"/>
            <a:ext cx="352345" cy="363655"/>
            <a:chOff x="3560600" y="3763338"/>
            <a:chExt cx="352345" cy="363655"/>
          </a:xfrm>
        </p:grpSpPr>
        <p:sp>
          <p:nvSpPr>
            <p:cNvPr id="10382" name="Google Shape;10382;p87"/>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87"/>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87"/>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5" name="Google Shape;10385;p87"/>
          <p:cNvGrpSpPr/>
          <p:nvPr/>
        </p:nvGrpSpPr>
        <p:grpSpPr>
          <a:xfrm>
            <a:off x="5790556" y="4085852"/>
            <a:ext cx="279513" cy="356083"/>
            <a:chOff x="5790556" y="4261252"/>
            <a:chExt cx="279513" cy="356083"/>
          </a:xfrm>
        </p:grpSpPr>
        <p:sp>
          <p:nvSpPr>
            <p:cNvPr id="10386" name="Google Shape;10386;p87"/>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87"/>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87"/>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87"/>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87"/>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87"/>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87"/>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3" name="Google Shape;10393;p87"/>
          <p:cNvGrpSpPr/>
          <p:nvPr/>
        </p:nvGrpSpPr>
        <p:grpSpPr>
          <a:xfrm>
            <a:off x="5341333" y="4085852"/>
            <a:ext cx="278752" cy="356463"/>
            <a:chOff x="5341333" y="4261252"/>
            <a:chExt cx="278752" cy="356463"/>
          </a:xfrm>
        </p:grpSpPr>
        <p:sp>
          <p:nvSpPr>
            <p:cNvPr id="10394" name="Google Shape;10394;p87"/>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87"/>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87"/>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87"/>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87"/>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87"/>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87"/>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01" name="Google Shape;10401;p87"/>
          <p:cNvSpPr/>
          <p:nvPr/>
        </p:nvSpPr>
        <p:spPr>
          <a:xfrm>
            <a:off x="1322345" y="366118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02" name="Google Shape;10402;p87"/>
          <p:cNvGrpSpPr/>
          <p:nvPr/>
        </p:nvGrpSpPr>
        <p:grpSpPr>
          <a:xfrm>
            <a:off x="3103646" y="3590676"/>
            <a:ext cx="360233" cy="362451"/>
            <a:chOff x="3107608" y="3763401"/>
            <a:chExt cx="360233" cy="362451"/>
          </a:xfrm>
        </p:grpSpPr>
        <p:sp>
          <p:nvSpPr>
            <p:cNvPr id="10403" name="Google Shape;10403;p87"/>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87"/>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87"/>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6" name="Google Shape;10406;p87"/>
          <p:cNvGrpSpPr/>
          <p:nvPr/>
        </p:nvGrpSpPr>
        <p:grpSpPr>
          <a:xfrm>
            <a:off x="889343" y="3625827"/>
            <a:ext cx="351585" cy="339705"/>
            <a:chOff x="889343" y="3801227"/>
            <a:chExt cx="351585" cy="339705"/>
          </a:xfrm>
        </p:grpSpPr>
        <p:sp>
          <p:nvSpPr>
            <p:cNvPr id="10407" name="Google Shape;10407;p87"/>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87"/>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87"/>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87"/>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87"/>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2" name="Google Shape;10412;p87"/>
          <p:cNvGrpSpPr/>
          <p:nvPr/>
        </p:nvGrpSpPr>
        <p:grpSpPr>
          <a:xfrm>
            <a:off x="4896609" y="4085472"/>
            <a:ext cx="278784" cy="355323"/>
            <a:chOff x="4896609" y="4260872"/>
            <a:chExt cx="278784" cy="355323"/>
          </a:xfrm>
        </p:grpSpPr>
        <p:sp>
          <p:nvSpPr>
            <p:cNvPr id="10413" name="Google Shape;10413;p87"/>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87"/>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87"/>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87"/>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87"/>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87"/>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9" name="Google Shape;10419;p87"/>
          <p:cNvGrpSpPr/>
          <p:nvPr/>
        </p:nvGrpSpPr>
        <p:grpSpPr>
          <a:xfrm>
            <a:off x="7598438" y="4090731"/>
            <a:ext cx="260283" cy="345914"/>
            <a:chOff x="7598438" y="4266131"/>
            <a:chExt cx="260283" cy="345914"/>
          </a:xfrm>
        </p:grpSpPr>
        <p:sp>
          <p:nvSpPr>
            <p:cNvPr id="10420" name="Google Shape;10420;p87"/>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87"/>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87"/>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87"/>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87"/>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87"/>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87"/>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7" name="Google Shape;10427;p87"/>
          <p:cNvGrpSpPr/>
          <p:nvPr/>
        </p:nvGrpSpPr>
        <p:grpSpPr>
          <a:xfrm>
            <a:off x="1767069" y="3184746"/>
            <a:ext cx="286324" cy="348163"/>
            <a:chOff x="1767069" y="3360146"/>
            <a:chExt cx="286324" cy="348163"/>
          </a:xfrm>
        </p:grpSpPr>
        <p:sp>
          <p:nvSpPr>
            <p:cNvPr id="10428" name="Google Shape;10428;p87"/>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87"/>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87"/>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87"/>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87"/>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87"/>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87"/>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5" name="Google Shape;10435;p87"/>
          <p:cNvGrpSpPr/>
          <p:nvPr/>
        </p:nvGrpSpPr>
        <p:grpSpPr>
          <a:xfrm>
            <a:off x="7149944" y="4090731"/>
            <a:ext cx="260283" cy="345914"/>
            <a:chOff x="7149944" y="4266131"/>
            <a:chExt cx="260283" cy="345914"/>
          </a:xfrm>
        </p:grpSpPr>
        <p:sp>
          <p:nvSpPr>
            <p:cNvPr id="10436" name="Google Shape;10436;p87"/>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87"/>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87"/>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87"/>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87"/>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87"/>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2" name="Google Shape;10442;p87"/>
          <p:cNvGrpSpPr/>
          <p:nvPr/>
        </p:nvGrpSpPr>
        <p:grpSpPr>
          <a:xfrm>
            <a:off x="6695051" y="4083951"/>
            <a:ext cx="270104" cy="360233"/>
            <a:chOff x="6695051" y="4259351"/>
            <a:chExt cx="270104" cy="360233"/>
          </a:xfrm>
        </p:grpSpPr>
        <p:sp>
          <p:nvSpPr>
            <p:cNvPr id="10443" name="Google Shape;10443;p87"/>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87"/>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87"/>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87"/>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7" name="Google Shape;10447;p87"/>
          <p:cNvGrpSpPr/>
          <p:nvPr/>
        </p:nvGrpSpPr>
        <p:grpSpPr>
          <a:xfrm>
            <a:off x="8047661" y="4082051"/>
            <a:ext cx="277263" cy="362514"/>
            <a:chOff x="8047661" y="4257451"/>
            <a:chExt cx="277263" cy="362514"/>
          </a:xfrm>
        </p:grpSpPr>
        <p:sp>
          <p:nvSpPr>
            <p:cNvPr id="10448" name="Google Shape;10448;p87"/>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87"/>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87"/>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87"/>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2" name="Google Shape;10452;p87"/>
          <p:cNvGrpSpPr/>
          <p:nvPr/>
        </p:nvGrpSpPr>
        <p:grpSpPr>
          <a:xfrm>
            <a:off x="6248078" y="3609068"/>
            <a:ext cx="277263" cy="356115"/>
            <a:chOff x="6248078" y="3784468"/>
            <a:chExt cx="277263" cy="356115"/>
          </a:xfrm>
        </p:grpSpPr>
        <p:sp>
          <p:nvSpPr>
            <p:cNvPr id="10453" name="Google Shape;10453;p87"/>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87"/>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87"/>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87"/>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87"/>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8" name="Google Shape;10458;p87"/>
          <p:cNvGrpSpPr/>
          <p:nvPr/>
        </p:nvGrpSpPr>
        <p:grpSpPr>
          <a:xfrm>
            <a:off x="5800725" y="3610589"/>
            <a:ext cx="277644" cy="354594"/>
            <a:chOff x="5800725" y="3785989"/>
            <a:chExt cx="277644" cy="354594"/>
          </a:xfrm>
        </p:grpSpPr>
        <p:sp>
          <p:nvSpPr>
            <p:cNvPr id="10459" name="Google Shape;10459;p87"/>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87"/>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87"/>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87"/>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87"/>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87"/>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87"/>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6" name="Google Shape;10466;p87"/>
          <p:cNvGrpSpPr/>
          <p:nvPr/>
        </p:nvGrpSpPr>
        <p:grpSpPr>
          <a:xfrm>
            <a:off x="2206122" y="3185348"/>
            <a:ext cx="308183" cy="347561"/>
            <a:chOff x="2206122" y="3360748"/>
            <a:chExt cx="308183" cy="347561"/>
          </a:xfrm>
        </p:grpSpPr>
        <p:sp>
          <p:nvSpPr>
            <p:cNvPr id="10467" name="Google Shape;10467;p87"/>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87"/>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87"/>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87"/>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87"/>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2" name="Google Shape;10472;p87"/>
          <p:cNvGrpSpPr/>
          <p:nvPr/>
        </p:nvGrpSpPr>
        <p:grpSpPr>
          <a:xfrm>
            <a:off x="5353403" y="3610209"/>
            <a:ext cx="277992" cy="354974"/>
            <a:chOff x="5353403" y="3785609"/>
            <a:chExt cx="277992" cy="354974"/>
          </a:xfrm>
        </p:grpSpPr>
        <p:sp>
          <p:nvSpPr>
            <p:cNvPr id="10473" name="Google Shape;10473;p87"/>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87"/>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87"/>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87"/>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87"/>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87"/>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9" name="Google Shape;10479;p87"/>
          <p:cNvGrpSpPr/>
          <p:nvPr/>
        </p:nvGrpSpPr>
        <p:grpSpPr>
          <a:xfrm>
            <a:off x="4896229" y="3610589"/>
            <a:ext cx="278784" cy="354594"/>
            <a:chOff x="4896229" y="3785989"/>
            <a:chExt cx="278784" cy="354594"/>
          </a:xfrm>
        </p:grpSpPr>
        <p:sp>
          <p:nvSpPr>
            <p:cNvPr id="10480" name="Google Shape;10480;p87"/>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87"/>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87"/>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87"/>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87"/>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87"/>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6" name="Google Shape;10486;p87"/>
          <p:cNvGrpSpPr/>
          <p:nvPr/>
        </p:nvGrpSpPr>
        <p:grpSpPr>
          <a:xfrm>
            <a:off x="7592387" y="3612458"/>
            <a:ext cx="273874" cy="351204"/>
            <a:chOff x="7592387" y="3787858"/>
            <a:chExt cx="273874" cy="351204"/>
          </a:xfrm>
        </p:grpSpPr>
        <p:sp>
          <p:nvSpPr>
            <p:cNvPr id="10487" name="Google Shape;10487;p87"/>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87"/>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87"/>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87"/>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1" name="Google Shape;10491;p87"/>
          <p:cNvGrpSpPr/>
          <p:nvPr/>
        </p:nvGrpSpPr>
        <p:grpSpPr>
          <a:xfrm>
            <a:off x="7145794" y="3612458"/>
            <a:ext cx="274254" cy="350444"/>
            <a:chOff x="7145794" y="3787858"/>
            <a:chExt cx="274254" cy="350444"/>
          </a:xfrm>
        </p:grpSpPr>
        <p:sp>
          <p:nvSpPr>
            <p:cNvPr id="10492" name="Google Shape;10492;p87"/>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87"/>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87"/>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87"/>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87"/>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87"/>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8" name="Google Shape;10498;p87"/>
          <p:cNvGrpSpPr/>
          <p:nvPr/>
        </p:nvGrpSpPr>
        <p:grpSpPr>
          <a:xfrm>
            <a:off x="8054060" y="3611698"/>
            <a:ext cx="266334" cy="353834"/>
            <a:chOff x="8054060" y="3787098"/>
            <a:chExt cx="266334" cy="353834"/>
          </a:xfrm>
        </p:grpSpPr>
        <p:sp>
          <p:nvSpPr>
            <p:cNvPr id="10499" name="Google Shape;10499;p87"/>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87"/>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87"/>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87"/>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3" name="Google Shape;10503;p87"/>
          <p:cNvGrpSpPr/>
          <p:nvPr/>
        </p:nvGrpSpPr>
        <p:grpSpPr>
          <a:xfrm>
            <a:off x="6702211" y="3607199"/>
            <a:ext cx="270104" cy="361754"/>
            <a:chOff x="6702211" y="3782599"/>
            <a:chExt cx="270104" cy="361754"/>
          </a:xfrm>
        </p:grpSpPr>
        <p:sp>
          <p:nvSpPr>
            <p:cNvPr id="10504" name="Google Shape;10504;p87"/>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87"/>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87"/>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87"/>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87"/>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9" name="Google Shape;10509;p87"/>
          <p:cNvGrpSpPr/>
          <p:nvPr/>
        </p:nvGrpSpPr>
        <p:grpSpPr>
          <a:xfrm>
            <a:off x="3516886" y="3263327"/>
            <a:ext cx="391854" cy="269922"/>
            <a:chOff x="3516850" y="3406526"/>
            <a:chExt cx="369674" cy="254644"/>
          </a:xfrm>
        </p:grpSpPr>
        <p:sp>
          <p:nvSpPr>
            <p:cNvPr id="10510" name="Google Shape;10510;p87"/>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87"/>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87"/>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87"/>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4" name="Google Shape;10514;p87"/>
          <p:cNvGrpSpPr/>
          <p:nvPr/>
        </p:nvGrpSpPr>
        <p:grpSpPr>
          <a:xfrm>
            <a:off x="1310655" y="3185127"/>
            <a:ext cx="306314" cy="347403"/>
            <a:chOff x="1310655" y="3360527"/>
            <a:chExt cx="306314" cy="347403"/>
          </a:xfrm>
        </p:grpSpPr>
        <p:sp>
          <p:nvSpPr>
            <p:cNvPr id="10515" name="Google Shape;10515;p87"/>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87"/>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87"/>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87"/>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87"/>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0" name="Google Shape;10520;p87"/>
          <p:cNvGrpSpPr/>
          <p:nvPr/>
        </p:nvGrpSpPr>
        <p:grpSpPr>
          <a:xfrm>
            <a:off x="3119678" y="3184746"/>
            <a:ext cx="269343" cy="348543"/>
            <a:chOff x="3119678" y="3360146"/>
            <a:chExt cx="269343" cy="348543"/>
          </a:xfrm>
        </p:grpSpPr>
        <p:sp>
          <p:nvSpPr>
            <p:cNvPr id="10521" name="Google Shape;10521;p87"/>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87"/>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87"/>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87"/>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87"/>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87"/>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87"/>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8" name="Google Shape;10528;p87"/>
          <p:cNvGrpSpPr/>
          <p:nvPr/>
        </p:nvGrpSpPr>
        <p:grpSpPr>
          <a:xfrm>
            <a:off x="3967213" y="3181547"/>
            <a:ext cx="368185" cy="354753"/>
            <a:chOff x="3967213" y="3356947"/>
            <a:chExt cx="368185" cy="354753"/>
          </a:xfrm>
        </p:grpSpPr>
        <p:sp>
          <p:nvSpPr>
            <p:cNvPr id="10529" name="Google Shape;10529;p87"/>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87"/>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87"/>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87"/>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87"/>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4" name="Google Shape;10534;p87"/>
          <p:cNvGrpSpPr/>
          <p:nvPr/>
        </p:nvGrpSpPr>
        <p:grpSpPr>
          <a:xfrm>
            <a:off x="871254" y="3184746"/>
            <a:ext cx="285183" cy="347023"/>
            <a:chOff x="871254" y="3360146"/>
            <a:chExt cx="285183" cy="347023"/>
          </a:xfrm>
        </p:grpSpPr>
        <p:sp>
          <p:nvSpPr>
            <p:cNvPr id="10535" name="Google Shape;10535;p87"/>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87"/>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87"/>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87"/>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9" name="Google Shape;10539;p87"/>
          <p:cNvGrpSpPr/>
          <p:nvPr/>
        </p:nvGrpSpPr>
        <p:grpSpPr>
          <a:xfrm>
            <a:off x="2665165" y="3184746"/>
            <a:ext cx="281794" cy="349684"/>
            <a:chOff x="2665165" y="3360146"/>
            <a:chExt cx="281794" cy="349684"/>
          </a:xfrm>
        </p:grpSpPr>
        <p:sp>
          <p:nvSpPr>
            <p:cNvPr id="10540" name="Google Shape;10540;p87"/>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87"/>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87"/>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87"/>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87"/>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5" name="Google Shape;10545;p87"/>
          <p:cNvGrpSpPr/>
          <p:nvPr/>
        </p:nvGrpSpPr>
        <p:grpSpPr>
          <a:xfrm>
            <a:off x="7156344" y="3172296"/>
            <a:ext cx="264465" cy="353074"/>
            <a:chOff x="7156344" y="3347696"/>
            <a:chExt cx="264465" cy="353074"/>
          </a:xfrm>
        </p:grpSpPr>
        <p:sp>
          <p:nvSpPr>
            <p:cNvPr id="10546" name="Google Shape;10546;p87"/>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87"/>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87"/>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87"/>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87"/>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1" name="Google Shape;10551;p87"/>
          <p:cNvGrpSpPr/>
          <p:nvPr/>
        </p:nvGrpSpPr>
        <p:grpSpPr>
          <a:xfrm>
            <a:off x="6703732" y="3171536"/>
            <a:ext cx="264813" cy="352693"/>
            <a:chOff x="6703732" y="3346936"/>
            <a:chExt cx="264813" cy="352693"/>
          </a:xfrm>
        </p:grpSpPr>
        <p:sp>
          <p:nvSpPr>
            <p:cNvPr id="10552" name="Google Shape;10552;p87"/>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87"/>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87"/>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87"/>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87"/>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7" name="Google Shape;10557;p87"/>
          <p:cNvGrpSpPr/>
          <p:nvPr/>
        </p:nvGrpSpPr>
        <p:grpSpPr>
          <a:xfrm>
            <a:off x="6252228" y="3171536"/>
            <a:ext cx="265193" cy="352693"/>
            <a:chOff x="6252228" y="3346936"/>
            <a:chExt cx="265193" cy="352693"/>
          </a:xfrm>
        </p:grpSpPr>
        <p:sp>
          <p:nvSpPr>
            <p:cNvPr id="10558" name="Google Shape;10558;p87"/>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87"/>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87"/>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1" name="Google Shape;10561;p87"/>
          <p:cNvGrpSpPr/>
          <p:nvPr/>
        </p:nvGrpSpPr>
        <p:grpSpPr>
          <a:xfrm>
            <a:off x="5801105" y="3172296"/>
            <a:ext cx="264813" cy="351933"/>
            <a:chOff x="5801105" y="3347696"/>
            <a:chExt cx="264813" cy="351933"/>
          </a:xfrm>
        </p:grpSpPr>
        <p:sp>
          <p:nvSpPr>
            <p:cNvPr id="10562" name="Google Shape;10562;p87"/>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87"/>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87"/>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87"/>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6" name="Google Shape;10566;p87"/>
          <p:cNvGrpSpPr/>
          <p:nvPr/>
        </p:nvGrpSpPr>
        <p:grpSpPr>
          <a:xfrm>
            <a:off x="5349253" y="3171536"/>
            <a:ext cx="265922" cy="352693"/>
            <a:chOff x="5349253" y="3346936"/>
            <a:chExt cx="265922" cy="352693"/>
          </a:xfrm>
        </p:grpSpPr>
        <p:sp>
          <p:nvSpPr>
            <p:cNvPr id="10567" name="Google Shape;10567;p87"/>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87"/>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87"/>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87"/>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87"/>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87"/>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3" name="Google Shape;10573;p87"/>
          <p:cNvGrpSpPr/>
          <p:nvPr/>
        </p:nvGrpSpPr>
        <p:grpSpPr>
          <a:xfrm>
            <a:off x="4907159" y="3171536"/>
            <a:ext cx="264845" cy="354214"/>
            <a:chOff x="4907159" y="3346936"/>
            <a:chExt cx="264845" cy="354214"/>
          </a:xfrm>
        </p:grpSpPr>
        <p:sp>
          <p:nvSpPr>
            <p:cNvPr id="10574" name="Google Shape;10574;p87"/>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87"/>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6" name="Google Shape;10576;p87"/>
          <p:cNvGrpSpPr/>
          <p:nvPr/>
        </p:nvGrpSpPr>
        <p:grpSpPr>
          <a:xfrm>
            <a:off x="8048421" y="3159086"/>
            <a:ext cx="276503" cy="369674"/>
            <a:chOff x="8048421" y="3334486"/>
            <a:chExt cx="276503" cy="369674"/>
          </a:xfrm>
        </p:grpSpPr>
        <p:sp>
          <p:nvSpPr>
            <p:cNvPr id="10577" name="Google Shape;10577;p87"/>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87"/>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87"/>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87"/>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87"/>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87"/>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3" name="Google Shape;10583;p87"/>
          <p:cNvGrpSpPr/>
          <p:nvPr/>
        </p:nvGrpSpPr>
        <p:grpSpPr>
          <a:xfrm>
            <a:off x="7575787" y="3154555"/>
            <a:ext cx="295384" cy="376834"/>
            <a:chOff x="7575787" y="3329955"/>
            <a:chExt cx="295384" cy="376834"/>
          </a:xfrm>
        </p:grpSpPr>
        <p:sp>
          <p:nvSpPr>
            <p:cNvPr id="10584" name="Google Shape;10584;p87"/>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87"/>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87"/>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87"/>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87"/>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87"/>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0" name="Google Shape;10590;p87"/>
          <p:cNvGrpSpPr/>
          <p:nvPr/>
        </p:nvGrpSpPr>
        <p:grpSpPr>
          <a:xfrm>
            <a:off x="864062" y="2709103"/>
            <a:ext cx="264084" cy="347783"/>
            <a:chOff x="864062" y="2884503"/>
            <a:chExt cx="264084" cy="347783"/>
          </a:xfrm>
        </p:grpSpPr>
        <p:sp>
          <p:nvSpPr>
            <p:cNvPr id="10591" name="Google Shape;10591;p87"/>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87"/>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87"/>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87"/>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87"/>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87"/>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87"/>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87"/>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87"/>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87"/>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1" name="Google Shape;10601;p87"/>
          <p:cNvGrpSpPr/>
          <p:nvPr/>
        </p:nvGrpSpPr>
        <p:grpSpPr>
          <a:xfrm>
            <a:off x="3978523" y="2709261"/>
            <a:ext cx="348955" cy="346516"/>
            <a:chOff x="3978523" y="2884661"/>
            <a:chExt cx="348955" cy="346516"/>
          </a:xfrm>
        </p:grpSpPr>
        <p:sp>
          <p:nvSpPr>
            <p:cNvPr id="10602" name="Google Shape;10602;p87"/>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87"/>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87"/>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87"/>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87"/>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87"/>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87"/>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87"/>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0" name="Google Shape;10610;p87"/>
          <p:cNvGrpSpPr/>
          <p:nvPr/>
        </p:nvGrpSpPr>
        <p:grpSpPr>
          <a:xfrm>
            <a:off x="3556255" y="2709863"/>
            <a:ext cx="347435" cy="345534"/>
            <a:chOff x="3527780" y="2885263"/>
            <a:chExt cx="347435" cy="345534"/>
          </a:xfrm>
        </p:grpSpPr>
        <p:sp>
          <p:nvSpPr>
            <p:cNvPr id="10611" name="Google Shape;10611;p87"/>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87"/>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87"/>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87"/>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87"/>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87"/>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87"/>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87"/>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87"/>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87"/>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87"/>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87"/>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87"/>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87"/>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87"/>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87"/>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87"/>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87"/>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87"/>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87"/>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87"/>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87"/>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87"/>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4" name="Google Shape;10634;p87"/>
          <p:cNvGrpSpPr/>
          <p:nvPr/>
        </p:nvGrpSpPr>
        <p:grpSpPr>
          <a:xfrm>
            <a:off x="2239671" y="2709103"/>
            <a:ext cx="218053" cy="348543"/>
            <a:chOff x="2239671" y="2884503"/>
            <a:chExt cx="218053" cy="348543"/>
          </a:xfrm>
        </p:grpSpPr>
        <p:sp>
          <p:nvSpPr>
            <p:cNvPr id="10635" name="Google Shape;10635;p87"/>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87"/>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87"/>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87"/>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87"/>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0" name="Google Shape;10640;p87"/>
          <p:cNvGrpSpPr/>
          <p:nvPr/>
        </p:nvGrpSpPr>
        <p:grpSpPr>
          <a:xfrm>
            <a:off x="2691555" y="2709103"/>
            <a:ext cx="215044" cy="348924"/>
            <a:chOff x="2691555" y="2884503"/>
            <a:chExt cx="215044" cy="348924"/>
          </a:xfrm>
        </p:grpSpPr>
        <p:sp>
          <p:nvSpPr>
            <p:cNvPr id="10641" name="Google Shape;10641;p87"/>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87"/>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87"/>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4" name="Google Shape;10644;p87"/>
          <p:cNvGrpSpPr/>
          <p:nvPr/>
        </p:nvGrpSpPr>
        <p:grpSpPr>
          <a:xfrm>
            <a:off x="1770459" y="2709103"/>
            <a:ext cx="254644" cy="348828"/>
            <a:chOff x="1770459" y="2884503"/>
            <a:chExt cx="254644" cy="348828"/>
          </a:xfrm>
        </p:grpSpPr>
        <p:sp>
          <p:nvSpPr>
            <p:cNvPr id="10645" name="Google Shape;10645;p87"/>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87"/>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87"/>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87"/>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87"/>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87"/>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87"/>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87"/>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3" name="Google Shape;10653;p87"/>
          <p:cNvGrpSpPr/>
          <p:nvPr/>
        </p:nvGrpSpPr>
        <p:grpSpPr>
          <a:xfrm>
            <a:off x="1317466" y="2709483"/>
            <a:ext cx="258382" cy="348543"/>
            <a:chOff x="1317466" y="2884883"/>
            <a:chExt cx="258382" cy="348543"/>
          </a:xfrm>
        </p:grpSpPr>
        <p:sp>
          <p:nvSpPr>
            <p:cNvPr id="10654" name="Google Shape;10654;p87"/>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87"/>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87"/>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87"/>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87"/>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87"/>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87"/>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87"/>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2" name="Google Shape;10662;p87"/>
          <p:cNvGrpSpPr/>
          <p:nvPr/>
        </p:nvGrpSpPr>
        <p:grpSpPr>
          <a:xfrm>
            <a:off x="3121167" y="2709483"/>
            <a:ext cx="258414" cy="348543"/>
            <a:chOff x="3121167" y="2884883"/>
            <a:chExt cx="258414" cy="348543"/>
          </a:xfrm>
        </p:grpSpPr>
        <p:sp>
          <p:nvSpPr>
            <p:cNvPr id="10663" name="Google Shape;10663;p87"/>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87"/>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87"/>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87"/>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87"/>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87"/>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87"/>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87"/>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1" name="Google Shape;10671;p87"/>
          <p:cNvGrpSpPr/>
          <p:nvPr/>
        </p:nvGrpSpPr>
        <p:grpSpPr>
          <a:xfrm>
            <a:off x="4899999" y="2706695"/>
            <a:ext cx="271244" cy="346801"/>
            <a:chOff x="4899999" y="2882095"/>
            <a:chExt cx="271244" cy="346801"/>
          </a:xfrm>
        </p:grpSpPr>
        <p:sp>
          <p:nvSpPr>
            <p:cNvPr id="10672" name="Google Shape;10672;p87"/>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87"/>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87"/>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87"/>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87"/>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87"/>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87"/>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87"/>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87"/>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87"/>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2" name="Google Shape;10682;p87"/>
          <p:cNvGrpSpPr/>
          <p:nvPr/>
        </p:nvGrpSpPr>
        <p:grpSpPr>
          <a:xfrm>
            <a:off x="7162775" y="2705713"/>
            <a:ext cx="259523" cy="346294"/>
            <a:chOff x="7162775" y="2881113"/>
            <a:chExt cx="259523" cy="346294"/>
          </a:xfrm>
        </p:grpSpPr>
        <p:sp>
          <p:nvSpPr>
            <p:cNvPr id="10683" name="Google Shape;10683;p87"/>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87"/>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87"/>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87"/>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87"/>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87"/>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9" name="Google Shape;10689;p87"/>
          <p:cNvGrpSpPr/>
          <p:nvPr/>
        </p:nvGrpSpPr>
        <p:grpSpPr>
          <a:xfrm>
            <a:off x="6709751" y="2706442"/>
            <a:ext cx="261075" cy="347815"/>
            <a:chOff x="6709751" y="2881842"/>
            <a:chExt cx="261075" cy="347815"/>
          </a:xfrm>
        </p:grpSpPr>
        <p:sp>
          <p:nvSpPr>
            <p:cNvPr id="10690" name="Google Shape;10690;p87"/>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87"/>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87"/>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87"/>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87"/>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87"/>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6" name="Google Shape;10696;p87"/>
          <p:cNvGrpSpPr/>
          <p:nvPr/>
        </p:nvGrpSpPr>
        <p:grpSpPr>
          <a:xfrm>
            <a:off x="5807156" y="2705713"/>
            <a:ext cx="261043" cy="348163"/>
            <a:chOff x="5807156" y="2881113"/>
            <a:chExt cx="261043" cy="348163"/>
          </a:xfrm>
        </p:grpSpPr>
        <p:sp>
          <p:nvSpPr>
            <p:cNvPr id="10697" name="Google Shape;10697;p87"/>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87"/>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87"/>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87"/>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87"/>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2" name="Google Shape;10702;p87"/>
          <p:cNvGrpSpPr/>
          <p:nvPr/>
        </p:nvGrpSpPr>
        <p:grpSpPr>
          <a:xfrm>
            <a:off x="5355653" y="2706093"/>
            <a:ext cx="262184" cy="346643"/>
            <a:chOff x="5355653" y="2881493"/>
            <a:chExt cx="262184" cy="346643"/>
          </a:xfrm>
        </p:grpSpPr>
        <p:sp>
          <p:nvSpPr>
            <p:cNvPr id="10703" name="Google Shape;10703;p87"/>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87"/>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87"/>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87"/>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87"/>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8" name="Google Shape;10708;p87"/>
          <p:cNvGrpSpPr/>
          <p:nvPr/>
        </p:nvGrpSpPr>
        <p:grpSpPr>
          <a:xfrm>
            <a:off x="8055961" y="2706442"/>
            <a:ext cx="260283" cy="345914"/>
            <a:chOff x="8055961" y="2881842"/>
            <a:chExt cx="260283" cy="345914"/>
          </a:xfrm>
        </p:grpSpPr>
        <p:sp>
          <p:nvSpPr>
            <p:cNvPr id="10709" name="Google Shape;10709;p87"/>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87"/>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87"/>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87"/>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3" name="Google Shape;10713;p87"/>
          <p:cNvGrpSpPr/>
          <p:nvPr/>
        </p:nvGrpSpPr>
        <p:grpSpPr>
          <a:xfrm>
            <a:off x="7609368" y="2718512"/>
            <a:ext cx="264813" cy="353105"/>
            <a:chOff x="7609368" y="2893912"/>
            <a:chExt cx="264813" cy="353105"/>
          </a:xfrm>
        </p:grpSpPr>
        <p:sp>
          <p:nvSpPr>
            <p:cNvPr id="10714" name="Google Shape;10714;p87"/>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87"/>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87"/>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87"/>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87"/>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87"/>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0" name="Google Shape;10720;p87"/>
          <p:cNvGrpSpPr/>
          <p:nvPr/>
        </p:nvGrpSpPr>
        <p:grpSpPr>
          <a:xfrm>
            <a:off x="6248458" y="2694372"/>
            <a:ext cx="270864" cy="360645"/>
            <a:chOff x="6248458" y="2869772"/>
            <a:chExt cx="270864" cy="360645"/>
          </a:xfrm>
        </p:grpSpPr>
        <p:sp>
          <p:nvSpPr>
            <p:cNvPr id="10721" name="Google Shape;10721;p87"/>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87"/>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87"/>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87"/>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87"/>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6" name="Google Shape;10726;p87"/>
          <p:cNvGrpSpPr/>
          <p:nvPr/>
        </p:nvGrpSpPr>
        <p:grpSpPr>
          <a:xfrm>
            <a:off x="3075928" y="2270398"/>
            <a:ext cx="363243" cy="300675"/>
            <a:chOff x="3075928" y="2445798"/>
            <a:chExt cx="363243" cy="300675"/>
          </a:xfrm>
        </p:grpSpPr>
        <p:sp>
          <p:nvSpPr>
            <p:cNvPr id="10727" name="Google Shape;10727;p87"/>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87"/>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87"/>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87"/>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87"/>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87"/>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87"/>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87"/>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87"/>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87"/>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87"/>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8" name="Google Shape;10738;p87"/>
          <p:cNvGrpSpPr/>
          <p:nvPr/>
        </p:nvGrpSpPr>
        <p:grpSpPr>
          <a:xfrm>
            <a:off x="2633105" y="2256459"/>
            <a:ext cx="363243" cy="328585"/>
            <a:chOff x="2633105" y="2431859"/>
            <a:chExt cx="363243" cy="328585"/>
          </a:xfrm>
        </p:grpSpPr>
        <p:sp>
          <p:nvSpPr>
            <p:cNvPr id="10739" name="Google Shape;10739;p87"/>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87"/>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87"/>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87"/>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87"/>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87"/>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87"/>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87"/>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7" name="Google Shape;10747;p87"/>
          <p:cNvGrpSpPr/>
          <p:nvPr/>
        </p:nvGrpSpPr>
        <p:grpSpPr>
          <a:xfrm>
            <a:off x="2189142" y="2245910"/>
            <a:ext cx="365904" cy="350064"/>
            <a:chOff x="2189142" y="2421310"/>
            <a:chExt cx="365904" cy="350064"/>
          </a:xfrm>
        </p:grpSpPr>
        <p:sp>
          <p:nvSpPr>
            <p:cNvPr id="10748" name="Google Shape;10748;p87"/>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87"/>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87"/>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87"/>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87"/>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87"/>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87"/>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87"/>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87"/>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57" name="Google Shape;10757;p87"/>
          <p:cNvSpPr/>
          <p:nvPr/>
        </p:nvSpPr>
        <p:spPr>
          <a:xfrm>
            <a:off x="3518751" y="223985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58" name="Google Shape;10758;p87"/>
          <p:cNvGrpSpPr/>
          <p:nvPr/>
        </p:nvGrpSpPr>
        <p:grpSpPr>
          <a:xfrm>
            <a:off x="3961923" y="2310917"/>
            <a:ext cx="364415" cy="220936"/>
            <a:chOff x="3961923" y="2486317"/>
            <a:chExt cx="364415" cy="220936"/>
          </a:xfrm>
        </p:grpSpPr>
        <p:sp>
          <p:nvSpPr>
            <p:cNvPr id="10759" name="Google Shape;10759;p87"/>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87"/>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87"/>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87"/>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63" name="Google Shape;10763;p87"/>
          <p:cNvSpPr/>
          <p:nvPr/>
        </p:nvSpPr>
        <p:spPr>
          <a:xfrm>
            <a:off x="1747839" y="223875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64" name="Google Shape;10764;p87"/>
          <p:cNvGrpSpPr/>
          <p:nvPr/>
        </p:nvGrpSpPr>
        <p:grpSpPr>
          <a:xfrm>
            <a:off x="1303876" y="2243977"/>
            <a:ext cx="363275" cy="354626"/>
            <a:chOff x="1303876" y="2419377"/>
            <a:chExt cx="363275" cy="354626"/>
          </a:xfrm>
        </p:grpSpPr>
        <p:sp>
          <p:nvSpPr>
            <p:cNvPr id="10765" name="Google Shape;10765;p87"/>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87"/>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87"/>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87"/>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87"/>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87"/>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87"/>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87"/>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3" name="Google Shape;10773;p87"/>
          <p:cNvGrpSpPr/>
          <p:nvPr/>
        </p:nvGrpSpPr>
        <p:grpSpPr>
          <a:xfrm>
            <a:off x="861053" y="2239510"/>
            <a:ext cx="362134" cy="363623"/>
            <a:chOff x="861053" y="2414910"/>
            <a:chExt cx="362134" cy="363623"/>
          </a:xfrm>
        </p:grpSpPr>
        <p:sp>
          <p:nvSpPr>
            <p:cNvPr id="10774" name="Google Shape;10774;p87"/>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87"/>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87"/>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87"/>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87"/>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9" name="Google Shape;10779;p87"/>
          <p:cNvGrpSpPr/>
          <p:nvPr/>
        </p:nvGrpSpPr>
        <p:grpSpPr>
          <a:xfrm>
            <a:off x="7594288" y="2239859"/>
            <a:ext cx="279513" cy="355735"/>
            <a:chOff x="7594288" y="2415259"/>
            <a:chExt cx="279513" cy="355735"/>
          </a:xfrm>
        </p:grpSpPr>
        <p:sp>
          <p:nvSpPr>
            <p:cNvPr id="10780" name="Google Shape;10780;p87"/>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87"/>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87"/>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87"/>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87"/>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87"/>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6" name="Google Shape;10786;p87"/>
          <p:cNvGrpSpPr/>
          <p:nvPr/>
        </p:nvGrpSpPr>
        <p:grpSpPr>
          <a:xfrm>
            <a:off x="7145794" y="2240239"/>
            <a:ext cx="278784" cy="355735"/>
            <a:chOff x="7145794" y="2415639"/>
            <a:chExt cx="278784" cy="355735"/>
          </a:xfrm>
        </p:grpSpPr>
        <p:sp>
          <p:nvSpPr>
            <p:cNvPr id="10787" name="Google Shape;10787;p87"/>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87"/>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87"/>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87"/>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87"/>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87"/>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87"/>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87"/>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87"/>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87"/>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7" name="Google Shape;10797;p87"/>
          <p:cNvGrpSpPr/>
          <p:nvPr/>
        </p:nvGrpSpPr>
        <p:grpSpPr>
          <a:xfrm>
            <a:off x="6698441" y="2239130"/>
            <a:ext cx="277644" cy="357984"/>
            <a:chOff x="6698441" y="2414530"/>
            <a:chExt cx="277644" cy="357984"/>
          </a:xfrm>
        </p:grpSpPr>
        <p:sp>
          <p:nvSpPr>
            <p:cNvPr id="10798" name="Google Shape;10798;p87"/>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87"/>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87"/>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87"/>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87"/>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87"/>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4" name="Google Shape;10804;p87"/>
          <p:cNvGrpSpPr/>
          <p:nvPr/>
        </p:nvGrpSpPr>
        <p:grpSpPr>
          <a:xfrm>
            <a:off x="4897750" y="2240239"/>
            <a:ext cx="279513" cy="357255"/>
            <a:chOff x="4897750" y="2415639"/>
            <a:chExt cx="279513" cy="357255"/>
          </a:xfrm>
        </p:grpSpPr>
        <p:sp>
          <p:nvSpPr>
            <p:cNvPr id="10805" name="Google Shape;10805;p87"/>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87"/>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87"/>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87"/>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87"/>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87"/>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87"/>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87"/>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3" name="Google Shape;10813;p87"/>
          <p:cNvGrpSpPr/>
          <p:nvPr/>
        </p:nvGrpSpPr>
        <p:grpSpPr>
          <a:xfrm>
            <a:off x="5812066" y="2240619"/>
            <a:ext cx="264813" cy="353454"/>
            <a:chOff x="5812066" y="2416019"/>
            <a:chExt cx="264813" cy="353454"/>
          </a:xfrm>
        </p:grpSpPr>
        <p:sp>
          <p:nvSpPr>
            <p:cNvPr id="10814" name="Google Shape;10814;p87"/>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87"/>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87"/>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87"/>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87"/>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87"/>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87"/>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1" name="Google Shape;10821;p87"/>
          <p:cNvGrpSpPr/>
          <p:nvPr/>
        </p:nvGrpSpPr>
        <p:grpSpPr>
          <a:xfrm>
            <a:off x="8054820" y="2240999"/>
            <a:ext cx="264433" cy="353454"/>
            <a:chOff x="8054820" y="2416399"/>
            <a:chExt cx="264433" cy="353454"/>
          </a:xfrm>
        </p:grpSpPr>
        <p:sp>
          <p:nvSpPr>
            <p:cNvPr id="10822" name="Google Shape;10822;p87"/>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87"/>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87"/>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87"/>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87"/>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87"/>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8" name="Google Shape;10828;p87"/>
          <p:cNvGrpSpPr/>
          <p:nvPr/>
        </p:nvGrpSpPr>
        <p:grpSpPr>
          <a:xfrm>
            <a:off x="5356413" y="2237990"/>
            <a:ext cx="271212" cy="361374"/>
            <a:chOff x="5356413" y="2413390"/>
            <a:chExt cx="271212" cy="361374"/>
          </a:xfrm>
        </p:grpSpPr>
        <p:sp>
          <p:nvSpPr>
            <p:cNvPr id="10829" name="Google Shape;10829;p87"/>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87"/>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87"/>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87"/>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87"/>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4" name="Google Shape;10834;p87"/>
          <p:cNvGrpSpPr/>
          <p:nvPr/>
        </p:nvGrpSpPr>
        <p:grpSpPr>
          <a:xfrm>
            <a:off x="6255238" y="2236849"/>
            <a:ext cx="271244" cy="360994"/>
            <a:chOff x="6255238" y="2412249"/>
            <a:chExt cx="271244" cy="360994"/>
          </a:xfrm>
        </p:grpSpPr>
        <p:sp>
          <p:nvSpPr>
            <p:cNvPr id="10835" name="Google Shape;10835;p87"/>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87"/>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87"/>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87"/>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87"/>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87"/>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1" name="Google Shape;10841;p87"/>
          <p:cNvGrpSpPr/>
          <p:nvPr/>
        </p:nvGrpSpPr>
        <p:grpSpPr>
          <a:xfrm>
            <a:off x="2185372" y="1782399"/>
            <a:ext cx="366664" cy="366981"/>
            <a:chOff x="2185372" y="1957799"/>
            <a:chExt cx="366664" cy="366981"/>
          </a:xfrm>
        </p:grpSpPr>
        <p:sp>
          <p:nvSpPr>
            <p:cNvPr id="10842" name="Google Shape;10842;p87"/>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87"/>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87"/>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87"/>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87"/>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87"/>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87"/>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87"/>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0" name="Google Shape;10850;p87"/>
          <p:cNvGrpSpPr/>
          <p:nvPr/>
        </p:nvGrpSpPr>
        <p:grpSpPr>
          <a:xfrm>
            <a:off x="1737258" y="1812971"/>
            <a:ext cx="370814" cy="307359"/>
            <a:chOff x="1737258" y="1988371"/>
            <a:chExt cx="370814" cy="307359"/>
          </a:xfrm>
        </p:grpSpPr>
        <p:sp>
          <p:nvSpPr>
            <p:cNvPr id="10851" name="Google Shape;10851;p87"/>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87"/>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87"/>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87"/>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5" name="Google Shape;10855;p87"/>
          <p:cNvGrpSpPr/>
          <p:nvPr/>
        </p:nvGrpSpPr>
        <p:grpSpPr>
          <a:xfrm>
            <a:off x="848983" y="1814111"/>
            <a:ext cx="369294" cy="304350"/>
            <a:chOff x="848983" y="1989511"/>
            <a:chExt cx="369294" cy="304350"/>
          </a:xfrm>
        </p:grpSpPr>
        <p:sp>
          <p:nvSpPr>
            <p:cNvPr id="10856" name="Google Shape;10856;p87"/>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87"/>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87"/>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87"/>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87"/>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1" name="Google Shape;10861;p87"/>
          <p:cNvGrpSpPr/>
          <p:nvPr/>
        </p:nvGrpSpPr>
        <p:grpSpPr>
          <a:xfrm>
            <a:off x="3074027" y="1808377"/>
            <a:ext cx="380604" cy="313854"/>
            <a:chOff x="3074027" y="1983777"/>
            <a:chExt cx="380604" cy="313854"/>
          </a:xfrm>
        </p:grpSpPr>
        <p:sp>
          <p:nvSpPr>
            <p:cNvPr id="10862" name="Google Shape;10862;p87"/>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87"/>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87"/>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87"/>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87"/>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7" name="Google Shape;10867;p87"/>
          <p:cNvGrpSpPr/>
          <p:nvPr/>
        </p:nvGrpSpPr>
        <p:grpSpPr>
          <a:xfrm>
            <a:off x="3522521" y="1800457"/>
            <a:ext cx="367013" cy="331278"/>
            <a:chOff x="3522521" y="1975857"/>
            <a:chExt cx="367013" cy="331278"/>
          </a:xfrm>
        </p:grpSpPr>
        <p:sp>
          <p:nvSpPr>
            <p:cNvPr id="10868" name="Google Shape;10868;p87"/>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87"/>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87"/>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87"/>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87"/>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87"/>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87"/>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5" name="Google Shape;10875;p87"/>
          <p:cNvGrpSpPr/>
          <p:nvPr/>
        </p:nvGrpSpPr>
        <p:grpSpPr>
          <a:xfrm>
            <a:off x="2630824" y="1801566"/>
            <a:ext cx="368185" cy="330454"/>
            <a:chOff x="2630824" y="1976966"/>
            <a:chExt cx="368185" cy="330454"/>
          </a:xfrm>
        </p:grpSpPr>
        <p:sp>
          <p:nvSpPr>
            <p:cNvPr id="10876" name="Google Shape;10876;p87"/>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87"/>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87"/>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87"/>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87"/>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87"/>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87"/>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87"/>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4" name="Google Shape;10884;p87"/>
          <p:cNvGrpSpPr/>
          <p:nvPr/>
        </p:nvGrpSpPr>
        <p:grpSpPr>
          <a:xfrm>
            <a:off x="1293706" y="1791016"/>
            <a:ext cx="369294" cy="350444"/>
            <a:chOff x="1293706" y="1966416"/>
            <a:chExt cx="369294" cy="350444"/>
          </a:xfrm>
        </p:grpSpPr>
        <p:sp>
          <p:nvSpPr>
            <p:cNvPr id="10885" name="Google Shape;10885;p87"/>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87"/>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87"/>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87"/>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87"/>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87"/>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87"/>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87"/>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3" name="Google Shape;10893;p87"/>
          <p:cNvGrpSpPr/>
          <p:nvPr/>
        </p:nvGrpSpPr>
        <p:grpSpPr>
          <a:xfrm>
            <a:off x="3967213" y="1800077"/>
            <a:ext cx="368185" cy="331816"/>
            <a:chOff x="3967213" y="1975477"/>
            <a:chExt cx="368185" cy="331816"/>
          </a:xfrm>
        </p:grpSpPr>
        <p:sp>
          <p:nvSpPr>
            <p:cNvPr id="10894" name="Google Shape;10894;p87"/>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87"/>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87"/>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7" name="Google Shape;10897;p87"/>
          <p:cNvGrpSpPr/>
          <p:nvPr/>
        </p:nvGrpSpPr>
        <p:grpSpPr>
          <a:xfrm>
            <a:off x="8047661" y="1793646"/>
            <a:ext cx="279132" cy="356875"/>
            <a:chOff x="8047661" y="1969046"/>
            <a:chExt cx="279132" cy="356875"/>
          </a:xfrm>
        </p:grpSpPr>
        <p:sp>
          <p:nvSpPr>
            <p:cNvPr id="10898" name="Google Shape;10898;p87"/>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87"/>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87"/>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87"/>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2" name="Google Shape;10902;p87"/>
          <p:cNvGrpSpPr/>
          <p:nvPr/>
        </p:nvGrpSpPr>
        <p:grpSpPr>
          <a:xfrm>
            <a:off x="7596157" y="1792759"/>
            <a:ext cx="279544" cy="358142"/>
            <a:chOff x="7596157" y="1968159"/>
            <a:chExt cx="279544" cy="358142"/>
          </a:xfrm>
        </p:grpSpPr>
        <p:sp>
          <p:nvSpPr>
            <p:cNvPr id="10903" name="Google Shape;10903;p87"/>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87"/>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87"/>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87"/>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87"/>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87"/>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9" name="Google Shape;10909;p87"/>
          <p:cNvGrpSpPr/>
          <p:nvPr/>
        </p:nvGrpSpPr>
        <p:grpSpPr>
          <a:xfrm>
            <a:off x="7147315" y="1793646"/>
            <a:ext cx="279513" cy="357636"/>
            <a:chOff x="7147315" y="1969046"/>
            <a:chExt cx="279513" cy="357636"/>
          </a:xfrm>
        </p:grpSpPr>
        <p:sp>
          <p:nvSpPr>
            <p:cNvPr id="10910" name="Google Shape;10910;p87"/>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87"/>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87"/>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87"/>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87"/>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87"/>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87"/>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7" name="Google Shape;10917;p87"/>
          <p:cNvGrpSpPr/>
          <p:nvPr/>
        </p:nvGrpSpPr>
        <p:grpSpPr>
          <a:xfrm>
            <a:off x="6697681" y="1792917"/>
            <a:ext cx="280305" cy="359093"/>
            <a:chOff x="6697681" y="1968317"/>
            <a:chExt cx="280305" cy="359093"/>
          </a:xfrm>
        </p:grpSpPr>
        <p:sp>
          <p:nvSpPr>
            <p:cNvPr id="10918" name="Google Shape;10918;p87"/>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87"/>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87"/>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87"/>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87"/>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87"/>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87"/>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5" name="Google Shape;10925;p87"/>
          <p:cNvGrpSpPr/>
          <p:nvPr/>
        </p:nvGrpSpPr>
        <p:grpSpPr>
          <a:xfrm>
            <a:off x="6248839" y="1792537"/>
            <a:ext cx="280273" cy="358744"/>
            <a:chOff x="6248839" y="1967937"/>
            <a:chExt cx="280273" cy="358744"/>
          </a:xfrm>
        </p:grpSpPr>
        <p:sp>
          <p:nvSpPr>
            <p:cNvPr id="10926" name="Google Shape;10926;p87"/>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87"/>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87"/>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87"/>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87"/>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87"/>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2" name="Google Shape;10932;p87"/>
          <p:cNvGrpSpPr/>
          <p:nvPr/>
        </p:nvGrpSpPr>
        <p:grpSpPr>
          <a:xfrm>
            <a:off x="5801485" y="1793646"/>
            <a:ext cx="279164" cy="357794"/>
            <a:chOff x="5801485" y="1969046"/>
            <a:chExt cx="279164" cy="357794"/>
          </a:xfrm>
        </p:grpSpPr>
        <p:sp>
          <p:nvSpPr>
            <p:cNvPr id="10933" name="Google Shape;10933;p87"/>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87"/>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87"/>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87"/>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87"/>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87"/>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87"/>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87"/>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87"/>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87"/>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87"/>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87"/>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87"/>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6" name="Google Shape;10946;p87"/>
          <p:cNvGrpSpPr/>
          <p:nvPr/>
        </p:nvGrpSpPr>
        <p:grpSpPr>
          <a:xfrm>
            <a:off x="5352643" y="1793646"/>
            <a:ext cx="278404" cy="358364"/>
            <a:chOff x="5352643" y="1969046"/>
            <a:chExt cx="278404" cy="358364"/>
          </a:xfrm>
        </p:grpSpPr>
        <p:sp>
          <p:nvSpPr>
            <p:cNvPr id="10947" name="Google Shape;10947;p87"/>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87"/>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87"/>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87"/>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1" name="Google Shape;10951;p87"/>
          <p:cNvGrpSpPr/>
          <p:nvPr/>
        </p:nvGrpSpPr>
        <p:grpSpPr>
          <a:xfrm>
            <a:off x="4897750" y="1792917"/>
            <a:ext cx="279132" cy="358364"/>
            <a:chOff x="4897750" y="1968317"/>
            <a:chExt cx="279132" cy="358364"/>
          </a:xfrm>
        </p:grpSpPr>
        <p:sp>
          <p:nvSpPr>
            <p:cNvPr id="10952" name="Google Shape;10952;p87"/>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87"/>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87"/>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87"/>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87"/>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87"/>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87"/>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87"/>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87"/>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87"/>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87"/>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87"/>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87"/>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65" name="Google Shape;10965;p87"/>
          <p:cNvSpPr/>
          <p:nvPr/>
        </p:nvSpPr>
        <p:spPr>
          <a:xfrm>
            <a:off x="872362" y="133764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66" name="Google Shape;10966;p87"/>
          <p:cNvGrpSpPr/>
          <p:nvPr/>
        </p:nvGrpSpPr>
        <p:grpSpPr>
          <a:xfrm>
            <a:off x="1767449" y="1337644"/>
            <a:ext cx="324403" cy="347783"/>
            <a:chOff x="1767449" y="1513044"/>
            <a:chExt cx="324403" cy="347783"/>
          </a:xfrm>
        </p:grpSpPr>
        <p:sp>
          <p:nvSpPr>
            <p:cNvPr id="10967" name="Google Shape;10967;p87"/>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87"/>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87"/>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87"/>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87"/>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87"/>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87"/>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87"/>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87"/>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6" name="Google Shape;10976;p87"/>
          <p:cNvGrpSpPr/>
          <p:nvPr/>
        </p:nvGrpSpPr>
        <p:grpSpPr>
          <a:xfrm>
            <a:off x="4007193" y="1337327"/>
            <a:ext cx="320633" cy="348100"/>
            <a:chOff x="4007193" y="1512727"/>
            <a:chExt cx="320633" cy="348100"/>
          </a:xfrm>
        </p:grpSpPr>
        <p:sp>
          <p:nvSpPr>
            <p:cNvPr id="10977" name="Google Shape;10977;p87"/>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87"/>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87"/>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87"/>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87"/>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2" name="Google Shape;10982;p87"/>
          <p:cNvGrpSpPr/>
          <p:nvPr/>
        </p:nvGrpSpPr>
        <p:grpSpPr>
          <a:xfrm>
            <a:off x="3530425" y="1333347"/>
            <a:ext cx="368175" cy="344594"/>
            <a:chOff x="3530425" y="1508747"/>
            <a:chExt cx="368175" cy="344594"/>
          </a:xfrm>
        </p:grpSpPr>
        <p:sp>
          <p:nvSpPr>
            <p:cNvPr id="10983" name="Google Shape;10983;p87"/>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87"/>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87"/>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87"/>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7" name="Google Shape;10987;p87"/>
          <p:cNvGrpSpPr/>
          <p:nvPr/>
        </p:nvGrpSpPr>
        <p:grpSpPr>
          <a:xfrm>
            <a:off x="3127598" y="1337834"/>
            <a:ext cx="289714" cy="347593"/>
            <a:chOff x="3127598" y="1513234"/>
            <a:chExt cx="289714" cy="347593"/>
          </a:xfrm>
        </p:grpSpPr>
        <p:sp>
          <p:nvSpPr>
            <p:cNvPr id="10988" name="Google Shape;10988;p87"/>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87"/>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87"/>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87"/>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87"/>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3" name="Google Shape;10993;p87"/>
          <p:cNvGrpSpPr/>
          <p:nvPr/>
        </p:nvGrpSpPr>
        <p:grpSpPr>
          <a:xfrm>
            <a:off x="2662884" y="1337644"/>
            <a:ext cx="322914" cy="348543"/>
            <a:chOff x="2662884" y="1513044"/>
            <a:chExt cx="322914" cy="348543"/>
          </a:xfrm>
        </p:grpSpPr>
        <p:sp>
          <p:nvSpPr>
            <p:cNvPr id="10994" name="Google Shape;10994;p87"/>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87"/>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87"/>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87"/>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87"/>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87"/>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87"/>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87"/>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87"/>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87"/>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4" name="Google Shape;11004;p87"/>
          <p:cNvGrpSpPr/>
          <p:nvPr/>
        </p:nvGrpSpPr>
        <p:grpSpPr>
          <a:xfrm>
            <a:off x="2232511" y="1337359"/>
            <a:ext cx="299534" cy="348068"/>
            <a:chOff x="2232511" y="1512759"/>
            <a:chExt cx="299534" cy="348068"/>
          </a:xfrm>
        </p:grpSpPr>
        <p:sp>
          <p:nvSpPr>
            <p:cNvPr id="11005" name="Google Shape;11005;p87"/>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87"/>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87"/>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87"/>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87"/>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87"/>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87"/>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87"/>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87"/>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87"/>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87"/>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6" name="Google Shape;11016;p87"/>
          <p:cNvGrpSpPr/>
          <p:nvPr/>
        </p:nvGrpSpPr>
        <p:grpSpPr>
          <a:xfrm>
            <a:off x="1331406" y="1337961"/>
            <a:ext cx="301784" cy="348607"/>
            <a:chOff x="1331406" y="1513361"/>
            <a:chExt cx="301784" cy="348607"/>
          </a:xfrm>
        </p:grpSpPr>
        <p:sp>
          <p:nvSpPr>
            <p:cNvPr id="11017" name="Google Shape;11017;p87"/>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87"/>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87"/>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87"/>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1" name="Google Shape;11021;p87"/>
          <p:cNvGrpSpPr/>
          <p:nvPr/>
        </p:nvGrpSpPr>
        <p:grpSpPr>
          <a:xfrm>
            <a:off x="7144274" y="1324814"/>
            <a:ext cx="282174" cy="355735"/>
            <a:chOff x="7144274" y="1500214"/>
            <a:chExt cx="282174" cy="355735"/>
          </a:xfrm>
        </p:grpSpPr>
        <p:sp>
          <p:nvSpPr>
            <p:cNvPr id="11022" name="Google Shape;11022;p87"/>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87"/>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87"/>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87"/>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87"/>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87"/>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8" name="Google Shape;11028;p87"/>
          <p:cNvGrpSpPr/>
          <p:nvPr/>
        </p:nvGrpSpPr>
        <p:grpSpPr>
          <a:xfrm>
            <a:off x="6685262" y="1324814"/>
            <a:ext cx="289682" cy="354594"/>
            <a:chOff x="6685262" y="1500214"/>
            <a:chExt cx="289682" cy="354594"/>
          </a:xfrm>
        </p:grpSpPr>
        <p:sp>
          <p:nvSpPr>
            <p:cNvPr id="11029" name="Google Shape;11029;p87"/>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87"/>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87"/>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87"/>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3" name="Google Shape;11033;p87"/>
          <p:cNvGrpSpPr/>
          <p:nvPr/>
        </p:nvGrpSpPr>
        <p:grpSpPr>
          <a:xfrm>
            <a:off x="6200938" y="1325194"/>
            <a:ext cx="322154" cy="355355"/>
            <a:chOff x="6200938" y="1500594"/>
            <a:chExt cx="322154" cy="355355"/>
          </a:xfrm>
        </p:grpSpPr>
        <p:sp>
          <p:nvSpPr>
            <p:cNvPr id="11034" name="Google Shape;11034;p87"/>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87"/>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87"/>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87"/>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87"/>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9" name="Google Shape;11039;p87"/>
          <p:cNvGrpSpPr/>
          <p:nvPr/>
        </p:nvGrpSpPr>
        <p:grpSpPr>
          <a:xfrm>
            <a:off x="5289631" y="1324814"/>
            <a:ext cx="332355" cy="354974"/>
            <a:chOff x="5289631" y="1500214"/>
            <a:chExt cx="332355" cy="354974"/>
          </a:xfrm>
        </p:grpSpPr>
        <p:sp>
          <p:nvSpPr>
            <p:cNvPr id="11040" name="Google Shape;11040;p87"/>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87"/>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87"/>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87"/>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87"/>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87"/>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6" name="Google Shape;11046;p87"/>
          <p:cNvGrpSpPr/>
          <p:nvPr/>
        </p:nvGrpSpPr>
        <p:grpSpPr>
          <a:xfrm>
            <a:off x="5748295" y="1324433"/>
            <a:ext cx="323294" cy="356115"/>
            <a:chOff x="5748295" y="1499833"/>
            <a:chExt cx="323294" cy="356115"/>
          </a:xfrm>
        </p:grpSpPr>
        <p:sp>
          <p:nvSpPr>
            <p:cNvPr id="11047" name="Google Shape;11047;p87"/>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87"/>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87"/>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87"/>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87"/>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87"/>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87"/>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4" name="Google Shape;11054;p87"/>
          <p:cNvGrpSpPr/>
          <p:nvPr/>
        </p:nvGrpSpPr>
        <p:grpSpPr>
          <a:xfrm>
            <a:off x="8047661" y="1325637"/>
            <a:ext cx="278404" cy="355260"/>
            <a:chOff x="8047661" y="1501037"/>
            <a:chExt cx="278404" cy="355260"/>
          </a:xfrm>
        </p:grpSpPr>
        <p:sp>
          <p:nvSpPr>
            <p:cNvPr id="11055" name="Google Shape;11055;p87"/>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87"/>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87"/>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87"/>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9" name="Google Shape;11059;p87"/>
          <p:cNvGrpSpPr/>
          <p:nvPr/>
        </p:nvGrpSpPr>
        <p:grpSpPr>
          <a:xfrm>
            <a:off x="4903389" y="1324814"/>
            <a:ext cx="267854" cy="355735"/>
            <a:chOff x="4903389" y="1500214"/>
            <a:chExt cx="267854" cy="355735"/>
          </a:xfrm>
        </p:grpSpPr>
        <p:sp>
          <p:nvSpPr>
            <p:cNvPr id="11060" name="Google Shape;11060;p87"/>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87"/>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87"/>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87"/>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87"/>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5" name="Google Shape;11065;p87"/>
          <p:cNvGrpSpPr/>
          <p:nvPr/>
        </p:nvGrpSpPr>
        <p:grpSpPr>
          <a:xfrm>
            <a:off x="7613518" y="1325954"/>
            <a:ext cx="264433" cy="353074"/>
            <a:chOff x="7613518" y="1501354"/>
            <a:chExt cx="264433" cy="353074"/>
          </a:xfrm>
        </p:grpSpPr>
        <p:sp>
          <p:nvSpPr>
            <p:cNvPr id="11066" name="Google Shape;11066;p87"/>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87"/>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87"/>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87"/>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87"/>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87"/>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72" name="Google Shape;11072;p87"/>
          <p:cNvSpPr txBox="1"/>
          <p:nvPr/>
        </p:nvSpPr>
        <p:spPr>
          <a:xfrm>
            <a:off x="849675"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11073" name="Google Shape;11073;p87"/>
          <p:cNvSpPr txBox="1"/>
          <p:nvPr/>
        </p:nvSpPr>
        <p:spPr>
          <a:xfrm>
            <a:off x="4858400"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077"/>
        <p:cNvGrpSpPr/>
        <p:nvPr/>
      </p:nvGrpSpPr>
      <p:grpSpPr>
        <a:xfrm>
          <a:off x="0" y="0"/>
          <a:ext cx="0" cy="0"/>
          <a:chOff x="0" y="0"/>
          <a:chExt cx="0" cy="0"/>
        </a:xfrm>
      </p:grpSpPr>
      <p:grpSp>
        <p:nvGrpSpPr>
          <p:cNvPr id="11078" name="Google Shape;11078;p88"/>
          <p:cNvGrpSpPr/>
          <p:nvPr/>
        </p:nvGrpSpPr>
        <p:grpSpPr>
          <a:xfrm>
            <a:off x="1757085" y="1325225"/>
            <a:ext cx="371069" cy="359396"/>
            <a:chOff x="1757085" y="1500675"/>
            <a:chExt cx="371069" cy="359396"/>
          </a:xfrm>
        </p:grpSpPr>
        <p:sp>
          <p:nvSpPr>
            <p:cNvPr id="11079" name="Google Shape;11079;p88"/>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88"/>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88"/>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88"/>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88"/>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88"/>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88"/>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88"/>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88"/>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88"/>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88"/>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88"/>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88"/>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88"/>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88"/>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88"/>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88"/>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88"/>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88"/>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88"/>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88"/>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88"/>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88"/>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88"/>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88"/>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88"/>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88"/>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88"/>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88"/>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8" name="Google Shape;11108;p88"/>
          <p:cNvGrpSpPr/>
          <p:nvPr/>
        </p:nvGrpSpPr>
        <p:grpSpPr>
          <a:xfrm>
            <a:off x="2774209" y="1779241"/>
            <a:ext cx="116693" cy="374186"/>
            <a:chOff x="2774209" y="1954691"/>
            <a:chExt cx="116693" cy="374186"/>
          </a:xfrm>
        </p:grpSpPr>
        <p:sp>
          <p:nvSpPr>
            <p:cNvPr id="11109" name="Google Shape;11109;p88"/>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88"/>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1" name="Google Shape;11111;p88"/>
          <p:cNvGrpSpPr/>
          <p:nvPr/>
        </p:nvGrpSpPr>
        <p:grpSpPr>
          <a:xfrm>
            <a:off x="4017435" y="1324462"/>
            <a:ext cx="315092" cy="359397"/>
            <a:chOff x="4017435" y="1499912"/>
            <a:chExt cx="315092" cy="359397"/>
          </a:xfrm>
        </p:grpSpPr>
        <p:sp>
          <p:nvSpPr>
            <p:cNvPr id="11112" name="Google Shape;11112;p88"/>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88"/>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4" name="Google Shape;11114;p88"/>
          <p:cNvGrpSpPr/>
          <p:nvPr/>
        </p:nvGrpSpPr>
        <p:grpSpPr>
          <a:xfrm>
            <a:off x="3963652" y="1824309"/>
            <a:ext cx="374154" cy="284050"/>
            <a:chOff x="3963652" y="1999759"/>
            <a:chExt cx="374154" cy="284050"/>
          </a:xfrm>
        </p:grpSpPr>
        <p:sp>
          <p:nvSpPr>
            <p:cNvPr id="11115" name="Google Shape;11115;p88"/>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88"/>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88"/>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8" name="Google Shape;11118;p88"/>
          <p:cNvGrpSpPr/>
          <p:nvPr/>
        </p:nvGrpSpPr>
        <p:grpSpPr>
          <a:xfrm>
            <a:off x="1777536" y="1839416"/>
            <a:ext cx="376444" cy="253772"/>
            <a:chOff x="1777536" y="2014866"/>
            <a:chExt cx="376444" cy="253772"/>
          </a:xfrm>
        </p:grpSpPr>
        <p:sp>
          <p:nvSpPr>
            <p:cNvPr id="11119" name="Google Shape;11119;p88"/>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88"/>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88"/>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88"/>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88"/>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4" name="Google Shape;11124;p88"/>
          <p:cNvGrpSpPr/>
          <p:nvPr/>
        </p:nvGrpSpPr>
        <p:grpSpPr>
          <a:xfrm>
            <a:off x="1309875" y="1881876"/>
            <a:ext cx="374154" cy="169680"/>
            <a:chOff x="1309875" y="2057326"/>
            <a:chExt cx="374154" cy="169680"/>
          </a:xfrm>
        </p:grpSpPr>
        <p:sp>
          <p:nvSpPr>
            <p:cNvPr id="11125" name="Google Shape;11125;p88"/>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88"/>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88"/>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88"/>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88"/>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88"/>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88"/>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88"/>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88"/>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88"/>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88"/>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36" name="Google Shape;11136;p88"/>
          <p:cNvSpPr/>
          <p:nvPr/>
        </p:nvSpPr>
        <p:spPr>
          <a:xfrm>
            <a:off x="862283" y="190080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37" name="Google Shape;11137;p88"/>
          <p:cNvGrpSpPr/>
          <p:nvPr/>
        </p:nvGrpSpPr>
        <p:grpSpPr>
          <a:xfrm>
            <a:off x="2347450" y="1779114"/>
            <a:ext cx="113639" cy="373168"/>
            <a:chOff x="2347450" y="1954564"/>
            <a:chExt cx="113639" cy="373168"/>
          </a:xfrm>
        </p:grpSpPr>
        <p:sp>
          <p:nvSpPr>
            <p:cNvPr id="11138" name="Google Shape;11138;p88"/>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88"/>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40" name="Google Shape;11140;p88"/>
          <p:cNvSpPr/>
          <p:nvPr/>
        </p:nvSpPr>
        <p:spPr>
          <a:xfrm>
            <a:off x="861520" y="141138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41" name="Google Shape;11141;p88"/>
          <p:cNvGrpSpPr/>
          <p:nvPr/>
        </p:nvGrpSpPr>
        <p:grpSpPr>
          <a:xfrm>
            <a:off x="3110102" y="1324430"/>
            <a:ext cx="330613" cy="358379"/>
            <a:chOff x="3110102" y="1499880"/>
            <a:chExt cx="330613" cy="358379"/>
          </a:xfrm>
        </p:grpSpPr>
        <p:sp>
          <p:nvSpPr>
            <p:cNvPr id="11142" name="Google Shape;11142;p88"/>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88"/>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88"/>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88"/>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88"/>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88"/>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88"/>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49" name="Google Shape;11149;p88"/>
          <p:cNvSpPr/>
          <p:nvPr/>
        </p:nvSpPr>
        <p:spPr>
          <a:xfrm>
            <a:off x="3196834" y="177876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50" name="Google Shape;11150;p88"/>
          <p:cNvGrpSpPr/>
          <p:nvPr/>
        </p:nvGrpSpPr>
        <p:grpSpPr>
          <a:xfrm>
            <a:off x="3485575" y="1824309"/>
            <a:ext cx="373772" cy="284050"/>
            <a:chOff x="3531200" y="1999759"/>
            <a:chExt cx="373772" cy="284050"/>
          </a:xfrm>
        </p:grpSpPr>
        <p:sp>
          <p:nvSpPr>
            <p:cNvPr id="11151" name="Google Shape;11151;p88"/>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88"/>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88"/>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88"/>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5" name="Google Shape;11155;p88"/>
          <p:cNvGrpSpPr/>
          <p:nvPr/>
        </p:nvGrpSpPr>
        <p:grpSpPr>
          <a:xfrm>
            <a:off x="2667058" y="1324843"/>
            <a:ext cx="330231" cy="359015"/>
            <a:chOff x="2667058" y="1500293"/>
            <a:chExt cx="330231" cy="359015"/>
          </a:xfrm>
        </p:grpSpPr>
        <p:sp>
          <p:nvSpPr>
            <p:cNvPr id="11156" name="Google Shape;11156;p88"/>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88"/>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88"/>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88"/>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88"/>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88"/>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88"/>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88"/>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88"/>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88"/>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88"/>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88"/>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88"/>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88"/>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88"/>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88"/>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88"/>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88"/>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4" name="Google Shape;11174;p88"/>
          <p:cNvGrpSpPr/>
          <p:nvPr/>
        </p:nvGrpSpPr>
        <p:grpSpPr>
          <a:xfrm>
            <a:off x="3567553" y="1324462"/>
            <a:ext cx="320022" cy="359778"/>
            <a:chOff x="3567553" y="1499912"/>
            <a:chExt cx="320022" cy="359778"/>
          </a:xfrm>
        </p:grpSpPr>
        <p:sp>
          <p:nvSpPr>
            <p:cNvPr id="11175" name="Google Shape;11175;p88"/>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88"/>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88"/>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88"/>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88"/>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88"/>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1" name="Google Shape;11181;p88"/>
          <p:cNvGrpSpPr/>
          <p:nvPr/>
        </p:nvGrpSpPr>
        <p:grpSpPr>
          <a:xfrm>
            <a:off x="1309875" y="1324462"/>
            <a:ext cx="359015" cy="358633"/>
            <a:chOff x="1309875" y="1499912"/>
            <a:chExt cx="359015" cy="358633"/>
          </a:xfrm>
        </p:grpSpPr>
        <p:sp>
          <p:nvSpPr>
            <p:cNvPr id="11182" name="Google Shape;11182;p88"/>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88"/>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88"/>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88"/>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88"/>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88"/>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88"/>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88"/>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88"/>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1" name="Google Shape;11191;p88"/>
          <p:cNvGrpSpPr/>
          <p:nvPr/>
        </p:nvGrpSpPr>
        <p:grpSpPr>
          <a:xfrm>
            <a:off x="2219466" y="1324843"/>
            <a:ext cx="330613" cy="359015"/>
            <a:chOff x="2219466" y="1500293"/>
            <a:chExt cx="330613" cy="359015"/>
          </a:xfrm>
        </p:grpSpPr>
        <p:sp>
          <p:nvSpPr>
            <p:cNvPr id="11192" name="Google Shape;11192;p88"/>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88"/>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4" name="Google Shape;11194;p88"/>
          <p:cNvGrpSpPr/>
          <p:nvPr/>
        </p:nvGrpSpPr>
        <p:grpSpPr>
          <a:xfrm>
            <a:off x="5343544" y="1333908"/>
            <a:ext cx="244676" cy="351095"/>
            <a:chOff x="5343544" y="1509358"/>
            <a:chExt cx="244676" cy="351095"/>
          </a:xfrm>
        </p:grpSpPr>
        <p:sp>
          <p:nvSpPr>
            <p:cNvPr id="11195" name="Google Shape;11195;p88"/>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88"/>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88"/>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8" name="Google Shape;11198;p88"/>
          <p:cNvGrpSpPr/>
          <p:nvPr/>
        </p:nvGrpSpPr>
        <p:grpSpPr>
          <a:xfrm>
            <a:off x="4882340" y="1333908"/>
            <a:ext cx="246171" cy="351095"/>
            <a:chOff x="4882340" y="1509358"/>
            <a:chExt cx="246171" cy="351095"/>
          </a:xfrm>
        </p:grpSpPr>
        <p:sp>
          <p:nvSpPr>
            <p:cNvPr id="11199" name="Google Shape;11199;p88"/>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88"/>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88"/>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88"/>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88"/>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4" name="Google Shape;11204;p88"/>
          <p:cNvGrpSpPr/>
          <p:nvPr/>
        </p:nvGrpSpPr>
        <p:grpSpPr>
          <a:xfrm>
            <a:off x="6273204" y="1333558"/>
            <a:ext cx="236343" cy="351445"/>
            <a:chOff x="6273204" y="1509008"/>
            <a:chExt cx="236343" cy="351445"/>
          </a:xfrm>
        </p:grpSpPr>
        <p:sp>
          <p:nvSpPr>
            <p:cNvPr id="11205" name="Google Shape;11205;p88"/>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88"/>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07" name="Google Shape;11207;p88"/>
          <p:cNvSpPr/>
          <p:nvPr/>
        </p:nvSpPr>
        <p:spPr>
          <a:xfrm>
            <a:off x="5809710" y="133428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08" name="Google Shape;11208;p88"/>
          <p:cNvGrpSpPr/>
          <p:nvPr/>
        </p:nvGrpSpPr>
        <p:grpSpPr>
          <a:xfrm>
            <a:off x="7219530" y="1332794"/>
            <a:ext cx="191625" cy="352209"/>
            <a:chOff x="7219530" y="1508244"/>
            <a:chExt cx="191625" cy="352209"/>
          </a:xfrm>
        </p:grpSpPr>
        <p:sp>
          <p:nvSpPr>
            <p:cNvPr id="11209" name="Google Shape;11209;p88"/>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88"/>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1" name="Google Shape;11211;p88"/>
          <p:cNvGrpSpPr/>
          <p:nvPr/>
        </p:nvGrpSpPr>
        <p:grpSpPr>
          <a:xfrm>
            <a:off x="7699309" y="1333176"/>
            <a:ext cx="154922" cy="351827"/>
            <a:chOff x="7699309" y="1508626"/>
            <a:chExt cx="154922" cy="351827"/>
          </a:xfrm>
        </p:grpSpPr>
        <p:sp>
          <p:nvSpPr>
            <p:cNvPr id="11212" name="Google Shape;11212;p88"/>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88"/>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88"/>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88"/>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88"/>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88"/>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88"/>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9" name="Google Shape;11219;p88"/>
          <p:cNvGrpSpPr/>
          <p:nvPr/>
        </p:nvGrpSpPr>
        <p:grpSpPr>
          <a:xfrm>
            <a:off x="8161690" y="1333558"/>
            <a:ext cx="153396" cy="351064"/>
            <a:chOff x="8161690" y="1509008"/>
            <a:chExt cx="153396" cy="351064"/>
          </a:xfrm>
        </p:grpSpPr>
        <p:sp>
          <p:nvSpPr>
            <p:cNvPr id="11220" name="Google Shape;11220;p88"/>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88"/>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88"/>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88"/>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4" name="Google Shape;11224;p88"/>
          <p:cNvGrpSpPr/>
          <p:nvPr/>
        </p:nvGrpSpPr>
        <p:grpSpPr>
          <a:xfrm>
            <a:off x="6746940" y="1333431"/>
            <a:ext cx="213221" cy="352304"/>
            <a:chOff x="6746940" y="1508881"/>
            <a:chExt cx="213221" cy="352304"/>
          </a:xfrm>
        </p:grpSpPr>
        <p:sp>
          <p:nvSpPr>
            <p:cNvPr id="11225" name="Google Shape;11225;p88"/>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88"/>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88"/>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88"/>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9" name="Google Shape;11229;p88"/>
          <p:cNvGrpSpPr/>
          <p:nvPr/>
        </p:nvGrpSpPr>
        <p:grpSpPr>
          <a:xfrm>
            <a:off x="5770336" y="1832165"/>
            <a:ext cx="350682" cy="292097"/>
            <a:chOff x="5770336" y="2007615"/>
            <a:chExt cx="350682" cy="292097"/>
          </a:xfrm>
        </p:grpSpPr>
        <p:sp>
          <p:nvSpPr>
            <p:cNvPr id="11230" name="Google Shape;11230;p88"/>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88"/>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88"/>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88"/>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4" name="Google Shape;11234;p88"/>
          <p:cNvGrpSpPr/>
          <p:nvPr/>
        </p:nvGrpSpPr>
        <p:grpSpPr>
          <a:xfrm>
            <a:off x="5326878" y="1804908"/>
            <a:ext cx="350332" cy="346229"/>
            <a:chOff x="5326878" y="1980358"/>
            <a:chExt cx="350332" cy="346229"/>
          </a:xfrm>
        </p:grpSpPr>
        <p:sp>
          <p:nvSpPr>
            <p:cNvPr id="11235" name="Google Shape;11235;p88"/>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88"/>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88"/>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88"/>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39" name="Google Shape;11239;p88"/>
          <p:cNvSpPr/>
          <p:nvPr/>
        </p:nvSpPr>
        <p:spPr>
          <a:xfrm>
            <a:off x="7992774" y="180233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40" name="Google Shape;11240;p88"/>
          <p:cNvGrpSpPr/>
          <p:nvPr/>
        </p:nvGrpSpPr>
        <p:grpSpPr>
          <a:xfrm>
            <a:off x="4883835" y="1817121"/>
            <a:ext cx="350300" cy="323043"/>
            <a:chOff x="4883835" y="1992571"/>
            <a:chExt cx="350300" cy="323043"/>
          </a:xfrm>
        </p:grpSpPr>
        <p:sp>
          <p:nvSpPr>
            <p:cNvPr id="11241" name="Google Shape;11241;p88"/>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88"/>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88"/>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88"/>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88"/>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88"/>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7" name="Google Shape;11247;p88"/>
          <p:cNvGrpSpPr/>
          <p:nvPr/>
        </p:nvGrpSpPr>
        <p:grpSpPr>
          <a:xfrm>
            <a:off x="7548967" y="1803477"/>
            <a:ext cx="333285" cy="349950"/>
            <a:chOff x="7548967" y="1978927"/>
            <a:chExt cx="333285" cy="349950"/>
          </a:xfrm>
        </p:grpSpPr>
        <p:sp>
          <p:nvSpPr>
            <p:cNvPr id="11248" name="Google Shape;11248;p88"/>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88"/>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88"/>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88"/>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88"/>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88"/>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88"/>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5" name="Google Shape;11255;p88"/>
          <p:cNvGrpSpPr/>
          <p:nvPr/>
        </p:nvGrpSpPr>
        <p:grpSpPr>
          <a:xfrm>
            <a:off x="6214142" y="1803477"/>
            <a:ext cx="346515" cy="350300"/>
            <a:chOff x="6214142" y="1978927"/>
            <a:chExt cx="346515" cy="350300"/>
          </a:xfrm>
        </p:grpSpPr>
        <p:sp>
          <p:nvSpPr>
            <p:cNvPr id="11256" name="Google Shape;11256;p88"/>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88"/>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8" name="Google Shape;11258;p88"/>
          <p:cNvGrpSpPr/>
          <p:nvPr/>
        </p:nvGrpSpPr>
        <p:grpSpPr>
          <a:xfrm>
            <a:off x="7105923" y="1803095"/>
            <a:ext cx="333285" cy="350682"/>
            <a:chOff x="7105923" y="1978545"/>
            <a:chExt cx="333285" cy="350682"/>
          </a:xfrm>
        </p:grpSpPr>
        <p:sp>
          <p:nvSpPr>
            <p:cNvPr id="11259" name="Google Shape;11259;p88"/>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88"/>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88"/>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88"/>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88"/>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88"/>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88"/>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66" name="Google Shape;11266;p88"/>
          <p:cNvSpPr/>
          <p:nvPr/>
        </p:nvSpPr>
        <p:spPr>
          <a:xfrm>
            <a:off x="6658713" y="180309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88"/>
          <p:cNvSpPr/>
          <p:nvPr/>
        </p:nvSpPr>
        <p:spPr>
          <a:xfrm>
            <a:off x="4104898" y="224680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68" name="Google Shape;11268;p88"/>
          <p:cNvGrpSpPr/>
          <p:nvPr/>
        </p:nvGrpSpPr>
        <p:grpSpPr>
          <a:xfrm>
            <a:off x="3616406" y="2246902"/>
            <a:ext cx="203393" cy="351827"/>
            <a:chOff x="3616406" y="2422352"/>
            <a:chExt cx="203393" cy="351827"/>
          </a:xfrm>
        </p:grpSpPr>
        <p:sp>
          <p:nvSpPr>
            <p:cNvPr id="11269" name="Google Shape;11269;p88"/>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88"/>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1" name="Google Shape;11271;p88"/>
          <p:cNvGrpSpPr/>
          <p:nvPr/>
        </p:nvGrpSpPr>
        <p:grpSpPr>
          <a:xfrm>
            <a:off x="878187" y="2246520"/>
            <a:ext cx="272696" cy="351827"/>
            <a:chOff x="913012" y="2421970"/>
            <a:chExt cx="272696" cy="351827"/>
          </a:xfrm>
        </p:grpSpPr>
        <p:sp>
          <p:nvSpPr>
            <p:cNvPr id="11272" name="Google Shape;11272;p88"/>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88"/>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88"/>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88"/>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6" name="Google Shape;11276;p88"/>
          <p:cNvGrpSpPr/>
          <p:nvPr/>
        </p:nvGrpSpPr>
        <p:grpSpPr>
          <a:xfrm>
            <a:off x="2274743" y="2246902"/>
            <a:ext cx="255649" cy="351445"/>
            <a:chOff x="2274743" y="2422352"/>
            <a:chExt cx="255649" cy="351445"/>
          </a:xfrm>
        </p:grpSpPr>
        <p:sp>
          <p:nvSpPr>
            <p:cNvPr id="11277" name="Google Shape;11277;p88"/>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88"/>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88"/>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0" name="Google Shape;11280;p88"/>
          <p:cNvGrpSpPr/>
          <p:nvPr/>
        </p:nvGrpSpPr>
        <p:grpSpPr>
          <a:xfrm>
            <a:off x="2708723" y="2245789"/>
            <a:ext cx="246552" cy="352558"/>
            <a:chOff x="2708723" y="2421239"/>
            <a:chExt cx="246552" cy="352558"/>
          </a:xfrm>
        </p:grpSpPr>
        <p:sp>
          <p:nvSpPr>
            <p:cNvPr id="11281" name="Google Shape;11281;p88"/>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88"/>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3" name="Google Shape;11283;p88"/>
          <p:cNvGrpSpPr/>
          <p:nvPr/>
        </p:nvGrpSpPr>
        <p:grpSpPr>
          <a:xfrm>
            <a:off x="1835485" y="2246902"/>
            <a:ext cx="259433" cy="350714"/>
            <a:chOff x="1835485" y="2422352"/>
            <a:chExt cx="259433" cy="350714"/>
          </a:xfrm>
        </p:grpSpPr>
        <p:sp>
          <p:nvSpPr>
            <p:cNvPr id="11284" name="Google Shape;11284;p88"/>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88"/>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88"/>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88"/>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88"/>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88"/>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88"/>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1" name="Google Shape;11291;p88"/>
          <p:cNvGrpSpPr/>
          <p:nvPr/>
        </p:nvGrpSpPr>
        <p:grpSpPr>
          <a:xfrm>
            <a:off x="3150240" y="2246902"/>
            <a:ext cx="212489" cy="351445"/>
            <a:chOff x="3150240" y="2422352"/>
            <a:chExt cx="212489" cy="351445"/>
          </a:xfrm>
        </p:grpSpPr>
        <p:sp>
          <p:nvSpPr>
            <p:cNvPr id="11292" name="Google Shape;11292;p88"/>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88"/>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4" name="Google Shape;11294;p88"/>
          <p:cNvGrpSpPr/>
          <p:nvPr/>
        </p:nvGrpSpPr>
        <p:grpSpPr>
          <a:xfrm>
            <a:off x="1367060" y="2246679"/>
            <a:ext cx="269261" cy="352050"/>
            <a:chOff x="1367060" y="2422129"/>
            <a:chExt cx="269261" cy="352050"/>
          </a:xfrm>
        </p:grpSpPr>
        <p:sp>
          <p:nvSpPr>
            <p:cNvPr id="11295" name="Google Shape;11295;p88"/>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88"/>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88"/>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88"/>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88"/>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88"/>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88"/>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88"/>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88"/>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88"/>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88"/>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88"/>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88"/>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88"/>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09" name="Google Shape;11309;p88"/>
          <p:cNvSpPr/>
          <p:nvPr/>
        </p:nvSpPr>
        <p:spPr>
          <a:xfrm>
            <a:off x="7075994" y="225046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10" name="Google Shape;11310;p88"/>
          <p:cNvGrpSpPr/>
          <p:nvPr/>
        </p:nvGrpSpPr>
        <p:grpSpPr>
          <a:xfrm>
            <a:off x="4882690" y="2249955"/>
            <a:ext cx="274573" cy="350682"/>
            <a:chOff x="4882690" y="2425405"/>
            <a:chExt cx="274573" cy="350682"/>
          </a:xfrm>
        </p:grpSpPr>
        <p:sp>
          <p:nvSpPr>
            <p:cNvPr id="11311" name="Google Shape;11311;p88"/>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88"/>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3" name="Google Shape;11313;p88"/>
          <p:cNvGrpSpPr/>
          <p:nvPr/>
        </p:nvGrpSpPr>
        <p:grpSpPr>
          <a:xfrm>
            <a:off x="6627639" y="2268434"/>
            <a:ext cx="355993" cy="313247"/>
            <a:chOff x="6627639" y="2443884"/>
            <a:chExt cx="355993" cy="313247"/>
          </a:xfrm>
        </p:grpSpPr>
        <p:sp>
          <p:nvSpPr>
            <p:cNvPr id="11314" name="Google Shape;11314;p88"/>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88"/>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88"/>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7" name="Google Shape;11317;p88"/>
          <p:cNvGrpSpPr/>
          <p:nvPr/>
        </p:nvGrpSpPr>
        <p:grpSpPr>
          <a:xfrm>
            <a:off x="6183451" y="2286690"/>
            <a:ext cx="351445" cy="277976"/>
            <a:chOff x="6183451" y="2462140"/>
            <a:chExt cx="351445" cy="277976"/>
          </a:xfrm>
        </p:grpSpPr>
        <p:sp>
          <p:nvSpPr>
            <p:cNvPr id="11318" name="Google Shape;11318;p88"/>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88"/>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88"/>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88"/>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88"/>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88"/>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88"/>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5" name="Google Shape;11325;p88"/>
          <p:cNvGrpSpPr/>
          <p:nvPr/>
        </p:nvGrpSpPr>
        <p:grpSpPr>
          <a:xfrm>
            <a:off x="5735477" y="2254408"/>
            <a:ext cx="353354" cy="341299"/>
            <a:chOff x="5735477" y="2429858"/>
            <a:chExt cx="353354" cy="341299"/>
          </a:xfrm>
        </p:grpSpPr>
        <p:sp>
          <p:nvSpPr>
            <p:cNvPr id="11326" name="Google Shape;11326;p88"/>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88"/>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88"/>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88"/>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88"/>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88"/>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2" name="Google Shape;11332;p88"/>
          <p:cNvGrpSpPr/>
          <p:nvPr/>
        </p:nvGrpSpPr>
        <p:grpSpPr>
          <a:xfrm>
            <a:off x="5243735" y="2271523"/>
            <a:ext cx="405255" cy="275499"/>
            <a:chOff x="5283337" y="2478774"/>
            <a:chExt cx="358633" cy="243913"/>
          </a:xfrm>
        </p:grpSpPr>
        <p:sp>
          <p:nvSpPr>
            <p:cNvPr id="11333" name="Google Shape;11333;p88"/>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88"/>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88"/>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88"/>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88"/>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88"/>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88"/>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88"/>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88"/>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88"/>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88"/>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88"/>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88"/>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88"/>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88"/>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88"/>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88"/>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0" name="Google Shape;11350;p88"/>
          <p:cNvGrpSpPr/>
          <p:nvPr/>
        </p:nvGrpSpPr>
        <p:grpSpPr>
          <a:xfrm>
            <a:off x="7964753" y="2295373"/>
            <a:ext cx="362068" cy="258670"/>
            <a:chOff x="7964753" y="2470823"/>
            <a:chExt cx="362068" cy="258670"/>
          </a:xfrm>
        </p:grpSpPr>
        <p:sp>
          <p:nvSpPr>
            <p:cNvPr id="11351" name="Google Shape;11351;p88"/>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88"/>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88"/>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88"/>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88"/>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88"/>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88"/>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88"/>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88"/>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0" name="Google Shape;11360;p88"/>
          <p:cNvGrpSpPr/>
          <p:nvPr/>
        </p:nvGrpSpPr>
        <p:grpSpPr>
          <a:xfrm>
            <a:off x="7524349" y="2280997"/>
            <a:ext cx="350332" cy="288948"/>
            <a:chOff x="7524349" y="2456447"/>
            <a:chExt cx="350332" cy="288948"/>
          </a:xfrm>
        </p:grpSpPr>
        <p:sp>
          <p:nvSpPr>
            <p:cNvPr id="11361" name="Google Shape;11361;p88"/>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88"/>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88"/>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88"/>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88"/>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6" name="Google Shape;11366;p88"/>
          <p:cNvGrpSpPr/>
          <p:nvPr/>
        </p:nvGrpSpPr>
        <p:grpSpPr>
          <a:xfrm>
            <a:off x="3972749" y="2719143"/>
            <a:ext cx="355230" cy="356725"/>
            <a:chOff x="3972749" y="2894211"/>
            <a:chExt cx="355230" cy="356725"/>
          </a:xfrm>
        </p:grpSpPr>
        <p:sp>
          <p:nvSpPr>
            <p:cNvPr id="11367" name="Google Shape;11367;p88"/>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88"/>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88"/>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88"/>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88"/>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2" name="Google Shape;11372;p88"/>
          <p:cNvGrpSpPr/>
          <p:nvPr/>
        </p:nvGrpSpPr>
        <p:grpSpPr>
          <a:xfrm>
            <a:off x="3527797" y="2743553"/>
            <a:ext cx="355993" cy="307904"/>
            <a:chOff x="3527797" y="2918796"/>
            <a:chExt cx="355993" cy="307904"/>
          </a:xfrm>
        </p:grpSpPr>
        <p:sp>
          <p:nvSpPr>
            <p:cNvPr id="11373" name="Google Shape;11373;p88"/>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88"/>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88"/>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88"/>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88"/>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88"/>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88"/>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88"/>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88"/>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88"/>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3" name="Google Shape;11383;p88"/>
          <p:cNvGrpSpPr/>
          <p:nvPr/>
        </p:nvGrpSpPr>
        <p:grpSpPr>
          <a:xfrm>
            <a:off x="3082845" y="2746336"/>
            <a:ext cx="356375" cy="302338"/>
            <a:chOff x="3082845" y="2920959"/>
            <a:chExt cx="356375" cy="302338"/>
          </a:xfrm>
        </p:grpSpPr>
        <p:sp>
          <p:nvSpPr>
            <p:cNvPr id="11384" name="Google Shape;11384;p88"/>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88"/>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6" name="Google Shape;11386;p88"/>
          <p:cNvGrpSpPr/>
          <p:nvPr/>
        </p:nvGrpSpPr>
        <p:grpSpPr>
          <a:xfrm>
            <a:off x="2639038" y="2719699"/>
            <a:ext cx="355612" cy="355612"/>
            <a:chOff x="2639038" y="2894942"/>
            <a:chExt cx="355612" cy="355612"/>
          </a:xfrm>
        </p:grpSpPr>
        <p:sp>
          <p:nvSpPr>
            <p:cNvPr id="11387" name="Google Shape;11387;p88"/>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88"/>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9" name="Google Shape;11389;p88"/>
          <p:cNvGrpSpPr/>
          <p:nvPr/>
        </p:nvGrpSpPr>
        <p:grpSpPr>
          <a:xfrm>
            <a:off x="2194468" y="2763622"/>
            <a:ext cx="355993" cy="267766"/>
            <a:chOff x="2194468" y="2938865"/>
            <a:chExt cx="355993" cy="267766"/>
          </a:xfrm>
        </p:grpSpPr>
        <p:sp>
          <p:nvSpPr>
            <p:cNvPr id="11390" name="Google Shape;11390;p88"/>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88"/>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88"/>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88"/>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88"/>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88"/>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88"/>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88"/>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88"/>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88"/>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88"/>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88"/>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88"/>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88"/>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88"/>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88"/>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88"/>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88"/>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88"/>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88"/>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0" name="Google Shape;11410;p88"/>
          <p:cNvGrpSpPr/>
          <p:nvPr/>
        </p:nvGrpSpPr>
        <p:grpSpPr>
          <a:xfrm>
            <a:off x="1749897" y="2719699"/>
            <a:ext cx="355993" cy="355612"/>
            <a:chOff x="1749897" y="2894561"/>
            <a:chExt cx="355993" cy="355612"/>
          </a:xfrm>
        </p:grpSpPr>
        <p:sp>
          <p:nvSpPr>
            <p:cNvPr id="11411" name="Google Shape;11411;p88"/>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88"/>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88"/>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88"/>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88"/>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88"/>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88"/>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88"/>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88"/>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88"/>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88"/>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2" name="Google Shape;11422;p88"/>
          <p:cNvGrpSpPr/>
          <p:nvPr/>
        </p:nvGrpSpPr>
        <p:grpSpPr>
          <a:xfrm>
            <a:off x="1305327" y="2718761"/>
            <a:ext cx="357520" cy="357488"/>
            <a:chOff x="1305327" y="2894211"/>
            <a:chExt cx="357520" cy="357488"/>
          </a:xfrm>
        </p:grpSpPr>
        <p:sp>
          <p:nvSpPr>
            <p:cNvPr id="11423" name="Google Shape;11423;p88"/>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88"/>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88"/>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88"/>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88"/>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8" name="Google Shape;11428;p88"/>
          <p:cNvGrpSpPr/>
          <p:nvPr/>
        </p:nvGrpSpPr>
        <p:grpSpPr>
          <a:xfrm>
            <a:off x="853950" y="2720860"/>
            <a:ext cx="364104" cy="353290"/>
            <a:chOff x="853950" y="2894720"/>
            <a:chExt cx="364104" cy="353290"/>
          </a:xfrm>
        </p:grpSpPr>
        <p:sp>
          <p:nvSpPr>
            <p:cNvPr id="11429" name="Google Shape;11429;p88"/>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88"/>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88"/>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88"/>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88"/>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88"/>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88"/>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6" name="Google Shape;11436;p88"/>
          <p:cNvGrpSpPr/>
          <p:nvPr/>
        </p:nvGrpSpPr>
        <p:grpSpPr>
          <a:xfrm>
            <a:off x="7066548" y="2737144"/>
            <a:ext cx="352209" cy="334938"/>
            <a:chOff x="7066548" y="2912594"/>
            <a:chExt cx="352209" cy="334938"/>
          </a:xfrm>
        </p:grpSpPr>
        <p:sp>
          <p:nvSpPr>
            <p:cNvPr id="11437" name="Google Shape;11437;p88"/>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88"/>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88"/>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88"/>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88"/>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88"/>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43" name="Google Shape;11443;p88"/>
          <p:cNvSpPr/>
          <p:nvPr/>
        </p:nvSpPr>
        <p:spPr>
          <a:xfrm>
            <a:off x="6591286" y="270852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88"/>
          <p:cNvSpPr/>
          <p:nvPr/>
        </p:nvSpPr>
        <p:spPr>
          <a:xfrm>
            <a:off x="6134980" y="272633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45" name="Google Shape;11445;p88"/>
          <p:cNvGrpSpPr/>
          <p:nvPr/>
        </p:nvGrpSpPr>
        <p:grpSpPr>
          <a:xfrm>
            <a:off x="7541397" y="2729352"/>
            <a:ext cx="318495" cy="352209"/>
            <a:chOff x="7541397" y="2904802"/>
            <a:chExt cx="318495" cy="352209"/>
          </a:xfrm>
        </p:grpSpPr>
        <p:sp>
          <p:nvSpPr>
            <p:cNvPr id="11446" name="Google Shape;11446;p88"/>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88"/>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8" name="Google Shape;11448;p88"/>
          <p:cNvGrpSpPr/>
          <p:nvPr/>
        </p:nvGrpSpPr>
        <p:grpSpPr>
          <a:xfrm>
            <a:off x="8003015" y="2728589"/>
            <a:ext cx="306759" cy="351445"/>
            <a:chOff x="8003015" y="2904039"/>
            <a:chExt cx="306759" cy="351445"/>
          </a:xfrm>
        </p:grpSpPr>
        <p:sp>
          <p:nvSpPr>
            <p:cNvPr id="11449" name="Google Shape;11449;p88"/>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88"/>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88"/>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88"/>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88"/>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88"/>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5" name="Google Shape;11455;p88"/>
          <p:cNvGrpSpPr/>
          <p:nvPr/>
        </p:nvGrpSpPr>
        <p:grpSpPr>
          <a:xfrm>
            <a:off x="5687770" y="2710046"/>
            <a:ext cx="369638" cy="369606"/>
            <a:chOff x="5687770" y="2885496"/>
            <a:chExt cx="369638" cy="369606"/>
          </a:xfrm>
        </p:grpSpPr>
        <p:sp>
          <p:nvSpPr>
            <p:cNvPr id="11456" name="Google Shape;11456;p88"/>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88"/>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88"/>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88"/>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88"/>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88"/>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88"/>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88"/>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88"/>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88"/>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6" name="Google Shape;11466;p88"/>
          <p:cNvGrpSpPr/>
          <p:nvPr/>
        </p:nvGrpSpPr>
        <p:grpSpPr>
          <a:xfrm>
            <a:off x="4881958" y="2729352"/>
            <a:ext cx="156417" cy="349537"/>
            <a:chOff x="4881958" y="2904802"/>
            <a:chExt cx="156417" cy="349537"/>
          </a:xfrm>
        </p:grpSpPr>
        <p:sp>
          <p:nvSpPr>
            <p:cNvPr id="11467" name="Google Shape;11467;p88"/>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88"/>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88"/>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88"/>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88"/>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88"/>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88"/>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4" name="Google Shape;11474;p88"/>
          <p:cNvGrpSpPr/>
          <p:nvPr/>
        </p:nvGrpSpPr>
        <p:grpSpPr>
          <a:xfrm>
            <a:off x="5230318" y="2711064"/>
            <a:ext cx="371133" cy="367443"/>
            <a:chOff x="5230318" y="2886514"/>
            <a:chExt cx="371133" cy="367443"/>
          </a:xfrm>
        </p:grpSpPr>
        <p:sp>
          <p:nvSpPr>
            <p:cNvPr id="11475" name="Google Shape;11475;p88"/>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88"/>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88"/>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88"/>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88"/>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88"/>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88"/>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88"/>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88"/>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4" name="Google Shape;11484;p88"/>
          <p:cNvGrpSpPr/>
          <p:nvPr/>
        </p:nvGrpSpPr>
        <p:grpSpPr>
          <a:xfrm>
            <a:off x="5748358" y="3259128"/>
            <a:ext cx="352590" cy="182561"/>
            <a:chOff x="5748358" y="3434578"/>
            <a:chExt cx="352590" cy="182561"/>
          </a:xfrm>
        </p:grpSpPr>
        <p:sp>
          <p:nvSpPr>
            <p:cNvPr id="11485" name="Google Shape;11485;p88"/>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88"/>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88"/>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88"/>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88"/>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88"/>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1" name="Google Shape;11491;p88"/>
          <p:cNvGrpSpPr/>
          <p:nvPr/>
        </p:nvGrpSpPr>
        <p:grpSpPr>
          <a:xfrm>
            <a:off x="862283" y="4099321"/>
            <a:ext cx="341204" cy="359301"/>
            <a:chOff x="862283" y="4274771"/>
            <a:chExt cx="341204" cy="359301"/>
          </a:xfrm>
        </p:grpSpPr>
        <p:sp>
          <p:nvSpPr>
            <p:cNvPr id="11492" name="Google Shape;11492;p88"/>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88"/>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88"/>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5" name="Google Shape;11495;p88"/>
          <p:cNvGrpSpPr/>
          <p:nvPr/>
        </p:nvGrpSpPr>
        <p:grpSpPr>
          <a:xfrm>
            <a:off x="1396957" y="4111915"/>
            <a:ext cx="301861" cy="332871"/>
            <a:chOff x="1396957" y="4287365"/>
            <a:chExt cx="301861" cy="332871"/>
          </a:xfrm>
        </p:grpSpPr>
        <p:sp>
          <p:nvSpPr>
            <p:cNvPr id="11496" name="Google Shape;11496;p88"/>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88"/>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88"/>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88"/>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88"/>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88"/>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88"/>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88"/>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88"/>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88"/>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88"/>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88"/>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88"/>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88"/>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88"/>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1" name="Google Shape;11511;p88"/>
          <p:cNvGrpSpPr/>
          <p:nvPr/>
        </p:nvGrpSpPr>
        <p:grpSpPr>
          <a:xfrm>
            <a:off x="1865381" y="4102056"/>
            <a:ext cx="396131" cy="355612"/>
            <a:chOff x="1865381" y="4277506"/>
            <a:chExt cx="396131" cy="355612"/>
          </a:xfrm>
        </p:grpSpPr>
        <p:sp>
          <p:nvSpPr>
            <p:cNvPr id="11512" name="Google Shape;11512;p88"/>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88"/>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88"/>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88"/>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88"/>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88"/>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8" name="Google Shape;11518;p88"/>
          <p:cNvGrpSpPr/>
          <p:nvPr/>
        </p:nvGrpSpPr>
        <p:grpSpPr>
          <a:xfrm>
            <a:off x="2411823" y="4128549"/>
            <a:ext cx="334398" cy="299953"/>
            <a:chOff x="2411823" y="4303999"/>
            <a:chExt cx="334398" cy="299953"/>
          </a:xfrm>
        </p:grpSpPr>
        <p:sp>
          <p:nvSpPr>
            <p:cNvPr id="11519" name="Google Shape;11519;p88"/>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88"/>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88"/>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88"/>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88"/>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88"/>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88"/>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6" name="Google Shape;11526;p88"/>
          <p:cNvGrpSpPr/>
          <p:nvPr/>
        </p:nvGrpSpPr>
        <p:grpSpPr>
          <a:xfrm>
            <a:off x="2903337" y="4103582"/>
            <a:ext cx="382519" cy="350682"/>
            <a:chOff x="2903337" y="4279032"/>
            <a:chExt cx="382519" cy="350682"/>
          </a:xfrm>
        </p:grpSpPr>
        <p:sp>
          <p:nvSpPr>
            <p:cNvPr id="11527" name="Google Shape;11527;p88"/>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88"/>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88"/>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88"/>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88"/>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88"/>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88"/>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88"/>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88"/>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88"/>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88"/>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88"/>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88"/>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88"/>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88"/>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2" name="Google Shape;11542;p88"/>
          <p:cNvGrpSpPr/>
          <p:nvPr/>
        </p:nvGrpSpPr>
        <p:grpSpPr>
          <a:xfrm>
            <a:off x="3933342" y="4140317"/>
            <a:ext cx="383632" cy="276449"/>
            <a:chOff x="3933342" y="4315767"/>
            <a:chExt cx="383632" cy="276449"/>
          </a:xfrm>
        </p:grpSpPr>
        <p:sp>
          <p:nvSpPr>
            <p:cNvPr id="11543" name="Google Shape;11543;p88"/>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88"/>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88"/>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88"/>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88"/>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88"/>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9" name="Google Shape;11549;p88"/>
          <p:cNvGrpSpPr/>
          <p:nvPr/>
        </p:nvGrpSpPr>
        <p:grpSpPr>
          <a:xfrm>
            <a:off x="3441065" y="4127055"/>
            <a:ext cx="337069" cy="302593"/>
            <a:chOff x="3441065" y="4302505"/>
            <a:chExt cx="337069" cy="302593"/>
          </a:xfrm>
        </p:grpSpPr>
        <p:sp>
          <p:nvSpPr>
            <p:cNvPr id="11550" name="Google Shape;11550;p88"/>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88"/>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88"/>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88"/>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88"/>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88"/>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88"/>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88"/>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88"/>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88"/>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0" name="Google Shape;11560;p88"/>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88"/>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88"/>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3" name="Google Shape;11563;p88"/>
          <p:cNvGrpSpPr/>
          <p:nvPr/>
        </p:nvGrpSpPr>
        <p:grpSpPr>
          <a:xfrm>
            <a:off x="3532345" y="3187185"/>
            <a:ext cx="339328" cy="336274"/>
            <a:chOff x="3532345" y="3362635"/>
            <a:chExt cx="339328" cy="336274"/>
          </a:xfrm>
        </p:grpSpPr>
        <p:sp>
          <p:nvSpPr>
            <p:cNvPr id="11564" name="Google Shape;11564;p88"/>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88"/>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88"/>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88"/>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88"/>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69" name="Google Shape;11569;p88"/>
          <p:cNvSpPr/>
          <p:nvPr/>
        </p:nvSpPr>
        <p:spPr>
          <a:xfrm>
            <a:off x="3968964" y="317449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70" name="Google Shape;11570;p88"/>
          <p:cNvGrpSpPr/>
          <p:nvPr/>
        </p:nvGrpSpPr>
        <p:grpSpPr>
          <a:xfrm>
            <a:off x="1883955" y="3633250"/>
            <a:ext cx="162873" cy="351445"/>
            <a:chOff x="1883955" y="3808700"/>
            <a:chExt cx="162873" cy="351445"/>
          </a:xfrm>
        </p:grpSpPr>
        <p:sp>
          <p:nvSpPr>
            <p:cNvPr id="11571" name="Google Shape;11571;p88"/>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88"/>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3" name="Google Shape;11573;p88"/>
          <p:cNvGrpSpPr/>
          <p:nvPr/>
        </p:nvGrpSpPr>
        <p:grpSpPr>
          <a:xfrm>
            <a:off x="939156" y="3633759"/>
            <a:ext cx="192007" cy="351318"/>
            <a:chOff x="939156" y="3809209"/>
            <a:chExt cx="192007" cy="351318"/>
          </a:xfrm>
        </p:grpSpPr>
        <p:sp>
          <p:nvSpPr>
            <p:cNvPr id="11574" name="Google Shape;11574;p88"/>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88"/>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6" name="Google Shape;11576;p88"/>
          <p:cNvGrpSpPr/>
          <p:nvPr/>
        </p:nvGrpSpPr>
        <p:grpSpPr>
          <a:xfrm>
            <a:off x="2306167" y="3634395"/>
            <a:ext cx="193915" cy="349155"/>
            <a:chOff x="2306167" y="3809845"/>
            <a:chExt cx="193915" cy="349155"/>
          </a:xfrm>
        </p:grpSpPr>
        <p:sp>
          <p:nvSpPr>
            <p:cNvPr id="11577" name="Google Shape;11577;p88"/>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8" name="Google Shape;11578;p88"/>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9" name="Google Shape;11579;p88"/>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88"/>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88"/>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88"/>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88"/>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4" name="Google Shape;11584;p88"/>
          <p:cNvGrpSpPr/>
          <p:nvPr/>
        </p:nvGrpSpPr>
        <p:grpSpPr>
          <a:xfrm>
            <a:off x="1323901" y="3631723"/>
            <a:ext cx="356343" cy="356757"/>
            <a:chOff x="1323901" y="3807173"/>
            <a:chExt cx="356343" cy="356757"/>
          </a:xfrm>
        </p:grpSpPr>
        <p:sp>
          <p:nvSpPr>
            <p:cNvPr id="11585" name="Google Shape;11585;p88"/>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88"/>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88"/>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88"/>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88"/>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88"/>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88"/>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88"/>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88"/>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88"/>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88"/>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88"/>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7" name="Google Shape;11597;p88"/>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88"/>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88"/>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88"/>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88"/>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88"/>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88"/>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88"/>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88"/>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88"/>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88"/>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88"/>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09" name="Google Shape;11609;p88"/>
          <p:cNvSpPr/>
          <p:nvPr/>
        </p:nvSpPr>
        <p:spPr>
          <a:xfrm>
            <a:off x="2787472" y="362946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10" name="Google Shape;11610;p88"/>
          <p:cNvGrpSpPr/>
          <p:nvPr/>
        </p:nvGrpSpPr>
        <p:grpSpPr>
          <a:xfrm>
            <a:off x="859262" y="3178470"/>
            <a:ext cx="306759" cy="351445"/>
            <a:chOff x="859262" y="3353920"/>
            <a:chExt cx="306759" cy="351445"/>
          </a:xfrm>
        </p:grpSpPr>
        <p:sp>
          <p:nvSpPr>
            <p:cNvPr id="11611" name="Google Shape;11611;p88"/>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88"/>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88"/>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88"/>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88"/>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16" name="Google Shape;11616;p88"/>
          <p:cNvSpPr/>
          <p:nvPr/>
        </p:nvSpPr>
        <p:spPr>
          <a:xfrm>
            <a:off x="1315918" y="318518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17" name="Google Shape;11617;p88"/>
          <p:cNvGrpSpPr/>
          <p:nvPr/>
        </p:nvGrpSpPr>
        <p:grpSpPr>
          <a:xfrm>
            <a:off x="3967437" y="3661652"/>
            <a:ext cx="364708" cy="295405"/>
            <a:chOff x="3967437" y="3837102"/>
            <a:chExt cx="364708" cy="295405"/>
          </a:xfrm>
        </p:grpSpPr>
        <p:sp>
          <p:nvSpPr>
            <p:cNvPr id="11618" name="Google Shape;11618;p88"/>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88"/>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0" name="Google Shape;11620;p88"/>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88"/>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88"/>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23" name="Google Shape;11623;p88"/>
          <p:cNvSpPr/>
          <p:nvPr/>
        </p:nvSpPr>
        <p:spPr>
          <a:xfrm>
            <a:off x="3216521" y="363248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88"/>
          <p:cNvSpPr/>
          <p:nvPr/>
        </p:nvSpPr>
        <p:spPr>
          <a:xfrm>
            <a:off x="3469466" y="365274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88"/>
          <p:cNvSpPr/>
          <p:nvPr/>
        </p:nvSpPr>
        <p:spPr>
          <a:xfrm>
            <a:off x="5314611" y="364311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26" name="Google Shape;11626;p88"/>
          <p:cNvGrpSpPr/>
          <p:nvPr/>
        </p:nvGrpSpPr>
        <p:grpSpPr>
          <a:xfrm>
            <a:off x="5811827" y="3631001"/>
            <a:ext cx="283743" cy="308444"/>
            <a:chOff x="5964227" y="3858701"/>
            <a:chExt cx="283743" cy="308444"/>
          </a:xfrm>
        </p:grpSpPr>
        <p:sp>
          <p:nvSpPr>
            <p:cNvPr id="11627" name="Google Shape;11627;p88"/>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88"/>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88"/>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88"/>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1" name="Google Shape;11631;p88"/>
          <p:cNvGrpSpPr/>
          <p:nvPr/>
        </p:nvGrpSpPr>
        <p:grpSpPr>
          <a:xfrm>
            <a:off x="6243508" y="3697623"/>
            <a:ext cx="320372" cy="213602"/>
            <a:chOff x="6395908" y="3873073"/>
            <a:chExt cx="320372" cy="213602"/>
          </a:xfrm>
        </p:grpSpPr>
        <p:sp>
          <p:nvSpPr>
            <p:cNvPr id="11632" name="Google Shape;11632;p88"/>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88"/>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88"/>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88"/>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88"/>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88"/>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88"/>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88"/>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88"/>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88"/>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2" name="Google Shape;11642;p88"/>
          <p:cNvGrpSpPr/>
          <p:nvPr/>
        </p:nvGrpSpPr>
        <p:grpSpPr>
          <a:xfrm>
            <a:off x="7262890" y="3627366"/>
            <a:ext cx="357138" cy="352018"/>
            <a:chOff x="7415290" y="3802816"/>
            <a:chExt cx="357138" cy="352018"/>
          </a:xfrm>
        </p:grpSpPr>
        <p:sp>
          <p:nvSpPr>
            <p:cNvPr id="11643" name="Google Shape;11643;p88"/>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88"/>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88"/>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88"/>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88"/>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88"/>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88"/>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88"/>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1" name="Google Shape;11651;p88"/>
          <p:cNvGrpSpPr/>
          <p:nvPr/>
        </p:nvGrpSpPr>
        <p:grpSpPr>
          <a:xfrm>
            <a:off x="6737312" y="3657963"/>
            <a:ext cx="355230" cy="293401"/>
            <a:chOff x="6889712" y="3833413"/>
            <a:chExt cx="355230" cy="293401"/>
          </a:xfrm>
        </p:grpSpPr>
        <p:sp>
          <p:nvSpPr>
            <p:cNvPr id="11652" name="Google Shape;11652;p88"/>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88"/>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88"/>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88"/>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88"/>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7" name="Google Shape;11657;p88"/>
          <p:cNvGrpSpPr/>
          <p:nvPr/>
        </p:nvGrpSpPr>
        <p:grpSpPr>
          <a:xfrm>
            <a:off x="7707152" y="3660420"/>
            <a:ext cx="282318" cy="337168"/>
            <a:chOff x="1635875" y="237775"/>
            <a:chExt cx="4370250" cy="5219325"/>
          </a:xfrm>
        </p:grpSpPr>
        <p:sp>
          <p:nvSpPr>
            <p:cNvPr id="11658" name="Google Shape;11658;p88"/>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88"/>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0" name="Google Shape;11660;p88"/>
          <p:cNvGrpSpPr/>
          <p:nvPr/>
        </p:nvGrpSpPr>
        <p:grpSpPr>
          <a:xfrm>
            <a:off x="3103963" y="3185690"/>
            <a:ext cx="297886" cy="337578"/>
            <a:chOff x="3103963" y="3361140"/>
            <a:chExt cx="297886" cy="337578"/>
          </a:xfrm>
        </p:grpSpPr>
        <p:sp>
          <p:nvSpPr>
            <p:cNvPr id="11661" name="Google Shape;11661;p88"/>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88"/>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88"/>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88"/>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88"/>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88"/>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88"/>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88"/>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88"/>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88"/>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88"/>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88"/>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88"/>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88"/>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5" name="Google Shape;11675;p88"/>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88"/>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88"/>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88"/>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88"/>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88"/>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88"/>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88"/>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88"/>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88"/>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5" name="Google Shape;11685;p88"/>
          <p:cNvGrpSpPr/>
          <p:nvPr/>
        </p:nvGrpSpPr>
        <p:grpSpPr>
          <a:xfrm>
            <a:off x="2667821" y="3185658"/>
            <a:ext cx="273046" cy="337801"/>
            <a:chOff x="2667821" y="3361108"/>
            <a:chExt cx="273046" cy="337801"/>
          </a:xfrm>
        </p:grpSpPr>
        <p:sp>
          <p:nvSpPr>
            <p:cNvPr id="11686" name="Google Shape;11686;p88"/>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88"/>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88"/>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88"/>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88"/>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88"/>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88"/>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88"/>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88"/>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88"/>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88"/>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88"/>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88"/>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88"/>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88"/>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88"/>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88"/>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88"/>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88"/>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5" name="Google Shape;11705;p88"/>
          <p:cNvGrpSpPr/>
          <p:nvPr/>
        </p:nvGrpSpPr>
        <p:grpSpPr>
          <a:xfrm>
            <a:off x="2212469" y="3184863"/>
            <a:ext cx="282715" cy="338660"/>
            <a:chOff x="2212469" y="3360313"/>
            <a:chExt cx="282715" cy="338660"/>
          </a:xfrm>
        </p:grpSpPr>
        <p:sp>
          <p:nvSpPr>
            <p:cNvPr id="11706" name="Google Shape;11706;p88"/>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88"/>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88"/>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9" name="Google Shape;11709;p88"/>
          <p:cNvGrpSpPr/>
          <p:nvPr/>
        </p:nvGrpSpPr>
        <p:grpSpPr>
          <a:xfrm>
            <a:off x="1768821" y="3185658"/>
            <a:ext cx="278739" cy="339073"/>
            <a:chOff x="1768821" y="3361108"/>
            <a:chExt cx="278739" cy="339073"/>
          </a:xfrm>
        </p:grpSpPr>
        <p:sp>
          <p:nvSpPr>
            <p:cNvPr id="11710" name="Google Shape;11710;p88"/>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88"/>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88"/>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88"/>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88"/>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88"/>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88"/>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88"/>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88"/>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88"/>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88"/>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1" name="Google Shape;11721;p88"/>
          <p:cNvGrpSpPr/>
          <p:nvPr/>
        </p:nvGrpSpPr>
        <p:grpSpPr>
          <a:xfrm>
            <a:off x="5337883" y="3161423"/>
            <a:ext cx="307141" cy="376826"/>
            <a:chOff x="5337883" y="3336873"/>
            <a:chExt cx="307141" cy="376826"/>
          </a:xfrm>
        </p:grpSpPr>
        <p:sp>
          <p:nvSpPr>
            <p:cNvPr id="11722" name="Google Shape;11722;p88"/>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88"/>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4" name="Google Shape;11724;p88"/>
          <p:cNvGrpSpPr/>
          <p:nvPr/>
        </p:nvGrpSpPr>
        <p:grpSpPr>
          <a:xfrm>
            <a:off x="4883835" y="3161805"/>
            <a:ext cx="323425" cy="377557"/>
            <a:chOff x="4883835" y="3337255"/>
            <a:chExt cx="323425" cy="377557"/>
          </a:xfrm>
        </p:grpSpPr>
        <p:sp>
          <p:nvSpPr>
            <p:cNvPr id="11725" name="Google Shape;11725;p88"/>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88"/>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88"/>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8" name="Google Shape;11728;p88"/>
          <p:cNvGrpSpPr/>
          <p:nvPr/>
        </p:nvGrpSpPr>
        <p:grpSpPr>
          <a:xfrm>
            <a:off x="6193310" y="3231839"/>
            <a:ext cx="352590" cy="237488"/>
            <a:chOff x="6193310" y="3407289"/>
            <a:chExt cx="352590" cy="237488"/>
          </a:xfrm>
        </p:grpSpPr>
        <p:sp>
          <p:nvSpPr>
            <p:cNvPr id="11729" name="Google Shape;11729;p88"/>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88"/>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88"/>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88"/>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88"/>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4" name="Google Shape;11734;p88"/>
          <p:cNvGrpSpPr/>
          <p:nvPr/>
        </p:nvGrpSpPr>
        <p:grpSpPr>
          <a:xfrm>
            <a:off x="6637117" y="3222393"/>
            <a:ext cx="353735" cy="254504"/>
            <a:chOff x="6637117" y="3397843"/>
            <a:chExt cx="353735" cy="254504"/>
          </a:xfrm>
        </p:grpSpPr>
        <p:sp>
          <p:nvSpPr>
            <p:cNvPr id="11735" name="Google Shape;11735;p88"/>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88"/>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88"/>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88"/>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88"/>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88"/>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1" name="Google Shape;11741;p88"/>
          <p:cNvGrpSpPr/>
          <p:nvPr/>
        </p:nvGrpSpPr>
        <p:grpSpPr>
          <a:xfrm>
            <a:off x="7075994" y="3174081"/>
            <a:ext cx="360637" cy="352336"/>
            <a:chOff x="7075994" y="3349531"/>
            <a:chExt cx="360637" cy="352336"/>
          </a:xfrm>
        </p:grpSpPr>
        <p:sp>
          <p:nvSpPr>
            <p:cNvPr id="11742" name="Google Shape;11742;p88"/>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88"/>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88"/>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88"/>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88"/>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88"/>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88"/>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9" name="Google Shape;11749;p88"/>
          <p:cNvGrpSpPr/>
          <p:nvPr/>
        </p:nvGrpSpPr>
        <p:grpSpPr>
          <a:xfrm>
            <a:off x="7651983" y="3173731"/>
            <a:ext cx="107183" cy="352399"/>
            <a:chOff x="7651983" y="3349181"/>
            <a:chExt cx="107183" cy="352399"/>
          </a:xfrm>
        </p:grpSpPr>
        <p:sp>
          <p:nvSpPr>
            <p:cNvPr id="11750" name="Google Shape;11750;p88"/>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88"/>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2" name="Google Shape;11752;p88"/>
          <p:cNvGrpSpPr/>
          <p:nvPr/>
        </p:nvGrpSpPr>
        <p:grpSpPr>
          <a:xfrm>
            <a:off x="7973468" y="3206872"/>
            <a:ext cx="352590" cy="287072"/>
            <a:chOff x="7973468" y="3382322"/>
            <a:chExt cx="352590" cy="287072"/>
          </a:xfrm>
        </p:grpSpPr>
        <p:sp>
          <p:nvSpPr>
            <p:cNvPr id="11753" name="Google Shape;11753;p88"/>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88"/>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88"/>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88"/>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88"/>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88"/>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88"/>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88"/>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88"/>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88"/>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88"/>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88"/>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65" name="Google Shape;11765;p88"/>
          <p:cNvSpPr txBox="1"/>
          <p:nvPr/>
        </p:nvSpPr>
        <p:spPr>
          <a:xfrm>
            <a:off x="849675"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11766" name="Google Shape;11766;p88"/>
          <p:cNvSpPr txBox="1"/>
          <p:nvPr/>
        </p:nvSpPr>
        <p:spPr>
          <a:xfrm>
            <a:off x="4858400"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770"/>
        <p:cNvGrpSpPr/>
        <p:nvPr/>
      </p:nvGrpSpPr>
      <p:grpSpPr>
        <a:xfrm>
          <a:off x="0" y="0"/>
          <a:ext cx="0" cy="0"/>
          <a:chOff x="0" y="0"/>
          <a:chExt cx="0" cy="0"/>
        </a:xfrm>
      </p:grpSpPr>
      <p:grpSp>
        <p:nvGrpSpPr>
          <p:cNvPr id="11771" name="Google Shape;11771;p89"/>
          <p:cNvGrpSpPr/>
          <p:nvPr/>
        </p:nvGrpSpPr>
        <p:grpSpPr>
          <a:xfrm>
            <a:off x="821808" y="1576858"/>
            <a:ext cx="347872" cy="347488"/>
            <a:chOff x="849677" y="1500658"/>
            <a:chExt cx="347872" cy="347488"/>
          </a:xfrm>
        </p:grpSpPr>
        <p:sp>
          <p:nvSpPr>
            <p:cNvPr id="11772" name="Google Shape;11772;p89"/>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89"/>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89"/>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89"/>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89"/>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89"/>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8" name="Google Shape;11778;p89"/>
          <p:cNvGrpSpPr/>
          <p:nvPr/>
        </p:nvGrpSpPr>
        <p:grpSpPr>
          <a:xfrm>
            <a:off x="1387984" y="1576858"/>
            <a:ext cx="315872" cy="347488"/>
            <a:chOff x="1415853" y="1500658"/>
            <a:chExt cx="315872" cy="347488"/>
          </a:xfrm>
        </p:grpSpPr>
        <p:sp>
          <p:nvSpPr>
            <p:cNvPr id="11779" name="Google Shape;11779;p89"/>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89"/>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89"/>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89"/>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3" name="Google Shape;11783;p89"/>
          <p:cNvGrpSpPr/>
          <p:nvPr/>
        </p:nvGrpSpPr>
        <p:grpSpPr>
          <a:xfrm>
            <a:off x="4669520" y="1576858"/>
            <a:ext cx="347520" cy="347104"/>
            <a:chOff x="4697389" y="1500658"/>
            <a:chExt cx="347520" cy="347104"/>
          </a:xfrm>
        </p:grpSpPr>
        <p:sp>
          <p:nvSpPr>
            <p:cNvPr id="11784" name="Google Shape;11784;p89"/>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89"/>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89"/>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7" name="Google Shape;11787;p89"/>
          <p:cNvGrpSpPr/>
          <p:nvPr/>
        </p:nvGrpSpPr>
        <p:grpSpPr>
          <a:xfrm>
            <a:off x="3575664" y="2041146"/>
            <a:ext cx="347520" cy="353760"/>
            <a:chOff x="3603533" y="1964946"/>
            <a:chExt cx="347520" cy="353760"/>
          </a:xfrm>
        </p:grpSpPr>
        <p:sp>
          <p:nvSpPr>
            <p:cNvPr id="11788" name="Google Shape;11788;p89"/>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89"/>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89"/>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1" name="Google Shape;11791;p89"/>
          <p:cNvGrpSpPr/>
          <p:nvPr/>
        </p:nvGrpSpPr>
        <p:grpSpPr>
          <a:xfrm>
            <a:off x="1922896" y="2040538"/>
            <a:ext cx="357792" cy="352448"/>
            <a:chOff x="1950765" y="1964338"/>
            <a:chExt cx="357792" cy="352448"/>
          </a:xfrm>
        </p:grpSpPr>
        <p:sp>
          <p:nvSpPr>
            <p:cNvPr id="11792" name="Google Shape;11792;p89"/>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89"/>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89"/>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89"/>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6" name="Google Shape;11796;p89"/>
          <p:cNvGrpSpPr/>
          <p:nvPr/>
        </p:nvGrpSpPr>
        <p:grpSpPr>
          <a:xfrm>
            <a:off x="7407760" y="2040890"/>
            <a:ext cx="367712" cy="353248"/>
            <a:chOff x="7435629" y="1964690"/>
            <a:chExt cx="367712" cy="353248"/>
          </a:xfrm>
        </p:grpSpPr>
        <p:sp>
          <p:nvSpPr>
            <p:cNvPr id="11797" name="Google Shape;11797;p89"/>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89"/>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89"/>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89"/>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1" name="Google Shape;11801;p89"/>
          <p:cNvGrpSpPr/>
          <p:nvPr/>
        </p:nvGrpSpPr>
        <p:grpSpPr>
          <a:xfrm>
            <a:off x="2484880" y="2041242"/>
            <a:ext cx="333024" cy="352896"/>
            <a:chOff x="2512749" y="1965042"/>
            <a:chExt cx="333024" cy="352896"/>
          </a:xfrm>
        </p:grpSpPr>
        <p:sp>
          <p:nvSpPr>
            <p:cNvPr id="11802" name="Google Shape;11802;p89"/>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89"/>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89"/>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89"/>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89"/>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7" name="Google Shape;11807;p89"/>
          <p:cNvGrpSpPr/>
          <p:nvPr/>
        </p:nvGrpSpPr>
        <p:grpSpPr>
          <a:xfrm>
            <a:off x="1370448" y="2057978"/>
            <a:ext cx="365792" cy="335392"/>
            <a:chOff x="1398317" y="1981778"/>
            <a:chExt cx="365792" cy="335392"/>
          </a:xfrm>
        </p:grpSpPr>
        <p:sp>
          <p:nvSpPr>
            <p:cNvPr id="11808" name="Google Shape;11808;p89"/>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89"/>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89"/>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89"/>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89"/>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89"/>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4" name="Google Shape;11814;p89"/>
          <p:cNvGrpSpPr/>
          <p:nvPr/>
        </p:nvGrpSpPr>
        <p:grpSpPr>
          <a:xfrm>
            <a:off x="3024368" y="2079770"/>
            <a:ext cx="353600" cy="314752"/>
            <a:chOff x="3052237" y="2003570"/>
            <a:chExt cx="353600" cy="314752"/>
          </a:xfrm>
        </p:grpSpPr>
        <p:sp>
          <p:nvSpPr>
            <p:cNvPr id="11815" name="Google Shape;11815;p89"/>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89"/>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89"/>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8" name="Google Shape;11818;p89"/>
          <p:cNvGrpSpPr/>
          <p:nvPr/>
        </p:nvGrpSpPr>
        <p:grpSpPr>
          <a:xfrm>
            <a:off x="1376144" y="3034266"/>
            <a:ext cx="368096" cy="223968"/>
            <a:chOff x="1404013" y="2958066"/>
            <a:chExt cx="368096" cy="223968"/>
          </a:xfrm>
        </p:grpSpPr>
        <p:sp>
          <p:nvSpPr>
            <p:cNvPr id="11819" name="Google Shape;11819;p89"/>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89"/>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21" name="Google Shape;11821;p89"/>
          <p:cNvSpPr/>
          <p:nvPr/>
        </p:nvSpPr>
        <p:spPr>
          <a:xfrm>
            <a:off x="4119728" y="2962554"/>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89"/>
          <p:cNvSpPr/>
          <p:nvPr/>
        </p:nvSpPr>
        <p:spPr>
          <a:xfrm>
            <a:off x="852272" y="2962490"/>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23" name="Google Shape;11823;p89"/>
          <p:cNvGrpSpPr/>
          <p:nvPr/>
        </p:nvGrpSpPr>
        <p:grpSpPr>
          <a:xfrm>
            <a:off x="1923280" y="2961402"/>
            <a:ext cx="370368" cy="367328"/>
            <a:chOff x="1951149" y="2885202"/>
            <a:chExt cx="370368" cy="367328"/>
          </a:xfrm>
        </p:grpSpPr>
        <p:sp>
          <p:nvSpPr>
            <p:cNvPr id="11824" name="Google Shape;11824;p89"/>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89"/>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89"/>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7" name="Google Shape;11827;p89"/>
          <p:cNvGrpSpPr/>
          <p:nvPr/>
        </p:nvGrpSpPr>
        <p:grpSpPr>
          <a:xfrm>
            <a:off x="2473808" y="2982362"/>
            <a:ext cx="367328" cy="327296"/>
            <a:chOff x="2501677" y="2906162"/>
            <a:chExt cx="367328" cy="327296"/>
          </a:xfrm>
        </p:grpSpPr>
        <p:sp>
          <p:nvSpPr>
            <p:cNvPr id="11828" name="Google Shape;11828;p89"/>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89"/>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89"/>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31" name="Google Shape;11831;p89"/>
          <p:cNvSpPr/>
          <p:nvPr/>
        </p:nvSpPr>
        <p:spPr>
          <a:xfrm>
            <a:off x="3569968" y="3005594"/>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32" name="Google Shape;11832;p89"/>
          <p:cNvGrpSpPr/>
          <p:nvPr/>
        </p:nvGrpSpPr>
        <p:grpSpPr>
          <a:xfrm>
            <a:off x="3022448" y="2969914"/>
            <a:ext cx="367712" cy="354240"/>
            <a:chOff x="3050317" y="2893714"/>
            <a:chExt cx="367712" cy="354240"/>
          </a:xfrm>
        </p:grpSpPr>
        <p:sp>
          <p:nvSpPr>
            <p:cNvPr id="11833" name="Google Shape;11833;p89"/>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89"/>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35" name="Google Shape;11835;p89"/>
          <p:cNvSpPr/>
          <p:nvPr/>
        </p:nvSpPr>
        <p:spPr>
          <a:xfrm>
            <a:off x="4666864" y="2960634"/>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89"/>
          <p:cNvSpPr/>
          <p:nvPr/>
        </p:nvSpPr>
        <p:spPr>
          <a:xfrm>
            <a:off x="8018512" y="2962490"/>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37" name="Google Shape;11837;p89"/>
          <p:cNvGrpSpPr/>
          <p:nvPr/>
        </p:nvGrpSpPr>
        <p:grpSpPr>
          <a:xfrm>
            <a:off x="7503408" y="2962554"/>
            <a:ext cx="185184" cy="367296"/>
            <a:chOff x="7531277" y="2886354"/>
            <a:chExt cx="185184" cy="367296"/>
          </a:xfrm>
        </p:grpSpPr>
        <p:sp>
          <p:nvSpPr>
            <p:cNvPr id="11838" name="Google Shape;11838;p89"/>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89"/>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89"/>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1" name="Google Shape;11841;p89"/>
          <p:cNvGrpSpPr/>
          <p:nvPr/>
        </p:nvGrpSpPr>
        <p:grpSpPr>
          <a:xfrm>
            <a:off x="6898768" y="2962938"/>
            <a:ext cx="297184" cy="367296"/>
            <a:chOff x="6926637" y="2886738"/>
            <a:chExt cx="297184" cy="367296"/>
          </a:xfrm>
        </p:grpSpPr>
        <p:sp>
          <p:nvSpPr>
            <p:cNvPr id="11842" name="Google Shape;11842;p89"/>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89"/>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89"/>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45" name="Google Shape;11845;p89"/>
          <p:cNvSpPr/>
          <p:nvPr/>
        </p:nvSpPr>
        <p:spPr>
          <a:xfrm>
            <a:off x="5227696" y="2962170"/>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89"/>
          <p:cNvSpPr/>
          <p:nvPr/>
        </p:nvSpPr>
        <p:spPr>
          <a:xfrm>
            <a:off x="5806416" y="2962874"/>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47" name="Google Shape;11847;p89"/>
          <p:cNvGrpSpPr/>
          <p:nvPr/>
        </p:nvGrpSpPr>
        <p:grpSpPr>
          <a:xfrm>
            <a:off x="6312784" y="2962554"/>
            <a:ext cx="370368" cy="368064"/>
            <a:chOff x="6340653" y="2886354"/>
            <a:chExt cx="370368" cy="368064"/>
          </a:xfrm>
        </p:grpSpPr>
        <p:sp>
          <p:nvSpPr>
            <p:cNvPr id="11848" name="Google Shape;11848;p89"/>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89"/>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89"/>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89"/>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89"/>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89"/>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4" name="Google Shape;11854;p89"/>
          <p:cNvGrpSpPr/>
          <p:nvPr/>
        </p:nvGrpSpPr>
        <p:grpSpPr>
          <a:xfrm>
            <a:off x="5218928" y="2057626"/>
            <a:ext cx="354752" cy="336512"/>
            <a:chOff x="5246797" y="1981426"/>
            <a:chExt cx="354752" cy="336512"/>
          </a:xfrm>
        </p:grpSpPr>
        <p:sp>
          <p:nvSpPr>
            <p:cNvPr id="11855" name="Google Shape;11855;p89"/>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89"/>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7" name="Google Shape;11857;p89"/>
          <p:cNvGrpSpPr/>
          <p:nvPr/>
        </p:nvGrpSpPr>
        <p:grpSpPr>
          <a:xfrm>
            <a:off x="4120880" y="2178266"/>
            <a:ext cx="355136" cy="216256"/>
            <a:chOff x="4148749" y="2102066"/>
            <a:chExt cx="355136" cy="216256"/>
          </a:xfrm>
        </p:grpSpPr>
        <p:sp>
          <p:nvSpPr>
            <p:cNvPr id="11858" name="Google Shape;11858;p89"/>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89"/>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0" name="Google Shape;11860;p89"/>
          <p:cNvGrpSpPr/>
          <p:nvPr/>
        </p:nvGrpSpPr>
        <p:grpSpPr>
          <a:xfrm>
            <a:off x="5766800" y="2077626"/>
            <a:ext cx="354752" cy="315360"/>
            <a:chOff x="5794669" y="2001426"/>
            <a:chExt cx="354752" cy="315360"/>
          </a:xfrm>
        </p:grpSpPr>
        <p:sp>
          <p:nvSpPr>
            <p:cNvPr id="11861" name="Google Shape;11861;p89"/>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89"/>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3" name="Google Shape;11863;p89"/>
          <p:cNvGrpSpPr/>
          <p:nvPr/>
        </p:nvGrpSpPr>
        <p:grpSpPr>
          <a:xfrm>
            <a:off x="6317360" y="2106042"/>
            <a:ext cx="352832" cy="289216"/>
            <a:chOff x="6345229" y="2029842"/>
            <a:chExt cx="352832" cy="289216"/>
          </a:xfrm>
        </p:grpSpPr>
        <p:sp>
          <p:nvSpPr>
            <p:cNvPr id="11864" name="Google Shape;11864;p89"/>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89"/>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6" name="Google Shape;11866;p89"/>
          <p:cNvGrpSpPr/>
          <p:nvPr/>
        </p:nvGrpSpPr>
        <p:grpSpPr>
          <a:xfrm>
            <a:off x="4669520" y="2112538"/>
            <a:ext cx="354752" cy="281984"/>
            <a:chOff x="4697389" y="2036338"/>
            <a:chExt cx="354752" cy="281984"/>
          </a:xfrm>
        </p:grpSpPr>
        <p:sp>
          <p:nvSpPr>
            <p:cNvPr id="11867" name="Google Shape;11867;p89"/>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89"/>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9" name="Google Shape;11869;p89"/>
          <p:cNvGrpSpPr/>
          <p:nvPr/>
        </p:nvGrpSpPr>
        <p:grpSpPr>
          <a:xfrm>
            <a:off x="1376144" y="2500954"/>
            <a:ext cx="353600" cy="354944"/>
            <a:chOff x="1404013" y="2424754"/>
            <a:chExt cx="353600" cy="354944"/>
          </a:xfrm>
        </p:grpSpPr>
        <p:sp>
          <p:nvSpPr>
            <p:cNvPr id="11870" name="Google Shape;11870;p89"/>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89"/>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89"/>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89"/>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89"/>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5" name="Google Shape;11875;p89"/>
          <p:cNvGrpSpPr/>
          <p:nvPr/>
        </p:nvGrpSpPr>
        <p:grpSpPr>
          <a:xfrm>
            <a:off x="826384" y="2504474"/>
            <a:ext cx="355104" cy="351040"/>
            <a:chOff x="854253" y="2428274"/>
            <a:chExt cx="355104" cy="351040"/>
          </a:xfrm>
        </p:grpSpPr>
        <p:sp>
          <p:nvSpPr>
            <p:cNvPr id="11876" name="Google Shape;11876;p89"/>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89"/>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8" name="Google Shape;11878;p89"/>
          <p:cNvGrpSpPr/>
          <p:nvPr/>
        </p:nvGrpSpPr>
        <p:grpSpPr>
          <a:xfrm>
            <a:off x="6869040" y="2517146"/>
            <a:ext cx="354752" cy="275904"/>
            <a:chOff x="6896909" y="2440946"/>
            <a:chExt cx="354752" cy="275904"/>
          </a:xfrm>
        </p:grpSpPr>
        <p:sp>
          <p:nvSpPr>
            <p:cNvPr id="11879" name="Google Shape;11879;p89"/>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89"/>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81" name="Google Shape;11881;p89"/>
          <p:cNvSpPr/>
          <p:nvPr/>
        </p:nvSpPr>
        <p:spPr>
          <a:xfrm>
            <a:off x="6319632" y="2524954"/>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82" name="Google Shape;11882;p89"/>
          <p:cNvGrpSpPr/>
          <p:nvPr/>
        </p:nvGrpSpPr>
        <p:grpSpPr>
          <a:xfrm>
            <a:off x="5237200" y="2500954"/>
            <a:ext cx="321984" cy="354560"/>
            <a:chOff x="5265069" y="2424754"/>
            <a:chExt cx="321984" cy="354560"/>
          </a:xfrm>
        </p:grpSpPr>
        <p:sp>
          <p:nvSpPr>
            <p:cNvPr id="11883" name="Google Shape;11883;p89"/>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89"/>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5" name="Google Shape;11885;p89"/>
          <p:cNvGrpSpPr/>
          <p:nvPr/>
        </p:nvGrpSpPr>
        <p:grpSpPr>
          <a:xfrm>
            <a:off x="4122800" y="2542970"/>
            <a:ext cx="355104" cy="259584"/>
            <a:chOff x="4150669" y="2466770"/>
            <a:chExt cx="355104" cy="259584"/>
          </a:xfrm>
        </p:grpSpPr>
        <p:sp>
          <p:nvSpPr>
            <p:cNvPr id="11886" name="Google Shape;11886;p89"/>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89"/>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89"/>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89"/>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0" name="Google Shape;11890;p89"/>
          <p:cNvGrpSpPr/>
          <p:nvPr/>
        </p:nvGrpSpPr>
        <p:grpSpPr>
          <a:xfrm>
            <a:off x="4671824" y="2501146"/>
            <a:ext cx="354336" cy="353984"/>
            <a:chOff x="4699693" y="2424946"/>
            <a:chExt cx="354336" cy="353984"/>
          </a:xfrm>
        </p:grpSpPr>
        <p:sp>
          <p:nvSpPr>
            <p:cNvPr id="11891" name="Google Shape;11891;p89"/>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89"/>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93" name="Google Shape;11893;p89"/>
          <p:cNvSpPr/>
          <p:nvPr/>
        </p:nvSpPr>
        <p:spPr>
          <a:xfrm>
            <a:off x="5782032" y="2500794"/>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89"/>
          <p:cNvSpPr/>
          <p:nvPr/>
        </p:nvSpPr>
        <p:spPr>
          <a:xfrm>
            <a:off x="3023984" y="2539738"/>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95" name="Google Shape;11895;p89"/>
          <p:cNvGrpSpPr/>
          <p:nvPr/>
        </p:nvGrpSpPr>
        <p:grpSpPr>
          <a:xfrm>
            <a:off x="1925168" y="2628442"/>
            <a:ext cx="355136" cy="227072"/>
            <a:chOff x="1953037" y="2552242"/>
            <a:chExt cx="355136" cy="227072"/>
          </a:xfrm>
        </p:grpSpPr>
        <p:sp>
          <p:nvSpPr>
            <p:cNvPr id="11896" name="Google Shape;11896;p89"/>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89"/>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98" name="Google Shape;11898;p89"/>
          <p:cNvSpPr/>
          <p:nvPr/>
        </p:nvSpPr>
        <p:spPr>
          <a:xfrm>
            <a:off x="3576048" y="2500346"/>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99" name="Google Shape;11899;p89"/>
          <p:cNvGrpSpPr/>
          <p:nvPr/>
        </p:nvGrpSpPr>
        <p:grpSpPr>
          <a:xfrm>
            <a:off x="2473072" y="2603418"/>
            <a:ext cx="355104" cy="250944"/>
            <a:chOff x="2500941" y="2527218"/>
            <a:chExt cx="355104" cy="250944"/>
          </a:xfrm>
        </p:grpSpPr>
        <p:sp>
          <p:nvSpPr>
            <p:cNvPr id="11900" name="Google Shape;11900;p89"/>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89"/>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89"/>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89"/>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89"/>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05" name="Google Shape;11905;p89"/>
          <p:cNvSpPr/>
          <p:nvPr/>
        </p:nvSpPr>
        <p:spPr>
          <a:xfrm>
            <a:off x="7419568" y="2575482"/>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06" name="Google Shape;11906;p89"/>
          <p:cNvGrpSpPr/>
          <p:nvPr/>
        </p:nvGrpSpPr>
        <p:grpSpPr>
          <a:xfrm>
            <a:off x="7965936" y="2503322"/>
            <a:ext cx="356256" cy="351808"/>
            <a:chOff x="7993805" y="2427122"/>
            <a:chExt cx="356256" cy="351808"/>
          </a:xfrm>
        </p:grpSpPr>
        <p:sp>
          <p:nvSpPr>
            <p:cNvPr id="11907" name="Google Shape;11907;p89"/>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89"/>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89"/>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0" name="Google Shape;11910;p89"/>
          <p:cNvGrpSpPr/>
          <p:nvPr/>
        </p:nvGrpSpPr>
        <p:grpSpPr>
          <a:xfrm>
            <a:off x="850768" y="2041210"/>
            <a:ext cx="308640" cy="353312"/>
            <a:chOff x="878637" y="1965010"/>
            <a:chExt cx="308640" cy="353312"/>
          </a:xfrm>
        </p:grpSpPr>
        <p:sp>
          <p:nvSpPr>
            <p:cNvPr id="11911" name="Google Shape;11911;p89"/>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89"/>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89"/>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4" name="Google Shape;11914;p89"/>
          <p:cNvGrpSpPr/>
          <p:nvPr/>
        </p:nvGrpSpPr>
        <p:grpSpPr>
          <a:xfrm>
            <a:off x="6868272" y="2040922"/>
            <a:ext cx="348256" cy="352448"/>
            <a:chOff x="6896141" y="1964722"/>
            <a:chExt cx="348256" cy="352448"/>
          </a:xfrm>
        </p:grpSpPr>
        <p:sp>
          <p:nvSpPr>
            <p:cNvPr id="11915" name="Google Shape;11915;p89"/>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89"/>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89"/>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8" name="Google Shape;11918;p89"/>
          <p:cNvGrpSpPr/>
          <p:nvPr/>
        </p:nvGrpSpPr>
        <p:grpSpPr>
          <a:xfrm>
            <a:off x="7962128" y="2091578"/>
            <a:ext cx="355136" cy="303328"/>
            <a:chOff x="7989997" y="2015378"/>
            <a:chExt cx="355136" cy="303328"/>
          </a:xfrm>
        </p:grpSpPr>
        <p:sp>
          <p:nvSpPr>
            <p:cNvPr id="11919" name="Google Shape;11919;p89"/>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89"/>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89"/>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2" name="Google Shape;11922;p89"/>
          <p:cNvGrpSpPr/>
          <p:nvPr/>
        </p:nvGrpSpPr>
        <p:grpSpPr>
          <a:xfrm>
            <a:off x="3570352" y="1585562"/>
            <a:ext cx="348640" cy="330784"/>
            <a:chOff x="3598221" y="1509362"/>
            <a:chExt cx="348640" cy="330784"/>
          </a:xfrm>
        </p:grpSpPr>
        <p:sp>
          <p:nvSpPr>
            <p:cNvPr id="11923" name="Google Shape;11923;p89"/>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89"/>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89"/>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89"/>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7" name="Google Shape;11927;p89"/>
          <p:cNvGrpSpPr/>
          <p:nvPr/>
        </p:nvGrpSpPr>
        <p:grpSpPr>
          <a:xfrm>
            <a:off x="5218928" y="1576858"/>
            <a:ext cx="347872" cy="347488"/>
            <a:chOff x="5246797" y="1500658"/>
            <a:chExt cx="347872" cy="347488"/>
          </a:xfrm>
        </p:grpSpPr>
        <p:sp>
          <p:nvSpPr>
            <p:cNvPr id="11928" name="Google Shape;11928;p89"/>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89"/>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89"/>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89"/>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2" name="Google Shape;11932;p89"/>
          <p:cNvGrpSpPr/>
          <p:nvPr/>
        </p:nvGrpSpPr>
        <p:grpSpPr>
          <a:xfrm>
            <a:off x="5768720" y="1576858"/>
            <a:ext cx="349024" cy="346752"/>
            <a:chOff x="5796589" y="1500658"/>
            <a:chExt cx="349024" cy="346752"/>
          </a:xfrm>
        </p:grpSpPr>
        <p:sp>
          <p:nvSpPr>
            <p:cNvPr id="11933" name="Google Shape;11933;p89"/>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34" name="Google Shape;11934;p89"/>
            <p:cNvGrpSpPr/>
            <p:nvPr/>
          </p:nvGrpSpPr>
          <p:grpSpPr>
            <a:xfrm>
              <a:off x="5796589" y="1500658"/>
              <a:ext cx="349024" cy="346752"/>
              <a:chOff x="5796589" y="1500658"/>
              <a:chExt cx="349024" cy="346752"/>
            </a:xfrm>
          </p:grpSpPr>
          <p:sp>
            <p:nvSpPr>
              <p:cNvPr id="11935" name="Google Shape;11935;p89"/>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89"/>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89"/>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89"/>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939" name="Google Shape;11939;p89"/>
          <p:cNvGrpSpPr/>
          <p:nvPr/>
        </p:nvGrpSpPr>
        <p:grpSpPr>
          <a:xfrm>
            <a:off x="6867504" y="1578778"/>
            <a:ext cx="348640" cy="343296"/>
            <a:chOff x="6895373" y="1502578"/>
            <a:chExt cx="348640" cy="343296"/>
          </a:xfrm>
        </p:grpSpPr>
        <p:sp>
          <p:nvSpPr>
            <p:cNvPr id="11940" name="Google Shape;11940;p89"/>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89"/>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89"/>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3" name="Google Shape;11943;p89"/>
          <p:cNvGrpSpPr/>
          <p:nvPr/>
        </p:nvGrpSpPr>
        <p:grpSpPr>
          <a:xfrm>
            <a:off x="4119728" y="1581658"/>
            <a:ext cx="347904" cy="336992"/>
            <a:chOff x="4147597" y="1505458"/>
            <a:chExt cx="347904" cy="336992"/>
          </a:xfrm>
        </p:grpSpPr>
        <p:sp>
          <p:nvSpPr>
            <p:cNvPr id="11944" name="Google Shape;11944;p89"/>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89"/>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89"/>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89"/>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89"/>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89"/>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89"/>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1" name="Google Shape;11951;p89"/>
          <p:cNvGrpSpPr/>
          <p:nvPr/>
        </p:nvGrpSpPr>
        <p:grpSpPr>
          <a:xfrm>
            <a:off x="2471536" y="1576090"/>
            <a:ext cx="347488" cy="348256"/>
            <a:chOff x="2499405" y="1499890"/>
            <a:chExt cx="347488" cy="348256"/>
          </a:xfrm>
        </p:grpSpPr>
        <p:sp>
          <p:nvSpPr>
            <p:cNvPr id="11952" name="Google Shape;11952;p89"/>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89"/>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89"/>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89"/>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89"/>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7" name="Google Shape;11957;p89"/>
          <p:cNvGrpSpPr/>
          <p:nvPr/>
        </p:nvGrpSpPr>
        <p:grpSpPr>
          <a:xfrm>
            <a:off x="1928976" y="1576698"/>
            <a:ext cx="331520" cy="348032"/>
            <a:chOff x="1956845" y="1500498"/>
            <a:chExt cx="331520" cy="348032"/>
          </a:xfrm>
        </p:grpSpPr>
        <p:sp>
          <p:nvSpPr>
            <p:cNvPr id="11958" name="Google Shape;11958;p89"/>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89"/>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89"/>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89"/>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89"/>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89"/>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89"/>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89"/>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89"/>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89"/>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89"/>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89"/>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0" name="Google Shape;11970;p89"/>
          <p:cNvGrpSpPr/>
          <p:nvPr/>
        </p:nvGrpSpPr>
        <p:grpSpPr>
          <a:xfrm>
            <a:off x="6317744" y="1626074"/>
            <a:ext cx="348640" cy="250656"/>
            <a:chOff x="6345613" y="1549874"/>
            <a:chExt cx="348640" cy="250656"/>
          </a:xfrm>
        </p:grpSpPr>
        <p:sp>
          <p:nvSpPr>
            <p:cNvPr id="11971" name="Google Shape;11971;p89"/>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89"/>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89"/>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89"/>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89"/>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89"/>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7" name="Google Shape;11977;p89"/>
          <p:cNvGrpSpPr/>
          <p:nvPr/>
        </p:nvGrpSpPr>
        <p:grpSpPr>
          <a:xfrm>
            <a:off x="7416912" y="1583226"/>
            <a:ext cx="348640" cy="334272"/>
            <a:chOff x="7444781" y="1507026"/>
            <a:chExt cx="348640" cy="334272"/>
          </a:xfrm>
        </p:grpSpPr>
        <p:sp>
          <p:nvSpPr>
            <p:cNvPr id="11978" name="Google Shape;11978;p89"/>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89"/>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89"/>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89"/>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89"/>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3" name="Google Shape;11983;p89"/>
          <p:cNvGrpSpPr/>
          <p:nvPr/>
        </p:nvGrpSpPr>
        <p:grpSpPr>
          <a:xfrm>
            <a:off x="7967472" y="1582938"/>
            <a:ext cx="347872" cy="334944"/>
            <a:chOff x="7995341" y="1506738"/>
            <a:chExt cx="347872" cy="334944"/>
          </a:xfrm>
        </p:grpSpPr>
        <p:sp>
          <p:nvSpPr>
            <p:cNvPr id="11984" name="Google Shape;11984;p89"/>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89"/>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89"/>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89"/>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89"/>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89"/>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0" name="Google Shape;11990;p89"/>
          <p:cNvGrpSpPr/>
          <p:nvPr/>
        </p:nvGrpSpPr>
        <p:grpSpPr>
          <a:xfrm>
            <a:off x="3020176" y="1599130"/>
            <a:ext cx="347872" cy="303904"/>
            <a:chOff x="3048045" y="1522930"/>
            <a:chExt cx="347872" cy="303904"/>
          </a:xfrm>
        </p:grpSpPr>
        <p:sp>
          <p:nvSpPr>
            <p:cNvPr id="11991" name="Google Shape;11991;p89"/>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92" name="Google Shape;11992;p89"/>
            <p:cNvGrpSpPr/>
            <p:nvPr/>
          </p:nvGrpSpPr>
          <p:grpSpPr>
            <a:xfrm>
              <a:off x="3048045" y="1522930"/>
              <a:ext cx="347872" cy="303904"/>
              <a:chOff x="3048045" y="1522930"/>
              <a:chExt cx="347872" cy="303904"/>
            </a:xfrm>
          </p:grpSpPr>
          <p:sp>
            <p:nvSpPr>
              <p:cNvPr id="11993" name="Google Shape;11993;p89"/>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89"/>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995" name="Google Shape;11995;p89"/>
          <p:cNvGrpSpPr/>
          <p:nvPr/>
        </p:nvGrpSpPr>
        <p:grpSpPr>
          <a:xfrm>
            <a:off x="1105264" y="3428122"/>
            <a:ext cx="313984" cy="358560"/>
            <a:chOff x="1133133" y="3351922"/>
            <a:chExt cx="313984" cy="358560"/>
          </a:xfrm>
        </p:grpSpPr>
        <p:sp>
          <p:nvSpPr>
            <p:cNvPr id="11996" name="Google Shape;11996;p89"/>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89"/>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89"/>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89"/>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89"/>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89"/>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89"/>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89"/>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89"/>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89"/>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89"/>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89"/>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89"/>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89"/>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89"/>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89"/>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12" name="Google Shape;12012;p89"/>
          <p:cNvSpPr/>
          <p:nvPr/>
        </p:nvSpPr>
        <p:spPr>
          <a:xfrm>
            <a:off x="1681328" y="3430042"/>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13" name="Google Shape;12013;p89"/>
          <p:cNvGrpSpPr/>
          <p:nvPr/>
        </p:nvGrpSpPr>
        <p:grpSpPr>
          <a:xfrm>
            <a:off x="2767184" y="3428794"/>
            <a:ext cx="288448" cy="357120"/>
            <a:chOff x="2795053" y="3352594"/>
            <a:chExt cx="288448" cy="357120"/>
          </a:xfrm>
        </p:grpSpPr>
        <p:sp>
          <p:nvSpPr>
            <p:cNvPr id="12014" name="Google Shape;12014;p89"/>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89"/>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89"/>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89"/>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89"/>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89"/>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89"/>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89"/>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89"/>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3" name="Google Shape;12023;p89"/>
          <p:cNvGrpSpPr/>
          <p:nvPr/>
        </p:nvGrpSpPr>
        <p:grpSpPr>
          <a:xfrm>
            <a:off x="2208656" y="3429402"/>
            <a:ext cx="304832" cy="356512"/>
            <a:chOff x="2236525" y="3353202"/>
            <a:chExt cx="304832" cy="356512"/>
          </a:xfrm>
        </p:grpSpPr>
        <p:sp>
          <p:nvSpPr>
            <p:cNvPr id="12024" name="Google Shape;12024;p89"/>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89"/>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89"/>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7" name="Google Shape;12027;p89"/>
          <p:cNvGrpSpPr/>
          <p:nvPr/>
        </p:nvGrpSpPr>
        <p:grpSpPr>
          <a:xfrm>
            <a:off x="3882768" y="3428890"/>
            <a:ext cx="256800" cy="357024"/>
            <a:chOff x="3910637" y="3352690"/>
            <a:chExt cx="256800" cy="357024"/>
          </a:xfrm>
        </p:grpSpPr>
        <p:sp>
          <p:nvSpPr>
            <p:cNvPr id="12028" name="Google Shape;12028;p89"/>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89"/>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89"/>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1" name="Google Shape;12031;p89"/>
          <p:cNvGrpSpPr/>
          <p:nvPr/>
        </p:nvGrpSpPr>
        <p:grpSpPr>
          <a:xfrm>
            <a:off x="6028560" y="3428122"/>
            <a:ext cx="360064" cy="360096"/>
            <a:chOff x="6056429" y="3351922"/>
            <a:chExt cx="360064" cy="360096"/>
          </a:xfrm>
        </p:grpSpPr>
        <p:sp>
          <p:nvSpPr>
            <p:cNvPr id="12032" name="Google Shape;12032;p89"/>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89"/>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89"/>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5" name="Google Shape;12035;p89"/>
          <p:cNvGrpSpPr/>
          <p:nvPr/>
        </p:nvGrpSpPr>
        <p:grpSpPr>
          <a:xfrm>
            <a:off x="6581008" y="3429274"/>
            <a:ext cx="357408" cy="357408"/>
            <a:chOff x="6608877" y="3353074"/>
            <a:chExt cx="357408" cy="357408"/>
          </a:xfrm>
        </p:grpSpPr>
        <p:sp>
          <p:nvSpPr>
            <p:cNvPr id="12036" name="Google Shape;12036;p89"/>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89"/>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89"/>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89"/>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89"/>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89"/>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89"/>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43" name="Google Shape;12043;p89"/>
          <p:cNvSpPr/>
          <p:nvPr/>
        </p:nvSpPr>
        <p:spPr>
          <a:xfrm>
            <a:off x="7680176" y="3427738"/>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89"/>
          <p:cNvSpPr/>
          <p:nvPr/>
        </p:nvSpPr>
        <p:spPr>
          <a:xfrm>
            <a:off x="4395216" y="3429274"/>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45" name="Google Shape;12045;p89"/>
          <p:cNvGrpSpPr/>
          <p:nvPr/>
        </p:nvGrpSpPr>
        <p:grpSpPr>
          <a:xfrm>
            <a:off x="4931664" y="3446426"/>
            <a:ext cx="357408" cy="323488"/>
            <a:chOff x="4959533" y="3370226"/>
            <a:chExt cx="357408" cy="323488"/>
          </a:xfrm>
        </p:grpSpPr>
        <p:sp>
          <p:nvSpPr>
            <p:cNvPr id="12046" name="Google Shape;12046;p89"/>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89"/>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8" name="Google Shape;12048;p89"/>
          <p:cNvGrpSpPr/>
          <p:nvPr/>
        </p:nvGrpSpPr>
        <p:grpSpPr>
          <a:xfrm>
            <a:off x="7130768" y="3429274"/>
            <a:ext cx="357056" cy="357408"/>
            <a:chOff x="7158637" y="3353074"/>
            <a:chExt cx="357056" cy="357408"/>
          </a:xfrm>
        </p:grpSpPr>
        <p:sp>
          <p:nvSpPr>
            <p:cNvPr id="12049" name="Google Shape;12049;p89"/>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89"/>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89"/>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89"/>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3" name="Google Shape;12053;p89"/>
          <p:cNvGrpSpPr/>
          <p:nvPr/>
        </p:nvGrpSpPr>
        <p:grpSpPr>
          <a:xfrm>
            <a:off x="3288400" y="3428602"/>
            <a:ext cx="344832" cy="356544"/>
            <a:chOff x="3316269" y="3352402"/>
            <a:chExt cx="344832" cy="356544"/>
          </a:xfrm>
        </p:grpSpPr>
        <p:sp>
          <p:nvSpPr>
            <p:cNvPr id="12054" name="Google Shape;12054;p89"/>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89"/>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89"/>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7" name="Google Shape;12057;p89"/>
          <p:cNvGrpSpPr/>
          <p:nvPr/>
        </p:nvGrpSpPr>
        <p:grpSpPr>
          <a:xfrm>
            <a:off x="5481040" y="3447706"/>
            <a:ext cx="358560" cy="319552"/>
            <a:chOff x="5508909" y="3371506"/>
            <a:chExt cx="358560" cy="319552"/>
          </a:xfrm>
        </p:grpSpPr>
        <p:sp>
          <p:nvSpPr>
            <p:cNvPr id="12058" name="Google Shape;12058;p89"/>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89"/>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89"/>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89"/>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89"/>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89"/>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89"/>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89"/>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89"/>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89"/>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68" name="Google Shape;12068;p89"/>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Nature Icons</a:t>
            </a:r>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5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072"/>
        <p:cNvGrpSpPr/>
        <p:nvPr/>
      </p:nvGrpSpPr>
      <p:grpSpPr>
        <a:xfrm>
          <a:off x="0" y="0"/>
          <a:ext cx="0" cy="0"/>
          <a:chOff x="0" y="0"/>
          <a:chExt cx="0" cy="0"/>
        </a:xfrm>
      </p:grpSpPr>
      <p:sp>
        <p:nvSpPr>
          <p:cNvPr id="12073" name="Google Shape;12073;p90"/>
          <p:cNvSpPr/>
          <p:nvPr/>
        </p:nvSpPr>
        <p:spPr>
          <a:xfrm>
            <a:off x="2576745" y="3893161"/>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74" name="Google Shape;12074;p90"/>
          <p:cNvGrpSpPr/>
          <p:nvPr/>
        </p:nvGrpSpPr>
        <p:grpSpPr>
          <a:xfrm>
            <a:off x="3026217" y="3893352"/>
            <a:ext cx="346056" cy="345674"/>
            <a:chOff x="3303268" y="3817349"/>
            <a:chExt cx="346056" cy="345674"/>
          </a:xfrm>
        </p:grpSpPr>
        <p:sp>
          <p:nvSpPr>
            <p:cNvPr id="12075" name="Google Shape;12075;p90"/>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90"/>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90"/>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90"/>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9" name="Google Shape;12079;p90"/>
          <p:cNvGrpSpPr/>
          <p:nvPr/>
        </p:nvGrpSpPr>
        <p:grpSpPr>
          <a:xfrm>
            <a:off x="3475306" y="3893352"/>
            <a:ext cx="346056" cy="345674"/>
            <a:chOff x="3752358" y="3817349"/>
            <a:chExt cx="346056" cy="345674"/>
          </a:xfrm>
        </p:grpSpPr>
        <p:sp>
          <p:nvSpPr>
            <p:cNvPr id="12080" name="Google Shape;12080;p90"/>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90"/>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90"/>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90"/>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4" name="Google Shape;12084;p90"/>
          <p:cNvGrpSpPr/>
          <p:nvPr/>
        </p:nvGrpSpPr>
        <p:grpSpPr>
          <a:xfrm>
            <a:off x="4822956" y="3893352"/>
            <a:ext cx="346024" cy="345674"/>
            <a:chOff x="5100008" y="3817349"/>
            <a:chExt cx="346024" cy="345674"/>
          </a:xfrm>
        </p:grpSpPr>
        <p:sp>
          <p:nvSpPr>
            <p:cNvPr id="12085" name="Google Shape;12085;p90"/>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90"/>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90"/>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8" name="Google Shape;12088;p90"/>
          <p:cNvGrpSpPr/>
          <p:nvPr/>
        </p:nvGrpSpPr>
        <p:grpSpPr>
          <a:xfrm>
            <a:off x="5721867" y="3893352"/>
            <a:ext cx="345674" cy="345674"/>
            <a:chOff x="5998919" y="3817349"/>
            <a:chExt cx="345674" cy="345674"/>
          </a:xfrm>
        </p:grpSpPr>
        <p:sp>
          <p:nvSpPr>
            <p:cNvPr id="12089" name="Google Shape;12089;p90"/>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90"/>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90"/>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2" name="Google Shape;12092;p90"/>
          <p:cNvGrpSpPr/>
          <p:nvPr/>
        </p:nvGrpSpPr>
        <p:grpSpPr>
          <a:xfrm>
            <a:off x="3924396" y="3893352"/>
            <a:ext cx="346024" cy="345674"/>
            <a:chOff x="4201447" y="3817349"/>
            <a:chExt cx="346024" cy="345674"/>
          </a:xfrm>
        </p:grpSpPr>
        <p:sp>
          <p:nvSpPr>
            <p:cNvPr id="12093" name="Google Shape;12093;p90"/>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90"/>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5" name="Google Shape;12095;p90"/>
          <p:cNvGrpSpPr/>
          <p:nvPr/>
        </p:nvGrpSpPr>
        <p:grpSpPr>
          <a:xfrm>
            <a:off x="4373867" y="3893352"/>
            <a:ext cx="346024" cy="345674"/>
            <a:chOff x="4650919" y="3817349"/>
            <a:chExt cx="346024" cy="345674"/>
          </a:xfrm>
        </p:grpSpPr>
        <p:sp>
          <p:nvSpPr>
            <p:cNvPr id="12096" name="Google Shape;12096;p90"/>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90"/>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90"/>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9" name="Google Shape;12099;p90"/>
          <p:cNvGrpSpPr/>
          <p:nvPr/>
        </p:nvGrpSpPr>
        <p:grpSpPr>
          <a:xfrm>
            <a:off x="5272810" y="3893352"/>
            <a:ext cx="345642" cy="345674"/>
            <a:chOff x="5549861" y="3817349"/>
            <a:chExt cx="345642" cy="345674"/>
          </a:xfrm>
        </p:grpSpPr>
        <p:sp>
          <p:nvSpPr>
            <p:cNvPr id="12100" name="Google Shape;12100;p90"/>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90"/>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90"/>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3" name="Google Shape;12103;p90"/>
          <p:cNvGrpSpPr/>
          <p:nvPr/>
        </p:nvGrpSpPr>
        <p:grpSpPr>
          <a:xfrm>
            <a:off x="1281335" y="3474029"/>
            <a:ext cx="367255" cy="269855"/>
            <a:chOff x="1306445" y="3397829"/>
            <a:chExt cx="367255" cy="269855"/>
          </a:xfrm>
        </p:grpSpPr>
        <p:sp>
          <p:nvSpPr>
            <p:cNvPr id="12104" name="Google Shape;12104;p90"/>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90"/>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90"/>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90"/>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90"/>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90"/>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0" name="Google Shape;12110;p90"/>
          <p:cNvGrpSpPr/>
          <p:nvPr/>
        </p:nvGrpSpPr>
        <p:grpSpPr>
          <a:xfrm>
            <a:off x="1756207" y="3467600"/>
            <a:ext cx="367255" cy="282364"/>
            <a:chOff x="1781317" y="3391400"/>
            <a:chExt cx="367255" cy="282364"/>
          </a:xfrm>
        </p:grpSpPr>
        <p:sp>
          <p:nvSpPr>
            <p:cNvPr id="12111" name="Google Shape;12111;p90"/>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90"/>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90"/>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90"/>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90"/>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90"/>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7" name="Google Shape;12117;p90"/>
          <p:cNvGrpSpPr/>
          <p:nvPr/>
        </p:nvGrpSpPr>
        <p:grpSpPr>
          <a:xfrm>
            <a:off x="3653720" y="3447133"/>
            <a:ext cx="369164" cy="323297"/>
            <a:chOff x="3678830" y="3370933"/>
            <a:chExt cx="369164" cy="323297"/>
          </a:xfrm>
        </p:grpSpPr>
        <p:sp>
          <p:nvSpPr>
            <p:cNvPr id="12118" name="Google Shape;12118;p90"/>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90"/>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90"/>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90"/>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90"/>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90"/>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90"/>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90"/>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90"/>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90"/>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90"/>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9" name="Google Shape;12129;p90"/>
          <p:cNvGrpSpPr/>
          <p:nvPr/>
        </p:nvGrpSpPr>
        <p:grpSpPr>
          <a:xfrm>
            <a:off x="834155" y="3424375"/>
            <a:ext cx="312316" cy="368400"/>
            <a:chOff x="859265" y="3348175"/>
            <a:chExt cx="312316" cy="368400"/>
          </a:xfrm>
        </p:grpSpPr>
        <p:sp>
          <p:nvSpPr>
            <p:cNvPr id="12130" name="Google Shape;12130;p90"/>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90"/>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90"/>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90"/>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90"/>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35" name="Google Shape;12135;p90"/>
          <p:cNvSpPr/>
          <p:nvPr/>
        </p:nvSpPr>
        <p:spPr>
          <a:xfrm>
            <a:off x="2231811" y="3454327"/>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36" name="Google Shape;12136;p90"/>
          <p:cNvGrpSpPr/>
          <p:nvPr/>
        </p:nvGrpSpPr>
        <p:grpSpPr>
          <a:xfrm>
            <a:off x="2741264" y="3437213"/>
            <a:ext cx="330110" cy="308908"/>
            <a:chOff x="2766264" y="3394042"/>
            <a:chExt cx="294873" cy="275934"/>
          </a:xfrm>
        </p:grpSpPr>
        <p:sp>
          <p:nvSpPr>
            <p:cNvPr id="12137" name="Google Shape;12137;p90"/>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90"/>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90"/>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90"/>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1" name="Google Shape;12141;p90"/>
          <p:cNvGrpSpPr/>
          <p:nvPr/>
        </p:nvGrpSpPr>
        <p:grpSpPr>
          <a:xfrm>
            <a:off x="3189862" y="3435388"/>
            <a:ext cx="346406" cy="347552"/>
            <a:chOff x="3214972" y="3359188"/>
            <a:chExt cx="346406" cy="347552"/>
          </a:xfrm>
        </p:grpSpPr>
        <p:sp>
          <p:nvSpPr>
            <p:cNvPr id="12142" name="Google Shape;12142;p90"/>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90"/>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90"/>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90"/>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90"/>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90"/>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90"/>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90"/>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90"/>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1" name="Google Shape;12151;p90"/>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90"/>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90"/>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90"/>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90"/>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6" name="Google Shape;12156;p90"/>
          <p:cNvGrpSpPr/>
          <p:nvPr/>
        </p:nvGrpSpPr>
        <p:grpSpPr>
          <a:xfrm>
            <a:off x="4604196" y="3485393"/>
            <a:ext cx="367255" cy="244486"/>
            <a:chOff x="4629306" y="3409193"/>
            <a:chExt cx="367255" cy="244486"/>
          </a:xfrm>
        </p:grpSpPr>
        <p:sp>
          <p:nvSpPr>
            <p:cNvPr id="12157" name="Google Shape;12157;p90"/>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90"/>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90"/>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90"/>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90"/>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90"/>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90"/>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90"/>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90"/>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90"/>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7" name="Google Shape;12167;p90"/>
          <p:cNvGrpSpPr/>
          <p:nvPr/>
        </p:nvGrpSpPr>
        <p:grpSpPr>
          <a:xfrm>
            <a:off x="4168380" y="3426284"/>
            <a:ext cx="289939" cy="334661"/>
            <a:chOff x="4193490" y="3350084"/>
            <a:chExt cx="289939" cy="334661"/>
          </a:xfrm>
        </p:grpSpPr>
        <p:sp>
          <p:nvSpPr>
            <p:cNvPr id="12168" name="Google Shape;12168;p90"/>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90"/>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90"/>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90"/>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90"/>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90"/>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90"/>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90"/>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90"/>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90"/>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8" name="Google Shape;12178;p90"/>
          <p:cNvGrpSpPr/>
          <p:nvPr/>
        </p:nvGrpSpPr>
        <p:grpSpPr>
          <a:xfrm>
            <a:off x="6508171" y="3427430"/>
            <a:ext cx="357037" cy="357005"/>
            <a:chOff x="6533281" y="3351230"/>
            <a:chExt cx="357037" cy="357005"/>
          </a:xfrm>
        </p:grpSpPr>
        <p:sp>
          <p:nvSpPr>
            <p:cNvPr id="12179" name="Google Shape;12179;p90"/>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90"/>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90"/>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2" name="Google Shape;12182;p90"/>
          <p:cNvGrpSpPr/>
          <p:nvPr/>
        </p:nvGrpSpPr>
        <p:grpSpPr>
          <a:xfrm>
            <a:off x="6033331" y="3427430"/>
            <a:ext cx="357387" cy="357005"/>
            <a:chOff x="6058441" y="3351230"/>
            <a:chExt cx="357387" cy="357005"/>
          </a:xfrm>
        </p:grpSpPr>
        <p:sp>
          <p:nvSpPr>
            <p:cNvPr id="12183" name="Google Shape;12183;p90"/>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90"/>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5" name="Google Shape;12185;p90"/>
          <p:cNvGrpSpPr/>
          <p:nvPr/>
        </p:nvGrpSpPr>
        <p:grpSpPr>
          <a:xfrm>
            <a:off x="7932373" y="3427048"/>
            <a:ext cx="357387" cy="357387"/>
            <a:chOff x="7957483" y="3350848"/>
            <a:chExt cx="357387" cy="357387"/>
          </a:xfrm>
        </p:grpSpPr>
        <p:sp>
          <p:nvSpPr>
            <p:cNvPr id="12186" name="Google Shape;12186;p90"/>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90"/>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90"/>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9" name="Google Shape;12189;p90"/>
          <p:cNvGrpSpPr/>
          <p:nvPr/>
        </p:nvGrpSpPr>
        <p:grpSpPr>
          <a:xfrm>
            <a:off x="6982661" y="3427430"/>
            <a:ext cx="357387" cy="357005"/>
            <a:chOff x="7007771" y="3351230"/>
            <a:chExt cx="357387" cy="357005"/>
          </a:xfrm>
        </p:grpSpPr>
        <p:sp>
          <p:nvSpPr>
            <p:cNvPr id="12190" name="Google Shape;12190;p90"/>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90"/>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90"/>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90"/>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90"/>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5" name="Google Shape;12195;p90"/>
          <p:cNvGrpSpPr/>
          <p:nvPr/>
        </p:nvGrpSpPr>
        <p:grpSpPr>
          <a:xfrm>
            <a:off x="5083620" y="3427430"/>
            <a:ext cx="357005" cy="357005"/>
            <a:chOff x="5108729" y="3351230"/>
            <a:chExt cx="357005" cy="357005"/>
          </a:xfrm>
        </p:grpSpPr>
        <p:sp>
          <p:nvSpPr>
            <p:cNvPr id="12196" name="Google Shape;12196;p90"/>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90"/>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8" name="Google Shape;12198;p90"/>
          <p:cNvGrpSpPr/>
          <p:nvPr/>
        </p:nvGrpSpPr>
        <p:grpSpPr>
          <a:xfrm>
            <a:off x="5558459" y="3427430"/>
            <a:ext cx="357419" cy="357005"/>
            <a:chOff x="5583569" y="3351230"/>
            <a:chExt cx="357419" cy="357005"/>
          </a:xfrm>
        </p:grpSpPr>
        <p:sp>
          <p:nvSpPr>
            <p:cNvPr id="12199" name="Google Shape;12199;p90"/>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90"/>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1" name="Google Shape;12201;p90"/>
          <p:cNvGrpSpPr/>
          <p:nvPr/>
        </p:nvGrpSpPr>
        <p:grpSpPr>
          <a:xfrm>
            <a:off x="7457119" y="3427430"/>
            <a:ext cx="357419" cy="357005"/>
            <a:chOff x="7482229" y="3351230"/>
            <a:chExt cx="357419" cy="357005"/>
          </a:xfrm>
        </p:grpSpPr>
        <p:sp>
          <p:nvSpPr>
            <p:cNvPr id="12202" name="Google Shape;12202;p90"/>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90"/>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90"/>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90"/>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90"/>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7" name="Google Shape;12207;p90"/>
          <p:cNvGrpSpPr/>
          <p:nvPr/>
        </p:nvGrpSpPr>
        <p:grpSpPr>
          <a:xfrm>
            <a:off x="3739375" y="2966882"/>
            <a:ext cx="222874" cy="345737"/>
            <a:chOff x="3764485" y="2890682"/>
            <a:chExt cx="222874" cy="345737"/>
          </a:xfrm>
        </p:grpSpPr>
        <p:sp>
          <p:nvSpPr>
            <p:cNvPr id="12208" name="Google Shape;12208;p90"/>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90"/>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90"/>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1" name="Google Shape;12211;p90"/>
          <p:cNvGrpSpPr/>
          <p:nvPr/>
        </p:nvGrpSpPr>
        <p:grpSpPr>
          <a:xfrm>
            <a:off x="2213507" y="2984331"/>
            <a:ext cx="422596" cy="310382"/>
            <a:chOff x="2278533" y="2937377"/>
            <a:chExt cx="346788" cy="254704"/>
          </a:xfrm>
        </p:grpSpPr>
        <p:sp>
          <p:nvSpPr>
            <p:cNvPr id="12212" name="Google Shape;12212;p90"/>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90"/>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14" name="Google Shape;12214;p90"/>
          <p:cNvSpPr/>
          <p:nvPr/>
        </p:nvSpPr>
        <p:spPr>
          <a:xfrm>
            <a:off x="3202753" y="2967328"/>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15" name="Google Shape;12215;p90"/>
          <p:cNvGrpSpPr/>
          <p:nvPr/>
        </p:nvGrpSpPr>
        <p:grpSpPr>
          <a:xfrm>
            <a:off x="1811527" y="2967710"/>
            <a:ext cx="286152" cy="346438"/>
            <a:chOff x="1836637" y="2891510"/>
            <a:chExt cx="286152" cy="346438"/>
          </a:xfrm>
        </p:grpSpPr>
        <p:sp>
          <p:nvSpPr>
            <p:cNvPr id="12216" name="Google Shape;12216;p90"/>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90"/>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90"/>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9" name="Google Shape;12219;p90"/>
          <p:cNvGrpSpPr/>
          <p:nvPr/>
        </p:nvGrpSpPr>
        <p:grpSpPr>
          <a:xfrm>
            <a:off x="5560751" y="2982129"/>
            <a:ext cx="379764" cy="337684"/>
            <a:chOff x="5585861" y="2905929"/>
            <a:chExt cx="379764" cy="337684"/>
          </a:xfrm>
        </p:grpSpPr>
        <p:sp>
          <p:nvSpPr>
            <p:cNvPr id="12220" name="Google Shape;12220;p90"/>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90"/>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90"/>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90"/>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4" name="Google Shape;12224;p90"/>
          <p:cNvGrpSpPr/>
          <p:nvPr/>
        </p:nvGrpSpPr>
        <p:grpSpPr>
          <a:xfrm>
            <a:off x="1302566" y="2986680"/>
            <a:ext cx="347934" cy="310024"/>
            <a:chOff x="1327676" y="2910480"/>
            <a:chExt cx="347934" cy="310024"/>
          </a:xfrm>
        </p:grpSpPr>
        <p:sp>
          <p:nvSpPr>
            <p:cNvPr id="12225" name="Google Shape;12225;p90"/>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90"/>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90"/>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90"/>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90"/>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30" name="Google Shape;12230;p90"/>
          <p:cNvSpPr/>
          <p:nvPr/>
        </p:nvSpPr>
        <p:spPr>
          <a:xfrm>
            <a:off x="2760857" y="3271272"/>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31" name="Google Shape;12231;p90"/>
          <p:cNvGrpSpPr/>
          <p:nvPr/>
        </p:nvGrpSpPr>
        <p:grpSpPr>
          <a:xfrm>
            <a:off x="2728291" y="2945764"/>
            <a:ext cx="382828" cy="358601"/>
            <a:chOff x="2753373" y="2902523"/>
            <a:chExt cx="347552" cy="325557"/>
          </a:xfrm>
        </p:grpSpPr>
        <p:sp>
          <p:nvSpPr>
            <p:cNvPr id="12232" name="Google Shape;12232;p90"/>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90"/>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90"/>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90"/>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90"/>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90"/>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8" name="Google Shape;12238;p90"/>
          <p:cNvGrpSpPr/>
          <p:nvPr/>
        </p:nvGrpSpPr>
        <p:grpSpPr>
          <a:xfrm>
            <a:off x="823906" y="2979455"/>
            <a:ext cx="356655" cy="335425"/>
            <a:chOff x="849016" y="2903255"/>
            <a:chExt cx="356655" cy="335425"/>
          </a:xfrm>
        </p:grpSpPr>
        <p:sp>
          <p:nvSpPr>
            <p:cNvPr id="12239" name="Google Shape;12239;p90"/>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90"/>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90"/>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90"/>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90"/>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90"/>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90"/>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90"/>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90"/>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90"/>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90"/>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0" name="Google Shape;12250;p90"/>
          <p:cNvGrpSpPr/>
          <p:nvPr/>
        </p:nvGrpSpPr>
        <p:grpSpPr>
          <a:xfrm>
            <a:off x="4185823" y="3002977"/>
            <a:ext cx="280072" cy="275520"/>
            <a:chOff x="4210933" y="2926777"/>
            <a:chExt cx="280072" cy="275520"/>
          </a:xfrm>
        </p:grpSpPr>
        <p:sp>
          <p:nvSpPr>
            <p:cNvPr id="12251" name="Google Shape;12251;p90"/>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90"/>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90"/>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90"/>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90"/>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90"/>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90"/>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90"/>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90"/>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90"/>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90"/>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90"/>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90"/>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4" name="Google Shape;12264;p90"/>
          <p:cNvGrpSpPr/>
          <p:nvPr/>
        </p:nvGrpSpPr>
        <p:grpSpPr>
          <a:xfrm>
            <a:off x="4642106" y="2991582"/>
            <a:ext cx="320273" cy="318395"/>
            <a:chOff x="4667216" y="2915382"/>
            <a:chExt cx="320273" cy="318395"/>
          </a:xfrm>
        </p:grpSpPr>
        <p:sp>
          <p:nvSpPr>
            <p:cNvPr id="12265" name="Google Shape;12265;p90"/>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90"/>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90"/>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90"/>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9" name="Google Shape;12269;p90"/>
          <p:cNvGrpSpPr/>
          <p:nvPr/>
        </p:nvGrpSpPr>
        <p:grpSpPr>
          <a:xfrm>
            <a:off x="5145370" y="3010839"/>
            <a:ext cx="261929" cy="280550"/>
            <a:chOff x="5170480" y="2934639"/>
            <a:chExt cx="261929" cy="280550"/>
          </a:xfrm>
        </p:grpSpPr>
        <p:sp>
          <p:nvSpPr>
            <p:cNvPr id="12270" name="Google Shape;12270;p90"/>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90"/>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90"/>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90"/>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90"/>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90"/>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90"/>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7" name="Google Shape;12277;p90"/>
          <p:cNvGrpSpPr/>
          <p:nvPr/>
        </p:nvGrpSpPr>
        <p:grpSpPr>
          <a:xfrm>
            <a:off x="6044313" y="2968091"/>
            <a:ext cx="362321" cy="364231"/>
            <a:chOff x="6069423" y="2891892"/>
            <a:chExt cx="362321" cy="364231"/>
          </a:xfrm>
        </p:grpSpPr>
        <p:sp>
          <p:nvSpPr>
            <p:cNvPr id="12278" name="Google Shape;12278;p90"/>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90"/>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90"/>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90"/>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90"/>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90"/>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4" name="Google Shape;12284;p90"/>
          <p:cNvGrpSpPr/>
          <p:nvPr/>
        </p:nvGrpSpPr>
        <p:grpSpPr>
          <a:xfrm>
            <a:off x="6546845" y="2995370"/>
            <a:ext cx="308878" cy="311170"/>
            <a:chOff x="6571955" y="2919170"/>
            <a:chExt cx="308878" cy="311170"/>
          </a:xfrm>
        </p:grpSpPr>
        <p:sp>
          <p:nvSpPr>
            <p:cNvPr id="12285" name="Google Shape;12285;p90"/>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90"/>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90"/>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90"/>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90"/>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90"/>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90"/>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90"/>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90"/>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90"/>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5" name="Google Shape;12295;p90"/>
          <p:cNvGrpSpPr/>
          <p:nvPr/>
        </p:nvGrpSpPr>
        <p:grpSpPr>
          <a:xfrm>
            <a:off x="7474944" y="3010935"/>
            <a:ext cx="350576" cy="280454"/>
            <a:chOff x="7500054" y="2934735"/>
            <a:chExt cx="350576" cy="280454"/>
          </a:xfrm>
        </p:grpSpPr>
        <p:sp>
          <p:nvSpPr>
            <p:cNvPr id="12296" name="Google Shape;12296;p90"/>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90"/>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90"/>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90"/>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90"/>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90"/>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90"/>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90"/>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4" name="Google Shape;12304;p90"/>
          <p:cNvGrpSpPr/>
          <p:nvPr/>
        </p:nvGrpSpPr>
        <p:grpSpPr>
          <a:xfrm>
            <a:off x="6987570" y="2950862"/>
            <a:ext cx="332012" cy="355454"/>
            <a:chOff x="7055134" y="2919170"/>
            <a:chExt cx="290321" cy="310820"/>
          </a:xfrm>
        </p:grpSpPr>
        <p:sp>
          <p:nvSpPr>
            <p:cNvPr id="12305" name="Google Shape;12305;p90"/>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90"/>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90"/>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90"/>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9" name="Google Shape;12309;p90"/>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90"/>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90"/>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90"/>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90"/>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90"/>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90"/>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90"/>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90"/>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90"/>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19" name="Google Shape;12319;p90"/>
          <p:cNvGrpSpPr/>
          <p:nvPr/>
        </p:nvGrpSpPr>
        <p:grpSpPr>
          <a:xfrm>
            <a:off x="7960033" y="2976813"/>
            <a:ext cx="330109" cy="347552"/>
            <a:chOff x="7985143" y="2900613"/>
            <a:chExt cx="330109" cy="347552"/>
          </a:xfrm>
        </p:grpSpPr>
        <p:sp>
          <p:nvSpPr>
            <p:cNvPr id="12320" name="Google Shape;12320;p90"/>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90"/>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90"/>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90"/>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90"/>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90"/>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90"/>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90"/>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8" name="Google Shape;12328;p90"/>
          <p:cNvGrpSpPr/>
          <p:nvPr/>
        </p:nvGrpSpPr>
        <p:grpSpPr>
          <a:xfrm>
            <a:off x="7965731" y="2511426"/>
            <a:ext cx="354363" cy="353631"/>
            <a:chOff x="7990840" y="2435226"/>
            <a:chExt cx="354363" cy="353631"/>
          </a:xfrm>
        </p:grpSpPr>
        <p:sp>
          <p:nvSpPr>
            <p:cNvPr id="12329" name="Google Shape;12329;p90"/>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90"/>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90"/>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2" name="Google Shape;12332;p90"/>
          <p:cNvGrpSpPr/>
          <p:nvPr/>
        </p:nvGrpSpPr>
        <p:grpSpPr>
          <a:xfrm>
            <a:off x="1792207" y="2556530"/>
            <a:ext cx="350958" cy="263043"/>
            <a:chOff x="1817317" y="2480330"/>
            <a:chExt cx="350958" cy="263043"/>
          </a:xfrm>
        </p:grpSpPr>
        <p:sp>
          <p:nvSpPr>
            <p:cNvPr id="12333" name="Google Shape;12333;p90"/>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90"/>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90"/>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90"/>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90"/>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8" name="Google Shape;12338;p90"/>
          <p:cNvGrpSpPr/>
          <p:nvPr/>
        </p:nvGrpSpPr>
        <p:grpSpPr>
          <a:xfrm>
            <a:off x="1316617" y="2559549"/>
            <a:ext cx="419913" cy="308109"/>
            <a:chOff x="1341727" y="2483349"/>
            <a:chExt cx="419913" cy="308109"/>
          </a:xfrm>
        </p:grpSpPr>
        <p:sp>
          <p:nvSpPr>
            <p:cNvPr id="12339" name="Google Shape;12339;p90"/>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90"/>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90"/>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2" name="Google Shape;12342;p90"/>
          <p:cNvGrpSpPr/>
          <p:nvPr/>
        </p:nvGrpSpPr>
        <p:grpSpPr>
          <a:xfrm>
            <a:off x="829222" y="2523936"/>
            <a:ext cx="376358" cy="330109"/>
            <a:chOff x="854332" y="2447736"/>
            <a:chExt cx="376358" cy="330109"/>
          </a:xfrm>
        </p:grpSpPr>
        <p:sp>
          <p:nvSpPr>
            <p:cNvPr id="12343" name="Google Shape;12343;p90"/>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90"/>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90"/>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90"/>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90"/>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90"/>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90"/>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90"/>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1" name="Google Shape;12351;p90"/>
          <p:cNvGrpSpPr/>
          <p:nvPr/>
        </p:nvGrpSpPr>
        <p:grpSpPr>
          <a:xfrm>
            <a:off x="4181653" y="2527151"/>
            <a:ext cx="322151" cy="322374"/>
            <a:chOff x="4206763" y="2450951"/>
            <a:chExt cx="322151" cy="322374"/>
          </a:xfrm>
        </p:grpSpPr>
        <p:sp>
          <p:nvSpPr>
            <p:cNvPr id="12352" name="Google Shape;12352;p90"/>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90"/>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4" name="Google Shape;12354;p90"/>
          <p:cNvGrpSpPr/>
          <p:nvPr/>
        </p:nvGrpSpPr>
        <p:grpSpPr>
          <a:xfrm>
            <a:off x="7491236" y="2526259"/>
            <a:ext cx="327976" cy="324316"/>
            <a:chOff x="7528096" y="2450059"/>
            <a:chExt cx="327976" cy="324316"/>
          </a:xfrm>
        </p:grpSpPr>
        <p:sp>
          <p:nvSpPr>
            <p:cNvPr id="12355" name="Google Shape;12355;p90"/>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90"/>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90"/>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90"/>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90"/>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60" name="Google Shape;12360;p90"/>
          <p:cNvGrpSpPr/>
          <p:nvPr/>
        </p:nvGrpSpPr>
        <p:grpSpPr>
          <a:xfrm>
            <a:off x="7052019" y="2588742"/>
            <a:ext cx="282364" cy="198619"/>
            <a:chOff x="7077129" y="2512542"/>
            <a:chExt cx="282364" cy="198619"/>
          </a:xfrm>
        </p:grpSpPr>
        <p:sp>
          <p:nvSpPr>
            <p:cNvPr id="12361" name="Google Shape;12361;p90"/>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90"/>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90"/>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90"/>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90"/>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90"/>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67" name="Google Shape;12367;p90"/>
          <p:cNvGrpSpPr/>
          <p:nvPr/>
        </p:nvGrpSpPr>
        <p:grpSpPr>
          <a:xfrm>
            <a:off x="3700351" y="2520912"/>
            <a:ext cx="334279" cy="334661"/>
            <a:chOff x="3725461" y="2444712"/>
            <a:chExt cx="334279" cy="334661"/>
          </a:xfrm>
        </p:grpSpPr>
        <p:sp>
          <p:nvSpPr>
            <p:cNvPr id="12368" name="Google Shape;12368;p90"/>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90"/>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90"/>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90"/>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90"/>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90"/>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90"/>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5" name="Google Shape;12375;p90"/>
          <p:cNvGrpSpPr/>
          <p:nvPr/>
        </p:nvGrpSpPr>
        <p:grpSpPr>
          <a:xfrm>
            <a:off x="6552128" y="2533421"/>
            <a:ext cx="332019" cy="310788"/>
            <a:chOff x="6577238" y="2457221"/>
            <a:chExt cx="332019" cy="310788"/>
          </a:xfrm>
        </p:grpSpPr>
        <p:sp>
          <p:nvSpPr>
            <p:cNvPr id="12376" name="Google Shape;12376;p90"/>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90"/>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90"/>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90"/>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90"/>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90"/>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2" name="Google Shape;12382;p90"/>
          <p:cNvGrpSpPr/>
          <p:nvPr/>
        </p:nvGrpSpPr>
        <p:grpSpPr>
          <a:xfrm>
            <a:off x="2793451" y="2515978"/>
            <a:ext cx="247892" cy="346024"/>
            <a:chOff x="2818561" y="2439778"/>
            <a:chExt cx="247892" cy="346024"/>
          </a:xfrm>
        </p:grpSpPr>
        <p:sp>
          <p:nvSpPr>
            <p:cNvPr id="12383" name="Google Shape;12383;p90"/>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90"/>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90"/>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90"/>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90"/>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90"/>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90"/>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90"/>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90"/>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90"/>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3" name="Google Shape;12393;p90"/>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4" name="Google Shape;12394;p90"/>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5" name="Google Shape;12395;p90"/>
          <p:cNvGrpSpPr/>
          <p:nvPr/>
        </p:nvGrpSpPr>
        <p:grpSpPr>
          <a:xfrm>
            <a:off x="3182668" y="2550832"/>
            <a:ext cx="419933" cy="275170"/>
            <a:chOff x="3207778" y="2474632"/>
            <a:chExt cx="419933" cy="275170"/>
          </a:xfrm>
        </p:grpSpPr>
        <p:sp>
          <p:nvSpPr>
            <p:cNvPr id="12396" name="Google Shape;12396;p90"/>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7" name="Google Shape;12397;p90"/>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90"/>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90"/>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90"/>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90"/>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2" name="Google Shape;12402;p90"/>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90"/>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90"/>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90"/>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90"/>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90"/>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90"/>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90"/>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0" name="Google Shape;12410;p90"/>
          <p:cNvGrpSpPr/>
          <p:nvPr/>
        </p:nvGrpSpPr>
        <p:grpSpPr>
          <a:xfrm>
            <a:off x="6074265" y="2532275"/>
            <a:ext cx="337684" cy="314194"/>
            <a:chOff x="6099375" y="2456075"/>
            <a:chExt cx="337684" cy="314194"/>
          </a:xfrm>
        </p:grpSpPr>
        <p:sp>
          <p:nvSpPr>
            <p:cNvPr id="12411" name="Google Shape;12411;p90"/>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90"/>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3" name="Google Shape;12413;p90"/>
          <p:cNvGrpSpPr/>
          <p:nvPr/>
        </p:nvGrpSpPr>
        <p:grpSpPr>
          <a:xfrm>
            <a:off x="2287513" y="2544784"/>
            <a:ext cx="312698" cy="286534"/>
            <a:chOff x="2312623" y="2468584"/>
            <a:chExt cx="312698" cy="286534"/>
          </a:xfrm>
        </p:grpSpPr>
        <p:sp>
          <p:nvSpPr>
            <p:cNvPr id="12414" name="Google Shape;12414;p90"/>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90"/>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90"/>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7" name="Google Shape;12417;p90"/>
          <p:cNvGrpSpPr/>
          <p:nvPr/>
        </p:nvGrpSpPr>
        <p:grpSpPr>
          <a:xfrm>
            <a:off x="5593695" y="2517124"/>
            <a:ext cx="345292" cy="342618"/>
            <a:chOff x="5618805" y="2440924"/>
            <a:chExt cx="345292" cy="342618"/>
          </a:xfrm>
        </p:grpSpPr>
        <p:sp>
          <p:nvSpPr>
            <p:cNvPr id="12418" name="Google Shape;12418;p90"/>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9" name="Google Shape;12419;p90"/>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90"/>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90"/>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90"/>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3" name="Google Shape;12423;p90"/>
          <p:cNvGrpSpPr/>
          <p:nvPr/>
        </p:nvGrpSpPr>
        <p:grpSpPr>
          <a:xfrm>
            <a:off x="4628069" y="2522790"/>
            <a:ext cx="377886" cy="331255"/>
            <a:chOff x="4653179" y="2446590"/>
            <a:chExt cx="377886" cy="331255"/>
          </a:xfrm>
        </p:grpSpPr>
        <p:sp>
          <p:nvSpPr>
            <p:cNvPr id="12424" name="Google Shape;12424;p90"/>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90"/>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90"/>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90"/>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8" name="Google Shape;12428;p90"/>
          <p:cNvGrpSpPr/>
          <p:nvPr/>
        </p:nvGrpSpPr>
        <p:grpSpPr>
          <a:xfrm>
            <a:off x="5159407" y="2535681"/>
            <a:ext cx="252062" cy="305122"/>
            <a:chOff x="5184517" y="2459481"/>
            <a:chExt cx="252062" cy="305122"/>
          </a:xfrm>
        </p:grpSpPr>
        <p:sp>
          <p:nvSpPr>
            <p:cNvPr id="12429" name="Google Shape;12429;p90"/>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90"/>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1" name="Google Shape;12431;p90"/>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90"/>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90"/>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90"/>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35" name="Google Shape;12435;p90"/>
          <p:cNvSpPr/>
          <p:nvPr/>
        </p:nvSpPr>
        <p:spPr>
          <a:xfrm>
            <a:off x="1775910" y="2046804"/>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36" name="Google Shape;12436;p90"/>
          <p:cNvGrpSpPr/>
          <p:nvPr/>
        </p:nvGrpSpPr>
        <p:grpSpPr>
          <a:xfrm>
            <a:off x="6130349" y="2045308"/>
            <a:ext cx="249770" cy="363849"/>
            <a:chOff x="6155459" y="1969108"/>
            <a:chExt cx="249770" cy="363849"/>
          </a:xfrm>
        </p:grpSpPr>
        <p:sp>
          <p:nvSpPr>
            <p:cNvPr id="12437" name="Google Shape;12437;p90"/>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90"/>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90"/>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0" name="Google Shape;12440;p90"/>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1" name="Google Shape;12441;p90"/>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90"/>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90"/>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90"/>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5" name="Google Shape;12445;p90"/>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6" name="Google Shape;12446;p90"/>
          <p:cNvGrpSpPr/>
          <p:nvPr/>
        </p:nvGrpSpPr>
        <p:grpSpPr>
          <a:xfrm>
            <a:off x="2254919" y="2046804"/>
            <a:ext cx="353631" cy="354395"/>
            <a:chOff x="2280029" y="1970604"/>
            <a:chExt cx="353631" cy="354395"/>
          </a:xfrm>
        </p:grpSpPr>
        <p:sp>
          <p:nvSpPr>
            <p:cNvPr id="12447" name="Google Shape;12447;p90"/>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90"/>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90"/>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90"/>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1" name="Google Shape;12451;p90"/>
          <p:cNvGrpSpPr/>
          <p:nvPr/>
        </p:nvGrpSpPr>
        <p:grpSpPr>
          <a:xfrm>
            <a:off x="8039990" y="2076374"/>
            <a:ext cx="255086" cy="301685"/>
            <a:chOff x="8065100" y="2000174"/>
            <a:chExt cx="255086" cy="301685"/>
          </a:xfrm>
        </p:grpSpPr>
        <p:sp>
          <p:nvSpPr>
            <p:cNvPr id="12452" name="Google Shape;12452;p90"/>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90"/>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90"/>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90"/>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6" name="Google Shape;12456;p90"/>
          <p:cNvGrpSpPr/>
          <p:nvPr/>
        </p:nvGrpSpPr>
        <p:grpSpPr>
          <a:xfrm>
            <a:off x="6608595" y="2045308"/>
            <a:ext cx="249420" cy="363849"/>
            <a:chOff x="6633705" y="1969108"/>
            <a:chExt cx="249420" cy="363849"/>
          </a:xfrm>
        </p:grpSpPr>
        <p:sp>
          <p:nvSpPr>
            <p:cNvPr id="12457" name="Google Shape;12457;p90"/>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90"/>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90"/>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90"/>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90"/>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90"/>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90"/>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90"/>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5" name="Google Shape;12465;p90"/>
          <p:cNvGrpSpPr/>
          <p:nvPr/>
        </p:nvGrpSpPr>
        <p:grpSpPr>
          <a:xfrm>
            <a:off x="5185921" y="2045308"/>
            <a:ext cx="226661" cy="363467"/>
            <a:chOff x="5211031" y="1969108"/>
            <a:chExt cx="226661" cy="363467"/>
          </a:xfrm>
        </p:grpSpPr>
        <p:sp>
          <p:nvSpPr>
            <p:cNvPr id="12466" name="Google Shape;12466;p90"/>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90"/>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8" name="Google Shape;12468;p90"/>
          <p:cNvGrpSpPr/>
          <p:nvPr/>
        </p:nvGrpSpPr>
        <p:grpSpPr>
          <a:xfrm>
            <a:off x="3687842" y="2046804"/>
            <a:ext cx="354363" cy="354395"/>
            <a:chOff x="3712952" y="1970604"/>
            <a:chExt cx="354363" cy="354395"/>
          </a:xfrm>
        </p:grpSpPr>
        <p:sp>
          <p:nvSpPr>
            <p:cNvPr id="12469" name="Google Shape;12469;p90"/>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90"/>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90"/>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90"/>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90"/>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90"/>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90"/>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90"/>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90"/>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8" name="Google Shape;12478;p90"/>
          <p:cNvGrpSpPr/>
          <p:nvPr/>
        </p:nvGrpSpPr>
        <p:grpSpPr>
          <a:xfrm>
            <a:off x="3210329" y="2046804"/>
            <a:ext cx="354363" cy="354745"/>
            <a:chOff x="3235438" y="1970604"/>
            <a:chExt cx="354363" cy="354745"/>
          </a:xfrm>
        </p:grpSpPr>
        <p:sp>
          <p:nvSpPr>
            <p:cNvPr id="12479" name="Google Shape;12479;p90"/>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90"/>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90"/>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90"/>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90"/>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90"/>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90"/>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90"/>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90"/>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90"/>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90"/>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90"/>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90"/>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2" name="Google Shape;12492;p90"/>
          <p:cNvGrpSpPr/>
          <p:nvPr/>
        </p:nvGrpSpPr>
        <p:grpSpPr>
          <a:xfrm>
            <a:off x="1304475" y="2066125"/>
            <a:ext cx="341472" cy="335074"/>
            <a:chOff x="1329585" y="1989925"/>
            <a:chExt cx="341472" cy="335074"/>
          </a:xfrm>
        </p:grpSpPr>
        <p:sp>
          <p:nvSpPr>
            <p:cNvPr id="12493" name="Google Shape;12493;p90"/>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90"/>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90"/>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6" name="Google Shape;12496;p90"/>
          <p:cNvGrpSpPr/>
          <p:nvPr/>
        </p:nvGrpSpPr>
        <p:grpSpPr>
          <a:xfrm>
            <a:off x="5566761" y="2066106"/>
            <a:ext cx="416649" cy="325597"/>
            <a:chOff x="5626763" y="2013829"/>
            <a:chExt cx="351722" cy="274788"/>
          </a:xfrm>
        </p:grpSpPr>
        <p:sp>
          <p:nvSpPr>
            <p:cNvPr id="12497" name="Google Shape;12497;p90"/>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90"/>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90"/>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90"/>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90"/>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90"/>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90"/>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90"/>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90"/>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90"/>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7" name="Google Shape;12507;p90"/>
          <p:cNvGrpSpPr/>
          <p:nvPr/>
        </p:nvGrpSpPr>
        <p:grpSpPr>
          <a:xfrm>
            <a:off x="7551495" y="2060077"/>
            <a:ext cx="276698" cy="333133"/>
            <a:chOff x="7576605" y="1983877"/>
            <a:chExt cx="276698" cy="333133"/>
          </a:xfrm>
        </p:grpSpPr>
        <p:sp>
          <p:nvSpPr>
            <p:cNvPr id="12508" name="Google Shape;12508;p90"/>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90"/>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0" name="Google Shape;12510;p90"/>
          <p:cNvGrpSpPr/>
          <p:nvPr/>
        </p:nvGrpSpPr>
        <p:grpSpPr>
          <a:xfrm>
            <a:off x="828458" y="2051738"/>
            <a:ext cx="337334" cy="353599"/>
            <a:chOff x="853568" y="1975538"/>
            <a:chExt cx="337334" cy="353599"/>
          </a:xfrm>
        </p:grpSpPr>
        <p:sp>
          <p:nvSpPr>
            <p:cNvPr id="12511" name="Google Shape;12511;p90"/>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90"/>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90"/>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90"/>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5" name="Google Shape;12515;p90"/>
          <p:cNvGrpSpPr/>
          <p:nvPr/>
        </p:nvGrpSpPr>
        <p:grpSpPr>
          <a:xfrm>
            <a:off x="2733192" y="2085828"/>
            <a:ext cx="327085" cy="277080"/>
            <a:chOff x="2770052" y="2009628"/>
            <a:chExt cx="327085" cy="277080"/>
          </a:xfrm>
        </p:grpSpPr>
        <p:sp>
          <p:nvSpPr>
            <p:cNvPr id="12516" name="Google Shape;12516;p90"/>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90"/>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18" name="Google Shape;12518;p90"/>
          <p:cNvSpPr/>
          <p:nvPr/>
        </p:nvSpPr>
        <p:spPr>
          <a:xfrm>
            <a:off x="7034958" y="2065329"/>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19" name="Google Shape;12519;p90"/>
          <p:cNvGrpSpPr/>
          <p:nvPr/>
        </p:nvGrpSpPr>
        <p:grpSpPr>
          <a:xfrm>
            <a:off x="4170289" y="2046804"/>
            <a:ext cx="344878" cy="343573"/>
            <a:chOff x="4195399" y="1970604"/>
            <a:chExt cx="344878" cy="343573"/>
          </a:xfrm>
        </p:grpSpPr>
        <p:sp>
          <p:nvSpPr>
            <p:cNvPr id="12520" name="Google Shape;12520;p90"/>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90"/>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90"/>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90"/>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4" name="Google Shape;12524;p90"/>
          <p:cNvGrpSpPr/>
          <p:nvPr/>
        </p:nvGrpSpPr>
        <p:grpSpPr>
          <a:xfrm>
            <a:off x="4649681" y="2053647"/>
            <a:ext cx="344528" cy="344114"/>
            <a:chOff x="4674791" y="1977447"/>
            <a:chExt cx="344528" cy="344114"/>
          </a:xfrm>
        </p:grpSpPr>
        <p:sp>
          <p:nvSpPr>
            <p:cNvPr id="12525" name="Google Shape;12525;p90"/>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90"/>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90"/>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90"/>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9" name="Google Shape;12529;p90"/>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90"/>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90"/>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90"/>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90"/>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90"/>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90"/>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90"/>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90"/>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90"/>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90"/>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90"/>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90"/>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2" name="Google Shape;12542;p90"/>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90"/>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90"/>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90"/>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90"/>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90"/>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90"/>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90"/>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90"/>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1" name="Google Shape;12551;p90"/>
          <p:cNvGrpSpPr/>
          <p:nvPr/>
        </p:nvGrpSpPr>
        <p:grpSpPr>
          <a:xfrm>
            <a:off x="6058700" y="1623497"/>
            <a:ext cx="382819" cy="310788"/>
            <a:chOff x="6083810" y="1547297"/>
            <a:chExt cx="382819" cy="310788"/>
          </a:xfrm>
        </p:grpSpPr>
        <p:sp>
          <p:nvSpPr>
            <p:cNvPr id="12552" name="Google Shape;12552;p90"/>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3" name="Google Shape;12553;p90"/>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90"/>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90"/>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90"/>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90"/>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90"/>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9" name="Google Shape;12559;p90"/>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90"/>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90"/>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90"/>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90"/>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90"/>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90"/>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6" name="Google Shape;12566;p90"/>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7" name="Google Shape;12567;p90"/>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90"/>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90"/>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0" name="Google Shape;12570;p90"/>
          <p:cNvGrpSpPr/>
          <p:nvPr/>
        </p:nvGrpSpPr>
        <p:grpSpPr>
          <a:xfrm>
            <a:off x="6533190" y="1614393"/>
            <a:ext cx="382788" cy="328613"/>
            <a:chOff x="6558300" y="1538193"/>
            <a:chExt cx="382788" cy="328613"/>
          </a:xfrm>
        </p:grpSpPr>
        <p:sp>
          <p:nvSpPr>
            <p:cNvPr id="12571" name="Google Shape;12571;p90"/>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90"/>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3" name="Google Shape;12573;p90"/>
          <p:cNvGrpSpPr/>
          <p:nvPr/>
        </p:nvGrpSpPr>
        <p:grpSpPr>
          <a:xfrm>
            <a:off x="5168892" y="1587497"/>
            <a:ext cx="259605" cy="346024"/>
            <a:chOff x="5194002" y="1511297"/>
            <a:chExt cx="259605" cy="346024"/>
          </a:xfrm>
        </p:grpSpPr>
        <p:sp>
          <p:nvSpPr>
            <p:cNvPr id="12574" name="Google Shape;12574;p90"/>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90"/>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90"/>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90"/>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8" name="Google Shape;12578;p90"/>
          <p:cNvGrpSpPr/>
          <p:nvPr/>
        </p:nvGrpSpPr>
        <p:grpSpPr>
          <a:xfrm>
            <a:off x="1369631" y="1588261"/>
            <a:ext cx="252444" cy="351722"/>
            <a:chOff x="1394741" y="1512061"/>
            <a:chExt cx="252444" cy="351722"/>
          </a:xfrm>
        </p:grpSpPr>
        <p:sp>
          <p:nvSpPr>
            <p:cNvPr id="12579" name="Google Shape;12579;p90"/>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90"/>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90"/>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90"/>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3" name="Google Shape;12583;p90"/>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4" name="Google Shape;12584;p90"/>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90"/>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90"/>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90"/>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90"/>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9" name="Google Shape;12589;p90"/>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0" name="Google Shape;12590;p90"/>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90"/>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90"/>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90"/>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90"/>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5" name="Google Shape;12595;p90"/>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6" name="Google Shape;12596;p90"/>
          <p:cNvGrpSpPr/>
          <p:nvPr/>
        </p:nvGrpSpPr>
        <p:grpSpPr>
          <a:xfrm>
            <a:off x="829986" y="1580685"/>
            <a:ext cx="380910" cy="339594"/>
            <a:chOff x="855096" y="1504485"/>
            <a:chExt cx="380910" cy="339594"/>
          </a:xfrm>
        </p:grpSpPr>
        <p:sp>
          <p:nvSpPr>
            <p:cNvPr id="12597" name="Google Shape;12597;p90"/>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90"/>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90"/>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90"/>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90"/>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2" name="Google Shape;12602;p90"/>
          <p:cNvGrpSpPr/>
          <p:nvPr/>
        </p:nvGrpSpPr>
        <p:grpSpPr>
          <a:xfrm>
            <a:off x="1794466" y="1587879"/>
            <a:ext cx="352103" cy="352103"/>
            <a:chOff x="1819576" y="1511679"/>
            <a:chExt cx="352103" cy="352103"/>
          </a:xfrm>
        </p:grpSpPr>
        <p:sp>
          <p:nvSpPr>
            <p:cNvPr id="12603" name="Google Shape;12603;p90"/>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4" name="Google Shape;12604;p90"/>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5" name="Google Shape;12605;p90"/>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90"/>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7" name="Google Shape;12607;p90"/>
          <p:cNvGrpSpPr/>
          <p:nvPr/>
        </p:nvGrpSpPr>
        <p:grpSpPr>
          <a:xfrm>
            <a:off x="5595987" y="1576961"/>
            <a:ext cx="371424" cy="355446"/>
            <a:chOff x="5621097" y="1500761"/>
            <a:chExt cx="371424" cy="355446"/>
          </a:xfrm>
        </p:grpSpPr>
        <p:sp>
          <p:nvSpPr>
            <p:cNvPr id="12608" name="Google Shape;12608;p90"/>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90"/>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0" name="Google Shape;12610;p90"/>
          <p:cNvGrpSpPr/>
          <p:nvPr/>
        </p:nvGrpSpPr>
        <p:grpSpPr>
          <a:xfrm>
            <a:off x="4645129" y="1617799"/>
            <a:ext cx="359679" cy="321833"/>
            <a:chOff x="4670239" y="1541599"/>
            <a:chExt cx="359679" cy="321833"/>
          </a:xfrm>
        </p:grpSpPr>
        <p:sp>
          <p:nvSpPr>
            <p:cNvPr id="12611" name="Google Shape;12611;p90"/>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90"/>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90"/>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90"/>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90"/>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6" name="Google Shape;12616;p90"/>
          <p:cNvGrpSpPr/>
          <p:nvPr/>
        </p:nvGrpSpPr>
        <p:grpSpPr>
          <a:xfrm>
            <a:off x="4187319" y="1578585"/>
            <a:ext cx="321037" cy="353822"/>
            <a:chOff x="4212429" y="1502385"/>
            <a:chExt cx="321037" cy="353822"/>
          </a:xfrm>
        </p:grpSpPr>
        <p:sp>
          <p:nvSpPr>
            <p:cNvPr id="12617" name="Google Shape;12617;p90"/>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90"/>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90"/>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90"/>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1" name="Google Shape;12621;p90"/>
          <p:cNvGrpSpPr/>
          <p:nvPr/>
        </p:nvGrpSpPr>
        <p:grpSpPr>
          <a:xfrm>
            <a:off x="2277678" y="1582181"/>
            <a:ext cx="336188" cy="335425"/>
            <a:chOff x="2302788" y="1505981"/>
            <a:chExt cx="336188" cy="335425"/>
          </a:xfrm>
        </p:grpSpPr>
        <p:sp>
          <p:nvSpPr>
            <p:cNvPr id="12622" name="Google Shape;12622;p90"/>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90"/>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90"/>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90"/>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90"/>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90"/>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90"/>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9" name="Google Shape;12629;p90"/>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90"/>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90"/>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90"/>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90"/>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90"/>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90"/>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90"/>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90"/>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90"/>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9" name="Google Shape;12639;p90"/>
          <p:cNvGrpSpPr/>
          <p:nvPr/>
        </p:nvGrpSpPr>
        <p:grpSpPr>
          <a:xfrm>
            <a:off x="2755191" y="1598096"/>
            <a:ext cx="333133" cy="321037"/>
            <a:chOff x="2780301" y="1521896"/>
            <a:chExt cx="333133" cy="321037"/>
          </a:xfrm>
        </p:grpSpPr>
        <p:sp>
          <p:nvSpPr>
            <p:cNvPr id="12640" name="Google Shape;12640;p90"/>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90"/>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90"/>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90"/>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90"/>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90"/>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90"/>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90"/>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8" name="Google Shape;12648;p90"/>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9" name="Google Shape;12649;p90"/>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90"/>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90"/>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90"/>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90"/>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90"/>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90"/>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90"/>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90"/>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90"/>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90"/>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0" name="Google Shape;12660;p90"/>
          <p:cNvGrpSpPr/>
          <p:nvPr/>
        </p:nvGrpSpPr>
        <p:grpSpPr>
          <a:xfrm>
            <a:off x="3291049" y="1591285"/>
            <a:ext cx="211892" cy="339594"/>
            <a:chOff x="3316159" y="1515085"/>
            <a:chExt cx="211892" cy="339594"/>
          </a:xfrm>
        </p:grpSpPr>
        <p:sp>
          <p:nvSpPr>
            <p:cNvPr id="12661" name="Google Shape;12661;p90"/>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90"/>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90"/>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64" name="Google Shape;12664;p90"/>
            <p:cNvGrpSpPr/>
            <p:nvPr/>
          </p:nvGrpSpPr>
          <p:grpSpPr>
            <a:xfrm>
              <a:off x="3316159" y="1515085"/>
              <a:ext cx="211892" cy="339594"/>
              <a:chOff x="3316159" y="1515085"/>
              <a:chExt cx="211892" cy="339594"/>
            </a:xfrm>
          </p:grpSpPr>
          <p:sp>
            <p:nvSpPr>
              <p:cNvPr id="12665" name="Google Shape;12665;p90"/>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90"/>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90"/>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90"/>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90"/>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90"/>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671" name="Google Shape;12671;p90"/>
          <p:cNvGrpSpPr/>
          <p:nvPr/>
        </p:nvGrpSpPr>
        <p:grpSpPr>
          <a:xfrm>
            <a:off x="3691248" y="1620855"/>
            <a:ext cx="361971" cy="314958"/>
            <a:chOff x="3716358" y="1544655"/>
            <a:chExt cx="361971" cy="314958"/>
          </a:xfrm>
        </p:grpSpPr>
        <p:sp>
          <p:nvSpPr>
            <p:cNvPr id="12672" name="Google Shape;12672;p90"/>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3" name="Google Shape;12673;p90"/>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90"/>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90"/>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90"/>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77" name="Google Shape;12677;p90"/>
            <p:cNvGrpSpPr/>
            <p:nvPr/>
          </p:nvGrpSpPr>
          <p:grpSpPr>
            <a:xfrm>
              <a:off x="3716358" y="1544655"/>
              <a:ext cx="361971" cy="314958"/>
              <a:chOff x="3716358" y="1544655"/>
              <a:chExt cx="361971" cy="314958"/>
            </a:xfrm>
          </p:grpSpPr>
          <p:sp>
            <p:nvSpPr>
              <p:cNvPr id="12678" name="Google Shape;12678;p90"/>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90"/>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90"/>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90"/>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2" name="Google Shape;12682;p90"/>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683" name="Google Shape;12683;p90"/>
          <p:cNvGrpSpPr/>
          <p:nvPr/>
        </p:nvGrpSpPr>
        <p:grpSpPr>
          <a:xfrm>
            <a:off x="6986814" y="1633752"/>
            <a:ext cx="499533" cy="305136"/>
            <a:chOff x="7009649" y="1541981"/>
            <a:chExt cx="524940" cy="320655"/>
          </a:xfrm>
        </p:grpSpPr>
        <p:sp>
          <p:nvSpPr>
            <p:cNvPr id="12684" name="Google Shape;12684;p90"/>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90"/>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90"/>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90"/>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90"/>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90"/>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90"/>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90"/>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2" name="Google Shape;12692;p90"/>
          <p:cNvGrpSpPr/>
          <p:nvPr/>
        </p:nvGrpSpPr>
        <p:grpSpPr>
          <a:xfrm>
            <a:off x="8008924" y="1594309"/>
            <a:ext cx="282746" cy="340358"/>
            <a:chOff x="8034034" y="1518109"/>
            <a:chExt cx="282746" cy="340358"/>
          </a:xfrm>
        </p:grpSpPr>
        <p:sp>
          <p:nvSpPr>
            <p:cNvPr id="12693" name="Google Shape;12693;p90"/>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90"/>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90"/>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90"/>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7" name="Google Shape;12697;p90"/>
          <p:cNvGrpSpPr/>
          <p:nvPr/>
        </p:nvGrpSpPr>
        <p:grpSpPr>
          <a:xfrm>
            <a:off x="7557192" y="1576134"/>
            <a:ext cx="369133" cy="360411"/>
            <a:chOff x="7582302" y="1499934"/>
            <a:chExt cx="369133" cy="360411"/>
          </a:xfrm>
        </p:grpSpPr>
        <p:sp>
          <p:nvSpPr>
            <p:cNvPr id="12698" name="Google Shape;12698;p90"/>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90"/>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0" name="Google Shape;12700;p90"/>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1" name="Google Shape;12701;p90"/>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90"/>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3" name="Google Shape;12703;p90"/>
          <p:cNvGrpSpPr/>
          <p:nvPr/>
        </p:nvGrpSpPr>
        <p:grpSpPr>
          <a:xfrm>
            <a:off x="6170979" y="3893352"/>
            <a:ext cx="346056" cy="345674"/>
            <a:chOff x="2238181" y="4120624"/>
            <a:chExt cx="346056" cy="345674"/>
          </a:xfrm>
        </p:grpSpPr>
        <p:grpSp>
          <p:nvGrpSpPr>
            <p:cNvPr id="12704" name="Google Shape;12704;p90"/>
            <p:cNvGrpSpPr/>
            <p:nvPr/>
          </p:nvGrpSpPr>
          <p:grpSpPr>
            <a:xfrm>
              <a:off x="2309155" y="4177413"/>
              <a:ext cx="203862" cy="231903"/>
              <a:chOff x="1512725" y="258500"/>
              <a:chExt cx="4570900" cy="5199625"/>
            </a:xfrm>
          </p:grpSpPr>
          <p:sp>
            <p:nvSpPr>
              <p:cNvPr id="12705" name="Google Shape;12705;p90"/>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90"/>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07" name="Google Shape;12707;p90"/>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08" name="Google Shape;12708;p90"/>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SEO &amp; Marketing Icons</a:t>
            </a:r>
            <a:endParaRPr/>
          </a:p>
        </p:txBody>
      </p:sp>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712"/>
        <p:cNvGrpSpPr/>
        <p:nvPr/>
      </p:nvGrpSpPr>
      <p:grpSpPr>
        <a:xfrm>
          <a:off x="0" y="0"/>
          <a:ext cx="0" cy="0"/>
          <a:chOff x="0" y="0"/>
          <a:chExt cx="0" cy="0"/>
        </a:xfrm>
      </p:grpSpPr>
      <p:pic>
        <p:nvPicPr>
          <p:cNvPr id="12713" name="Google Shape;12713;p91">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p159:morph option="byObject"/>
      </p:transition>
    </mc:Choice>
    <mc:Fallback>
      <p:transition spd="slow">
        <p:fade/>
      </p:transition>
    </mc:Fallback>
  </mc:AlternateContent>
</p:sld>
</file>

<file path=ppt/theme/theme1.xml><?xml version="1.0" encoding="utf-8"?>
<a:theme xmlns:a="http://schemas.openxmlformats.org/drawingml/2006/main" name="Research Report for Education by Slidesgo">
  <a:themeElements>
    <a:clrScheme name="Simple Light">
      <a:dk1>
        <a:srgbClr val="273538"/>
      </a:dk1>
      <a:lt1>
        <a:srgbClr val="F8F8F8"/>
      </a:lt1>
      <a:dk2>
        <a:srgbClr val="C8F0B9"/>
      </a:dk2>
      <a:lt2>
        <a:srgbClr val="A4EDBC"/>
      </a:lt2>
      <a:accent1>
        <a:srgbClr val="75E9C1"/>
      </a:accent1>
      <a:accent2>
        <a:srgbClr val="40E2C8"/>
      </a:accent2>
      <a:accent3>
        <a:srgbClr val="FFFFFF"/>
      </a:accent3>
      <a:accent4>
        <a:srgbClr val="FFFFFF"/>
      </a:accent4>
      <a:accent5>
        <a:srgbClr val="FFFFFF"/>
      </a:accent5>
      <a:accent6>
        <a:srgbClr val="FFFFFF"/>
      </a:accent6>
      <a:hlink>
        <a:srgbClr val="273538"/>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2362</Words>
  <Application>Microsoft Office PowerPoint</Application>
  <PresentationFormat>On-screen Show (16:9)</PresentationFormat>
  <Paragraphs>423</Paragraphs>
  <Slides>55</Slides>
  <Notes>55</Notes>
  <HiddenSlides>0</HiddenSlides>
  <MMClips>0</MMClips>
  <ScaleCrop>false</ScaleCrop>
  <HeadingPairs>
    <vt:vector size="6" baseType="variant">
      <vt:variant>
        <vt:lpstr>Fonts Used</vt:lpstr>
      </vt:variant>
      <vt:variant>
        <vt:i4>13</vt:i4>
      </vt:variant>
      <vt:variant>
        <vt:lpstr>Theme</vt:lpstr>
      </vt:variant>
      <vt:variant>
        <vt:i4>2</vt:i4>
      </vt:variant>
      <vt:variant>
        <vt:lpstr>Slide Titles</vt:lpstr>
      </vt:variant>
      <vt:variant>
        <vt:i4>55</vt:i4>
      </vt:variant>
    </vt:vector>
  </HeadingPairs>
  <TitlesOfParts>
    <vt:vector size="70" baseType="lpstr">
      <vt:lpstr>Questrial</vt:lpstr>
      <vt:lpstr>DM Sans</vt:lpstr>
      <vt:lpstr>Nunito Light</vt:lpstr>
      <vt:lpstr>Jost</vt:lpstr>
      <vt:lpstr>Roboto Medium</vt:lpstr>
      <vt:lpstr>Proxima Nova</vt:lpstr>
      <vt:lpstr>Arial</vt:lpstr>
      <vt:lpstr>Figtree</vt:lpstr>
      <vt:lpstr>Anek Tamil</vt:lpstr>
      <vt:lpstr>Calibri</vt:lpstr>
      <vt:lpstr>Amatic SC</vt:lpstr>
      <vt:lpstr>Anaheim</vt:lpstr>
      <vt:lpstr>Albert Sans</vt:lpstr>
      <vt:lpstr>Research Report for Education by Slidesgo</vt:lpstr>
      <vt:lpstr>Slidesgo Final Pages</vt:lpstr>
      <vt:lpstr>Design of 2.4 GHz BLE Transmitter  with Wake-Up Receiver (WuRx)</vt:lpstr>
      <vt:lpstr>Contents of this template</vt:lpstr>
      <vt:lpstr>Table of contents</vt:lpstr>
      <vt:lpstr>Whoa!</vt:lpstr>
      <vt:lpstr>Introduction about research problem</vt:lpstr>
      <vt:lpstr>The problem</vt:lpstr>
      <vt:lpstr>The research topic</vt:lpstr>
      <vt:lpstr>Research objectives</vt:lpstr>
      <vt:lpstr>Research design</vt:lpstr>
      <vt:lpstr>Justification for conducting the research</vt:lpstr>
      <vt:lpstr>Discussion</vt:lpstr>
      <vt:lpstr>Awesome words</vt:lpstr>
      <vt:lpstr>—Someone Famous</vt:lpstr>
      <vt:lpstr>A picture is worth a thousand words</vt:lpstr>
      <vt:lpstr>A picture always reinforces  the concept</vt:lpstr>
      <vt:lpstr>98,300,000</vt:lpstr>
      <vt:lpstr>9h 55m 23s</vt:lpstr>
      <vt:lpstr>Compliance with educational standards</vt:lpstr>
      <vt:lpstr>Computer mockup</vt:lpstr>
      <vt:lpstr>Tablet mockup</vt:lpstr>
      <vt:lpstr>Phone mockup</vt:lpstr>
      <vt:lpstr>Demographic analysis</vt:lpstr>
      <vt:lpstr>Design of the investigation</vt:lpstr>
      <vt:lpstr>Data collection methods</vt:lpstr>
      <vt:lpstr>Main results table</vt:lpstr>
      <vt:lpstr>Data collection</vt:lpstr>
      <vt:lpstr>Our team</vt:lpstr>
      <vt:lpstr>Data collection</vt:lpstr>
      <vt:lpstr>Research report</vt:lpstr>
      <vt:lpstr>Research report</vt:lpstr>
      <vt:lpstr>Objectives, vision and key actions</vt:lpstr>
      <vt:lpstr>Type of participants</vt:lpstr>
      <vt:lpstr>Percentage of participants</vt:lpstr>
      <vt:lpstr>Conclusions</vt:lpstr>
      <vt:lpstr>Thanks!</vt:lpstr>
      <vt:lpstr>Alternative resources</vt:lpstr>
      <vt:lpstr>Resources</vt:lpstr>
      <vt:lpstr>Instructions for use</vt:lpstr>
      <vt:lpstr>Instructions for use (premium users)</vt:lpstr>
      <vt:lpstr>Fonts &amp; colors used</vt:lpstr>
      <vt:lpstr>Storyset</vt:lpstr>
      <vt:lpstr>Use our editable graphic resources...</vt:lpstr>
      <vt:lpstr>PowerPoint Presentation</vt:lpstr>
      <vt:lpstr>PowerPoint Presentation</vt:lpstr>
      <vt:lpstr>PowerPoint Presentation</vt:lpstr>
      <vt:lpstr>PowerPoint Presentation</vt:lpstr>
      <vt:lpstr>PowerPoint Presentation</vt:lpstr>
      <vt:lpstr>...and our sets of editable icons</vt:lpstr>
      <vt:lpstr>PowerPoint Presentation</vt:lpstr>
      <vt:lpstr>PowerPoint Presentation</vt:lpstr>
      <vt:lpstr>PowerPoint Presentation</vt:lpstr>
      <vt:lpstr>PowerPoint Presentation</vt:lpstr>
      <vt:lpstr>Nature Icons</vt:lpstr>
      <vt:lpstr>SEO &amp; Marketing Icons</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cp:lastModifiedBy>nguyen dong</cp:lastModifiedBy>
  <cp:revision>2</cp:revision>
  <dcterms:modified xsi:type="dcterms:W3CDTF">2025-11-26T05:46:30Z</dcterms:modified>
</cp:coreProperties>
</file>